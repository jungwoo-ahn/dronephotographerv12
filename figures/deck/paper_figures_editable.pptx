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figures/overview/make_fig2.py. Rollout in (c): All-People-Are-Sisters p00 s31 g02, d 2.01 -&gt; 0.066, shoot at step 7 of chunk 4. The user sentence in (c)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figures/datagen/make_fig_datagen.py, panel (b) schematic. Counts taken from the data on 2026-10-14.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figures/datagen/make_fig_datagen.py --b real. Floor grid re-run without the Gemini interest region (sbatch_placement_grid.sh, job 192374); VLM view scores 3, 2, 1, 8, 4 are from the placement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figures/qualitative/make_fig_rollouts.py --rows 0,1,2,4. Selected examples: Ours succeeds, pi0.5 / GR00T / T2A / DP all miss; image-to-action left out (it is given the GT goal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figures/qualitative/make_fig_rollouts.py --rows 3,5,6,7.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Relationship Id="rId10" Type="http://schemas.openxmlformats.org/officeDocument/2006/relationships/image" Target="../media/image23.jpg"/><Relationship Id="rId11" Type="http://schemas.openxmlformats.org/officeDocument/2006/relationships/image" Target="../media/image24.jpg"/><Relationship Id="rId12" Type="http://schemas.openxmlformats.org/officeDocument/2006/relationships/image" Target="../media/image25.jpg"/><Relationship Id="rId13" Type="http://schemas.openxmlformats.org/officeDocument/2006/relationships/image" Target="../media/image26.jpg"/><Relationship Id="rId14" Type="http://schemas.openxmlformats.org/officeDocument/2006/relationships/image" Target="../media/image27.jpg"/><Relationship Id="rId15" Type="http://schemas.openxmlformats.org/officeDocument/2006/relationships/image" Target="../media/image28.jpg"/><Relationship Id="rId16" Type="http://schemas.openxmlformats.org/officeDocument/2006/relationships/image" Target="../media/image29.jpg"/><Relationship Id="rId17" Type="http://schemas.openxmlformats.org/officeDocument/2006/relationships/image" Target="../media/image30.jpg"/><Relationship Id="rId18" Type="http://schemas.openxmlformats.org/officeDocument/2006/relationships/image" Target="../media/image31.jpg"/><Relationship Id="rId19" Type="http://schemas.openxmlformats.org/officeDocument/2006/relationships/image" Target="../media/image32.jp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40.png"/><Relationship Id="rId28" Type="http://schemas.openxmlformats.org/officeDocument/2006/relationships/image" Target="../media/image41.png"/><Relationship Id="rId29" Type="http://schemas.openxmlformats.org/officeDocument/2006/relationships/image" Target="../media/image42.png"/><Relationship Id="rId30" Type="http://schemas.openxmlformats.org/officeDocument/2006/relationships/image" Target="../media/image43.png"/><Relationship Id="rId31" Type="http://schemas.openxmlformats.org/officeDocument/2006/relationships/image" Target="../media/image44.jpg"/><Relationship Id="rId32" Type="http://schemas.openxmlformats.org/officeDocument/2006/relationships/image" Target="../media/image45.jpg"/><Relationship Id="rId33" Type="http://schemas.openxmlformats.org/officeDocument/2006/relationships/image" Target="../media/image46.jpg"/><Relationship Id="rId34" Type="http://schemas.openxmlformats.org/officeDocument/2006/relationships/image" Target="../media/image47.jpg"/><Relationship Id="rId35" Type="http://schemas.openxmlformats.org/officeDocument/2006/relationships/image" Target="../media/image48.jpg"/><Relationship Id="rId36" Type="http://schemas.openxmlformats.org/officeDocument/2006/relationships/image" Target="../media/image49.jpg"/><Relationship Id="rId37" Type="http://schemas.openxmlformats.org/officeDocument/2006/relationships/image" Target="../media/image50.jpg"/><Relationship Id="rId38" Type="http://schemas.openxmlformats.org/officeDocument/2006/relationships/image" Target="../media/image51.jpg"/><Relationship Id="rId39" Type="http://schemas.openxmlformats.org/officeDocument/2006/relationships/image" Target="../media/image52.jpg"/><Relationship Id="rId40" Type="http://schemas.openxmlformats.org/officeDocument/2006/relationships/image" Target="../media/image53.jpg"/><Relationship Id="rId41" Type="http://schemas.openxmlformats.org/officeDocument/2006/relationships/image" Target="../media/image54.jpg"/><Relationship Id="rId42" Type="http://schemas.openxmlformats.org/officeDocument/2006/relationships/image" Target="../media/image55.jpg"/><Relationship Id="rId43" Type="http://schemas.openxmlformats.org/officeDocument/2006/relationships/image" Target="../media/image56.jpg"/><Relationship Id="rId44" Type="http://schemas.openxmlformats.org/officeDocument/2006/relationships/image" Target="../media/image57.png"/><Relationship Id="rId45" Type="http://schemas.openxmlformats.org/officeDocument/2006/relationships/image" Target="../media/image58.png"/><Relationship Id="rId46" Type="http://schemas.openxmlformats.org/officeDocument/2006/relationships/image" Target="../media/image59.png"/><Relationship Id="rId47" Type="http://schemas.openxmlformats.org/officeDocument/2006/relationships/image" Target="../media/image60.png"/><Relationship Id="rId48" Type="http://schemas.openxmlformats.org/officeDocument/2006/relationships/image" Target="../media/image61.png"/><Relationship Id="rId49" Type="http://schemas.openxmlformats.org/officeDocument/2006/relationships/image" Target="../media/image62.png"/><Relationship Id="rId50" Type="http://schemas.openxmlformats.org/officeDocument/2006/relationships/image" Target="../media/image63.png"/><Relationship Id="rId51" Type="http://schemas.openxmlformats.org/officeDocument/2006/relationships/image" Target="../media/image64.png"/><Relationship Id="rId52" Type="http://schemas.openxmlformats.org/officeDocument/2006/relationships/image" Target="../media/image65.png"/><Relationship Id="rId53" Type="http://schemas.openxmlformats.org/officeDocument/2006/relationships/image" Target="../media/image66.png"/><Relationship Id="rId54" Type="http://schemas.openxmlformats.org/officeDocument/2006/relationships/image" Target="../media/image67.png"/><Relationship Id="rId5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Relationship Id="rId10" Type="http://schemas.openxmlformats.org/officeDocument/2006/relationships/image" Target="../media/image23.jpg"/><Relationship Id="rId11" Type="http://schemas.openxmlformats.org/officeDocument/2006/relationships/image" Target="../media/image24.jpg"/><Relationship Id="rId12" Type="http://schemas.openxmlformats.org/officeDocument/2006/relationships/image" Target="../media/image25.jpg"/><Relationship Id="rId13" Type="http://schemas.openxmlformats.org/officeDocument/2006/relationships/image" Target="../media/image26.jpg"/><Relationship Id="rId14" Type="http://schemas.openxmlformats.org/officeDocument/2006/relationships/image" Target="../media/image27.jpg"/><Relationship Id="rId15" Type="http://schemas.openxmlformats.org/officeDocument/2006/relationships/image" Target="../media/image28.jpg"/><Relationship Id="rId16" Type="http://schemas.openxmlformats.org/officeDocument/2006/relationships/image" Target="../media/image29.jpg"/><Relationship Id="rId17" Type="http://schemas.openxmlformats.org/officeDocument/2006/relationships/image" Target="../media/image30.jpg"/><Relationship Id="rId18" Type="http://schemas.openxmlformats.org/officeDocument/2006/relationships/image" Target="../media/image31.jpg"/><Relationship Id="rId19" Type="http://schemas.openxmlformats.org/officeDocument/2006/relationships/image" Target="../media/image32.jp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40.png"/><Relationship Id="rId28" Type="http://schemas.openxmlformats.org/officeDocument/2006/relationships/image" Target="../media/image41.png"/><Relationship Id="rId29" Type="http://schemas.openxmlformats.org/officeDocument/2006/relationships/image" Target="../media/image42.png"/><Relationship Id="rId30" Type="http://schemas.openxmlformats.org/officeDocument/2006/relationships/image" Target="../media/image43.png"/><Relationship Id="rId31" Type="http://schemas.openxmlformats.org/officeDocument/2006/relationships/image" Target="../media/image68.jpg"/><Relationship Id="rId32" Type="http://schemas.openxmlformats.org/officeDocument/2006/relationships/image" Target="../media/image69.jpg"/><Relationship Id="rId33" Type="http://schemas.openxmlformats.org/officeDocument/2006/relationships/image" Target="../media/image70.jpg"/><Relationship Id="rId34" Type="http://schemas.openxmlformats.org/officeDocument/2006/relationships/image" Target="../media/image71.jpg"/><Relationship Id="rId35" Type="http://schemas.openxmlformats.org/officeDocument/2006/relationships/image" Target="../media/image48.jpg"/><Relationship Id="rId36" Type="http://schemas.openxmlformats.org/officeDocument/2006/relationships/image" Target="../media/image49.jpg"/><Relationship Id="rId37" Type="http://schemas.openxmlformats.org/officeDocument/2006/relationships/image" Target="../media/image50.jpg"/><Relationship Id="rId38" Type="http://schemas.openxmlformats.org/officeDocument/2006/relationships/image" Target="../media/image51.jpg"/><Relationship Id="rId39" Type="http://schemas.openxmlformats.org/officeDocument/2006/relationships/image" Target="../media/image52.jpg"/><Relationship Id="rId40" Type="http://schemas.openxmlformats.org/officeDocument/2006/relationships/image" Target="../media/image53.jpg"/><Relationship Id="rId41" Type="http://schemas.openxmlformats.org/officeDocument/2006/relationships/image" Target="../media/image54.jpg"/><Relationship Id="rId42" Type="http://schemas.openxmlformats.org/officeDocument/2006/relationships/image" Target="../media/image55.jpg"/><Relationship Id="rId43" Type="http://schemas.openxmlformats.org/officeDocument/2006/relationships/image" Target="../media/image56.jpg"/><Relationship Id="rId44" Type="http://schemas.openxmlformats.org/officeDocument/2006/relationships/image" Target="../media/image57.png"/><Relationship Id="rId45" Type="http://schemas.openxmlformats.org/officeDocument/2006/relationships/image" Target="../media/image58.png"/><Relationship Id="rId46" Type="http://schemas.openxmlformats.org/officeDocument/2006/relationships/image" Target="../media/image59.png"/><Relationship Id="rId47" Type="http://schemas.openxmlformats.org/officeDocument/2006/relationships/image" Target="../media/image60.png"/><Relationship Id="rId48" Type="http://schemas.openxmlformats.org/officeDocument/2006/relationships/image" Target="../media/image61.png"/><Relationship Id="rId49" Type="http://schemas.openxmlformats.org/officeDocument/2006/relationships/image" Target="../media/image62.png"/><Relationship Id="rId50" Type="http://schemas.openxmlformats.org/officeDocument/2006/relationships/image" Target="../media/image63.png"/><Relationship Id="rId51" Type="http://schemas.openxmlformats.org/officeDocument/2006/relationships/image" Target="../media/image64.png"/><Relationship Id="rId52" Type="http://schemas.openxmlformats.org/officeDocument/2006/relationships/image" Target="../media/image65.png"/><Relationship Id="rId53" Type="http://schemas.openxmlformats.org/officeDocument/2006/relationships/image" Target="../media/image66.png"/><Relationship Id="rId54" Type="http://schemas.openxmlformats.org/officeDocument/2006/relationships/image" Target="../media/image67.png"/><Relationship Id="rId5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Relationship Id="rId8" Type="http://schemas.openxmlformats.org/officeDocument/2006/relationships/image" Target="../media/image78.jpg"/><Relationship Id="rId9" Type="http://schemas.openxmlformats.org/officeDocument/2006/relationships/image" Target="../media/image79.jpg"/><Relationship Id="rId10" Type="http://schemas.openxmlformats.org/officeDocument/2006/relationships/image" Target="../media/image80.jpg"/><Relationship Id="rId11" Type="http://schemas.openxmlformats.org/officeDocument/2006/relationships/image" Target="../media/image81.jpg"/><Relationship Id="rId12" Type="http://schemas.openxmlformats.org/officeDocument/2006/relationships/image" Target="../media/image82.jpg"/><Relationship Id="rId13" Type="http://schemas.openxmlformats.org/officeDocument/2006/relationships/image" Target="../media/image83.jpg"/><Relationship Id="rId14" Type="http://schemas.openxmlformats.org/officeDocument/2006/relationships/image" Target="../media/image84.jpg"/><Relationship Id="rId15" Type="http://schemas.openxmlformats.org/officeDocument/2006/relationships/image" Target="../media/image85.jpg"/><Relationship Id="rId16" Type="http://schemas.openxmlformats.org/officeDocument/2006/relationships/image" Target="../media/image86.jpg"/><Relationship Id="rId17" Type="http://schemas.openxmlformats.org/officeDocument/2006/relationships/image" Target="../media/image87.jpg"/><Relationship Id="rId18" Type="http://schemas.openxmlformats.org/officeDocument/2006/relationships/image" Target="../media/image88.jpg"/><Relationship Id="rId19" Type="http://schemas.openxmlformats.org/officeDocument/2006/relationships/image" Target="../media/image89.jpg"/><Relationship Id="rId20" Type="http://schemas.openxmlformats.org/officeDocument/2006/relationships/image" Target="../media/image90.jpg"/><Relationship Id="rId21" Type="http://schemas.openxmlformats.org/officeDocument/2006/relationships/image" Target="../media/image91.jpg"/><Relationship Id="rId22" Type="http://schemas.openxmlformats.org/officeDocument/2006/relationships/image" Target="../media/image92.jpg"/><Relationship Id="rId23" Type="http://schemas.openxmlformats.org/officeDocument/2006/relationships/image" Target="../media/image93.jpg"/><Relationship Id="rId24" Type="http://schemas.openxmlformats.org/officeDocument/2006/relationships/image" Target="../media/image94.jpg"/><Relationship Id="rId25" Type="http://schemas.openxmlformats.org/officeDocument/2006/relationships/image" Target="../media/image95.jpg"/><Relationship Id="rId26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Relationship Id="rId3" Type="http://schemas.openxmlformats.org/officeDocument/2006/relationships/image" Target="../media/image97.jpg"/><Relationship Id="rId4" Type="http://schemas.openxmlformats.org/officeDocument/2006/relationships/image" Target="../media/image98.jpg"/><Relationship Id="rId5" Type="http://schemas.openxmlformats.org/officeDocument/2006/relationships/image" Target="../media/image99.jpg"/><Relationship Id="rId6" Type="http://schemas.openxmlformats.org/officeDocument/2006/relationships/image" Target="../media/image100.jpg"/><Relationship Id="rId7" Type="http://schemas.openxmlformats.org/officeDocument/2006/relationships/image" Target="../media/image101.jpg"/><Relationship Id="rId8" Type="http://schemas.openxmlformats.org/officeDocument/2006/relationships/image" Target="../media/image102.jpg"/><Relationship Id="rId9" Type="http://schemas.openxmlformats.org/officeDocument/2006/relationships/image" Target="../media/image103.jpg"/><Relationship Id="rId10" Type="http://schemas.openxmlformats.org/officeDocument/2006/relationships/image" Target="../media/image104.jpg"/><Relationship Id="rId11" Type="http://schemas.openxmlformats.org/officeDocument/2006/relationships/image" Target="../media/image105.jpg"/><Relationship Id="rId12" Type="http://schemas.openxmlformats.org/officeDocument/2006/relationships/image" Target="../media/image106.jpg"/><Relationship Id="rId13" Type="http://schemas.openxmlformats.org/officeDocument/2006/relationships/image" Target="../media/image107.jpg"/><Relationship Id="rId14" Type="http://schemas.openxmlformats.org/officeDocument/2006/relationships/image" Target="../media/image108.jpg"/><Relationship Id="rId15" Type="http://schemas.openxmlformats.org/officeDocument/2006/relationships/image" Target="../media/image109.jpg"/><Relationship Id="rId16" Type="http://schemas.openxmlformats.org/officeDocument/2006/relationships/image" Target="../media/image110.jpg"/><Relationship Id="rId17" Type="http://schemas.openxmlformats.org/officeDocument/2006/relationships/image" Target="../media/image111.jpg"/><Relationship Id="rId18" Type="http://schemas.openxmlformats.org/officeDocument/2006/relationships/image" Target="../media/image112.jpg"/><Relationship Id="rId19" Type="http://schemas.openxmlformats.org/officeDocument/2006/relationships/image" Target="../media/image113.jpg"/><Relationship Id="rId20" Type="http://schemas.openxmlformats.org/officeDocument/2006/relationships/image" Target="../media/image114.jpg"/><Relationship Id="rId21" Type="http://schemas.openxmlformats.org/officeDocument/2006/relationships/image" Target="../media/image115.jpg"/><Relationship Id="rId22" Type="http://schemas.openxmlformats.org/officeDocument/2006/relationships/image" Target="../media/image116.jpg"/><Relationship Id="rId23" Type="http://schemas.openxmlformats.org/officeDocument/2006/relationships/image" Target="../media/image117.jpg"/><Relationship Id="rId24" Type="http://schemas.openxmlformats.org/officeDocument/2006/relationships/image" Target="../media/image118.jpg"/><Relationship Id="rId25" Type="http://schemas.openxmlformats.org/officeDocument/2006/relationships/image" Target="../media/image119.jpg"/><Relationship Id="rId2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Paper figures — editable</a:t>
            </a:r>
          </a:p>
          <a:p>
            <a:r>
              <a:rPr sz="1800">
                <a:solidFill>
                  <a:srgbClr val="D5D8DD"/>
                </a:solidFill>
              </a:rPr>
              <a:t>Every box, arrow and label is a PowerPoint object; photographs and renders are pictures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126"/>
                </a:solidFill>
                <a:latin typeface="Arial"/>
              </a:rPr>
              <a:t>Fig. 2 — Method overview</a:t>
            </a:r>
          </a:p>
        </p:txBody>
      </p:sp>
      <p:sp>
        <p:nvSpPr>
          <p:cNvPr id="4" name="Shape 4"/>
          <p:cNvSpPr/>
          <p:nvPr/>
        </p:nvSpPr>
        <p:spPr>
          <a:xfrm>
            <a:off x="1762806" y="713232"/>
            <a:ext cx="8663339" cy="5989320"/>
          </a:xfrm>
          <a:custGeom>
            <a:avLst/>
            <a:gdLst/>
            <a:ahLst/>
            <a:cxnLst/>
            <a:rect l="0" t="0" r="r" b="b"/>
            <a:pathLst>
              <a:path w="8663339" h="5989320">
                <a:moveTo>
                  <a:pt x="0" y="5989320"/>
                </a:moveTo>
                <a:lnTo>
                  <a:pt x="8663339" y="5989320"/>
                </a:lnTo>
                <a:lnTo>
                  <a:pt x="86633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763330" y="749530"/>
            <a:ext cx="4234348" cy="5945236"/>
          </a:xfrm>
          <a:custGeom>
            <a:avLst/>
            <a:gdLst/>
            <a:ahLst/>
            <a:cxnLst/>
            <a:rect l="0" t="0" r="r" b="b"/>
            <a:pathLst>
              <a:path w="4234348" h="5945236">
                <a:moveTo>
                  <a:pt x="156770" y="3617791"/>
                </a:moveTo>
                <a:lnTo>
                  <a:pt x="4125451" y="3617791"/>
                </a:lnTo>
                <a:quadBezTo>
                  <a:pt x="4234348" y="3617791"/>
                  <a:pt x="4234348" y="3508894"/>
                </a:quadBezTo>
                <a:lnTo>
                  <a:pt x="4234348" y="108896"/>
                </a:lnTo>
                <a:quadBezTo>
                  <a:pt x="4234348" y="0"/>
                  <a:pt x="4125451" y="0"/>
                </a:quadBezTo>
                <a:lnTo>
                  <a:pt x="156770" y="0"/>
                </a:lnTo>
                <a:quadBezTo>
                  <a:pt x="47874" y="0"/>
                  <a:pt x="47874" y="108896"/>
                </a:quadBezTo>
                <a:lnTo>
                  <a:pt x="47874" y="3508894"/>
                </a:lnTo>
                <a:quadBezTo>
                  <a:pt x="47874" y="3617791"/>
                  <a:pt x="156770" y="3617791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777608" y="749530"/>
            <a:ext cx="8600139" cy="5945236"/>
          </a:xfrm>
          <a:custGeom>
            <a:avLst/>
            <a:gdLst/>
            <a:ahLst/>
            <a:cxnLst/>
            <a:rect l="0" t="0" r="r" b="b"/>
            <a:pathLst>
              <a:path w="8600139" h="5945236">
                <a:moveTo>
                  <a:pt x="4425764" y="3617791"/>
                </a:moveTo>
                <a:lnTo>
                  <a:pt x="8491242" y="3617791"/>
                </a:lnTo>
                <a:quadBezTo>
                  <a:pt x="8600139" y="3617791"/>
                  <a:pt x="8600139" y="3508894"/>
                </a:quadBezTo>
                <a:lnTo>
                  <a:pt x="8600139" y="108896"/>
                </a:lnTo>
                <a:quadBezTo>
                  <a:pt x="8600139" y="0"/>
                  <a:pt x="8491242" y="0"/>
                </a:quadBezTo>
                <a:lnTo>
                  <a:pt x="4425764" y="0"/>
                </a:lnTo>
                <a:quadBezTo>
                  <a:pt x="4316867" y="0"/>
                  <a:pt x="4316867" y="108896"/>
                </a:quadBezTo>
                <a:lnTo>
                  <a:pt x="4316867" y="3508894"/>
                </a:lnTo>
                <a:quadBezTo>
                  <a:pt x="4316867" y="3617791"/>
                  <a:pt x="4425764" y="3617791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1763330" y="4464119"/>
            <a:ext cx="8614416" cy="2238271"/>
          </a:xfrm>
          <a:custGeom>
            <a:avLst/>
            <a:gdLst/>
            <a:ahLst/>
            <a:cxnLst/>
            <a:rect l="0" t="0" r="r" b="b"/>
            <a:pathLst>
              <a:path w="8614416" h="2238271">
                <a:moveTo>
                  <a:pt x="156770" y="2190034"/>
                </a:moveTo>
                <a:lnTo>
                  <a:pt x="8505520" y="2190034"/>
                </a:lnTo>
                <a:quadBezTo>
                  <a:pt x="8614416" y="2190034"/>
                  <a:pt x="8614416" y="2081137"/>
                </a:quadBezTo>
                <a:lnTo>
                  <a:pt x="8614416" y="108896"/>
                </a:lnTo>
                <a:quadBezTo>
                  <a:pt x="8614416" y="0"/>
                  <a:pt x="8505520" y="0"/>
                </a:quadBezTo>
                <a:lnTo>
                  <a:pt x="156770" y="0"/>
                </a:lnTo>
                <a:quadBezTo>
                  <a:pt x="47874" y="0"/>
                  <a:pt x="47874" y="108896"/>
                </a:quadBezTo>
                <a:lnTo>
                  <a:pt x="47874" y="2081137"/>
                </a:lnTo>
                <a:quadBezTo>
                  <a:pt x="47874" y="2190034"/>
                  <a:pt x="156770" y="2190034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770091" y="1184330"/>
            <a:ext cx="3532312" cy="5508434"/>
          </a:xfrm>
          <a:custGeom>
            <a:avLst/>
            <a:gdLst/>
            <a:ahLst/>
            <a:cxnLst/>
            <a:rect l="0" t="0" r="r" b="b"/>
            <a:pathLst>
              <a:path w="3532312" h="5508434">
                <a:moveTo>
                  <a:pt x="2178301" y="2582194"/>
                </a:moveTo>
                <a:lnTo>
                  <a:pt x="2308665" y="2556985"/>
                </a:lnTo>
                <a:lnTo>
                  <a:pt x="2435608" y="2524143"/>
                </a:lnTo>
                <a:lnTo>
                  <a:pt x="2558277" y="2483985"/>
                </a:lnTo>
                <a:lnTo>
                  <a:pt x="2675879" y="2436893"/>
                </a:lnTo>
                <a:lnTo>
                  <a:pt x="2787691" y="2383303"/>
                </a:lnTo>
                <a:lnTo>
                  <a:pt x="2893065" y="2323700"/>
                </a:lnTo>
                <a:lnTo>
                  <a:pt x="2991437" y="2258604"/>
                </a:lnTo>
                <a:lnTo>
                  <a:pt x="3082326" y="2188569"/>
                </a:lnTo>
                <a:lnTo>
                  <a:pt x="3165336" y="2114165"/>
                </a:lnTo>
                <a:lnTo>
                  <a:pt x="3240159" y="2035976"/>
                </a:lnTo>
                <a:lnTo>
                  <a:pt x="3306569" y="1954588"/>
                </a:lnTo>
                <a:lnTo>
                  <a:pt x="3364420" y="1870581"/>
                </a:lnTo>
                <a:lnTo>
                  <a:pt x="3413640" y="1784526"/>
                </a:lnTo>
                <a:lnTo>
                  <a:pt x="3454229" y="1696976"/>
                </a:lnTo>
                <a:lnTo>
                  <a:pt x="3486248" y="1608462"/>
                </a:lnTo>
                <a:lnTo>
                  <a:pt x="3509816" y="1519489"/>
                </a:lnTo>
                <a:lnTo>
                  <a:pt x="3525100" y="1430534"/>
                </a:lnTo>
                <a:lnTo>
                  <a:pt x="3532312" y="1342044"/>
                </a:lnTo>
                <a:lnTo>
                  <a:pt x="3531699" y="1254431"/>
                </a:lnTo>
                <a:lnTo>
                  <a:pt x="3523537" y="1168076"/>
                </a:lnTo>
                <a:lnTo>
                  <a:pt x="3508128" y="1083329"/>
                </a:lnTo>
                <a:lnTo>
                  <a:pt x="3485790" y="1000506"/>
                </a:lnTo>
                <a:lnTo>
                  <a:pt x="3456856" y="919890"/>
                </a:lnTo>
                <a:lnTo>
                  <a:pt x="3421667" y="841739"/>
                </a:lnTo>
                <a:lnTo>
                  <a:pt x="3380570" y="766278"/>
                </a:lnTo>
                <a:lnTo>
                  <a:pt x="3333913" y="693709"/>
                </a:lnTo>
                <a:lnTo>
                  <a:pt x="3282043" y="624208"/>
                </a:lnTo>
                <a:lnTo>
                  <a:pt x="3225302" y="557928"/>
                </a:lnTo>
                <a:lnTo>
                  <a:pt x="3164030" y="495002"/>
                </a:lnTo>
                <a:lnTo>
                  <a:pt x="3098558" y="435544"/>
                </a:lnTo>
                <a:lnTo>
                  <a:pt x="3029208" y="379653"/>
                </a:lnTo>
                <a:lnTo>
                  <a:pt x="2956296" y="327410"/>
                </a:lnTo>
                <a:lnTo>
                  <a:pt x="2880127" y="278885"/>
                </a:lnTo>
                <a:lnTo>
                  <a:pt x="2800998" y="234136"/>
                </a:lnTo>
                <a:lnTo>
                  <a:pt x="2719194" y="193211"/>
                </a:lnTo>
                <a:lnTo>
                  <a:pt x="2634995" y="156148"/>
                </a:lnTo>
                <a:lnTo>
                  <a:pt x="2548670" y="122981"/>
                </a:lnTo>
                <a:lnTo>
                  <a:pt x="2460479" y="93734"/>
                </a:lnTo>
                <a:lnTo>
                  <a:pt x="2370678" y="68428"/>
                </a:lnTo>
                <a:lnTo>
                  <a:pt x="2279513" y="47078"/>
                </a:lnTo>
                <a:lnTo>
                  <a:pt x="2187226" y="29697"/>
                </a:lnTo>
                <a:lnTo>
                  <a:pt x="2094053" y="16293"/>
                </a:lnTo>
                <a:lnTo>
                  <a:pt x="2000227" y="6873"/>
                </a:lnTo>
                <a:lnTo>
                  <a:pt x="1905978" y="1441"/>
                </a:lnTo>
                <a:lnTo>
                  <a:pt x="1811534" y="0"/>
                </a:lnTo>
                <a:lnTo>
                  <a:pt x="1717121" y="2549"/>
                </a:lnTo>
                <a:lnTo>
                  <a:pt x="1622967" y="9089"/>
                </a:lnTo>
                <a:lnTo>
                  <a:pt x="1529299" y="19617"/>
                </a:lnTo>
                <a:lnTo>
                  <a:pt x="1436349" y="34126"/>
                </a:lnTo>
                <a:lnTo>
                  <a:pt x="1344350" y="52611"/>
                </a:lnTo>
                <a:lnTo>
                  <a:pt x="1253539" y="75061"/>
                </a:lnTo>
                <a:lnTo>
                  <a:pt x="1164160" y="101464"/>
                </a:lnTo>
                <a:lnTo>
                  <a:pt x="1076462" y="131802"/>
                </a:lnTo>
                <a:lnTo>
                  <a:pt x="990701" y="166054"/>
                </a:lnTo>
                <a:lnTo>
                  <a:pt x="907140" y="204193"/>
                </a:lnTo>
                <a:lnTo>
                  <a:pt x="826051" y="246184"/>
                </a:lnTo>
                <a:lnTo>
                  <a:pt x="747714" y="291987"/>
                </a:lnTo>
                <a:lnTo>
                  <a:pt x="672420" y="341551"/>
                </a:lnTo>
                <a:lnTo>
                  <a:pt x="600466" y="394815"/>
                </a:lnTo>
                <a:lnTo>
                  <a:pt x="532162" y="451706"/>
                </a:lnTo>
                <a:lnTo>
                  <a:pt x="467823" y="512138"/>
                </a:lnTo>
                <a:lnTo>
                  <a:pt x="407777" y="576008"/>
                </a:lnTo>
                <a:lnTo>
                  <a:pt x="352355" y="643197"/>
                </a:lnTo>
                <a:lnTo>
                  <a:pt x="301898" y="713567"/>
                </a:lnTo>
                <a:lnTo>
                  <a:pt x="256750" y="786958"/>
                </a:lnTo>
                <a:lnTo>
                  <a:pt x="217260" y="863187"/>
                </a:lnTo>
                <a:lnTo>
                  <a:pt x="183774" y="942047"/>
                </a:lnTo>
                <a:lnTo>
                  <a:pt x="156638" y="1023302"/>
                </a:lnTo>
                <a:lnTo>
                  <a:pt x="136192" y="1106690"/>
                </a:lnTo>
                <a:lnTo>
                  <a:pt x="122764" y="1191917"/>
                </a:lnTo>
                <a:lnTo>
                  <a:pt x="116670" y="1278657"/>
                </a:lnTo>
                <a:lnTo>
                  <a:pt x="118204" y="1366553"/>
                </a:lnTo>
                <a:lnTo>
                  <a:pt x="127635" y="1455216"/>
                </a:lnTo>
                <a:lnTo>
                  <a:pt x="145201" y="1544221"/>
                </a:lnTo>
                <a:lnTo>
                  <a:pt x="171101" y="1633116"/>
                </a:lnTo>
                <a:lnTo>
                  <a:pt x="205491" y="1721414"/>
                </a:lnTo>
                <a:lnTo>
                  <a:pt x="248474" y="1808603"/>
                </a:lnTo>
                <a:lnTo>
                  <a:pt x="300095" y="1894146"/>
                </a:lnTo>
                <a:lnTo>
                  <a:pt x="360333" y="1977483"/>
                </a:lnTo>
                <a:lnTo>
                  <a:pt x="429098" y="2058042"/>
                </a:lnTo>
                <a:lnTo>
                  <a:pt x="506222" y="2135238"/>
                </a:lnTo>
                <a:lnTo>
                  <a:pt x="591455" y="2208486"/>
                </a:lnTo>
                <a:lnTo>
                  <a:pt x="684465" y="2277206"/>
                </a:lnTo>
                <a:lnTo>
                  <a:pt x="784835" y="2340830"/>
                </a:lnTo>
                <a:lnTo>
                  <a:pt x="892058" y="2398814"/>
                </a:lnTo>
                <a:lnTo>
                  <a:pt x="1005546" y="2450646"/>
                </a:lnTo>
                <a:lnTo>
                  <a:pt x="1124631" y="2495853"/>
                </a:lnTo>
                <a:lnTo>
                  <a:pt x="1248570" y="2534014"/>
                </a:lnTo>
                <a:lnTo>
                  <a:pt x="1376551" y="2564765"/>
                </a:lnTo>
                <a:lnTo>
                  <a:pt x="1507708" y="2587807"/>
                </a:lnTo>
                <a:lnTo>
                  <a:pt x="1641127" y="2602914"/>
                </a:lnTo>
                <a:lnTo>
                  <a:pt x="1775863" y="2609936"/>
                </a:lnTo>
                <a:lnTo>
                  <a:pt x="1910949" y="2608802"/>
                </a:lnTo>
                <a:lnTo>
                  <a:pt x="2045416" y="2599524"/>
                </a:lnTo>
                <a:lnTo>
                  <a:pt x="2178301" y="2582194"/>
                </a:lnTo>
                <a:close/>
              </a:path>
            </a:pathLst>
          </a:custGeom>
          <a:solidFill>
            <a:srgbClr val="FFFFFF">
              <a:alpha val="30250"/>
            </a:srgbClr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769638" y="1511280"/>
            <a:ext cx="2942158" cy="5179552"/>
          </a:xfrm>
          <a:custGeom>
            <a:avLst/>
            <a:gdLst/>
            <a:ahLst/>
            <a:cxnLst/>
            <a:rect l="0" t="0" r="r" b="b"/>
            <a:pathLst>
              <a:path w="2942158" h="5179552">
                <a:moveTo>
                  <a:pt x="2042870" y="1675754"/>
                </a:moveTo>
                <a:lnTo>
                  <a:pt x="2123479" y="1661255"/>
                </a:lnTo>
                <a:lnTo>
                  <a:pt x="2202284" y="1642317"/>
                </a:lnTo>
                <a:lnTo>
                  <a:pt x="2278827" y="1619086"/>
                </a:lnTo>
                <a:lnTo>
                  <a:pt x="2352668" y="1591736"/>
                </a:lnTo>
                <a:lnTo>
                  <a:pt x="2423400" y="1560473"/>
                </a:lnTo>
                <a:lnTo>
                  <a:pt x="2490643" y="1525524"/>
                </a:lnTo>
                <a:lnTo>
                  <a:pt x="2554054" y="1487140"/>
                </a:lnTo>
                <a:lnTo>
                  <a:pt x="2613326" y="1445592"/>
                </a:lnTo>
                <a:lnTo>
                  <a:pt x="2668188" y="1401162"/>
                </a:lnTo>
                <a:lnTo>
                  <a:pt x="2718410" y="1354147"/>
                </a:lnTo>
                <a:lnTo>
                  <a:pt x="2763800" y="1304852"/>
                </a:lnTo>
                <a:lnTo>
                  <a:pt x="2804204" y="1253585"/>
                </a:lnTo>
                <a:lnTo>
                  <a:pt x="2839508" y="1200656"/>
                </a:lnTo>
                <a:lnTo>
                  <a:pt x="2869633" y="1146375"/>
                </a:lnTo>
                <a:lnTo>
                  <a:pt x="2894536" y="1091047"/>
                </a:lnTo>
                <a:lnTo>
                  <a:pt x="2914205" y="1034973"/>
                </a:lnTo>
                <a:lnTo>
                  <a:pt x="2928662" y="978442"/>
                </a:lnTo>
                <a:lnTo>
                  <a:pt x="2937955" y="921738"/>
                </a:lnTo>
                <a:lnTo>
                  <a:pt x="2942158" y="865129"/>
                </a:lnTo>
                <a:lnTo>
                  <a:pt x="2941369" y="808872"/>
                </a:lnTo>
                <a:lnTo>
                  <a:pt x="2935708" y="753213"/>
                </a:lnTo>
                <a:lnTo>
                  <a:pt x="2925310" y="698382"/>
                </a:lnTo>
                <a:lnTo>
                  <a:pt x="2910328" y="644594"/>
                </a:lnTo>
                <a:lnTo>
                  <a:pt x="2890928" y="592051"/>
                </a:lnTo>
                <a:lnTo>
                  <a:pt x="2867289" y="540941"/>
                </a:lnTo>
                <a:lnTo>
                  <a:pt x="2839596" y="491436"/>
                </a:lnTo>
                <a:lnTo>
                  <a:pt x="2808044" y="443696"/>
                </a:lnTo>
                <a:lnTo>
                  <a:pt x="2772833" y="397867"/>
                </a:lnTo>
                <a:lnTo>
                  <a:pt x="2734168" y="354081"/>
                </a:lnTo>
                <a:lnTo>
                  <a:pt x="2692256" y="312460"/>
                </a:lnTo>
                <a:lnTo>
                  <a:pt x="2647307" y="273113"/>
                </a:lnTo>
                <a:lnTo>
                  <a:pt x="2599532" y="236139"/>
                </a:lnTo>
                <a:lnTo>
                  <a:pt x="2549142" y="201624"/>
                </a:lnTo>
                <a:lnTo>
                  <a:pt x="2496347" y="169648"/>
                </a:lnTo>
                <a:lnTo>
                  <a:pt x="2441358" y="140280"/>
                </a:lnTo>
                <a:lnTo>
                  <a:pt x="2384384" y="113580"/>
                </a:lnTo>
                <a:lnTo>
                  <a:pt x="2325631" y="89603"/>
                </a:lnTo>
                <a:lnTo>
                  <a:pt x="2265306" y="68394"/>
                </a:lnTo>
                <a:lnTo>
                  <a:pt x="2203613" y="49992"/>
                </a:lnTo>
                <a:lnTo>
                  <a:pt x="2140754" y="34431"/>
                </a:lnTo>
                <a:lnTo>
                  <a:pt x="2076931" y="21738"/>
                </a:lnTo>
                <a:lnTo>
                  <a:pt x="2012344" y="11934"/>
                </a:lnTo>
                <a:lnTo>
                  <a:pt x="1947191" y="5036"/>
                </a:lnTo>
                <a:lnTo>
                  <a:pt x="1881671" y="1056"/>
                </a:lnTo>
                <a:lnTo>
                  <a:pt x="1815981" y="0"/>
                </a:lnTo>
                <a:lnTo>
                  <a:pt x="1750318" y="1869"/>
                </a:lnTo>
                <a:lnTo>
                  <a:pt x="1684881" y="6660"/>
                </a:lnTo>
                <a:lnTo>
                  <a:pt x="1619865" y="14367"/>
                </a:lnTo>
                <a:lnTo>
                  <a:pt x="1555470" y="24975"/>
                </a:lnTo>
                <a:lnTo>
                  <a:pt x="1491895" y="38467"/>
                </a:lnTo>
                <a:lnTo>
                  <a:pt x="1429339" y="54820"/>
                </a:lnTo>
                <a:lnTo>
                  <a:pt x="1368006" y="74005"/>
                </a:lnTo>
                <a:lnTo>
                  <a:pt x="1308097" y="95987"/>
                </a:lnTo>
                <a:lnTo>
                  <a:pt x="1249818" y="120726"/>
                </a:lnTo>
                <a:lnTo>
                  <a:pt x="1193374" y="148172"/>
                </a:lnTo>
                <a:lnTo>
                  <a:pt x="1138974" y="178271"/>
                </a:lnTo>
                <a:lnTo>
                  <a:pt x="1086826" y="210960"/>
                </a:lnTo>
                <a:lnTo>
                  <a:pt x="1037141" y="246166"/>
                </a:lnTo>
                <a:lnTo>
                  <a:pt x="990130" y="283809"/>
                </a:lnTo>
                <a:lnTo>
                  <a:pt x="946004" y="323798"/>
                </a:lnTo>
                <a:lnTo>
                  <a:pt x="904972" y="366032"/>
                </a:lnTo>
                <a:lnTo>
                  <a:pt x="867246" y="410397"/>
                </a:lnTo>
                <a:lnTo>
                  <a:pt x="833031" y="456771"/>
                </a:lnTo>
                <a:lnTo>
                  <a:pt x="802531" y="505017"/>
                </a:lnTo>
                <a:lnTo>
                  <a:pt x="775945" y="554984"/>
                </a:lnTo>
                <a:lnTo>
                  <a:pt x="753465" y="606510"/>
                </a:lnTo>
                <a:lnTo>
                  <a:pt x="735275" y="659419"/>
                </a:lnTo>
                <a:lnTo>
                  <a:pt x="721550" y="713517"/>
                </a:lnTo>
                <a:lnTo>
                  <a:pt x="712453" y="768601"/>
                </a:lnTo>
                <a:lnTo>
                  <a:pt x="708132" y="824449"/>
                </a:lnTo>
                <a:lnTo>
                  <a:pt x="708719" y="880829"/>
                </a:lnTo>
                <a:lnTo>
                  <a:pt x="714327" y="937491"/>
                </a:lnTo>
                <a:lnTo>
                  <a:pt x="725048" y="994175"/>
                </a:lnTo>
                <a:lnTo>
                  <a:pt x="740949" y="1050607"/>
                </a:lnTo>
                <a:lnTo>
                  <a:pt x="762072" y="1106503"/>
                </a:lnTo>
                <a:lnTo>
                  <a:pt x="788427" y="1161571"/>
                </a:lnTo>
                <a:lnTo>
                  <a:pt x="819997" y="1215507"/>
                </a:lnTo>
                <a:lnTo>
                  <a:pt x="856727" y="1268005"/>
                </a:lnTo>
                <a:lnTo>
                  <a:pt x="898529" y="1318756"/>
                </a:lnTo>
                <a:lnTo>
                  <a:pt x="945278" y="1367449"/>
                </a:lnTo>
                <a:lnTo>
                  <a:pt x="996810" y="1413776"/>
                </a:lnTo>
                <a:lnTo>
                  <a:pt x="1052922" y="1457434"/>
                </a:lnTo>
                <a:lnTo>
                  <a:pt x="1113372" y="1498132"/>
                </a:lnTo>
                <a:lnTo>
                  <a:pt x="1177880" y="1535588"/>
                </a:lnTo>
                <a:lnTo>
                  <a:pt x="1246128" y="1569537"/>
                </a:lnTo>
                <a:lnTo>
                  <a:pt x="1317763" y="1599735"/>
                </a:lnTo>
                <a:lnTo>
                  <a:pt x="1392397" y="1625960"/>
                </a:lnTo>
                <a:lnTo>
                  <a:pt x="1469613" y="1648015"/>
                </a:lnTo>
                <a:lnTo>
                  <a:pt x="1548967" y="1665733"/>
                </a:lnTo>
                <a:lnTo>
                  <a:pt x="1629991" y="1678977"/>
                </a:lnTo>
                <a:lnTo>
                  <a:pt x="1712202" y="1687646"/>
                </a:lnTo>
                <a:lnTo>
                  <a:pt x="1795100" y="1691671"/>
                </a:lnTo>
                <a:lnTo>
                  <a:pt x="1878182" y="1691021"/>
                </a:lnTo>
                <a:lnTo>
                  <a:pt x="1960940" y="1685702"/>
                </a:lnTo>
                <a:lnTo>
                  <a:pt x="2042870" y="1675754"/>
                </a:lnTo>
                <a:close/>
              </a:path>
            </a:pathLst>
          </a:custGeom>
          <a:solidFill>
            <a:srgbClr val="FFFFFF">
              <a:alpha val="36000"/>
            </a:srgbClr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769253" y="1864192"/>
            <a:ext cx="2381218" cy="4824999"/>
          </a:xfrm>
          <a:custGeom>
            <a:avLst/>
            <a:gdLst/>
            <a:ahLst/>
            <a:cxnLst/>
            <a:rect l="0" t="0" r="r" b="b"/>
            <a:pathLst>
              <a:path w="2381218" h="4824999">
                <a:moveTo>
                  <a:pt x="1927724" y="830143"/>
                </a:moveTo>
                <a:lnTo>
                  <a:pt x="1965700" y="823746"/>
                </a:lnTo>
                <a:lnTo>
                  <a:pt x="2002953" y="815372"/>
                </a:lnTo>
                <a:lnTo>
                  <a:pt x="2039293" y="805071"/>
                </a:lnTo>
                <a:lnTo>
                  <a:pt x="2074538" y="792903"/>
                </a:lnTo>
                <a:lnTo>
                  <a:pt x="2108513" y="778940"/>
                </a:lnTo>
                <a:lnTo>
                  <a:pt x="2141054" y="763262"/>
                </a:lnTo>
                <a:lnTo>
                  <a:pt x="2172003" y="745960"/>
                </a:lnTo>
                <a:lnTo>
                  <a:pt x="2201218" y="727131"/>
                </a:lnTo>
                <a:lnTo>
                  <a:pt x="2228565" y="706880"/>
                </a:lnTo>
                <a:lnTo>
                  <a:pt x="2253925" y="685319"/>
                </a:lnTo>
                <a:lnTo>
                  <a:pt x="2277191" y="662566"/>
                </a:lnTo>
                <a:lnTo>
                  <a:pt x="2298267" y="638741"/>
                </a:lnTo>
                <a:lnTo>
                  <a:pt x="2317074" y="613971"/>
                </a:lnTo>
                <a:lnTo>
                  <a:pt x="2333545" y="588382"/>
                </a:lnTo>
                <a:lnTo>
                  <a:pt x="2347626" y="562104"/>
                </a:lnTo>
                <a:lnTo>
                  <a:pt x="2359277" y="535267"/>
                </a:lnTo>
                <a:lnTo>
                  <a:pt x="2368470" y="508003"/>
                </a:lnTo>
                <a:lnTo>
                  <a:pt x="2375191" y="480440"/>
                </a:lnTo>
                <a:lnTo>
                  <a:pt x="2379437" y="452707"/>
                </a:lnTo>
                <a:lnTo>
                  <a:pt x="2381218" y="424930"/>
                </a:lnTo>
                <a:lnTo>
                  <a:pt x="2380554" y="397232"/>
                </a:lnTo>
                <a:lnTo>
                  <a:pt x="2377476" y="369734"/>
                </a:lnTo>
                <a:lnTo>
                  <a:pt x="2372026" y="342553"/>
                </a:lnTo>
                <a:lnTo>
                  <a:pt x="2364253" y="315801"/>
                </a:lnTo>
                <a:lnTo>
                  <a:pt x="2354218" y="289587"/>
                </a:lnTo>
                <a:lnTo>
                  <a:pt x="2341985" y="264014"/>
                </a:lnTo>
                <a:lnTo>
                  <a:pt x="2327632" y="239181"/>
                </a:lnTo>
                <a:lnTo>
                  <a:pt x="2311237" y="215182"/>
                </a:lnTo>
                <a:lnTo>
                  <a:pt x="2292889" y="192105"/>
                </a:lnTo>
                <a:lnTo>
                  <a:pt x="2272681" y="170033"/>
                </a:lnTo>
                <a:lnTo>
                  <a:pt x="2250709" y="149045"/>
                </a:lnTo>
                <a:lnTo>
                  <a:pt x="2227077" y="129213"/>
                </a:lnTo>
                <a:lnTo>
                  <a:pt x="2201891" y="110605"/>
                </a:lnTo>
                <a:lnTo>
                  <a:pt x="2175259" y="93281"/>
                </a:lnTo>
                <a:lnTo>
                  <a:pt x="2147296" y="77298"/>
                </a:lnTo>
                <a:lnTo>
                  <a:pt x="2118116" y="62708"/>
                </a:lnTo>
                <a:lnTo>
                  <a:pt x="2087836" y="49557"/>
                </a:lnTo>
                <a:lnTo>
                  <a:pt x="2056578" y="37886"/>
                </a:lnTo>
                <a:lnTo>
                  <a:pt x="2024461" y="27730"/>
                </a:lnTo>
                <a:lnTo>
                  <a:pt x="1991608" y="19120"/>
                </a:lnTo>
                <a:lnTo>
                  <a:pt x="1958144" y="12083"/>
                </a:lnTo>
                <a:lnTo>
                  <a:pt x="1924193" y="6638"/>
                </a:lnTo>
                <a:lnTo>
                  <a:pt x="1889881" y="2803"/>
                </a:lnTo>
                <a:lnTo>
                  <a:pt x="1855334" y="588"/>
                </a:lnTo>
                <a:lnTo>
                  <a:pt x="1820677" y="0"/>
                </a:lnTo>
                <a:lnTo>
                  <a:pt x="1786039" y="1040"/>
                </a:lnTo>
                <a:lnTo>
                  <a:pt x="1751544" y="3706"/>
                </a:lnTo>
                <a:lnTo>
                  <a:pt x="1717319" y="7990"/>
                </a:lnTo>
                <a:lnTo>
                  <a:pt x="1683491" y="13879"/>
                </a:lnTo>
                <a:lnTo>
                  <a:pt x="1650185" y="21355"/>
                </a:lnTo>
                <a:lnTo>
                  <a:pt x="1617524" y="30397"/>
                </a:lnTo>
                <a:lnTo>
                  <a:pt x="1585633" y="40978"/>
                </a:lnTo>
                <a:lnTo>
                  <a:pt x="1554634" y="53064"/>
                </a:lnTo>
                <a:lnTo>
                  <a:pt x="1524648" y="66619"/>
                </a:lnTo>
                <a:lnTo>
                  <a:pt x="1495794" y="81600"/>
                </a:lnTo>
                <a:lnTo>
                  <a:pt x="1468190" y="97961"/>
                </a:lnTo>
                <a:lnTo>
                  <a:pt x="1441948" y="115647"/>
                </a:lnTo>
                <a:lnTo>
                  <a:pt x="1417183" y="134602"/>
                </a:lnTo>
                <a:lnTo>
                  <a:pt x="1394002" y="154762"/>
                </a:lnTo>
                <a:lnTo>
                  <a:pt x="1372510" y="176059"/>
                </a:lnTo>
                <a:lnTo>
                  <a:pt x="1352809" y="198418"/>
                </a:lnTo>
                <a:lnTo>
                  <a:pt x="1334994" y="221759"/>
                </a:lnTo>
                <a:lnTo>
                  <a:pt x="1319158" y="245999"/>
                </a:lnTo>
                <a:lnTo>
                  <a:pt x="1305386" y="271047"/>
                </a:lnTo>
                <a:lnTo>
                  <a:pt x="1293757" y="296809"/>
                </a:lnTo>
                <a:lnTo>
                  <a:pt x="1284343" y="323183"/>
                </a:lnTo>
                <a:lnTo>
                  <a:pt x="1277210" y="350065"/>
                </a:lnTo>
                <a:lnTo>
                  <a:pt x="1272414" y="377346"/>
                </a:lnTo>
                <a:lnTo>
                  <a:pt x="1270003" y="404911"/>
                </a:lnTo>
                <a:lnTo>
                  <a:pt x="1270015" y="432643"/>
                </a:lnTo>
                <a:lnTo>
                  <a:pt x="1272480" y="460420"/>
                </a:lnTo>
                <a:lnTo>
                  <a:pt x="1277413" y="488119"/>
                </a:lnTo>
                <a:lnTo>
                  <a:pt x="1284821" y="515612"/>
                </a:lnTo>
                <a:lnTo>
                  <a:pt x="1294699" y="542770"/>
                </a:lnTo>
                <a:lnTo>
                  <a:pt x="1307028" y="569465"/>
                </a:lnTo>
                <a:lnTo>
                  <a:pt x="1321777" y="595564"/>
                </a:lnTo>
                <a:lnTo>
                  <a:pt x="1338903" y="620939"/>
                </a:lnTo>
                <a:lnTo>
                  <a:pt x="1358348" y="645460"/>
                </a:lnTo>
                <a:lnTo>
                  <a:pt x="1380041" y="668999"/>
                </a:lnTo>
                <a:lnTo>
                  <a:pt x="1403898" y="691433"/>
                </a:lnTo>
                <a:lnTo>
                  <a:pt x="1429822" y="712641"/>
                </a:lnTo>
                <a:lnTo>
                  <a:pt x="1457701" y="732508"/>
                </a:lnTo>
                <a:lnTo>
                  <a:pt x="1487411" y="750924"/>
                </a:lnTo>
                <a:lnTo>
                  <a:pt x="1518817" y="767784"/>
                </a:lnTo>
                <a:lnTo>
                  <a:pt x="1551772" y="782994"/>
                </a:lnTo>
                <a:lnTo>
                  <a:pt x="1586117" y="796466"/>
                </a:lnTo>
                <a:lnTo>
                  <a:pt x="1621685" y="808122"/>
                </a:lnTo>
                <a:lnTo>
                  <a:pt x="1658297" y="817893"/>
                </a:lnTo>
                <a:lnTo>
                  <a:pt x="1695770" y="825723"/>
                </a:lnTo>
                <a:lnTo>
                  <a:pt x="1733912" y="831563"/>
                </a:lnTo>
                <a:lnTo>
                  <a:pt x="1772529" y="835381"/>
                </a:lnTo>
                <a:lnTo>
                  <a:pt x="1811420" y="837152"/>
                </a:lnTo>
                <a:lnTo>
                  <a:pt x="1850384" y="836866"/>
                </a:lnTo>
                <a:lnTo>
                  <a:pt x="1889219" y="834525"/>
                </a:lnTo>
                <a:close/>
              </a:path>
            </a:pathLst>
          </a:custGeom>
          <a:solidFill>
            <a:srgbClr val="FFFFFF">
              <a:alpha val="49000"/>
            </a:srgbClr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3192365" y="1187440"/>
            <a:ext cx="309790" cy="34853"/>
          </a:xfrm>
          <a:custGeom>
            <a:avLst/>
            <a:gdLst/>
            <a:ahLst/>
            <a:cxnLst/>
            <a:rect l="0" t="0" r="r" b="b"/>
            <a:pathLst>
              <a:path w="309790" h="34853" fill="none">
                <a:moveTo>
                  <a:pt x="0" y="34853"/>
                </a:moveTo>
                <a:lnTo>
                  <a:pt x="23956" y="32158"/>
                </a:lnTo>
                <a:lnTo>
                  <a:pt x="47891" y="29465"/>
                </a:lnTo>
                <a:lnTo>
                  <a:pt x="71805" y="26774"/>
                </a:lnTo>
                <a:lnTo>
                  <a:pt x="95698" y="24086"/>
                </a:lnTo>
                <a:lnTo>
                  <a:pt x="119570" y="21400"/>
                </a:lnTo>
                <a:lnTo>
                  <a:pt x="143421" y="18717"/>
                </a:lnTo>
                <a:lnTo>
                  <a:pt x="167251" y="16036"/>
                </a:lnTo>
                <a:lnTo>
                  <a:pt x="191060" y="13357"/>
                </a:lnTo>
                <a:lnTo>
                  <a:pt x="214848" y="10681"/>
                </a:lnTo>
                <a:lnTo>
                  <a:pt x="238615" y="8007"/>
                </a:lnTo>
                <a:lnTo>
                  <a:pt x="262361" y="5336"/>
                </a:lnTo>
                <a:lnTo>
                  <a:pt x="286086" y="2666"/>
                </a:lnTo>
                <a:lnTo>
                  <a:pt x="309790" y="0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12" name="Shape 12"/>
          <p:cNvSpPr/>
          <p:nvPr/>
        </p:nvSpPr>
        <p:spPr>
          <a:xfrm>
            <a:off x="1898916" y="2341222"/>
            <a:ext cx="849" cy="289554"/>
          </a:xfrm>
          <a:custGeom>
            <a:avLst/>
            <a:gdLst/>
            <a:ahLst/>
            <a:cxnLst/>
            <a:rect l="0" t="0" r="r" b="b"/>
            <a:pathLst>
              <a:path w="849" h="289554" fill="none">
                <a:moveTo>
                  <a:pt x="849" y="0"/>
                </a:moveTo>
                <a:lnTo>
                  <a:pt x="786" y="21478"/>
                </a:lnTo>
                <a:lnTo>
                  <a:pt x="723" y="43084"/>
                </a:lnTo>
                <a:lnTo>
                  <a:pt x="659" y="64820"/>
                </a:lnTo>
                <a:lnTo>
                  <a:pt x="595" y="86687"/>
                </a:lnTo>
                <a:lnTo>
                  <a:pt x="530" y="108685"/>
                </a:lnTo>
                <a:lnTo>
                  <a:pt x="465" y="130815"/>
                </a:lnTo>
                <a:lnTo>
                  <a:pt x="400" y="153080"/>
                </a:lnTo>
                <a:lnTo>
                  <a:pt x="334" y="175480"/>
                </a:lnTo>
                <a:lnTo>
                  <a:pt x="268" y="198017"/>
                </a:lnTo>
                <a:lnTo>
                  <a:pt x="202" y="220691"/>
                </a:lnTo>
                <a:lnTo>
                  <a:pt x="135" y="243505"/>
                </a:lnTo>
                <a:lnTo>
                  <a:pt x="67" y="266458"/>
                </a:lnTo>
                <a:lnTo>
                  <a:pt x="0" y="289554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13" name="Shape 13"/>
          <p:cNvSpPr/>
          <p:nvPr/>
        </p:nvSpPr>
        <p:spPr>
          <a:xfrm>
            <a:off x="2408043" y="1325786"/>
            <a:ext cx="1953346" cy="228413"/>
          </a:xfrm>
          <a:custGeom>
            <a:avLst/>
            <a:gdLst/>
            <a:ahLst/>
            <a:cxnLst/>
            <a:rect l="0" t="0" r="r" b="b"/>
            <a:pathLst>
              <a:path w="1953346" h="228413" fill="none">
                <a:moveTo>
                  <a:pt x="0" y="228413"/>
                </a:moveTo>
                <a:lnTo>
                  <a:pt x="25624" y="225417"/>
                </a:lnTo>
                <a:lnTo>
                  <a:pt x="51224" y="222424"/>
                </a:lnTo>
                <a:lnTo>
                  <a:pt x="76800" y="219433"/>
                </a:lnTo>
                <a:lnTo>
                  <a:pt x="102353" y="216445"/>
                </a:lnTo>
                <a:lnTo>
                  <a:pt x="127882" y="213460"/>
                </a:lnTo>
                <a:lnTo>
                  <a:pt x="153387" y="210477"/>
                </a:lnTo>
                <a:lnTo>
                  <a:pt x="178868" y="207497"/>
                </a:lnTo>
                <a:lnTo>
                  <a:pt x="204326" y="204521"/>
                </a:lnTo>
                <a:lnTo>
                  <a:pt x="229760" y="201546"/>
                </a:lnTo>
                <a:lnTo>
                  <a:pt x="255171" y="198575"/>
                </a:lnTo>
                <a:lnTo>
                  <a:pt x="280558" y="195606"/>
                </a:lnTo>
                <a:lnTo>
                  <a:pt x="305921" y="192641"/>
                </a:lnTo>
                <a:lnTo>
                  <a:pt x="331261" y="189677"/>
                </a:lnTo>
                <a:lnTo>
                  <a:pt x="356578" y="186717"/>
                </a:lnTo>
                <a:lnTo>
                  <a:pt x="381871" y="183759"/>
                </a:lnTo>
                <a:lnTo>
                  <a:pt x="407141" y="180805"/>
                </a:lnTo>
                <a:lnTo>
                  <a:pt x="432387" y="177852"/>
                </a:lnTo>
                <a:lnTo>
                  <a:pt x="457610" y="174903"/>
                </a:lnTo>
                <a:lnTo>
                  <a:pt x="482810" y="171956"/>
                </a:lnTo>
                <a:lnTo>
                  <a:pt x="507986" y="169012"/>
                </a:lnTo>
                <a:lnTo>
                  <a:pt x="533139" y="166071"/>
                </a:lnTo>
                <a:lnTo>
                  <a:pt x="558269" y="163132"/>
                </a:lnTo>
                <a:lnTo>
                  <a:pt x="583376" y="160196"/>
                </a:lnTo>
                <a:lnTo>
                  <a:pt x="608460" y="157263"/>
                </a:lnTo>
                <a:lnTo>
                  <a:pt x="633521" y="154333"/>
                </a:lnTo>
                <a:lnTo>
                  <a:pt x="658558" y="151405"/>
                </a:lnTo>
                <a:lnTo>
                  <a:pt x="683573" y="148480"/>
                </a:lnTo>
                <a:lnTo>
                  <a:pt x="708564" y="145558"/>
                </a:lnTo>
                <a:lnTo>
                  <a:pt x="733533" y="142638"/>
                </a:lnTo>
                <a:lnTo>
                  <a:pt x="758478" y="139721"/>
                </a:lnTo>
                <a:lnTo>
                  <a:pt x="783401" y="136807"/>
                </a:lnTo>
                <a:lnTo>
                  <a:pt x="808301" y="133895"/>
                </a:lnTo>
                <a:lnTo>
                  <a:pt x="833178" y="130986"/>
                </a:lnTo>
                <a:lnTo>
                  <a:pt x="858032" y="128080"/>
                </a:lnTo>
                <a:lnTo>
                  <a:pt x="882863" y="125176"/>
                </a:lnTo>
                <a:lnTo>
                  <a:pt x="907671" y="122275"/>
                </a:lnTo>
                <a:lnTo>
                  <a:pt x="932457" y="119377"/>
                </a:lnTo>
                <a:lnTo>
                  <a:pt x="957220" y="116481"/>
                </a:lnTo>
                <a:lnTo>
                  <a:pt x="981961" y="113588"/>
                </a:lnTo>
                <a:lnTo>
                  <a:pt x="1006679" y="110698"/>
                </a:lnTo>
                <a:lnTo>
                  <a:pt x="1031374" y="107810"/>
                </a:lnTo>
                <a:lnTo>
                  <a:pt x="1056047" y="104925"/>
                </a:lnTo>
                <a:lnTo>
                  <a:pt x="1080697" y="102042"/>
                </a:lnTo>
                <a:lnTo>
                  <a:pt x="1105324" y="99163"/>
                </a:lnTo>
                <a:lnTo>
                  <a:pt x="1129929" y="96285"/>
                </a:lnTo>
                <a:lnTo>
                  <a:pt x="1154512" y="93411"/>
                </a:lnTo>
                <a:lnTo>
                  <a:pt x="1179072" y="90539"/>
                </a:lnTo>
                <a:lnTo>
                  <a:pt x="1203610" y="87670"/>
                </a:lnTo>
                <a:lnTo>
                  <a:pt x="1228126" y="84803"/>
                </a:lnTo>
                <a:lnTo>
                  <a:pt x="1252619" y="81939"/>
                </a:lnTo>
                <a:lnTo>
                  <a:pt x="1277090" y="79077"/>
                </a:lnTo>
                <a:lnTo>
                  <a:pt x="1301539" y="76218"/>
                </a:lnTo>
                <a:lnTo>
                  <a:pt x="1325965" y="73362"/>
                </a:lnTo>
                <a:lnTo>
                  <a:pt x="1350369" y="70508"/>
                </a:lnTo>
                <a:lnTo>
                  <a:pt x="1374751" y="67657"/>
                </a:lnTo>
                <a:lnTo>
                  <a:pt x="1399111" y="64809"/>
                </a:lnTo>
                <a:lnTo>
                  <a:pt x="1423449" y="61963"/>
                </a:lnTo>
                <a:lnTo>
                  <a:pt x="1447765" y="59119"/>
                </a:lnTo>
                <a:lnTo>
                  <a:pt x="1472058" y="56279"/>
                </a:lnTo>
                <a:lnTo>
                  <a:pt x="1496330" y="53441"/>
                </a:lnTo>
                <a:lnTo>
                  <a:pt x="1520579" y="50605"/>
                </a:lnTo>
                <a:lnTo>
                  <a:pt x="1544807" y="47772"/>
                </a:lnTo>
                <a:lnTo>
                  <a:pt x="1569013" y="44941"/>
                </a:lnTo>
                <a:lnTo>
                  <a:pt x="1593197" y="42113"/>
                </a:lnTo>
                <a:lnTo>
                  <a:pt x="1617359" y="39288"/>
                </a:lnTo>
                <a:lnTo>
                  <a:pt x="1641499" y="36465"/>
                </a:lnTo>
                <a:lnTo>
                  <a:pt x="1665617" y="33645"/>
                </a:lnTo>
                <a:lnTo>
                  <a:pt x="1689713" y="30827"/>
                </a:lnTo>
                <a:lnTo>
                  <a:pt x="1713788" y="28012"/>
                </a:lnTo>
                <a:lnTo>
                  <a:pt x="1737841" y="25199"/>
                </a:lnTo>
                <a:lnTo>
                  <a:pt x="1761873" y="22389"/>
                </a:lnTo>
                <a:lnTo>
                  <a:pt x="1785882" y="19582"/>
                </a:lnTo>
                <a:lnTo>
                  <a:pt x="1809870" y="16777"/>
                </a:lnTo>
                <a:lnTo>
                  <a:pt x="1833837" y="13974"/>
                </a:lnTo>
                <a:lnTo>
                  <a:pt x="1857782" y="11174"/>
                </a:lnTo>
                <a:lnTo>
                  <a:pt x="1881705" y="8377"/>
                </a:lnTo>
                <a:lnTo>
                  <a:pt x="1905607" y="5582"/>
                </a:lnTo>
                <a:lnTo>
                  <a:pt x="1929487" y="2789"/>
                </a:lnTo>
                <a:lnTo>
                  <a:pt x="1953346" y="0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14" name="Shape 14"/>
          <p:cNvSpPr/>
          <p:nvPr/>
        </p:nvSpPr>
        <p:spPr>
          <a:xfrm>
            <a:off x="2289460" y="1651597"/>
            <a:ext cx="99086" cy="1756212"/>
          </a:xfrm>
          <a:custGeom>
            <a:avLst/>
            <a:gdLst/>
            <a:ahLst/>
            <a:cxnLst/>
            <a:rect l="0" t="0" r="r" b="b"/>
            <a:pathLst>
              <a:path w="99086" h="1756212" fill="none">
                <a:moveTo>
                  <a:pt x="0" y="0"/>
                </a:moveTo>
                <a:lnTo>
                  <a:pt x="991" y="17566"/>
                </a:lnTo>
                <a:lnTo>
                  <a:pt x="1987" y="35228"/>
                </a:lnTo>
                <a:lnTo>
                  <a:pt x="2989" y="52985"/>
                </a:lnTo>
                <a:lnTo>
                  <a:pt x="3996" y="70838"/>
                </a:lnTo>
                <a:lnTo>
                  <a:pt x="5009" y="88789"/>
                </a:lnTo>
                <a:lnTo>
                  <a:pt x="6027" y="106837"/>
                </a:lnTo>
                <a:lnTo>
                  <a:pt x="7051" y="124984"/>
                </a:lnTo>
                <a:lnTo>
                  <a:pt x="8081" y="143230"/>
                </a:lnTo>
                <a:lnTo>
                  <a:pt x="9116" y="161577"/>
                </a:lnTo>
                <a:lnTo>
                  <a:pt x="10157" y="180025"/>
                </a:lnTo>
                <a:lnTo>
                  <a:pt x="11203" y="198575"/>
                </a:lnTo>
                <a:lnTo>
                  <a:pt x="12256" y="217228"/>
                </a:lnTo>
                <a:lnTo>
                  <a:pt x="13314" y="235984"/>
                </a:lnTo>
                <a:lnTo>
                  <a:pt x="14378" y="254845"/>
                </a:lnTo>
                <a:lnTo>
                  <a:pt x="15448" y="273811"/>
                </a:lnTo>
                <a:lnTo>
                  <a:pt x="16524" y="292884"/>
                </a:lnTo>
                <a:lnTo>
                  <a:pt x="17606" y="312064"/>
                </a:lnTo>
                <a:lnTo>
                  <a:pt x="18695" y="331352"/>
                </a:lnTo>
                <a:lnTo>
                  <a:pt x="19789" y="350749"/>
                </a:lnTo>
                <a:lnTo>
                  <a:pt x="20890" y="370256"/>
                </a:lnTo>
                <a:lnTo>
                  <a:pt x="21996" y="389874"/>
                </a:lnTo>
                <a:lnTo>
                  <a:pt x="23110" y="409604"/>
                </a:lnTo>
                <a:lnTo>
                  <a:pt x="24229" y="429446"/>
                </a:lnTo>
                <a:lnTo>
                  <a:pt x="25355" y="449403"/>
                </a:lnTo>
                <a:lnTo>
                  <a:pt x="26488" y="469474"/>
                </a:lnTo>
                <a:lnTo>
                  <a:pt x="27626" y="489661"/>
                </a:lnTo>
                <a:lnTo>
                  <a:pt x="28772" y="509964"/>
                </a:lnTo>
                <a:lnTo>
                  <a:pt x="29924" y="530386"/>
                </a:lnTo>
                <a:lnTo>
                  <a:pt x="31083" y="550926"/>
                </a:lnTo>
                <a:lnTo>
                  <a:pt x="32249" y="571586"/>
                </a:lnTo>
                <a:lnTo>
                  <a:pt x="33421" y="592367"/>
                </a:lnTo>
                <a:lnTo>
                  <a:pt x="34601" y="613270"/>
                </a:lnTo>
                <a:lnTo>
                  <a:pt x="35787" y="634296"/>
                </a:lnTo>
                <a:lnTo>
                  <a:pt x="36980" y="655446"/>
                </a:lnTo>
                <a:lnTo>
                  <a:pt x="38181" y="676721"/>
                </a:lnTo>
                <a:lnTo>
                  <a:pt x="39388" y="698122"/>
                </a:lnTo>
                <a:lnTo>
                  <a:pt x="40603" y="719652"/>
                </a:lnTo>
                <a:lnTo>
                  <a:pt x="41825" y="741309"/>
                </a:lnTo>
                <a:lnTo>
                  <a:pt x="43054" y="763097"/>
                </a:lnTo>
                <a:lnTo>
                  <a:pt x="44291" y="785015"/>
                </a:lnTo>
                <a:lnTo>
                  <a:pt x="45535" y="807065"/>
                </a:lnTo>
                <a:lnTo>
                  <a:pt x="46786" y="829249"/>
                </a:lnTo>
                <a:lnTo>
                  <a:pt x="48045" y="851567"/>
                </a:lnTo>
                <a:lnTo>
                  <a:pt x="49312" y="874022"/>
                </a:lnTo>
                <a:lnTo>
                  <a:pt x="50587" y="896613"/>
                </a:lnTo>
                <a:lnTo>
                  <a:pt x="51869" y="919342"/>
                </a:lnTo>
                <a:lnTo>
                  <a:pt x="53160" y="942211"/>
                </a:lnTo>
                <a:lnTo>
                  <a:pt x="54458" y="965220"/>
                </a:lnTo>
                <a:lnTo>
                  <a:pt x="55764" y="988372"/>
                </a:lnTo>
                <a:lnTo>
                  <a:pt x="57078" y="1011668"/>
                </a:lnTo>
                <a:lnTo>
                  <a:pt x="58401" y="1035108"/>
                </a:lnTo>
                <a:lnTo>
                  <a:pt x="59732" y="1058694"/>
                </a:lnTo>
                <a:lnTo>
                  <a:pt x="61071" y="1082427"/>
                </a:lnTo>
                <a:lnTo>
                  <a:pt x="62418" y="1106310"/>
                </a:lnTo>
                <a:lnTo>
                  <a:pt x="63774" y="1130343"/>
                </a:lnTo>
                <a:lnTo>
                  <a:pt x="65139" y="1154527"/>
                </a:lnTo>
                <a:lnTo>
                  <a:pt x="66512" y="1178865"/>
                </a:lnTo>
                <a:lnTo>
                  <a:pt x="67894" y="1203357"/>
                </a:lnTo>
                <a:lnTo>
                  <a:pt x="69284" y="1228006"/>
                </a:lnTo>
                <a:lnTo>
                  <a:pt x="70684" y="1252812"/>
                </a:lnTo>
                <a:lnTo>
                  <a:pt x="72093" y="1277777"/>
                </a:lnTo>
                <a:lnTo>
                  <a:pt x="73510" y="1302903"/>
                </a:lnTo>
                <a:lnTo>
                  <a:pt x="74937" y="1328191"/>
                </a:lnTo>
                <a:lnTo>
                  <a:pt x="76373" y="1353643"/>
                </a:lnTo>
                <a:lnTo>
                  <a:pt x="77818" y="1379260"/>
                </a:lnTo>
                <a:lnTo>
                  <a:pt x="79273" y="1405044"/>
                </a:lnTo>
                <a:lnTo>
                  <a:pt x="80737" y="1430997"/>
                </a:lnTo>
                <a:lnTo>
                  <a:pt x="82211" y="1457120"/>
                </a:lnTo>
                <a:lnTo>
                  <a:pt x="83695" y="1483415"/>
                </a:lnTo>
                <a:lnTo>
                  <a:pt x="85188" y="1509884"/>
                </a:lnTo>
                <a:lnTo>
                  <a:pt x="86691" y="1536528"/>
                </a:lnTo>
                <a:lnTo>
                  <a:pt x="88205" y="1563350"/>
                </a:lnTo>
                <a:lnTo>
                  <a:pt x="89728" y="1590350"/>
                </a:lnTo>
                <a:lnTo>
                  <a:pt x="91262" y="1617531"/>
                </a:lnTo>
                <a:lnTo>
                  <a:pt x="92806" y="1644895"/>
                </a:lnTo>
                <a:lnTo>
                  <a:pt x="94360" y="1672443"/>
                </a:lnTo>
                <a:lnTo>
                  <a:pt x="95925" y="1700177"/>
                </a:lnTo>
                <a:lnTo>
                  <a:pt x="97500" y="1728099"/>
                </a:lnTo>
                <a:lnTo>
                  <a:pt x="99086" y="1756212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15" name="Shape 15"/>
          <p:cNvSpPr/>
          <p:nvPr/>
        </p:nvSpPr>
        <p:spPr>
          <a:xfrm>
            <a:off x="2105939" y="1532514"/>
            <a:ext cx="2646059" cy="322094"/>
          </a:xfrm>
          <a:custGeom>
            <a:avLst/>
            <a:gdLst/>
            <a:ahLst/>
            <a:cxnLst/>
            <a:rect l="0" t="0" r="r" b="b"/>
            <a:pathLst>
              <a:path w="2646059" h="322094" fill="none">
                <a:moveTo>
                  <a:pt x="0" y="322094"/>
                </a:moveTo>
                <a:lnTo>
                  <a:pt x="26967" y="318812"/>
                </a:lnTo>
                <a:lnTo>
                  <a:pt x="53908" y="315532"/>
                </a:lnTo>
                <a:lnTo>
                  <a:pt x="80822" y="312256"/>
                </a:lnTo>
                <a:lnTo>
                  <a:pt x="107711" y="308983"/>
                </a:lnTo>
                <a:lnTo>
                  <a:pt x="134573" y="305713"/>
                </a:lnTo>
                <a:lnTo>
                  <a:pt x="161409" y="302446"/>
                </a:lnTo>
                <a:lnTo>
                  <a:pt x="188219" y="299183"/>
                </a:lnTo>
                <a:lnTo>
                  <a:pt x="215003" y="295923"/>
                </a:lnTo>
                <a:lnTo>
                  <a:pt x="241761" y="292665"/>
                </a:lnTo>
                <a:lnTo>
                  <a:pt x="268493" y="289411"/>
                </a:lnTo>
                <a:lnTo>
                  <a:pt x="295200" y="286161"/>
                </a:lnTo>
                <a:lnTo>
                  <a:pt x="321880" y="282913"/>
                </a:lnTo>
                <a:lnTo>
                  <a:pt x="348534" y="279668"/>
                </a:lnTo>
                <a:lnTo>
                  <a:pt x="375163" y="276427"/>
                </a:lnTo>
                <a:lnTo>
                  <a:pt x="401765" y="273189"/>
                </a:lnTo>
                <a:lnTo>
                  <a:pt x="428342" y="269954"/>
                </a:lnTo>
                <a:lnTo>
                  <a:pt x="454894" y="266722"/>
                </a:lnTo>
                <a:lnTo>
                  <a:pt x="481419" y="263493"/>
                </a:lnTo>
                <a:lnTo>
                  <a:pt x="507919" y="260267"/>
                </a:lnTo>
                <a:lnTo>
                  <a:pt x="534394" y="257044"/>
                </a:lnTo>
                <a:lnTo>
                  <a:pt x="560843" y="253825"/>
                </a:lnTo>
                <a:lnTo>
                  <a:pt x="587266" y="250608"/>
                </a:lnTo>
                <a:lnTo>
                  <a:pt x="613664" y="247395"/>
                </a:lnTo>
                <a:lnTo>
                  <a:pt x="640036" y="244185"/>
                </a:lnTo>
                <a:lnTo>
                  <a:pt x="666383" y="240978"/>
                </a:lnTo>
                <a:lnTo>
                  <a:pt x="692705" y="237774"/>
                </a:lnTo>
                <a:lnTo>
                  <a:pt x="719001" y="234573"/>
                </a:lnTo>
                <a:lnTo>
                  <a:pt x="745272" y="231375"/>
                </a:lnTo>
                <a:lnTo>
                  <a:pt x="771518" y="228180"/>
                </a:lnTo>
                <a:lnTo>
                  <a:pt x="797738" y="224989"/>
                </a:lnTo>
                <a:lnTo>
                  <a:pt x="823933" y="221800"/>
                </a:lnTo>
                <a:lnTo>
                  <a:pt x="850103" y="218614"/>
                </a:lnTo>
                <a:lnTo>
                  <a:pt x="876248" y="215432"/>
                </a:lnTo>
                <a:lnTo>
                  <a:pt x="902368" y="212252"/>
                </a:lnTo>
                <a:lnTo>
                  <a:pt x="928463" y="209076"/>
                </a:lnTo>
                <a:lnTo>
                  <a:pt x="954533" y="205902"/>
                </a:lnTo>
                <a:lnTo>
                  <a:pt x="980578" y="202732"/>
                </a:lnTo>
                <a:lnTo>
                  <a:pt x="1006598" y="199565"/>
                </a:lnTo>
                <a:lnTo>
                  <a:pt x="1032593" y="196401"/>
                </a:lnTo>
                <a:lnTo>
                  <a:pt x="1058563" y="193239"/>
                </a:lnTo>
                <a:lnTo>
                  <a:pt x="1084508" y="190081"/>
                </a:lnTo>
                <a:lnTo>
                  <a:pt x="1110429" y="186926"/>
                </a:lnTo>
                <a:lnTo>
                  <a:pt x="1136325" y="183774"/>
                </a:lnTo>
                <a:lnTo>
                  <a:pt x="1162196" y="180624"/>
                </a:lnTo>
                <a:lnTo>
                  <a:pt x="1188042" y="177478"/>
                </a:lnTo>
                <a:lnTo>
                  <a:pt x="1213864" y="174335"/>
                </a:lnTo>
                <a:lnTo>
                  <a:pt x="1239661" y="171195"/>
                </a:lnTo>
                <a:lnTo>
                  <a:pt x="1265433" y="168058"/>
                </a:lnTo>
                <a:lnTo>
                  <a:pt x="1291181" y="164924"/>
                </a:lnTo>
                <a:lnTo>
                  <a:pt x="1316904" y="161792"/>
                </a:lnTo>
                <a:lnTo>
                  <a:pt x="1342603" y="158664"/>
                </a:lnTo>
                <a:lnTo>
                  <a:pt x="1368278" y="155539"/>
                </a:lnTo>
                <a:lnTo>
                  <a:pt x="1393928" y="152417"/>
                </a:lnTo>
                <a:lnTo>
                  <a:pt x="1419554" y="149297"/>
                </a:lnTo>
                <a:lnTo>
                  <a:pt x="1445155" y="146181"/>
                </a:lnTo>
                <a:lnTo>
                  <a:pt x="1470732" y="143068"/>
                </a:lnTo>
                <a:lnTo>
                  <a:pt x="1496285" y="139957"/>
                </a:lnTo>
                <a:lnTo>
                  <a:pt x="1521813" y="136850"/>
                </a:lnTo>
                <a:lnTo>
                  <a:pt x="1547318" y="133745"/>
                </a:lnTo>
                <a:lnTo>
                  <a:pt x="1572798" y="130643"/>
                </a:lnTo>
                <a:lnTo>
                  <a:pt x="1598254" y="127545"/>
                </a:lnTo>
                <a:lnTo>
                  <a:pt x="1623686" y="124449"/>
                </a:lnTo>
                <a:lnTo>
                  <a:pt x="1649094" y="121356"/>
                </a:lnTo>
                <a:lnTo>
                  <a:pt x="1674477" y="118266"/>
                </a:lnTo>
                <a:lnTo>
                  <a:pt x="1699837" y="115179"/>
                </a:lnTo>
                <a:lnTo>
                  <a:pt x="1725173" y="112095"/>
                </a:lnTo>
                <a:lnTo>
                  <a:pt x="1750485" y="109014"/>
                </a:lnTo>
                <a:lnTo>
                  <a:pt x="1775773" y="105936"/>
                </a:lnTo>
                <a:lnTo>
                  <a:pt x="1801037" y="102861"/>
                </a:lnTo>
                <a:lnTo>
                  <a:pt x="1826278" y="99788"/>
                </a:lnTo>
                <a:lnTo>
                  <a:pt x="1851494" y="96719"/>
                </a:lnTo>
                <a:lnTo>
                  <a:pt x="1876687" y="93652"/>
                </a:lnTo>
                <a:lnTo>
                  <a:pt x="1901856" y="90588"/>
                </a:lnTo>
                <a:lnTo>
                  <a:pt x="1927001" y="87528"/>
                </a:lnTo>
                <a:lnTo>
                  <a:pt x="1952123" y="84470"/>
                </a:lnTo>
                <a:lnTo>
                  <a:pt x="1977221" y="81415"/>
                </a:lnTo>
                <a:lnTo>
                  <a:pt x="2002296" y="78362"/>
                </a:lnTo>
                <a:lnTo>
                  <a:pt x="2027347" y="75313"/>
                </a:lnTo>
                <a:lnTo>
                  <a:pt x="2052374" y="72266"/>
                </a:lnTo>
                <a:lnTo>
                  <a:pt x="2077378" y="69223"/>
                </a:lnTo>
                <a:lnTo>
                  <a:pt x="2102358" y="66182"/>
                </a:lnTo>
                <a:lnTo>
                  <a:pt x="2127315" y="63144"/>
                </a:lnTo>
                <a:lnTo>
                  <a:pt x="2152249" y="60109"/>
                </a:lnTo>
                <a:lnTo>
                  <a:pt x="2177159" y="57077"/>
                </a:lnTo>
                <a:lnTo>
                  <a:pt x="2202046" y="54047"/>
                </a:lnTo>
                <a:lnTo>
                  <a:pt x="2226910" y="51021"/>
                </a:lnTo>
                <a:lnTo>
                  <a:pt x="2251750" y="47997"/>
                </a:lnTo>
                <a:lnTo>
                  <a:pt x="2276567" y="44976"/>
                </a:lnTo>
                <a:lnTo>
                  <a:pt x="2301361" y="41958"/>
                </a:lnTo>
                <a:lnTo>
                  <a:pt x="2326132" y="38943"/>
                </a:lnTo>
                <a:lnTo>
                  <a:pt x="2350880" y="35931"/>
                </a:lnTo>
                <a:lnTo>
                  <a:pt x="2375604" y="32921"/>
                </a:lnTo>
                <a:lnTo>
                  <a:pt x="2400306" y="29914"/>
                </a:lnTo>
                <a:lnTo>
                  <a:pt x="2424984" y="26910"/>
                </a:lnTo>
                <a:lnTo>
                  <a:pt x="2449639" y="23909"/>
                </a:lnTo>
                <a:lnTo>
                  <a:pt x="2474272" y="20910"/>
                </a:lnTo>
                <a:lnTo>
                  <a:pt x="2498881" y="17915"/>
                </a:lnTo>
                <a:lnTo>
                  <a:pt x="2523468" y="14922"/>
                </a:lnTo>
                <a:lnTo>
                  <a:pt x="2548032" y="11932"/>
                </a:lnTo>
                <a:lnTo>
                  <a:pt x="2572573" y="8945"/>
                </a:lnTo>
                <a:lnTo>
                  <a:pt x="2597091" y="5960"/>
                </a:lnTo>
                <a:lnTo>
                  <a:pt x="2621586" y="2978"/>
                </a:lnTo>
                <a:lnTo>
                  <a:pt x="2646059" y="0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16" name="Shape 16"/>
          <p:cNvSpPr/>
          <p:nvPr/>
        </p:nvSpPr>
        <p:spPr>
          <a:xfrm>
            <a:off x="2648625" y="1405392"/>
            <a:ext cx="263533" cy="2276229"/>
          </a:xfrm>
          <a:custGeom>
            <a:avLst/>
            <a:gdLst/>
            <a:ahLst/>
            <a:cxnLst/>
            <a:rect l="0" t="0" r="r" b="b"/>
            <a:pathLst>
              <a:path w="263533" h="2276229" fill="none">
                <a:moveTo>
                  <a:pt x="0" y="0"/>
                </a:moveTo>
                <a:lnTo>
                  <a:pt x="1883" y="16265"/>
                </a:lnTo>
                <a:lnTo>
                  <a:pt x="3776" y="32615"/>
                </a:lnTo>
                <a:lnTo>
                  <a:pt x="5678" y="49050"/>
                </a:lnTo>
                <a:lnTo>
                  <a:pt x="7591" y="65571"/>
                </a:lnTo>
                <a:lnTo>
                  <a:pt x="9514" y="82179"/>
                </a:lnTo>
                <a:lnTo>
                  <a:pt x="11447" y="98873"/>
                </a:lnTo>
                <a:lnTo>
                  <a:pt x="13390" y="115655"/>
                </a:lnTo>
                <a:lnTo>
                  <a:pt x="15343" y="132526"/>
                </a:lnTo>
                <a:lnTo>
                  <a:pt x="17306" y="149486"/>
                </a:lnTo>
                <a:lnTo>
                  <a:pt x="19280" y="166535"/>
                </a:lnTo>
                <a:lnTo>
                  <a:pt x="21265" y="183676"/>
                </a:lnTo>
                <a:lnTo>
                  <a:pt x="23260" y="200907"/>
                </a:lnTo>
                <a:lnTo>
                  <a:pt x="25265" y="218231"/>
                </a:lnTo>
                <a:lnTo>
                  <a:pt x="27282" y="235647"/>
                </a:lnTo>
                <a:lnTo>
                  <a:pt x="29309" y="253157"/>
                </a:lnTo>
                <a:lnTo>
                  <a:pt x="31347" y="270761"/>
                </a:lnTo>
                <a:lnTo>
                  <a:pt x="33396" y="288461"/>
                </a:lnTo>
                <a:lnTo>
                  <a:pt x="35457" y="306256"/>
                </a:lnTo>
                <a:lnTo>
                  <a:pt x="37528" y="324147"/>
                </a:lnTo>
                <a:lnTo>
                  <a:pt x="39611" y="342137"/>
                </a:lnTo>
                <a:lnTo>
                  <a:pt x="41705" y="360224"/>
                </a:lnTo>
                <a:lnTo>
                  <a:pt x="43810" y="378410"/>
                </a:lnTo>
                <a:lnTo>
                  <a:pt x="45928" y="396696"/>
                </a:lnTo>
                <a:lnTo>
                  <a:pt x="48056" y="415083"/>
                </a:lnTo>
                <a:lnTo>
                  <a:pt x="50197" y="433571"/>
                </a:lnTo>
                <a:lnTo>
                  <a:pt x="52349" y="452162"/>
                </a:lnTo>
                <a:lnTo>
                  <a:pt x="54513" y="470856"/>
                </a:lnTo>
                <a:lnTo>
                  <a:pt x="56690" y="489653"/>
                </a:lnTo>
                <a:lnTo>
                  <a:pt x="58878" y="508556"/>
                </a:lnTo>
                <a:lnTo>
                  <a:pt x="61079" y="527564"/>
                </a:lnTo>
                <a:lnTo>
                  <a:pt x="63292" y="546680"/>
                </a:lnTo>
                <a:lnTo>
                  <a:pt x="65518" y="565902"/>
                </a:lnTo>
                <a:lnTo>
                  <a:pt x="67756" y="585233"/>
                </a:lnTo>
                <a:lnTo>
                  <a:pt x="70006" y="604674"/>
                </a:lnTo>
                <a:lnTo>
                  <a:pt x="72270" y="624225"/>
                </a:lnTo>
                <a:lnTo>
                  <a:pt x="74546" y="643887"/>
                </a:lnTo>
                <a:lnTo>
                  <a:pt x="76836" y="663661"/>
                </a:lnTo>
                <a:lnTo>
                  <a:pt x="79138" y="683549"/>
                </a:lnTo>
                <a:lnTo>
                  <a:pt x="81454" y="703551"/>
                </a:lnTo>
                <a:lnTo>
                  <a:pt x="83783" y="723667"/>
                </a:lnTo>
                <a:lnTo>
                  <a:pt x="86125" y="743900"/>
                </a:lnTo>
                <a:lnTo>
                  <a:pt x="88482" y="764251"/>
                </a:lnTo>
                <a:lnTo>
                  <a:pt x="90851" y="784719"/>
                </a:lnTo>
                <a:lnTo>
                  <a:pt x="93235" y="805307"/>
                </a:lnTo>
                <a:lnTo>
                  <a:pt x="95632" y="826014"/>
                </a:lnTo>
                <a:lnTo>
                  <a:pt x="98044" y="846843"/>
                </a:lnTo>
                <a:lnTo>
                  <a:pt x="100470" y="867795"/>
                </a:lnTo>
                <a:lnTo>
                  <a:pt x="102910" y="888870"/>
                </a:lnTo>
                <a:lnTo>
                  <a:pt x="105364" y="910069"/>
                </a:lnTo>
                <a:lnTo>
                  <a:pt x="107833" y="931395"/>
                </a:lnTo>
                <a:lnTo>
                  <a:pt x="110316" y="952847"/>
                </a:lnTo>
                <a:lnTo>
                  <a:pt x="112815" y="974426"/>
                </a:lnTo>
                <a:lnTo>
                  <a:pt x="115328" y="996135"/>
                </a:lnTo>
                <a:lnTo>
                  <a:pt x="117857" y="1017975"/>
                </a:lnTo>
                <a:lnTo>
                  <a:pt x="120400" y="1039945"/>
                </a:lnTo>
                <a:lnTo>
                  <a:pt x="122959" y="1062048"/>
                </a:lnTo>
                <a:lnTo>
                  <a:pt x="125534" y="1084285"/>
                </a:lnTo>
                <a:lnTo>
                  <a:pt x="128124" y="1106657"/>
                </a:lnTo>
                <a:lnTo>
                  <a:pt x="130730" y="1129166"/>
                </a:lnTo>
                <a:lnTo>
                  <a:pt x="133352" y="1151811"/>
                </a:lnTo>
                <a:lnTo>
                  <a:pt x="135990" y="1174596"/>
                </a:lnTo>
                <a:lnTo>
                  <a:pt x="138644" y="1197520"/>
                </a:lnTo>
                <a:lnTo>
                  <a:pt x="141314" y="1220586"/>
                </a:lnTo>
                <a:lnTo>
                  <a:pt x="144001" y="1243795"/>
                </a:lnTo>
                <a:lnTo>
                  <a:pt x="146705" y="1267147"/>
                </a:lnTo>
                <a:lnTo>
                  <a:pt x="149425" y="1290645"/>
                </a:lnTo>
                <a:lnTo>
                  <a:pt x="152163" y="1314289"/>
                </a:lnTo>
                <a:lnTo>
                  <a:pt x="154918" y="1338082"/>
                </a:lnTo>
                <a:lnTo>
                  <a:pt x="157689" y="1362024"/>
                </a:lnTo>
                <a:lnTo>
                  <a:pt x="160479" y="1386117"/>
                </a:lnTo>
                <a:lnTo>
                  <a:pt x="163286" y="1410362"/>
                </a:lnTo>
                <a:lnTo>
                  <a:pt x="166111" y="1434761"/>
                </a:lnTo>
                <a:lnTo>
                  <a:pt x="168953" y="1459315"/>
                </a:lnTo>
                <a:lnTo>
                  <a:pt x="171814" y="1484025"/>
                </a:lnTo>
                <a:lnTo>
                  <a:pt x="174694" y="1508894"/>
                </a:lnTo>
                <a:lnTo>
                  <a:pt x="177591" y="1533923"/>
                </a:lnTo>
                <a:lnTo>
                  <a:pt x="180508" y="1559113"/>
                </a:lnTo>
                <a:lnTo>
                  <a:pt x="183443" y="1584466"/>
                </a:lnTo>
                <a:lnTo>
                  <a:pt x="186397" y="1609983"/>
                </a:lnTo>
                <a:lnTo>
                  <a:pt x="189371" y="1635666"/>
                </a:lnTo>
                <a:lnTo>
                  <a:pt x="192364" y="1661517"/>
                </a:lnTo>
                <a:lnTo>
                  <a:pt x="195376" y="1687537"/>
                </a:lnTo>
                <a:lnTo>
                  <a:pt x="198408" y="1713728"/>
                </a:lnTo>
                <a:lnTo>
                  <a:pt x="201461" y="1740092"/>
                </a:lnTo>
                <a:lnTo>
                  <a:pt x="204533" y="1766630"/>
                </a:lnTo>
                <a:lnTo>
                  <a:pt x="207626" y="1793344"/>
                </a:lnTo>
                <a:lnTo>
                  <a:pt x="210740" y="1820236"/>
                </a:lnTo>
                <a:lnTo>
                  <a:pt x="213874" y="1847308"/>
                </a:lnTo>
                <a:lnTo>
                  <a:pt x="217029" y="1874561"/>
                </a:lnTo>
                <a:lnTo>
                  <a:pt x="220206" y="1901998"/>
                </a:lnTo>
                <a:lnTo>
                  <a:pt x="223403" y="1929619"/>
                </a:lnTo>
                <a:lnTo>
                  <a:pt x="226623" y="1957428"/>
                </a:lnTo>
                <a:lnTo>
                  <a:pt x="229864" y="1985425"/>
                </a:lnTo>
                <a:lnTo>
                  <a:pt x="233128" y="2013614"/>
                </a:lnTo>
                <a:lnTo>
                  <a:pt x="236414" y="2041995"/>
                </a:lnTo>
                <a:lnTo>
                  <a:pt x="239722" y="2070571"/>
                </a:lnTo>
                <a:lnTo>
                  <a:pt x="243053" y="2099343"/>
                </a:lnTo>
                <a:lnTo>
                  <a:pt x="246408" y="2128315"/>
                </a:lnTo>
                <a:lnTo>
                  <a:pt x="249785" y="2157487"/>
                </a:lnTo>
                <a:lnTo>
                  <a:pt x="253186" y="2186863"/>
                </a:lnTo>
                <a:lnTo>
                  <a:pt x="256611" y="2216443"/>
                </a:lnTo>
                <a:lnTo>
                  <a:pt x="260060" y="2246231"/>
                </a:lnTo>
                <a:lnTo>
                  <a:pt x="263533" y="2276229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17" name="Shape 17"/>
          <p:cNvSpPr/>
          <p:nvPr/>
        </p:nvSpPr>
        <p:spPr>
          <a:xfrm>
            <a:off x="1944548" y="1772663"/>
            <a:ext cx="3073924" cy="390164"/>
          </a:xfrm>
          <a:custGeom>
            <a:avLst/>
            <a:gdLst/>
            <a:ahLst/>
            <a:cxnLst/>
            <a:rect l="0" t="0" r="r" b="b"/>
            <a:pathLst>
              <a:path w="3073924" h="390164" fill="none">
                <a:moveTo>
                  <a:pt x="0" y="390164"/>
                </a:moveTo>
                <a:lnTo>
                  <a:pt x="28283" y="386574"/>
                </a:lnTo>
                <a:lnTo>
                  <a:pt x="56537" y="382988"/>
                </a:lnTo>
                <a:lnTo>
                  <a:pt x="84762" y="379405"/>
                </a:lnTo>
                <a:lnTo>
                  <a:pt x="112959" y="375826"/>
                </a:lnTo>
                <a:lnTo>
                  <a:pt x="141127" y="372251"/>
                </a:lnTo>
                <a:lnTo>
                  <a:pt x="169266" y="368679"/>
                </a:lnTo>
                <a:lnTo>
                  <a:pt x="197377" y="365111"/>
                </a:lnTo>
                <a:lnTo>
                  <a:pt x="225459" y="361547"/>
                </a:lnTo>
                <a:lnTo>
                  <a:pt x="253513" y="357986"/>
                </a:lnTo>
                <a:lnTo>
                  <a:pt x="281538" y="354429"/>
                </a:lnTo>
                <a:lnTo>
                  <a:pt x="309535" y="350875"/>
                </a:lnTo>
                <a:lnTo>
                  <a:pt x="337504" y="347325"/>
                </a:lnTo>
                <a:lnTo>
                  <a:pt x="365444" y="343779"/>
                </a:lnTo>
                <a:lnTo>
                  <a:pt x="393356" y="340236"/>
                </a:lnTo>
                <a:lnTo>
                  <a:pt x="421239" y="336697"/>
                </a:lnTo>
                <a:lnTo>
                  <a:pt x="449095" y="333161"/>
                </a:lnTo>
                <a:lnTo>
                  <a:pt x="476922" y="329629"/>
                </a:lnTo>
                <a:lnTo>
                  <a:pt x="504721" y="326101"/>
                </a:lnTo>
                <a:lnTo>
                  <a:pt x="532492" y="322576"/>
                </a:lnTo>
                <a:lnTo>
                  <a:pt x="560235" y="319055"/>
                </a:lnTo>
                <a:lnTo>
                  <a:pt x="587950" y="315537"/>
                </a:lnTo>
                <a:lnTo>
                  <a:pt x="615637" y="312023"/>
                </a:lnTo>
                <a:lnTo>
                  <a:pt x="643296" y="308512"/>
                </a:lnTo>
                <a:lnTo>
                  <a:pt x="670927" y="305005"/>
                </a:lnTo>
                <a:lnTo>
                  <a:pt x="698530" y="301501"/>
                </a:lnTo>
                <a:lnTo>
                  <a:pt x="726106" y="298001"/>
                </a:lnTo>
                <a:lnTo>
                  <a:pt x="753654" y="294505"/>
                </a:lnTo>
                <a:lnTo>
                  <a:pt x="781174" y="291012"/>
                </a:lnTo>
                <a:lnTo>
                  <a:pt x="808666" y="287522"/>
                </a:lnTo>
                <a:lnTo>
                  <a:pt x="836131" y="284036"/>
                </a:lnTo>
                <a:lnTo>
                  <a:pt x="863568" y="280554"/>
                </a:lnTo>
                <a:lnTo>
                  <a:pt x="890978" y="277074"/>
                </a:lnTo>
                <a:lnTo>
                  <a:pt x="918360" y="273599"/>
                </a:lnTo>
                <a:lnTo>
                  <a:pt x="945715" y="270127"/>
                </a:lnTo>
                <a:lnTo>
                  <a:pt x="973043" y="266658"/>
                </a:lnTo>
                <a:lnTo>
                  <a:pt x="1000343" y="263193"/>
                </a:lnTo>
                <a:lnTo>
                  <a:pt x="1027615" y="259732"/>
                </a:lnTo>
                <a:lnTo>
                  <a:pt x="1054861" y="256273"/>
                </a:lnTo>
                <a:lnTo>
                  <a:pt x="1082079" y="252819"/>
                </a:lnTo>
                <a:lnTo>
                  <a:pt x="1109270" y="249367"/>
                </a:lnTo>
                <a:lnTo>
                  <a:pt x="1136433" y="245920"/>
                </a:lnTo>
                <a:lnTo>
                  <a:pt x="1163570" y="242475"/>
                </a:lnTo>
                <a:lnTo>
                  <a:pt x="1190680" y="239034"/>
                </a:lnTo>
                <a:lnTo>
                  <a:pt x="1217762" y="235597"/>
                </a:lnTo>
                <a:lnTo>
                  <a:pt x="1244818" y="232163"/>
                </a:lnTo>
                <a:lnTo>
                  <a:pt x="1271846" y="228732"/>
                </a:lnTo>
                <a:lnTo>
                  <a:pt x="1298848" y="225305"/>
                </a:lnTo>
                <a:lnTo>
                  <a:pt x="1325822" y="221881"/>
                </a:lnTo>
                <a:lnTo>
                  <a:pt x="1352770" y="218461"/>
                </a:lnTo>
                <a:lnTo>
                  <a:pt x="1379691" y="215044"/>
                </a:lnTo>
                <a:lnTo>
                  <a:pt x="1406586" y="211630"/>
                </a:lnTo>
                <a:lnTo>
                  <a:pt x="1433453" y="208220"/>
                </a:lnTo>
                <a:lnTo>
                  <a:pt x="1460294" y="204813"/>
                </a:lnTo>
                <a:lnTo>
                  <a:pt x="1487108" y="201409"/>
                </a:lnTo>
                <a:lnTo>
                  <a:pt x="1513896" y="198009"/>
                </a:lnTo>
                <a:lnTo>
                  <a:pt x="1540657" y="194613"/>
                </a:lnTo>
                <a:lnTo>
                  <a:pt x="1567392" y="191219"/>
                </a:lnTo>
                <a:lnTo>
                  <a:pt x="1594100" y="187829"/>
                </a:lnTo>
                <a:lnTo>
                  <a:pt x="1620781" y="184443"/>
                </a:lnTo>
                <a:lnTo>
                  <a:pt x="1647437" y="181059"/>
                </a:lnTo>
                <a:lnTo>
                  <a:pt x="1674066" y="177679"/>
                </a:lnTo>
                <a:lnTo>
                  <a:pt x="1700668" y="174303"/>
                </a:lnTo>
                <a:lnTo>
                  <a:pt x="1727244" y="170930"/>
                </a:lnTo>
                <a:lnTo>
                  <a:pt x="1753794" y="167560"/>
                </a:lnTo>
                <a:lnTo>
                  <a:pt x="1780318" y="164193"/>
                </a:lnTo>
                <a:lnTo>
                  <a:pt x="1806816" y="160830"/>
                </a:lnTo>
                <a:lnTo>
                  <a:pt x="1833287" y="157470"/>
                </a:lnTo>
                <a:lnTo>
                  <a:pt x="1859733" y="154113"/>
                </a:lnTo>
                <a:lnTo>
                  <a:pt x="1886152" y="150760"/>
                </a:lnTo>
                <a:lnTo>
                  <a:pt x="1912545" y="147410"/>
                </a:lnTo>
                <a:lnTo>
                  <a:pt x="1938912" y="144063"/>
                </a:lnTo>
                <a:lnTo>
                  <a:pt x="1965254" y="140720"/>
                </a:lnTo>
                <a:lnTo>
                  <a:pt x="1991569" y="137380"/>
                </a:lnTo>
                <a:lnTo>
                  <a:pt x="2017859" y="134043"/>
                </a:lnTo>
                <a:lnTo>
                  <a:pt x="2044123" y="130709"/>
                </a:lnTo>
                <a:lnTo>
                  <a:pt x="2070361" y="127379"/>
                </a:lnTo>
                <a:lnTo>
                  <a:pt x="2096573" y="124052"/>
                </a:lnTo>
                <a:lnTo>
                  <a:pt x="2122759" y="120728"/>
                </a:lnTo>
                <a:lnTo>
                  <a:pt x="2148920" y="117407"/>
                </a:lnTo>
                <a:lnTo>
                  <a:pt x="2175055" y="114090"/>
                </a:lnTo>
                <a:lnTo>
                  <a:pt x="2201165" y="110776"/>
                </a:lnTo>
                <a:lnTo>
                  <a:pt x="2227249" y="107465"/>
                </a:lnTo>
                <a:lnTo>
                  <a:pt x="2253308" y="104158"/>
                </a:lnTo>
                <a:lnTo>
                  <a:pt x="2279341" y="100854"/>
                </a:lnTo>
                <a:lnTo>
                  <a:pt x="2305348" y="97553"/>
                </a:lnTo>
                <a:lnTo>
                  <a:pt x="2331330" y="94255"/>
                </a:lnTo>
                <a:lnTo>
                  <a:pt x="2357287" y="90960"/>
                </a:lnTo>
                <a:lnTo>
                  <a:pt x="2383219" y="87669"/>
                </a:lnTo>
                <a:lnTo>
                  <a:pt x="2409125" y="84380"/>
                </a:lnTo>
                <a:lnTo>
                  <a:pt x="2435006" y="81096"/>
                </a:lnTo>
                <a:lnTo>
                  <a:pt x="2460861" y="77814"/>
                </a:lnTo>
                <a:lnTo>
                  <a:pt x="2486692" y="74535"/>
                </a:lnTo>
                <a:lnTo>
                  <a:pt x="2512497" y="71260"/>
                </a:lnTo>
                <a:lnTo>
                  <a:pt x="2538277" y="67988"/>
                </a:lnTo>
                <a:lnTo>
                  <a:pt x="2564032" y="64719"/>
                </a:lnTo>
                <a:lnTo>
                  <a:pt x="2589763" y="61453"/>
                </a:lnTo>
                <a:lnTo>
                  <a:pt x="2615468" y="58190"/>
                </a:lnTo>
                <a:lnTo>
                  <a:pt x="2641148" y="54930"/>
                </a:lnTo>
                <a:lnTo>
                  <a:pt x="2666803" y="51674"/>
                </a:lnTo>
                <a:lnTo>
                  <a:pt x="2692433" y="48421"/>
                </a:lnTo>
                <a:lnTo>
                  <a:pt x="2718038" y="45171"/>
                </a:lnTo>
                <a:lnTo>
                  <a:pt x="2743619" y="41924"/>
                </a:lnTo>
                <a:lnTo>
                  <a:pt x="2769175" y="38680"/>
                </a:lnTo>
                <a:lnTo>
                  <a:pt x="2794706" y="35440"/>
                </a:lnTo>
                <a:lnTo>
                  <a:pt x="2820212" y="32202"/>
                </a:lnTo>
                <a:lnTo>
                  <a:pt x="2845694" y="28968"/>
                </a:lnTo>
                <a:lnTo>
                  <a:pt x="2871151" y="25737"/>
                </a:lnTo>
                <a:lnTo>
                  <a:pt x="2896583" y="22509"/>
                </a:lnTo>
                <a:lnTo>
                  <a:pt x="2921991" y="19284"/>
                </a:lnTo>
                <a:lnTo>
                  <a:pt x="2947374" y="16062"/>
                </a:lnTo>
                <a:lnTo>
                  <a:pt x="2972733" y="12843"/>
                </a:lnTo>
                <a:lnTo>
                  <a:pt x="2998067" y="9628"/>
                </a:lnTo>
                <a:lnTo>
                  <a:pt x="3023377" y="6415"/>
                </a:lnTo>
                <a:lnTo>
                  <a:pt x="3048662" y="3206"/>
                </a:lnTo>
                <a:lnTo>
                  <a:pt x="3073924" y="0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18" name="Shape 18"/>
          <p:cNvSpPr/>
          <p:nvPr/>
        </p:nvSpPr>
        <p:spPr>
          <a:xfrm>
            <a:off x="2997766" y="1268842"/>
            <a:ext cx="440676" cy="2516255"/>
          </a:xfrm>
          <a:custGeom>
            <a:avLst/>
            <a:gdLst/>
            <a:ahLst/>
            <a:cxnLst/>
            <a:rect l="0" t="0" r="r" b="b"/>
            <a:pathLst>
              <a:path w="440676" h="2516255" fill="none">
                <a:moveTo>
                  <a:pt x="0" y="0"/>
                </a:moveTo>
                <a:lnTo>
                  <a:pt x="2726" y="15565"/>
                </a:lnTo>
                <a:lnTo>
                  <a:pt x="5465" y="31210"/>
                </a:lnTo>
                <a:lnTo>
                  <a:pt x="8219" y="46934"/>
                </a:lnTo>
                <a:lnTo>
                  <a:pt x="10987" y="62739"/>
                </a:lnTo>
                <a:lnTo>
                  <a:pt x="13769" y="78624"/>
                </a:lnTo>
                <a:lnTo>
                  <a:pt x="16565" y="94591"/>
                </a:lnTo>
                <a:lnTo>
                  <a:pt x="19376" y="110640"/>
                </a:lnTo>
                <a:lnTo>
                  <a:pt x="22201" y="126772"/>
                </a:lnTo>
                <a:lnTo>
                  <a:pt x="25041" y="142987"/>
                </a:lnTo>
                <a:lnTo>
                  <a:pt x="27896" y="159286"/>
                </a:lnTo>
                <a:lnTo>
                  <a:pt x="30765" y="175670"/>
                </a:lnTo>
                <a:lnTo>
                  <a:pt x="33649" y="192139"/>
                </a:lnTo>
                <a:lnTo>
                  <a:pt x="36548" y="208694"/>
                </a:lnTo>
                <a:lnTo>
                  <a:pt x="39463" y="225335"/>
                </a:lnTo>
                <a:lnTo>
                  <a:pt x="42393" y="242065"/>
                </a:lnTo>
                <a:lnTo>
                  <a:pt x="45338" y="258882"/>
                </a:lnTo>
                <a:lnTo>
                  <a:pt x="48299" y="275788"/>
                </a:lnTo>
                <a:lnTo>
                  <a:pt x="51275" y="292783"/>
                </a:lnTo>
                <a:lnTo>
                  <a:pt x="54267" y="309868"/>
                </a:lnTo>
                <a:lnTo>
                  <a:pt x="57275" y="327045"/>
                </a:lnTo>
                <a:lnTo>
                  <a:pt x="60300" y="344313"/>
                </a:lnTo>
                <a:lnTo>
                  <a:pt x="63340" y="361673"/>
                </a:lnTo>
                <a:lnTo>
                  <a:pt x="66397" y="379127"/>
                </a:lnTo>
                <a:lnTo>
                  <a:pt x="69470" y="396674"/>
                </a:lnTo>
                <a:lnTo>
                  <a:pt x="72559" y="414316"/>
                </a:lnTo>
                <a:lnTo>
                  <a:pt x="75666" y="432053"/>
                </a:lnTo>
                <a:lnTo>
                  <a:pt x="78789" y="449886"/>
                </a:lnTo>
                <a:lnTo>
                  <a:pt x="81929" y="467816"/>
                </a:lnTo>
                <a:lnTo>
                  <a:pt x="85086" y="485844"/>
                </a:lnTo>
                <a:lnTo>
                  <a:pt x="88261" y="503971"/>
                </a:lnTo>
                <a:lnTo>
                  <a:pt x="91453" y="522197"/>
                </a:lnTo>
                <a:lnTo>
                  <a:pt x="94662" y="540522"/>
                </a:lnTo>
                <a:lnTo>
                  <a:pt x="97889" y="558949"/>
                </a:lnTo>
                <a:lnTo>
                  <a:pt x="101134" y="577478"/>
                </a:lnTo>
                <a:lnTo>
                  <a:pt x="104397" y="596109"/>
                </a:lnTo>
                <a:lnTo>
                  <a:pt x="107678" y="614844"/>
                </a:lnTo>
                <a:lnTo>
                  <a:pt x="110978" y="633683"/>
                </a:lnTo>
                <a:lnTo>
                  <a:pt x="114295" y="652628"/>
                </a:lnTo>
                <a:lnTo>
                  <a:pt x="117632" y="671679"/>
                </a:lnTo>
                <a:lnTo>
                  <a:pt x="120987" y="690836"/>
                </a:lnTo>
                <a:lnTo>
                  <a:pt x="124361" y="710102"/>
                </a:lnTo>
                <a:lnTo>
                  <a:pt x="127754" y="729476"/>
                </a:lnTo>
                <a:lnTo>
                  <a:pt x="131166" y="748960"/>
                </a:lnTo>
                <a:lnTo>
                  <a:pt x="134598" y="768555"/>
                </a:lnTo>
                <a:lnTo>
                  <a:pt x="138049" y="788262"/>
                </a:lnTo>
                <a:lnTo>
                  <a:pt x="141520" y="808081"/>
                </a:lnTo>
                <a:lnTo>
                  <a:pt x="145011" y="828013"/>
                </a:lnTo>
                <a:lnTo>
                  <a:pt x="148522" y="848061"/>
                </a:lnTo>
                <a:lnTo>
                  <a:pt x="152053" y="868223"/>
                </a:lnTo>
                <a:lnTo>
                  <a:pt x="155605" y="888503"/>
                </a:lnTo>
                <a:lnTo>
                  <a:pt x="159177" y="908900"/>
                </a:lnTo>
                <a:lnTo>
                  <a:pt x="162770" y="929415"/>
                </a:lnTo>
                <a:lnTo>
                  <a:pt x="166383" y="950050"/>
                </a:lnTo>
                <a:lnTo>
                  <a:pt x="170018" y="970806"/>
                </a:lnTo>
                <a:lnTo>
                  <a:pt x="173675" y="991684"/>
                </a:lnTo>
                <a:lnTo>
                  <a:pt x="177353" y="1012684"/>
                </a:lnTo>
                <a:lnTo>
                  <a:pt x="181052" y="1033808"/>
                </a:lnTo>
                <a:lnTo>
                  <a:pt x="184774" y="1055057"/>
                </a:lnTo>
                <a:lnTo>
                  <a:pt x="188517" y="1076433"/>
                </a:lnTo>
                <a:lnTo>
                  <a:pt x="192283" y="1097935"/>
                </a:lnTo>
                <a:lnTo>
                  <a:pt x="196071" y="1119566"/>
                </a:lnTo>
                <a:lnTo>
                  <a:pt x="199882" y="1141326"/>
                </a:lnTo>
                <a:lnTo>
                  <a:pt x="203716" y="1163218"/>
                </a:lnTo>
                <a:lnTo>
                  <a:pt x="207573" y="1185241"/>
                </a:lnTo>
                <a:lnTo>
                  <a:pt x="211453" y="1207397"/>
                </a:lnTo>
                <a:lnTo>
                  <a:pt x="215357" y="1229687"/>
                </a:lnTo>
                <a:lnTo>
                  <a:pt x="219284" y="1252113"/>
                </a:lnTo>
                <a:lnTo>
                  <a:pt x="223236" y="1274675"/>
                </a:lnTo>
                <a:lnTo>
                  <a:pt x="227211" y="1297376"/>
                </a:lnTo>
                <a:lnTo>
                  <a:pt x="231211" y="1320216"/>
                </a:lnTo>
                <a:lnTo>
                  <a:pt x="235236" y="1343196"/>
                </a:lnTo>
                <a:lnTo>
                  <a:pt x="239285" y="1366318"/>
                </a:lnTo>
                <a:lnTo>
                  <a:pt x="243360" y="1389584"/>
                </a:lnTo>
                <a:lnTo>
                  <a:pt x="247460" y="1412994"/>
                </a:lnTo>
                <a:lnTo>
                  <a:pt x="251585" y="1436549"/>
                </a:lnTo>
                <a:lnTo>
                  <a:pt x="255736" y="1460252"/>
                </a:lnTo>
                <a:lnTo>
                  <a:pt x="259913" y="1484104"/>
                </a:lnTo>
                <a:lnTo>
                  <a:pt x="264117" y="1508106"/>
                </a:lnTo>
                <a:lnTo>
                  <a:pt x="268347" y="1532259"/>
                </a:lnTo>
                <a:lnTo>
                  <a:pt x="272603" y="1556565"/>
                </a:lnTo>
                <a:lnTo>
                  <a:pt x="276887" y="1581025"/>
                </a:lnTo>
                <a:lnTo>
                  <a:pt x="281198" y="1605641"/>
                </a:lnTo>
                <a:lnTo>
                  <a:pt x="285537" y="1630414"/>
                </a:lnTo>
                <a:lnTo>
                  <a:pt x="289903" y="1655346"/>
                </a:lnTo>
                <a:lnTo>
                  <a:pt x="294298" y="1680438"/>
                </a:lnTo>
                <a:lnTo>
                  <a:pt x="298720" y="1705693"/>
                </a:lnTo>
                <a:lnTo>
                  <a:pt x="303172" y="1731111"/>
                </a:lnTo>
                <a:lnTo>
                  <a:pt x="307652" y="1756693"/>
                </a:lnTo>
                <a:lnTo>
                  <a:pt x="312162" y="1782443"/>
                </a:lnTo>
                <a:lnTo>
                  <a:pt x="316701" y="1808361"/>
                </a:lnTo>
                <a:lnTo>
                  <a:pt x="321270" y="1834448"/>
                </a:lnTo>
                <a:lnTo>
                  <a:pt x="325868" y="1860708"/>
                </a:lnTo>
                <a:lnTo>
                  <a:pt x="330498" y="1887140"/>
                </a:lnTo>
                <a:lnTo>
                  <a:pt x="335157" y="1913748"/>
                </a:lnTo>
                <a:lnTo>
                  <a:pt x="339848" y="1940532"/>
                </a:lnTo>
                <a:lnTo>
                  <a:pt x="344570" y="1967496"/>
                </a:lnTo>
                <a:lnTo>
                  <a:pt x="349324" y="1994639"/>
                </a:lnTo>
                <a:lnTo>
                  <a:pt x="354110" y="2021964"/>
                </a:lnTo>
                <a:lnTo>
                  <a:pt x="358927" y="2049474"/>
                </a:lnTo>
                <a:lnTo>
                  <a:pt x="363778" y="2077170"/>
                </a:lnTo>
                <a:lnTo>
                  <a:pt x="368661" y="2105053"/>
                </a:lnTo>
                <a:lnTo>
                  <a:pt x="373577" y="2133126"/>
                </a:lnTo>
                <a:lnTo>
                  <a:pt x="378527" y="2161390"/>
                </a:lnTo>
                <a:lnTo>
                  <a:pt x="383511" y="2189848"/>
                </a:lnTo>
                <a:lnTo>
                  <a:pt x="388530" y="2218502"/>
                </a:lnTo>
                <a:lnTo>
                  <a:pt x="393582" y="2247353"/>
                </a:lnTo>
                <a:lnTo>
                  <a:pt x="398670" y="2276404"/>
                </a:lnTo>
                <a:lnTo>
                  <a:pt x="403793" y="2305657"/>
                </a:lnTo>
                <a:lnTo>
                  <a:pt x="408952" y="2335113"/>
                </a:lnTo>
                <a:lnTo>
                  <a:pt x="414147" y="2364776"/>
                </a:lnTo>
                <a:lnTo>
                  <a:pt x="419378" y="2394647"/>
                </a:lnTo>
                <a:lnTo>
                  <a:pt x="424646" y="2424728"/>
                </a:lnTo>
                <a:lnTo>
                  <a:pt x="429952" y="2455021"/>
                </a:lnTo>
                <a:lnTo>
                  <a:pt x="435295" y="2485530"/>
                </a:lnTo>
                <a:lnTo>
                  <a:pt x="440676" y="2516255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19" name="Shape 19"/>
          <p:cNvSpPr/>
          <p:nvPr/>
        </p:nvSpPr>
        <p:spPr>
          <a:xfrm>
            <a:off x="1886419" y="2045363"/>
            <a:ext cx="3314704" cy="439504"/>
          </a:xfrm>
          <a:custGeom>
            <a:avLst/>
            <a:gdLst/>
            <a:ahLst/>
            <a:cxnLst/>
            <a:rect l="0" t="0" r="r" b="b"/>
            <a:pathLst>
              <a:path w="3314704" h="439504" fill="none">
                <a:moveTo>
                  <a:pt x="0" y="439504"/>
                </a:moveTo>
                <a:lnTo>
                  <a:pt x="29606" y="435578"/>
                </a:lnTo>
                <a:lnTo>
                  <a:pt x="59181" y="431657"/>
                </a:lnTo>
                <a:lnTo>
                  <a:pt x="88725" y="427740"/>
                </a:lnTo>
                <a:lnTo>
                  <a:pt x="118237" y="423826"/>
                </a:lnTo>
                <a:lnTo>
                  <a:pt x="147718" y="419918"/>
                </a:lnTo>
                <a:lnTo>
                  <a:pt x="177167" y="416013"/>
                </a:lnTo>
                <a:lnTo>
                  <a:pt x="206586" y="412112"/>
                </a:lnTo>
                <a:lnTo>
                  <a:pt x="235972" y="408216"/>
                </a:lnTo>
                <a:lnTo>
                  <a:pt x="265328" y="404323"/>
                </a:lnTo>
                <a:lnTo>
                  <a:pt x="294653" y="400435"/>
                </a:lnTo>
                <a:lnTo>
                  <a:pt x="323946" y="396551"/>
                </a:lnTo>
                <a:lnTo>
                  <a:pt x="353209" y="392671"/>
                </a:lnTo>
                <a:lnTo>
                  <a:pt x="382440" y="388795"/>
                </a:lnTo>
                <a:lnTo>
                  <a:pt x="411641" y="384923"/>
                </a:lnTo>
                <a:lnTo>
                  <a:pt x="440810" y="381056"/>
                </a:lnTo>
                <a:lnTo>
                  <a:pt x="469949" y="377192"/>
                </a:lnTo>
                <a:lnTo>
                  <a:pt x="499057" y="373333"/>
                </a:lnTo>
                <a:lnTo>
                  <a:pt x="528134" y="369477"/>
                </a:lnTo>
                <a:lnTo>
                  <a:pt x="557180" y="365626"/>
                </a:lnTo>
                <a:lnTo>
                  <a:pt x="586196" y="361779"/>
                </a:lnTo>
                <a:lnTo>
                  <a:pt x="615181" y="357935"/>
                </a:lnTo>
                <a:lnTo>
                  <a:pt x="644136" y="354096"/>
                </a:lnTo>
                <a:lnTo>
                  <a:pt x="673060" y="350261"/>
                </a:lnTo>
                <a:lnTo>
                  <a:pt x="701954" y="346430"/>
                </a:lnTo>
                <a:lnTo>
                  <a:pt x="730817" y="342603"/>
                </a:lnTo>
                <a:lnTo>
                  <a:pt x="759650" y="338780"/>
                </a:lnTo>
                <a:lnTo>
                  <a:pt x="788453" y="334961"/>
                </a:lnTo>
                <a:lnTo>
                  <a:pt x="817225" y="331146"/>
                </a:lnTo>
                <a:lnTo>
                  <a:pt x="845967" y="327335"/>
                </a:lnTo>
                <a:lnTo>
                  <a:pt x="874679" y="323528"/>
                </a:lnTo>
                <a:lnTo>
                  <a:pt x="903361" y="319725"/>
                </a:lnTo>
                <a:lnTo>
                  <a:pt x="932012" y="315926"/>
                </a:lnTo>
                <a:lnTo>
                  <a:pt x="960634" y="312131"/>
                </a:lnTo>
                <a:lnTo>
                  <a:pt x="989226" y="308340"/>
                </a:lnTo>
                <a:lnTo>
                  <a:pt x="1017788" y="304553"/>
                </a:lnTo>
                <a:lnTo>
                  <a:pt x="1046319" y="300770"/>
                </a:lnTo>
                <a:lnTo>
                  <a:pt x="1074821" y="296991"/>
                </a:lnTo>
                <a:lnTo>
                  <a:pt x="1103294" y="293216"/>
                </a:lnTo>
                <a:lnTo>
                  <a:pt x="1131736" y="289444"/>
                </a:lnTo>
                <a:lnTo>
                  <a:pt x="1160149" y="285677"/>
                </a:lnTo>
                <a:lnTo>
                  <a:pt x="1188532" y="281914"/>
                </a:lnTo>
                <a:lnTo>
                  <a:pt x="1216886" y="278154"/>
                </a:lnTo>
                <a:lnTo>
                  <a:pt x="1245209" y="274399"/>
                </a:lnTo>
                <a:lnTo>
                  <a:pt x="1273504" y="270647"/>
                </a:lnTo>
                <a:lnTo>
                  <a:pt x="1301769" y="266899"/>
                </a:lnTo>
                <a:lnTo>
                  <a:pt x="1330004" y="263155"/>
                </a:lnTo>
                <a:lnTo>
                  <a:pt x="1358210" y="259416"/>
                </a:lnTo>
                <a:lnTo>
                  <a:pt x="1386387" y="255679"/>
                </a:lnTo>
                <a:lnTo>
                  <a:pt x="1414535" y="251947"/>
                </a:lnTo>
                <a:lnTo>
                  <a:pt x="1442653" y="248219"/>
                </a:lnTo>
                <a:lnTo>
                  <a:pt x="1470742" y="244495"/>
                </a:lnTo>
                <a:lnTo>
                  <a:pt x="1498802" y="240774"/>
                </a:lnTo>
                <a:lnTo>
                  <a:pt x="1526833" y="237057"/>
                </a:lnTo>
                <a:lnTo>
                  <a:pt x="1554834" y="233345"/>
                </a:lnTo>
                <a:lnTo>
                  <a:pt x="1582807" y="229636"/>
                </a:lnTo>
                <a:lnTo>
                  <a:pt x="1610751" y="225931"/>
                </a:lnTo>
                <a:lnTo>
                  <a:pt x="1638666" y="222229"/>
                </a:lnTo>
                <a:lnTo>
                  <a:pt x="1666552" y="218532"/>
                </a:lnTo>
                <a:lnTo>
                  <a:pt x="1694409" y="214838"/>
                </a:lnTo>
                <a:lnTo>
                  <a:pt x="1722237" y="211148"/>
                </a:lnTo>
                <a:lnTo>
                  <a:pt x="1750037" y="207462"/>
                </a:lnTo>
                <a:lnTo>
                  <a:pt x="1777808" y="203780"/>
                </a:lnTo>
                <a:lnTo>
                  <a:pt x="1805550" y="200102"/>
                </a:lnTo>
                <a:lnTo>
                  <a:pt x="1833263" y="196427"/>
                </a:lnTo>
                <a:lnTo>
                  <a:pt x="1860948" y="192756"/>
                </a:lnTo>
                <a:lnTo>
                  <a:pt x="1888605" y="189089"/>
                </a:lnTo>
                <a:lnTo>
                  <a:pt x="1916233" y="185426"/>
                </a:lnTo>
                <a:lnTo>
                  <a:pt x="1943832" y="181767"/>
                </a:lnTo>
                <a:lnTo>
                  <a:pt x="1971404" y="178111"/>
                </a:lnTo>
                <a:lnTo>
                  <a:pt x="1998946" y="174459"/>
                </a:lnTo>
                <a:lnTo>
                  <a:pt x="2026461" y="170811"/>
                </a:lnTo>
                <a:lnTo>
                  <a:pt x="2053947" y="167166"/>
                </a:lnTo>
                <a:lnTo>
                  <a:pt x="2081405" y="163525"/>
                </a:lnTo>
                <a:lnTo>
                  <a:pt x="2108835" y="159888"/>
                </a:lnTo>
                <a:lnTo>
                  <a:pt x="2136237" y="156255"/>
                </a:lnTo>
                <a:lnTo>
                  <a:pt x="2163610" y="152626"/>
                </a:lnTo>
                <a:lnTo>
                  <a:pt x="2190956" y="149000"/>
                </a:lnTo>
                <a:lnTo>
                  <a:pt x="2218274" y="145378"/>
                </a:lnTo>
                <a:lnTo>
                  <a:pt x="2245563" y="141759"/>
                </a:lnTo>
                <a:lnTo>
                  <a:pt x="2272825" y="138145"/>
                </a:lnTo>
                <a:lnTo>
                  <a:pt x="2300059" y="134534"/>
                </a:lnTo>
                <a:lnTo>
                  <a:pt x="2327265" y="130926"/>
                </a:lnTo>
                <a:lnTo>
                  <a:pt x="2354443" y="127323"/>
                </a:lnTo>
                <a:lnTo>
                  <a:pt x="2381593" y="123723"/>
                </a:lnTo>
                <a:lnTo>
                  <a:pt x="2408716" y="120127"/>
                </a:lnTo>
                <a:lnTo>
                  <a:pt x="2435811" y="116534"/>
                </a:lnTo>
                <a:lnTo>
                  <a:pt x="2462879" y="112945"/>
                </a:lnTo>
                <a:lnTo>
                  <a:pt x="2489919" y="109360"/>
                </a:lnTo>
                <a:lnTo>
                  <a:pt x="2516931" y="105778"/>
                </a:lnTo>
                <a:lnTo>
                  <a:pt x="2543916" y="102200"/>
                </a:lnTo>
                <a:lnTo>
                  <a:pt x="2570873" y="98626"/>
                </a:lnTo>
                <a:lnTo>
                  <a:pt x="2597803" y="95055"/>
                </a:lnTo>
                <a:lnTo>
                  <a:pt x="2624706" y="91488"/>
                </a:lnTo>
                <a:lnTo>
                  <a:pt x="2651581" y="87924"/>
                </a:lnTo>
                <a:lnTo>
                  <a:pt x="2678429" y="84365"/>
                </a:lnTo>
                <a:lnTo>
                  <a:pt x="2705250" y="80808"/>
                </a:lnTo>
                <a:lnTo>
                  <a:pt x="2732044" y="77256"/>
                </a:lnTo>
                <a:lnTo>
                  <a:pt x="2758810" y="73707"/>
                </a:lnTo>
                <a:lnTo>
                  <a:pt x="2785550" y="70161"/>
                </a:lnTo>
                <a:lnTo>
                  <a:pt x="2812262" y="66619"/>
                </a:lnTo>
                <a:lnTo>
                  <a:pt x="2838947" y="63081"/>
                </a:lnTo>
                <a:lnTo>
                  <a:pt x="2865605" y="59547"/>
                </a:lnTo>
                <a:lnTo>
                  <a:pt x="2892237" y="56015"/>
                </a:lnTo>
                <a:lnTo>
                  <a:pt x="2918841" y="52488"/>
                </a:lnTo>
                <a:lnTo>
                  <a:pt x="2945418" y="48964"/>
                </a:lnTo>
                <a:lnTo>
                  <a:pt x="2971969" y="45444"/>
                </a:lnTo>
                <a:lnTo>
                  <a:pt x="2998493" y="41927"/>
                </a:lnTo>
                <a:lnTo>
                  <a:pt x="3024990" y="38413"/>
                </a:lnTo>
                <a:lnTo>
                  <a:pt x="3051460" y="34904"/>
                </a:lnTo>
                <a:lnTo>
                  <a:pt x="3077904" y="31397"/>
                </a:lnTo>
                <a:lnTo>
                  <a:pt x="3104321" y="27895"/>
                </a:lnTo>
                <a:lnTo>
                  <a:pt x="3130712" y="24395"/>
                </a:lnTo>
                <a:lnTo>
                  <a:pt x="3157076" y="20900"/>
                </a:lnTo>
                <a:lnTo>
                  <a:pt x="3183413" y="17408"/>
                </a:lnTo>
                <a:lnTo>
                  <a:pt x="3209724" y="13919"/>
                </a:lnTo>
                <a:lnTo>
                  <a:pt x="3236008" y="10434"/>
                </a:lnTo>
                <a:lnTo>
                  <a:pt x="3262267" y="6952"/>
                </a:lnTo>
                <a:lnTo>
                  <a:pt x="3288498" y="3474"/>
                </a:lnTo>
                <a:lnTo>
                  <a:pt x="3314704" y="0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20" name="Shape 20"/>
          <p:cNvSpPr/>
          <p:nvPr/>
        </p:nvSpPr>
        <p:spPr>
          <a:xfrm>
            <a:off x="3346149" y="1198185"/>
            <a:ext cx="602242" cy="2568339"/>
          </a:xfrm>
          <a:custGeom>
            <a:avLst/>
            <a:gdLst/>
            <a:ahLst/>
            <a:cxnLst/>
            <a:rect l="0" t="0" r="r" b="b"/>
            <a:pathLst>
              <a:path w="602242" h="2568339" fill="none">
                <a:moveTo>
                  <a:pt x="0" y="0"/>
                </a:moveTo>
                <a:lnTo>
                  <a:pt x="3566" y="15209"/>
                </a:lnTo>
                <a:lnTo>
                  <a:pt x="7150" y="30495"/>
                </a:lnTo>
                <a:lnTo>
                  <a:pt x="10753" y="45858"/>
                </a:lnTo>
                <a:lnTo>
                  <a:pt x="14373" y="61298"/>
                </a:lnTo>
                <a:lnTo>
                  <a:pt x="18012" y="76816"/>
                </a:lnTo>
                <a:lnTo>
                  <a:pt x="21669" y="92413"/>
                </a:lnTo>
                <a:lnTo>
                  <a:pt x="25345" y="108089"/>
                </a:lnTo>
                <a:lnTo>
                  <a:pt x="29040" y="123846"/>
                </a:lnTo>
                <a:lnTo>
                  <a:pt x="32753" y="139682"/>
                </a:lnTo>
                <a:lnTo>
                  <a:pt x="36486" y="155600"/>
                </a:lnTo>
                <a:lnTo>
                  <a:pt x="40237" y="171599"/>
                </a:lnTo>
                <a:lnTo>
                  <a:pt x="44008" y="187681"/>
                </a:lnTo>
                <a:lnTo>
                  <a:pt x="47799" y="203845"/>
                </a:lnTo>
                <a:lnTo>
                  <a:pt x="51609" y="220094"/>
                </a:lnTo>
                <a:lnTo>
                  <a:pt x="55439" y="236426"/>
                </a:lnTo>
                <a:lnTo>
                  <a:pt x="59288" y="252844"/>
                </a:lnTo>
                <a:lnTo>
                  <a:pt x="63158" y="269347"/>
                </a:lnTo>
                <a:lnTo>
                  <a:pt x="67048" y="285936"/>
                </a:lnTo>
                <a:lnTo>
                  <a:pt x="70958" y="302612"/>
                </a:lnTo>
                <a:lnTo>
                  <a:pt x="74889" y="319376"/>
                </a:lnTo>
                <a:lnTo>
                  <a:pt x="78841" y="336229"/>
                </a:lnTo>
                <a:lnTo>
                  <a:pt x="82813" y="353170"/>
                </a:lnTo>
                <a:lnTo>
                  <a:pt x="86807" y="370201"/>
                </a:lnTo>
                <a:lnTo>
                  <a:pt x="90822" y="387322"/>
                </a:lnTo>
                <a:lnTo>
                  <a:pt x="94858" y="404535"/>
                </a:lnTo>
                <a:lnTo>
                  <a:pt x="98916" y="421839"/>
                </a:lnTo>
                <a:lnTo>
                  <a:pt x="102995" y="439236"/>
                </a:lnTo>
                <a:lnTo>
                  <a:pt x="107096" y="456727"/>
                </a:lnTo>
                <a:lnTo>
                  <a:pt x="111220" y="474312"/>
                </a:lnTo>
                <a:lnTo>
                  <a:pt x="115365" y="491991"/>
                </a:lnTo>
                <a:lnTo>
                  <a:pt x="119533" y="509766"/>
                </a:lnTo>
                <a:lnTo>
                  <a:pt x="123724" y="527638"/>
                </a:lnTo>
                <a:lnTo>
                  <a:pt x="127937" y="545607"/>
                </a:lnTo>
                <a:lnTo>
                  <a:pt x="132174" y="563674"/>
                </a:lnTo>
                <a:lnTo>
                  <a:pt x="136434" y="581839"/>
                </a:lnTo>
                <a:lnTo>
                  <a:pt x="140717" y="600105"/>
                </a:lnTo>
                <a:lnTo>
                  <a:pt x="145023" y="618471"/>
                </a:lnTo>
                <a:lnTo>
                  <a:pt x="149353" y="636938"/>
                </a:lnTo>
                <a:lnTo>
                  <a:pt x="153708" y="655507"/>
                </a:lnTo>
                <a:lnTo>
                  <a:pt x="158086" y="674179"/>
                </a:lnTo>
                <a:lnTo>
                  <a:pt x="162489" y="692955"/>
                </a:lnTo>
                <a:lnTo>
                  <a:pt x="166916" y="711836"/>
                </a:lnTo>
                <a:lnTo>
                  <a:pt x="171368" y="730823"/>
                </a:lnTo>
                <a:lnTo>
                  <a:pt x="175845" y="749916"/>
                </a:lnTo>
                <a:lnTo>
                  <a:pt x="180347" y="769116"/>
                </a:lnTo>
                <a:lnTo>
                  <a:pt x="184875" y="788425"/>
                </a:lnTo>
                <a:lnTo>
                  <a:pt x="189428" y="807842"/>
                </a:lnTo>
                <a:lnTo>
                  <a:pt x="194007" y="827370"/>
                </a:lnTo>
                <a:lnTo>
                  <a:pt x="198612" y="847009"/>
                </a:lnTo>
                <a:lnTo>
                  <a:pt x="203244" y="866760"/>
                </a:lnTo>
                <a:lnTo>
                  <a:pt x="207902" y="886624"/>
                </a:lnTo>
                <a:lnTo>
                  <a:pt x="212586" y="906602"/>
                </a:lnTo>
                <a:lnTo>
                  <a:pt x="217298" y="926695"/>
                </a:lnTo>
                <a:lnTo>
                  <a:pt x="222037" y="946904"/>
                </a:lnTo>
                <a:lnTo>
                  <a:pt x="226803" y="967230"/>
                </a:lnTo>
                <a:lnTo>
                  <a:pt x="231596" y="987674"/>
                </a:lnTo>
                <a:lnTo>
                  <a:pt x="236418" y="1008236"/>
                </a:lnTo>
                <a:lnTo>
                  <a:pt x="241268" y="1028919"/>
                </a:lnTo>
                <a:lnTo>
                  <a:pt x="246146" y="1049723"/>
                </a:lnTo>
                <a:lnTo>
                  <a:pt x="251053" y="1070649"/>
                </a:lnTo>
                <a:lnTo>
                  <a:pt x="255989" y="1091698"/>
                </a:lnTo>
                <a:lnTo>
                  <a:pt x="260954" y="1112872"/>
                </a:lnTo>
                <a:lnTo>
                  <a:pt x="265948" y="1134171"/>
                </a:lnTo>
                <a:lnTo>
                  <a:pt x="270972" y="1155597"/>
                </a:lnTo>
                <a:lnTo>
                  <a:pt x="276026" y="1177150"/>
                </a:lnTo>
                <a:lnTo>
                  <a:pt x="281110" y="1198832"/>
                </a:lnTo>
                <a:lnTo>
                  <a:pt x="286225" y="1220644"/>
                </a:lnTo>
                <a:lnTo>
                  <a:pt x="291371" y="1242587"/>
                </a:lnTo>
                <a:lnTo>
                  <a:pt x="296547" y="1264663"/>
                </a:lnTo>
                <a:lnTo>
                  <a:pt x="301755" y="1286872"/>
                </a:lnTo>
                <a:lnTo>
                  <a:pt x="306994" y="1309216"/>
                </a:lnTo>
                <a:lnTo>
                  <a:pt x="312265" y="1331696"/>
                </a:lnTo>
                <a:lnTo>
                  <a:pt x="317569" y="1354313"/>
                </a:lnTo>
                <a:lnTo>
                  <a:pt x="322905" y="1377069"/>
                </a:lnTo>
                <a:lnTo>
                  <a:pt x="328273" y="1399964"/>
                </a:lnTo>
                <a:lnTo>
                  <a:pt x="333675" y="1423001"/>
                </a:lnTo>
                <a:lnTo>
                  <a:pt x="339110" y="1446179"/>
                </a:lnTo>
                <a:lnTo>
                  <a:pt x="344579" y="1469502"/>
                </a:lnTo>
                <a:lnTo>
                  <a:pt x="350082" y="1492969"/>
                </a:lnTo>
                <a:lnTo>
                  <a:pt x="355619" y="1516583"/>
                </a:lnTo>
                <a:lnTo>
                  <a:pt x="361191" y="1540345"/>
                </a:lnTo>
                <a:lnTo>
                  <a:pt x="366798" y="1564256"/>
                </a:lnTo>
                <a:lnTo>
                  <a:pt x="372440" y="1588317"/>
                </a:lnTo>
                <a:lnTo>
                  <a:pt x="378118" y="1612531"/>
                </a:lnTo>
                <a:lnTo>
                  <a:pt x="383831" y="1636898"/>
                </a:lnTo>
                <a:lnTo>
                  <a:pt x="389581" y="1661420"/>
                </a:lnTo>
                <a:lnTo>
                  <a:pt x="395368" y="1686098"/>
                </a:lnTo>
                <a:lnTo>
                  <a:pt x="401192" y="1710934"/>
                </a:lnTo>
                <a:lnTo>
                  <a:pt x="407053" y="1735929"/>
                </a:lnTo>
                <a:lnTo>
                  <a:pt x="412952" y="1761086"/>
                </a:lnTo>
                <a:lnTo>
                  <a:pt x="418889" y="1786405"/>
                </a:lnTo>
                <a:lnTo>
                  <a:pt x="424864" y="1811888"/>
                </a:lnTo>
                <a:lnTo>
                  <a:pt x="430878" y="1837536"/>
                </a:lnTo>
                <a:lnTo>
                  <a:pt x="436932" y="1863352"/>
                </a:lnTo>
                <a:lnTo>
                  <a:pt x="443025" y="1889337"/>
                </a:lnTo>
                <a:lnTo>
                  <a:pt x="449158" y="1915493"/>
                </a:lnTo>
                <a:lnTo>
                  <a:pt x="455332" y="1941820"/>
                </a:lnTo>
                <a:lnTo>
                  <a:pt x="461546" y="1968322"/>
                </a:lnTo>
                <a:lnTo>
                  <a:pt x="467802" y="1995000"/>
                </a:lnTo>
                <a:lnTo>
                  <a:pt x="474099" y="2021855"/>
                </a:lnTo>
                <a:lnTo>
                  <a:pt x="480438" y="2048889"/>
                </a:lnTo>
                <a:lnTo>
                  <a:pt x="486820" y="2076105"/>
                </a:lnTo>
                <a:lnTo>
                  <a:pt x="493244" y="2103503"/>
                </a:lnTo>
                <a:lnTo>
                  <a:pt x="499712" y="2131086"/>
                </a:lnTo>
                <a:lnTo>
                  <a:pt x="506224" y="2158856"/>
                </a:lnTo>
                <a:lnTo>
                  <a:pt x="512780" y="2186814"/>
                </a:lnTo>
                <a:lnTo>
                  <a:pt x="519380" y="2214962"/>
                </a:lnTo>
                <a:lnTo>
                  <a:pt x="526026" y="2243303"/>
                </a:lnTo>
                <a:lnTo>
                  <a:pt x="532717" y="2271839"/>
                </a:lnTo>
                <a:lnTo>
                  <a:pt x="539454" y="2300571"/>
                </a:lnTo>
                <a:lnTo>
                  <a:pt x="546238" y="2329501"/>
                </a:lnTo>
                <a:lnTo>
                  <a:pt x="553069" y="2358631"/>
                </a:lnTo>
                <a:lnTo>
                  <a:pt x="559947" y="2387965"/>
                </a:lnTo>
                <a:lnTo>
                  <a:pt x="566873" y="2417503"/>
                </a:lnTo>
                <a:lnTo>
                  <a:pt x="573848" y="2447247"/>
                </a:lnTo>
                <a:lnTo>
                  <a:pt x="580872" y="2477201"/>
                </a:lnTo>
                <a:lnTo>
                  <a:pt x="587945" y="2507366"/>
                </a:lnTo>
                <a:lnTo>
                  <a:pt x="595068" y="2537745"/>
                </a:lnTo>
                <a:lnTo>
                  <a:pt x="602242" y="2568339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21" name="Shape 21"/>
          <p:cNvSpPr/>
          <p:nvPr/>
        </p:nvSpPr>
        <p:spPr>
          <a:xfrm>
            <a:off x="1946751" y="2356514"/>
            <a:ext cx="3343576" cy="464044"/>
          </a:xfrm>
          <a:custGeom>
            <a:avLst/>
            <a:gdLst/>
            <a:ahLst/>
            <a:cxnLst/>
            <a:rect l="0" t="0" r="r" b="b"/>
            <a:pathLst>
              <a:path w="3343576" h="464044" fill="none">
                <a:moveTo>
                  <a:pt x="0" y="464044"/>
                </a:moveTo>
                <a:lnTo>
                  <a:pt x="30921" y="459752"/>
                </a:lnTo>
                <a:lnTo>
                  <a:pt x="61809" y="455466"/>
                </a:lnTo>
                <a:lnTo>
                  <a:pt x="92662" y="451184"/>
                </a:lnTo>
                <a:lnTo>
                  <a:pt x="123480" y="446906"/>
                </a:lnTo>
                <a:lnTo>
                  <a:pt x="154265" y="442634"/>
                </a:lnTo>
                <a:lnTo>
                  <a:pt x="185015" y="438366"/>
                </a:lnTo>
                <a:lnTo>
                  <a:pt x="215731" y="434103"/>
                </a:lnTo>
                <a:lnTo>
                  <a:pt x="246413" y="429845"/>
                </a:lnTo>
                <a:lnTo>
                  <a:pt x="277061" y="425592"/>
                </a:lnTo>
                <a:lnTo>
                  <a:pt x="307675" y="421343"/>
                </a:lnTo>
                <a:lnTo>
                  <a:pt x="338254" y="417099"/>
                </a:lnTo>
                <a:lnTo>
                  <a:pt x="368800" y="412859"/>
                </a:lnTo>
                <a:lnTo>
                  <a:pt x="399313" y="408625"/>
                </a:lnTo>
                <a:lnTo>
                  <a:pt x="429791" y="404395"/>
                </a:lnTo>
                <a:lnTo>
                  <a:pt x="460236" y="400169"/>
                </a:lnTo>
                <a:lnTo>
                  <a:pt x="490647" y="395949"/>
                </a:lnTo>
                <a:lnTo>
                  <a:pt x="521025" y="391733"/>
                </a:lnTo>
                <a:lnTo>
                  <a:pt x="551368" y="387521"/>
                </a:lnTo>
                <a:lnTo>
                  <a:pt x="581679" y="383315"/>
                </a:lnTo>
                <a:lnTo>
                  <a:pt x="611956" y="379112"/>
                </a:lnTo>
                <a:lnTo>
                  <a:pt x="642200" y="374915"/>
                </a:lnTo>
                <a:lnTo>
                  <a:pt x="672410" y="370722"/>
                </a:lnTo>
                <a:lnTo>
                  <a:pt x="702587" y="366534"/>
                </a:lnTo>
                <a:lnTo>
                  <a:pt x="732731" y="362350"/>
                </a:lnTo>
                <a:lnTo>
                  <a:pt x="762842" y="358172"/>
                </a:lnTo>
                <a:lnTo>
                  <a:pt x="792919" y="353997"/>
                </a:lnTo>
                <a:lnTo>
                  <a:pt x="822964" y="349827"/>
                </a:lnTo>
                <a:lnTo>
                  <a:pt x="852975" y="345662"/>
                </a:lnTo>
                <a:lnTo>
                  <a:pt x="882954" y="341502"/>
                </a:lnTo>
                <a:lnTo>
                  <a:pt x="912900" y="337345"/>
                </a:lnTo>
                <a:lnTo>
                  <a:pt x="942813" y="333194"/>
                </a:lnTo>
                <a:lnTo>
                  <a:pt x="972693" y="329047"/>
                </a:lnTo>
                <a:lnTo>
                  <a:pt x="1002540" y="324905"/>
                </a:lnTo>
                <a:lnTo>
                  <a:pt x="1032355" y="320767"/>
                </a:lnTo>
                <a:lnTo>
                  <a:pt x="1062137" y="316633"/>
                </a:lnTo>
                <a:lnTo>
                  <a:pt x="1091887" y="312504"/>
                </a:lnTo>
                <a:lnTo>
                  <a:pt x="1121604" y="308380"/>
                </a:lnTo>
                <a:lnTo>
                  <a:pt x="1151288" y="304260"/>
                </a:lnTo>
                <a:lnTo>
                  <a:pt x="1180940" y="300145"/>
                </a:lnTo>
                <a:lnTo>
                  <a:pt x="1210560" y="296034"/>
                </a:lnTo>
                <a:lnTo>
                  <a:pt x="1240148" y="291928"/>
                </a:lnTo>
                <a:lnTo>
                  <a:pt x="1269703" y="287826"/>
                </a:lnTo>
                <a:lnTo>
                  <a:pt x="1299226" y="283728"/>
                </a:lnTo>
                <a:lnTo>
                  <a:pt x="1328717" y="279635"/>
                </a:lnTo>
                <a:lnTo>
                  <a:pt x="1358176" y="275547"/>
                </a:lnTo>
                <a:lnTo>
                  <a:pt x="1387603" y="271463"/>
                </a:lnTo>
                <a:lnTo>
                  <a:pt x="1416998" y="267383"/>
                </a:lnTo>
                <a:lnTo>
                  <a:pt x="1446361" y="263308"/>
                </a:lnTo>
                <a:lnTo>
                  <a:pt x="1475692" y="259237"/>
                </a:lnTo>
                <a:lnTo>
                  <a:pt x="1504991" y="255171"/>
                </a:lnTo>
                <a:lnTo>
                  <a:pt x="1534259" y="251109"/>
                </a:lnTo>
                <a:lnTo>
                  <a:pt x="1563495" y="247051"/>
                </a:lnTo>
                <a:lnTo>
                  <a:pt x="1592699" y="242998"/>
                </a:lnTo>
                <a:lnTo>
                  <a:pt x="1621871" y="238950"/>
                </a:lnTo>
                <a:lnTo>
                  <a:pt x="1651012" y="234905"/>
                </a:lnTo>
                <a:lnTo>
                  <a:pt x="1680121" y="230865"/>
                </a:lnTo>
                <a:lnTo>
                  <a:pt x="1709199" y="226830"/>
                </a:lnTo>
                <a:lnTo>
                  <a:pt x="1738246" y="222798"/>
                </a:lnTo>
                <a:lnTo>
                  <a:pt x="1767261" y="218771"/>
                </a:lnTo>
                <a:lnTo>
                  <a:pt x="1796245" y="214749"/>
                </a:lnTo>
                <a:lnTo>
                  <a:pt x="1825197" y="210730"/>
                </a:lnTo>
                <a:lnTo>
                  <a:pt x="1854119" y="206717"/>
                </a:lnTo>
                <a:lnTo>
                  <a:pt x="1883009" y="202707"/>
                </a:lnTo>
                <a:lnTo>
                  <a:pt x="1911868" y="198702"/>
                </a:lnTo>
                <a:lnTo>
                  <a:pt x="1940696" y="194701"/>
                </a:lnTo>
                <a:lnTo>
                  <a:pt x="1969493" y="190704"/>
                </a:lnTo>
                <a:lnTo>
                  <a:pt x="1998259" y="186712"/>
                </a:lnTo>
                <a:lnTo>
                  <a:pt x="2026994" y="182724"/>
                </a:lnTo>
                <a:lnTo>
                  <a:pt x="2055699" y="178740"/>
                </a:lnTo>
                <a:lnTo>
                  <a:pt x="2084372" y="174760"/>
                </a:lnTo>
                <a:lnTo>
                  <a:pt x="2113015" y="170785"/>
                </a:lnTo>
                <a:lnTo>
                  <a:pt x="2141627" y="166814"/>
                </a:lnTo>
                <a:lnTo>
                  <a:pt x="2170208" y="162848"/>
                </a:lnTo>
                <a:lnTo>
                  <a:pt x="2198759" y="158885"/>
                </a:lnTo>
                <a:lnTo>
                  <a:pt x="2227279" y="154927"/>
                </a:lnTo>
                <a:lnTo>
                  <a:pt x="2255769" y="150973"/>
                </a:lnTo>
                <a:lnTo>
                  <a:pt x="2284228" y="147023"/>
                </a:lnTo>
                <a:lnTo>
                  <a:pt x="2312657" y="143078"/>
                </a:lnTo>
                <a:lnTo>
                  <a:pt x="2341055" y="139136"/>
                </a:lnTo>
                <a:lnTo>
                  <a:pt x="2369423" y="135199"/>
                </a:lnTo>
                <a:lnTo>
                  <a:pt x="2397761" y="131266"/>
                </a:lnTo>
                <a:lnTo>
                  <a:pt x="2426069" y="127337"/>
                </a:lnTo>
                <a:lnTo>
                  <a:pt x="2454346" y="123413"/>
                </a:lnTo>
                <a:lnTo>
                  <a:pt x="2482594" y="119493"/>
                </a:lnTo>
                <a:lnTo>
                  <a:pt x="2510811" y="115576"/>
                </a:lnTo>
                <a:lnTo>
                  <a:pt x="2538998" y="111664"/>
                </a:lnTo>
                <a:lnTo>
                  <a:pt x="2567155" y="107757"/>
                </a:lnTo>
                <a:lnTo>
                  <a:pt x="2595283" y="103853"/>
                </a:lnTo>
                <a:lnTo>
                  <a:pt x="2623380" y="99953"/>
                </a:lnTo>
                <a:lnTo>
                  <a:pt x="2651447" y="96058"/>
                </a:lnTo>
                <a:lnTo>
                  <a:pt x="2679485" y="92167"/>
                </a:lnTo>
                <a:lnTo>
                  <a:pt x="2707493" y="88279"/>
                </a:lnTo>
                <a:lnTo>
                  <a:pt x="2735472" y="84396"/>
                </a:lnTo>
                <a:lnTo>
                  <a:pt x="2763420" y="80517"/>
                </a:lnTo>
                <a:lnTo>
                  <a:pt x="2791339" y="76643"/>
                </a:lnTo>
                <a:lnTo>
                  <a:pt x="2819229" y="72772"/>
                </a:lnTo>
                <a:lnTo>
                  <a:pt x="2847089" y="68905"/>
                </a:lnTo>
                <a:lnTo>
                  <a:pt x="2874919" y="65043"/>
                </a:lnTo>
                <a:lnTo>
                  <a:pt x="2902721" y="61184"/>
                </a:lnTo>
                <a:lnTo>
                  <a:pt x="2930492" y="57330"/>
                </a:lnTo>
                <a:lnTo>
                  <a:pt x="2958235" y="53480"/>
                </a:lnTo>
                <a:lnTo>
                  <a:pt x="2985948" y="49634"/>
                </a:lnTo>
                <a:lnTo>
                  <a:pt x="3013632" y="45791"/>
                </a:lnTo>
                <a:lnTo>
                  <a:pt x="3041287" y="41953"/>
                </a:lnTo>
                <a:lnTo>
                  <a:pt x="3068912" y="38119"/>
                </a:lnTo>
                <a:lnTo>
                  <a:pt x="3096509" y="34289"/>
                </a:lnTo>
                <a:lnTo>
                  <a:pt x="3124076" y="30463"/>
                </a:lnTo>
                <a:lnTo>
                  <a:pt x="3151615" y="26641"/>
                </a:lnTo>
                <a:lnTo>
                  <a:pt x="3179124" y="22823"/>
                </a:lnTo>
                <a:lnTo>
                  <a:pt x="3206605" y="19009"/>
                </a:lnTo>
                <a:lnTo>
                  <a:pt x="3234057" y="15199"/>
                </a:lnTo>
                <a:lnTo>
                  <a:pt x="3261480" y="11393"/>
                </a:lnTo>
                <a:lnTo>
                  <a:pt x="3288874" y="7591"/>
                </a:lnTo>
                <a:lnTo>
                  <a:pt x="3316239" y="3793"/>
                </a:lnTo>
                <a:lnTo>
                  <a:pt x="3343576" y="0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22" name="Shape 22"/>
          <p:cNvSpPr/>
          <p:nvPr/>
        </p:nvSpPr>
        <p:spPr>
          <a:xfrm>
            <a:off x="3704220" y="1189041"/>
            <a:ext cx="716509" cy="2438412"/>
          </a:xfrm>
          <a:custGeom>
            <a:avLst/>
            <a:gdLst/>
            <a:ahLst/>
            <a:cxnLst/>
            <a:rect l="0" t="0" r="r" b="b"/>
            <a:pathLst>
              <a:path w="716509" h="2438412" fill="none">
                <a:moveTo>
                  <a:pt x="0" y="0"/>
                </a:moveTo>
                <a:lnTo>
                  <a:pt x="4455" y="15163"/>
                </a:lnTo>
                <a:lnTo>
                  <a:pt x="8933" y="30403"/>
                </a:lnTo>
                <a:lnTo>
                  <a:pt x="13434" y="45719"/>
                </a:lnTo>
                <a:lnTo>
                  <a:pt x="17957" y="61113"/>
                </a:lnTo>
                <a:lnTo>
                  <a:pt x="22503" y="76584"/>
                </a:lnTo>
                <a:lnTo>
                  <a:pt x="27072" y="92133"/>
                </a:lnTo>
                <a:lnTo>
                  <a:pt x="31665" y="107762"/>
                </a:lnTo>
                <a:lnTo>
                  <a:pt x="36280" y="123469"/>
                </a:lnTo>
                <a:lnTo>
                  <a:pt x="40919" y="139257"/>
                </a:lnTo>
                <a:lnTo>
                  <a:pt x="45582" y="155126"/>
                </a:lnTo>
                <a:lnTo>
                  <a:pt x="50269" y="171076"/>
                </a:lnTo>
                <a:lnTo>
                  <a:pt x="54980" y="187108"/>
                </a:lnTo>
                <a:lnTo>
                  <a:pt x="59715" y="203222"/>
                </a:lnTo>
                <a:lnTo>
                  <a:pt x="64475" y="219420"/>
                </a:lnTo>
                <a:lnTo>
                  <a:pt x="69259" y="235702"/>
                </a:lnTo>
                <a:lnTo>
                  <a:pt x="74068" y="252068"/>
                </a:lnTo>
                <a:lnTo>
                  <a:pt x="78902" y="268519"/>
                </a:lnTo>
                <a:lnTo>
                  <a:pt x="83761" y="285056"/>
                </a:lnTo>
                <a:lnTo>
                  <a:pt x="88646" y="301680"/>
                </a:lnTo>
                <a:lnTo>
                  <a:pt x="93556" y="318391"/>
                </a:lnTo>
                <a:lnTo>
                  <a:pt x="98493" y="335190"/>
                </a:lnTo>
                <a:lnTo>
                  <a:pt x="103455" y="352077"/>
                </a:lnTo>
                <a:lnTo>
                  <a:pt x="108443" y="369054"/>
                </a:lnTo>
                <a:lnTo>
                  <a:pt x="113458" y="386121"/>
                </a:lnTo>
                <a:lnTo>
                  <a:pt x="118500" y="403278"/>
                </a:lnTo>
                <a:lnTo>
                  <a:pt x="123568" y="420527"/>
                </a:lnTo>
                <a:lnTo>
                  <a:pt x="128664" y="437868"/>
                </a:lnTo>
                <a:lnTo>
                  <a:pt x="133787" y="455302"/>
                </a:lnTo>
                <a:lnTo>
                  <a:pt x="138937" y="472830"/>
                </a:lnTo>
                <a:lnTo>
                  <a:pt x="144115" y="490452"/>
                </a:lnTo>
                <a:lnTo>
                  <a:pt x="149322" y="508169"/>
                </a:lnTo>
                <a:lnTo>
                  <a:pt x="154556" y="525983"/>
                </a:lnTo>
                <a:lnTo>
                  <a:pt x="159819" y="543893"/>
                </a:lnTo>
                <a:lnTo>
                  <a:pt x="165110" y="561901"/>
                </a:lnTo>
                <a:lnTo>
                  <a:pt x="170430" y="580006"/>
                </a:lnTo>
                <a:lnTo>
                  <a:pt x="175780" y="598212"/>
                </a:lnTo>
                <a:lnTo>
                  <a:pt x="181159" y="616517"/>
                </a:lnTo>
                <a:lnTo>
                  <a:pt x="186567" y="634923"/>
                </a:lnTo>
                <a:lnTo>
                  <a:pt x="192005" y="653430"/>
                </a:lnTo>
                <a:lnTo>
                  <a:pt x="197474" y="672040"/>
                </a:lnTo>
                <a:lnTo>
                  <a:pt x="202973" y="690753"/>
                </a:lnTo>
                <a:lnTo>
                  <a:pt x="208502" y="709571"/>
                </a:lnTo>
                <a:lnTo>
                  <a:pt x="214062" y="728494"/>
                </a:lnTo>
                <a:lnTo>
                  <a:pt x="219654" y="747522"/>
                </a:lnTo>
                <a:lnTo>
                  <a:pt x="225276" y="766657"/>
                </a:lnTo>
                <a:lnTo>
                  <a:pt x="230931" y="785901"/>
                </a:lnTo>
                <a:lnTo>
                  <a:pt x="236617" y="805252"/>
                </a:lnTo>
                <a:lnTo>
                  <a:pt x="242336" y="824714"/>
                </a:lnTo>
                <a:lnTo>
                  <a:pt x="248087" y="844286"/>
                </a:lnTo>
                <a:lnTo>
                  <a:pt x="253871" y="863969"/>
                </a:lnTo>
                <a:lnTo>
                  <a:pt x="259687" y="883765"/>
                </a:lnTo>
                <a:lnTo>
                  <a:pt x="265538" y="903674"/>
                </a:lnTo>
                <a:lnTo>
                  <a:pt x="271421" y="923697"/>
                </a:lnTo>
                <a:lnTo>
                  <a:pt x="277339" y="943836"/>
                </a:lnTo>
                <a:lnTo>
                  <a:pt x="283291" y="964091"/>
                </a:lnTo>
                <a:lnTo>
                  <a:pt x="289277" y="984463"/>
                </a:lnTo>
                <a:lnTo>
                  <a:pt x="295298" y="1004954"/>
                </a:lnTo>
                <a:lnTo>
                  <a:pt x="301354" y="1025564"/>
                </a:lnTo>
                <a:lnTo>
                  <a:pt x="307446" y="1046295"/>
                </a:lnTo>
                <a:lnTo>
                  <a:pt x="313573" y="1067147"/>
                </a:lnTo>
                <a:lnTo>
                  <a:pt x="319736" y="1088122"/>
                </a:lnTo>
                <a:lnTo>
                  <a:pt x="325936" y="1109220"/>
                </a:lnTo>
                <a:lnTo>
                  <a:pt x="332172" y="1130444"/>
                </a:lnTo>
                <a:lnTo>
                  <a:pt x="338446" y="1151793"/>
                </a:lnTo>
                <a:lnTo>
                  <a:pt x="344756" y="1173269"/>
                </a:lnTo>
                <a:lnTo>
                  <a:pt x="351104" y="1194873"/>
                </a:lnTo>
                <a:lnTo>
                  <a:pt x="357491" y="1216607"/>
                </a:lnTo>
                <a:lnTo>
                  <a:pt x="363915" y="1238470"/>
                </a:lnTo>
                <a:lnTo>
                  <a:pt x="370378" y="1260466"/>
                </a:lnTo>
                <a:lnTo>
                  <a:pt x="376881" y="1282594"/>
                </a:lnTo>
                <a:lnTo>
                  <a:pt x="383422" y="1304857"/>
                </a:lnTo>
                <a:lnTo>
                  <a:pt x="390004" y="1327254"/>
                </a:lnTo>
                <a:lnTo>
                  <a:pt x="396625" y="1349789"/>
                </a:lnTo>
                <a:lnTo>
                  <a:pt x="403287" y="1372460"/>
                </a:lnTo>
                <a:lnTo>
                  <a:pt x="409990" y="1395271"/>
                </a:lnTo>
                <a:lnTo>
                  <a:pt x="416734" y="1418223"/>
                </a:lnTo>
                <a:lnTo>
                  <a:pt x="423520" y="1441315"/>
                </a:lnTo>
                <a:lnTo>
                  <a:pt x="430347" y="1464551"/>
                </a:lnTo>
                <a:lnTo>
                  <a:pt x="437217" y="1487931"/>
                </a:lnTo>
                <a:lnTo>
                  <a:pt x="444130" y="1511456"/>
                </a:lnTo>
                <a:lnTo>
                  <a:pt x="451086" y="1535129"/>
                </a:lnTo>
                <a:lnTo>
                  <a:pt x="458086" y="1558949"/>
                </a:lnTo>
                <a:lnTo>
                  <a:pt x="465129" y="1582920"/>
                </a:lnTo>
                <a:lnTo>
                  <a:pt x="472217" y="1607041"/>
                </a:lnTo>
                <a:lnTo>
                  <a:pt x="479350" y="1631315"/>
                </a:lnTo>
                <a:lnTo>
                  <a:pt x="486528" y="1655743"/>
                </a:lnTo>
                <a:lnTo>
                  <a:pt x="493752" y="1680327"/>
                </a:lnTo>
                <a:lnTo>
                  <a:pt x="501021" y="1705067"/>
                </a:lnTo>
                <a:lnTo>
                  <a:pt x="508338" y="1729966"/>
                </a:lnTo>
                <a:lnTo>
                  <a:pt x="515701" y="1755026"/>
                </a:lnTo>
                <a:lnTo>
                  <a:pt x="523112" y="1780246"/>
                </a:lnTo>
                <a:lnTo>
                  <a:pt x="530571" y="1805630"/>
                </a:lnTo>
                <a:lnTo>
                  <a:pt x="538078" y="1831178"/>
                </a:lnTo>
                <a:lnTo>
                  <a:pt x="545634" y="1856893"/>
                </a:lnTo>
                <a:lnTo>
                  <a:pt x="553240" y="1882776"/>
                </a:lnTo>
                <a:lnTo>
                  <a:pt x="560895" y="1908828"/>
                </a:lnTo>
                <a:lnTo>
                  <a:pt x="568601" y="1935052"/>
                </a:lnTo>
                <a:lnTo>
                  <a:pt x="576357" y="1961449"/>
                </a:lnTo>
                <a:lnTo>
                  <a:pt x="584165" y="1988020"/>
                </a:lnTo>
                <a:lnTo>
                  <a:pt x="592024" y="2014767"/>
                </a:lnTo>
                <a:lnTo>
                  <a:pt x="599936" y="2041693"/>
                </a:lnTo>
                <a:lnTo>
                  <a:pt x="607901" y="2068799"/>
                </a:lnTo>
                <a:lnTo>
                  <a:pt x="615920" y="2096087"/>
                </a:lnTo>
                <a:lnTo>
                  <a:pt x="623992" y="2123558"/>
                </a:lnTo>
                <a:lnTo>
                  <a:pt x="632119" y="2151215"/>
                </a:lnTo>
                <a:lnTo>
                  <a:pt x="640300" y="2179059"/>
                </a:lnTo>
                <a:lnTo>
                  <a:pt x="648538" y="2207093"/>
                </a:lnTo>
                <a:lnTo>
                  <a:pt x="656831" y="2235317"/>
                </a:lnTo>
                <a:lnTo>
                  <a:pt x="665182" y="2263735"/>
                </a:lnTo>
                <a:lnTo>
                  <a:pt x="673590" y="2292348"/>
                </a:lnTo>
                <a:lnTo>
                  <a:pt x="682055" y="2321158"/>
                </a:lnTo>
                <a:lnTo>
                  <a:pt x="690579" y="2350168"/>
                </a:lnTo>
                <a:lnTo>
                  <a:pt x="699163" y="2379378"/>
                </a:lnTo>
                <a:lnTo>
                  <a:pt x="707806" y="2408792"/>
                </a:lnTo>
                <a:lnTo>
                  <a:pt x="716509" y="2438412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23" name="Shape 23"/>
          <p:cNvSpPr/>
          <p:nvPr/>
        </p:nvSpPr>
        <p:spPr>
          <a:xfrm>
            <a:off x="2142057" y="2713605"/>
            <a:ext cx="3131400" cy="455896"/>
          </a:xfrm>
          <a:custGeom>
            <a:avLst/>
            <a:gdLst/>
            <a:ahLst/>
            <a:cxnLst/>
            <a:rect l="0" t="0" r="r" b="b"/>
            <a:pathLst>
              <a:path w="3131400" h="455896" fill="none">
                <a:moveTo>
                  <a:pt x="0" y="455896"/>
                </a:moveTo>
                <a:lnTo>
                  <a:pt x="32208" y="451206"/>
                </a:lnTo>
                <a:lnTo>
                  <a:pt x="64379" y="446523"/>
                </a:lnTo>
                <a:lnTo>
                  <a:pt x="96512" y="441844"/>
                </a:lnTo>
                <a:lnTo>
                  <a:pt x="128609" y="437172"/>
                </a:lnTo>
                <a:lnTo>
                  <a:pt x="160667" y="432504"/>
                </a:lnTo>
                <a:lnTo>
                  <a:pt x="192689" y="427842"/>
                </a:lnTo>
                <a:lnTo>
                  <a:pt x="224674" y="423186"/>
                </a:lnTo>
                <a:lnTo>
                  <a:pt x="256621" y="418534"/>
                </a:lnTo>
                <a:lnTo>
                  <a:pt x="288531" y="413889"/>
                </a:lnTo>
                <a:lnTo>
                  <a:pt x="320404" y="409248"/>
                </a:lnTo>
                <a:lnTo>
                  <a:pt x="352241" y="404613"/>
                </a:lnTo>
                <a:lnTo>
                  <a:pt x="384040" y="399984"/>
                </a:lnTo>
                <a:lnTo>
                  <a:pt x="415803" y="395359"/>
                </a:lnTo>
                <a:lnTo>
                  <a:pt x="447529" y="390740"/>
                </a:lnTo>
                <a:lnTo>
                  <a:pt x="479218" y="386127"/>
                </a:lnTo>
                <a:lnTo>
                  <a:pt x="510871" y="381519"/>
                </a:lnTo>
                <a:lnTo>
                  <a:pt x="542487" y="376916"/>
                </a:lnTo>
                <a:lnTo>
                  <a:pt x="574067" y="372318"/>
                </a:lnTo>
                <a:lnTo>
                  <a:pt x="605610" y="367726"/>
                </a:lnTo>
                <a:lnTo>
                  <a:pt x="637117" y="363139"/>
                </a:lnTo>
                <a:lnTo>
                  <a:pt x="668588" y="358557"/>
                </a:lnTo>
                <a:lnTo>
                  <a:pt x="700022" y="353980"/>
                </a:lnTo>
                <a:lnTo>
                  <a:pt x="731420" y="349409"/>
                </a:lnTo>
                <a:lnTo>
                  <a:pt x="762782" y="344843"/>
                </a:lnTo>
                <a:lnTo>
                  <a:pt x="794109" y="340282"/>
                </a:lnTo>
                <a:lnTo>
                  <a:pt x="825399" y="335727"/>
                </a:lnTo>
                <a:lnTo>
                  <a:pt x="856653" y="331177"/>
                </a:lnTo>
                <a:lnTo>
                  <a:pt x="887871" y="326632"/>
                </a:lnTo>
                <a:lnTo>
                  <a:pt x="919054" y="322092"/>
                </a:lnTo>
                <a:lnTo>
                  <a:pt x="950201" y="317557"/>
                </a:lnTo>
                <a:lnTo>
                  <a:pt x="981312" y="313028"/>
                </a:lnTo>
                <a:lnTo>
                  <a:pt x="1012388" y="308503"/>
                </a:lnTo>
                <a:lnTo>
                  <a:pt x="1043428" y="303984"/>
                </a:lnTo>
                <a:lnTo>
                  <a:pt x="1074432" y="299471"/>
                </a:lnTo>
                <a:lnTo>
                  <a:pt x="1105401" y="294962"/>
                </a:lnTo>
                <a:lnTo>
                  <a:pt x="1136335" y="290458"/>
                </a:lnTo>
                <a:lnTo>
                  <a:pt x="1167234" y="285960"/>
                </a:lnTo>
                <a:lnTo>
                  <a:pt x="1198097" y="281466"/>
                </a:lnTo>
                <a:lnTo>
                  <a:pt x="1228925" y="276978"/>
                </a:lnTo>
                <a:lnTo>
                  <a:pt x="1259718" y="272495"/>
                </a:lnTo>
                <a:lnTo>
                  <a:pt x="1290476" y="268017"/>
                </a:lnTo>
                <a:lnTo>
                  <a:pt x="1321199" y="263544"/>
                </a:lnTo>
                <a:lnTo>
                  <a:pt x="1351886" y="259076"/>
                </a:lnTo>
                <a:lnTo>
                  <a:pt x="1382540" y="254614"/>
                </a:lnTo>
                <a:lnTo>
                  <a:pt x="1413158" y="250156"/>
                </a:lnTo>
                <a:lnTo>
                  <a:pt x="1443741" y="245703"/>
                </a:lnTo>
                <a:lnTo>
                  <a:pt x="1474290" y="241256"/>
                </a:lnTo>
                <a:lnTo>
                  <a:pt x="1504804" y="236813"/>
                </a:lnTo>
                <a:lnTo>
                  <a:pt x="1535284" y="232376"/>
                </a:lnTo>
                <a:lnTo>
                  <a:pt x="1565729" y="227943"/>
                </a:lnTo>
                <a:lnTo>
                  <a:pt x="1596139" y="223516"/>
                </a:lnTo>
                <a:lnTo>
                  <a:pt x="1626515" y="219094"/>
                </a:lnTo>
                <a:lnTo>
                  <a:pt x="1656857" y="214676"/>
                </a:lnTo>
                <a:lnTo>
                  <a:pt x="1687165" y="210264"/>
                </a:lnTo>
                <a:lnTo>
                  <a:pt x="1717438" y="205856"/>
                </a:lnTo>
                <a:lnTo>
                  <a:pt x="1747677" y="201454"/>
                </a:lnTo>
                <a:lnTo>
                  <a:pt x="1777882" y="197056"/>
                </a:lnTo>
                <a:lnTo>
                  <a:pt x="1808053" y="192664"/>
                </a:lnTo>
                <a:lnTo>
                  <a:pt x="1838190" y="188276"/>
                </a:lnTo>
                <a:lnTo>
                  <a:pt x="1868293" y="183894"/>
                </a:lnTo>
                <a:lnTo>
                  <a:pt x="1898362" y="179516"/>
                </a:lnTo>
                <a:lnTo>
                  <a:pt x="1928397" y="175143"/>
                </a:lnTo>
                <a:lnTo>
                  <a:pt x="1958398" y="170775"/>
                </a:lnTo>
                <a:lnTo>
                  <a:pt x="1988366" y="166412"/>
                </a:lnTo>
                <a:lnTo>
                  <a:pt x="2018300" y="162054"/>
                </a:lnTo>
                <a:lnTo>
                  <a:pt x="2048200" y="157701"/>
                </a:lnTo>
                <a:lnTo>
                  <a:pt x="2078067" y="153353"/>
                </a:lnTo>
                <a:lnTo>
                  <a:pt x="2107901" y="149009"/>
                </a:lnTo>
                <a:lnTo>
                  <a:pt x="2137701" y="144671"/>
                </a:lnTo>
                <a:lnTo>
                  <a:pt x="2167467" y="140337"/>
                </a:lnTo>
                <a:lnTo>
                  <a:pt x="2197201" y="136008"/>
                </a:lnTo>
                <a:lnTo>
                  <a:pt x="2226901" y="131684"/>
                </a:lnTo>
                <a:lnTo>
                  <a:pt x="2256567" y="127365"/>
                </a:lnTo>
                <a:lnTo>
                  <a:pt x="2286201" y="123051"/>
                </a:lnTo>
                <a:lnTo>
                  <a:pt x="2315802" y="118741"/>
                </a:lnTo>
                <a:lnTo>
                  <a:pt x="2345369" y="114437"/>
                </a:lnTo>
                <a:lnTo>
                  <a:pt x="2374904" y="110137"/>
                </a:lnTo>
                <a:lnTo>
                  <a:pt x="2404405" y="105842"/>
                </a:lnTo>
                <a:lnTo>
                  <a:pt x="2433874" y="101551"/>
                </a:lnTo>
                <a:lnTo>
                  <a:pt x="2463310" y="97266"/>
                </a:lnTo>
                <a:lnTo>
                  <a:pt x="2492713" y="92985"/>
                </a:lnTo>
                <a:lnTo>
                  <a:pt x="2522083" y="88709"/>
                </a:lnTo>
                <a:lnTo>
                  <a:pt x="2551421" y="84438"/>
                </a:lnTo>
                <a:lnTo>
                  <a:pt x="2580726" y="80171"/>
                </a:lnTo>
                <a:lnTo>
                  <a:pt x="2609999" y="75910"/>
                </a:lnTo>
                <a:lnTo>
                  <a:pt x="2639239" y="71653"/>
                </a:lnTo>
                <a:lnTo>
                  <a:pt x="2668446" y="67400"/>
                </a:lnTo>
                <a:lnTo>
                  <a:pt x="2697622" y="63153"/>
                </a:lnTo>
                <a:lnTo>
                  <a:pt x="2726765" y="58910"/>
                </a:lnTo>
                <a:lnTo>
                  <a:pt x="2755875" y="54672"/>
                </a:lnTo>
                <a:lnTo>
                  <a:pt x="2784954" y="50438"/>
                </a:lnTo>
                <a:lnTo>
                  <a:pt x="2814000" y="46209"/>
                </a:lnTo>
                <a:lnTo>
                  <a:pt x="2843014" y="41985"/>
                </a:lnTo>
                <a:lnTo>
                  <a:pt x="2871996" y="37766"/>
                </a:lnTo>
                <a:lnTo>
                  <a:pt x="2900946" y="33551"/>
                </a:lnTo>
                <a:lnTo>
                  <a:pt x="2929864" y="29341"/>
                </a:lnTo>
                <a:lnTo>
                  <a:pt x="2958750" y="25135"/>
                </a:lnTo>
                <a:lnTo>
                  <a:pt x="2987605" y="20934"/>
                </a:lnTo>
                <a:lnTo>
                  <a:pt x="3016427" y="16738"/>
                </a:lnTo>
                <a:lnTo>
                  <a:pt x="3045218" y="12547"/>
                </a:lnTo>
                <a:lnTo>
                  <a:pt x="3073977" y="8360"/>
                </a:lnTo>
                <a:lnTo>
                  <a:pt x="3102704" y="4177"/>
                </a:lnTo>
                <a:lnTo>
                  <a:pt x="3131400" y="0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24" name="Shape 24"/>
          <p:cNvSpPr/>
          <p:nvPr/>
        </p:nvSpPr>
        <p:spPr>
          <a:xfrm>
            <a:off x="4082734" y="1240854"/>
            <a:ext cx="755256" cy="2138336"/>
          </a:xfrm>
          <a:custGeom>
            <a:avLst/>
            <a:gdLst/>
            <a:ahLst/>
            <a:cxnLst/>
            <a:rect l="0" t="0" r="r" b="b"/>
            <a:pathLst>
              <a:path w="755256" h="2138336" fill="none">
                <a:moveTo>
                  <a:pt x="0" y="0"/>
                </a:moveTo>
                <a:lnTo>
                  <a:pt x="5447" y="15424"/>
                </a:lnTo>
                <a:lnTo>
                  <a:pt x="10923" y="30926"/>
                </a:lnTo>
                <a:lnTo>
                  <a:pt x="16426" y="46506"/>
                </a:lnTo>
                <a:lnTo>
                  <a:pt x="21957" y="62166"/>
                </a:lnTo>
                <a:lnTo>
                  <a:pt x="27516" y="77906"/>
                </a:lnTo>
                <a:lnTo>
                  <a:pt x="33103" y="93725"/>
                </a:lnTo>
                <a:lnTo>
                  <a:pt x="38719" y="109626"/>
                </a:lnTo>
                <a:lnTo>
                  <a:pt x="44364" y="125608"/>
                </a:lnTo>
                <a:lnTo>
                  <a:pt x="50038" y="141673"/>
                </a:lnTo>
                <a:lnTo>
                  <a:pt x="55742" y="157820"/>
                </a:lnTo>
                <a:lnTo>
                  <a:pt x="61474" y="174051"/>
                </a:lnTo>
                <a:lnTo>
                  <a:pt x="67237" y="190366"/>
                </a:lnTo>
                <a:lnTo>
                  <a:pt x="73029" y="206766"/>
                </a:lnTo>
                <a:lnTo>
                  <a:pt x="78852" y="223251"/>
                </a:lnTo>
                <a:lnTo>
                  <a:pt x="84705" y="239823"/>
                </a:lnTo>
                <a:lnTo>
                  <a:pt x="90588" y="256481"/>
                </a:lnTo>
                <a:lnTo>
                  <a:pt x="96503" y="273227"/>
                </a:lnTo>
                <a:lnTo>
                  <a:pt x="102449" y="290061"/>
                </a:lnTo>
                <a:lnTo>
                  <a:pt x="108426" y="306983"/>
                </a:lnTo>
                <a:lnTo>
                  <a:pt x="114434" y="323996"/>
                </a:lnTo>
                <a:lnTo>
                  <a:pt x="120475" y="341098"/>
                </a:lnTo>
                <a:lnTo>
                  <a:pt x="126548" y="358292"/>
                </a:lnTo>
                <a:lnTo>
                  <a:pt x="132653" y="375577"/>
                </a:lnTo>
                <a:lnTo>
                  <a:pt x="138791" y="392955"/>
                </a:lnTo>
                <a:lnTo>
                  <a:pt x="144962" y="410426"/>
                </a:lnTo>
                <a:lnTo>
                  <a:pt x="151166" y="427991"/>
                </a:lnTo>
                <a:lnTo>
                  <a:pt x="157403" y="445651"/>
                </a:lnTo>
                <a:lnTo>
                  <a:pt x="163674" y="463407"/>
                </a:lnTo>
                <a:lnTo>
                  <a:pt x="169979" y="481258"/>
                </a:lnTo>
                <a:lnTo>
                  <a:pt x="176319" y="499207"/>
                </a:lnTo>
                <a:lnTo>
                  <a:pt x="182693" y="517253"/>
                </a:lnTo>
                <a:lnTo>
                  <a:pt x="189102" y="535399"/>
                </a:lnTo>
                <a:lnTo>
                  <a:pt x="195545" y="553643"/>
                </a:lnTo>
                <a:lnTo>
                  <a:pt x="202025" y="571988"/>
                </a:lnTo>
                <a:lnTo>
                  <a:pt x="208540" y="590434"/>
                </a:lnTo>
                <a:lnTo>
                  <a:pt x="215091" y="608982"/>
                </a:lnTo>
                <a:lnTo>
                  <a:pt x="221679" y="627633"/>
                </a:lnTo>
                <a:lnTo>
                  <a:pt x="228303" y="646388"/>
                </a:lnTo>
                <a:lnTo>
                  <a:pt x="234964" y="665247"/>
                </a:lnTo>
                <a:lnTo>
                  <a:pt x="241662" y="684211"/>
                </a:lnTo>
                <a:lnTo>
                  <a:pt x="248398" y="703282"/>
                </a:lnTo>
                <a:lnTo>
                  <a:pt x="255171" y="722460"/>
                </a:lnTo>
                <a:lnTo>
                  <a:pt x="261983" y="741746"/>
                </a:lnTo>
                <a:lnTo>
                  <a:pt x="268833" y="761141"/>
                </a:lnTo>
                <a:lnTo>
                  <a:pt x="275723" y="780646"/>
                </a:lnTo>
                <a:lnTo>
                  <a:pt x="282651" y="800262"/>
                </a:lnTo>
                <a:lnTo>
                  <a:pt x="289619" y="819990"/>
                </a:lnTo>
                <a:lnTo>
                  <a:pt x="296626" y="839830"/>
                </a:lnTo>
                <a:lnTo>
                  <a:pt x="303674" y="859785"/>
                </a:lnTo>
                <a:lnTo>
                  <a:pt x="310762" y="879854"/>
                </a:lnTo>
                <a:lnTo>
                  <a:pt x="317892" y="900038"/>
                </a:lnTo>
                <a:lnTo>
                  <a:pt x="325062" y="920340"/>
                </a:lnTo>
                <a:lnTo>
                  <a:pt x="332274" y="940759"/>
                </a:lnTo>
                <a:lnTo>
                  <a:pt x="339528" y="961297"/>
                </a:lnTo>
                <a:lnTo>
                  <a:pt x="346824" y="981955"/>
                </a:lnTo>
                <a:lnTo>
                  <a:pt x="354163" y="1002734"/>
                </a:lnTo>
                <a:lnTo>
                  <a:pt x="361546" y="1023634"/>
                </a:lnTo>
                <a:lnTo>
                  <a:pt x="368971" y="1044658"/>
                </a:lnTo>
                <a:lnTo>
                  <a:pt x="376440" y="1065806"/>
                </a:lnTo>
                <a:lnTo>
                  <a:pt x="383954" y="1087079"/>
                </a:lnTo>
                <a:lnTo>
                  <a:pt x="391512" y="1108478"/>
                </a:lnTo>
                <a:lnTo>
                  <a:pt x="399115" y="1130005"/>
                </a:lnTo>
                <a:lnTo>
                  <a:pt x="406764" y="1151660"/>
                </a:lnTo>
                <a:lnTo>
                  <a:pt x="414458" y="1173445"/>
                </a:lnTo>
                <a:lnTo>
                  <a:pt x="422199" y="1195361"/>
                </a:lnTo>
                <a:lnTo>
                  <a:pt x="429986" y="1217409"/>
                </a:lnTo>
                <a:lnTo>
                  <a:pt x="437821" y="1239590"/>
                </a:lnTo>
                <a:lnTo>
                  <a:pt x="445703" y="1261906"/>
                </a:lnTo>
                <a:lnTo>
                  <a:pt x="453633" y="1284358"/>
                </a:lnTo>
                <a:lnTo>
                  <a:pt x="461611" y="1306947"/>
                </a:lnTo>
                <a:lnTo>
                  <a:pt x="469638" y="1329673"/>
                </a:lnTo>
                <a:lnTo>
                  <a:pt x="477714" y="1352540"/>
                </a:lnTo>
                <a:lnTo>
                  <a:pt x="485840" y="1375547"/>
                </a:lnTo>
                <a:lnTo>
                  <a:pt x="494017" y="1398696"/>
                </a:lnTo>
                <a:lnTo>
                  <a:pt x="502244" y="1421989"/>
                </a:lnTo>
                <a:lnTo>
                  <a:pt x="510522" y="1445426"/>
                </a:lnTo>
                <a:lnTo>
                  <a:pt x="518851" y="1469010"/>
                </a:lnTo>
                <a:lnTo>
                  <a:pt x="527233" y="1492741"/>
                </a:lnTo>
                <a:lnTo>
                  <a:pt x="535667" y="1516620"/>
                </a:lnTo>
                <a:lnTo>
                  <a:pt x="544155" y="1540650"/>
                </a:lnTo>
                <a:lnTo>
                  <a:pt x="552696" y="1564832"/>
                </a:lnTo>
                <a:lnTo>
                  <a:pt x="561291" y="1589167"/>
                </a:lnTo>
                <a:lnTo>
                  <a:pt x="569941" y="1613657"/>
                </a:lnTo>
                <a:lnTo>
                  <a:pt x="578645" y="1638302"/>
                </a:lnTo>
                <a:lnTo>
                  <a:pt x="587406" y="1663106"/>
                </a:lnTo>
                <a:lnTo>
                  <a:pt x="596222" y="1688068"/>
                </a:lnTo>
                <a:lnTo>
                  <a:pt x="605096" y="1713191"/>
                </a:lnTo>
                <a:lnTo>
                  <a:pt x="614026" y="1738476"/>
                </a:lnTo>
                <a:lnTo>
                  <a:pt x="623015" y="1763925"/>
                </a:lnTo>
                <a:lnTo>
                  <a:pt x="632062" y="1789539"/>
                </a:lnTo>
                <a:lnTo>
                  <a:pt x="641168" y="1815320"/>
                </a:lnTo>
                <a:lnTo>
                  <a:pt x="650333" y="1841270"/>
                </a:lnTo>
                <a:lnTo>
                  <a:pt x="659559" y="1867390"/>
                </a:lnTo>
                <a:lnTo>
                  <a:pt x="668845" y="1893682"/>
                </a:lnTo>
                <a:lnTo>
                  <a:pt x="678193" y="1920148"/>
                </a:lnTo>
                <a:lnTo>
                  <a:pt x="687602" y="1946789"/>
                </a:lnTo>
                <a:lnTo>
                  <a:pt x="697074" y="1973607"/>
                </a:lnTo>
                <a:lnTo>
                  <a:pt x="706610" y="2000604"/>
                </a:lnTo>
                <a:lnTo>
                  <a:pt x="716209" y="2027782"/>
                </a:lnTo>
                <a:lnTo>
                  <a:pt x="725872" y="2055142"/>
                </a:lnTo>
                <a:lnTo>
                  <a:pt x="735601" y="2082686"/>
                </a:lnTo>
                <a:lnTo>
                  <a:pt x="745395" y="2110417"/>
                </a:lnTo>
                <a:lnTo>
                  <a:pt x="755256" y="2138336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25" name="Shape 25"/>
          <p:cNvSpPr/>
          <p:nvPr/>
        </p:nvSpPr>
        <p:spPr>
          <a:xfrm>
            <a:off x="2556926" y="3135588"/>
            <a:ext cx="2516202" cy="385208"/>
          </a:xfrm>
          <a:custGeom>
            <a:avLst/>
            <a:gdLst/>
            <a:ahLst/>
            <a:cxnLst/>
            <a:rect l="0" t="0" r="r" b="b"/>
            <a:pathLst>
              <a:path w="2516202" h="385208" fill="none">
                <a:moveTo>
                  <a:pt x="0" y="385208"/>
                </a:moveTo>
                <a:lnTo>
                  <a:pt x="33361" y="380101"/>
                </a:lnTo>
                <a:lnTo>
                  <a:pt x="66681" y="375000"/>
                </a:lnTo>
                <a:lnTo>
                  <a:pt x="99961" y="369905"/>
                </a:lnTo>
                <a:lnTo>
                  <a:pt x="133201" y="364816"/>
                </a:lnTo>
                <a:lnTo>
                  <a:pt x="166400" y="359734"/>
                </a:lnTo>
                <a:lnTo>
                  <a:pt x="199559" y="354657"/>
                </a:lnTo>
                <a:lnTo>
                  <a:pt x="232678" y="349587"/>
                </a:lnTo>
                <a:lnTo>
                  <a:pt x="265757" y="344523"/>
                </a:lnTo>
                <a:lnTo>
                  <a:pt x="298796" y="339465"/>
                </a:lnTo>
                <a:lnTo>
                  <a:pt x="331795" y="334413"/>
                </a:lnTo>
                <a:lnTo>
                  <a:pt x="364754" y="329367"/>
                </a:lnTo>
                <a:lnTo>
                  <a:pt x="397673" y="324328"/>
                </a:lnTo>
                <a:lnTo>
                  <a:pt x="430552" y="319294"/>
                </a:lnTo>
                <a:lnTo>
                  <a:pt x="463392" y="314267"/>
                </a:lnTo>
                <a:lnTo>
                  <a:pt x="496192" y="309245"/>
                </a:lnTo>
                <a:lnTo>
                  <a:pt x="528953" y="304230"/>
                </a:lnTo>
                <a:lnTo>
                  <a:pt x="561674" y="299221"/>
                </a:lnTo>
                <a:lnTo>
                  <a:pt x="594356" y="294217"/>
                </a:lnTo>
                <a:lnTo>
                  <a:pt x="626998" y="289220"/>
                </a:lnTo>
                <a:lnTo>
                  <a:pt x="659602" y="284229"/>
                </a:lnTo>
                <a:lnTo>
                  <a:pt x="692166" y="279244"/>
                </a:lnTo>
                <a:lnTo>
                  <a:pt x="724691" y="274264"/>
                </a:lnTo>
                <a:lnTo>
                  <a:pt x="757177" y="269291"/>
                </a:lnTo>
                <a:lnTo>
                  <a:pt x="789624" y="264324"/>
                </a:lnTo>
                <a:lnTo>
                  <a:pt x="822032" y="259362"/>
                </a:lnTo>
                <a:lnTo>
                  <a:pt x="854401" y="254407"/>
                </a:lnTo>
                <a:lnTo>
                  <a:pt x="886732" y="249457"/>
                </a:lnTo>
                <a:lnTo>
                  <a:pt x="919024" y="244514"/>
                </a:lnTo>
                <a:lnTo>
                  <a:pt x="951277" y="239576"/>
                </a:lnTo>
                <a:lnTo>
                  <a:pt x="983492" y="234644"/>
                </a:lnTo>
                <a:lnTo>
                  <a:pt x="1015668" y="229718"/>
                </a:lnTo>
                <a:lnTo>
                  <a:pt x="1047806" y="224798"/>
                </a:lnTo>
                <a:lnTo>
                  <a:pt x="1079905" y="219884"/>
                </a:lnTo>
                <a:lnTo>
                  <a:pt x="1111967" y="214976"/>
                </a:lnTo>
                <a:lnTo>
                  <a:pt x="1143990" y="210073"/>
                </a:lnTo>
                <a:lnTo>
                  <a:pt x="1175975" y="205177"/>
                </a:lnTo>
                <a:lnTo>
                  <a:pt x="1207922" y="200286"/>
                </a:lnTo>
                <a:lnTo>
                  <a:pt x="1239830" y="195401"/>
                </a:lnTo>
                <a:lnTo>
                  <a:pt x="1271701" y="190522"/>
                </a:lnTo>
                <a:lnTo>
                  <a:pt x="1303535" y="185648"/>
                </a:lnTo>
                <a:lnTo>
                  <a:pt x="1335330" y="180781"/>
                </a:lnTo>
                <a:lnTo>
                  <a:pt x="1367088" y="175919"/>
                </a:lnTo>
                <a:lnTo>
                  <a:pt x="1398807" y="171063"/>
                </a:lnTo>
                <a:lnTo>
                  <a:pt x="1430490" y="166213"/>
                </a:lnTo>
                <a:lnTo>
                  <a:pt x="1462135" y="161368"/>
                </a:lnTo>
                <a:lnTo>
                  <a:pt x="1493742" y="156529"/>
                </a:lnTo>
                <a:lnTo>
                  <a:pt x="1525312" y="151696"/>
                </a:lnTo>
                <a:lnTo>
                  <a:pt x="1556845" y="146869"/>
                </a:lnTo>
                <a:lnTo>
                  <a:pt x="1588340" y="142047"/>
                </a:lnTo>
                <a:lnTo>
                  <a:pt x="1619799" y="137231"/>
                </a:lnTo>
                <a:lnTo>
                  <a:pt x="1651220" y="132421"/>
                </a:lnTo>
                <a:lnTo>
                  <a:pt x="1682604" y="127616"/>
                </a:lnTo>
                <a:lnTo>
                  <a:pt x="1713951" y="122817"/>
                </a:lnTo>
                <a:lnTo>
                  <a:pt x="1745261" y="118024"/>
                </a:lnTo>
                <a:lnTo>
                  <a:pt x="1776534" y="113236"/>
                </a:lnTo>
                <a:lnTo>
                  <a:pt x="1807771" y="108454"/>
                </a:lnTo>
                <a:lnTo>
                  <a:pt x="1838970" y="103678"/>
                </a:lnTo>
                <a:lnTo>
                  <a:pt x="1870134" y="98907"/>
                </a:lnTo>
                <a:lnTo>
                  <a:pt x="1901260" y="94142"/>
                </a:lnTo>
                <a:lnTo>
                  <a:pt x="1932350" y="89382"/>
                </a:lnTo>
                <a:lnTo>
                  <a:pt x="1963403" y="84628"/>
                </a:lnTo>
                <a:lnTo>
                  <a:pt x="1994421" y="79880"/>
                </a:lnTo>
                <a:lnTo>
                  <a:pt x="2025401" y="75137"/>
                </a:lnTo>
                <a:lnTo>
                  <a:pt x="2056346" y="70399"/>
                </a:lnTo>
                <a:lnTo>
                  <a:pt x="2087254" y="65668"/>
                </a:lnTo>
                <a:lnTo>
                  <a:pt x="2118126" y="60941"/>
                </a:lnTo>
                <a:lnTo>
                  <a:pt x="2148962" y="56221"/>
                </a:lnTo>
                <a:lnTo>
                  <a:pt x="2179762" y="51505"/>
                </a:lnTo>
                <a:lnTo>
                  <a:pt x="2210526" y="46796"/>
                </a:lnTo>
                <a:lnTo>
                  <a:pt x="2241254" y="42092"/>
                </a:lnTo>
                <a:lnTo>
                  <a:pt x="2271946" y="37393"/>
                </a:lnTo>
                <a:lnTo>
                  <a:pt x="2302603" y="32700"/>
                </a:lnTo>
                <a:lnTo>
                  <a:pt x="2333223" y="28012"/>
                </a:lnTo>
                <a:lnTo>
                  <a:pt x="2363809" y="23330"/>
                </a:lnTo>
                <a:lnTo>
                  <a:pt x="2394358" y="18653"/>
                </a:lnTo>
                <a:lnTo>
                  <a:pt x="2424872" y="13981"/>
                </a:lnTo>
                <a:lnTo>
                  <a:pt x="2455351" y="9315"/>
                </a:lnTo>
                <a:lnTo>
                  <a:pt x="2485794" y="4655"/>
                </a:lnTo>
                <a:lnTo>
                  <a:pt x="2516202" y="0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26" name="Shape 26"/>
          <p:cNvSpPr/>
          <p:nvPr/>
        </p:nvSpPr>
        <p:spPr>
          <a:xfrm>
            <a:off x="4507108" y="1388918"/>
            <a:ext cx="660284" cy="1600480"/>
          </a:xfrm>
          <a:custGeom>
            <a:avLst/>
            <a:gdLst/>
            <a:ahLst/>
            <a:cxnLst/>
            <a:rect l="0" t="0" r="r" b="b"/>
            <a:pathLst>
              <a:path w="660284" h="1600480" fill="none">
                <a:moveTo>
                  <a:pt x="0" y="0"/>
                </a:moveTo>
                <a:lnTo>
                  <a:pt x="6675" y="16180"/>
                </a:lnTo>
                <a:lnTo>
                  <a:pt x="13385" y="32444"/>
                </a:lnTo>
                <a:lnTo>
                  <a:pt x="20129" y="48793"/>
                </a:lnTo>
                <a:lnTo>
                  <a:pt x="26909" y="65226"/>
                </a:lnTo>
                <a:lnTo>
                  <a:pt x="33724" y="81746"/>
                </a:lnTo>
                <a:lnTo>
                  <a:pt x="40575" y="98351"/>
                </a:lnTo>
                <a:lnTo>
                  <a:pt x="47462" y="115044"/>
                </a:lnTo>
                <a:lnTo>
                  <a:pt x="54384" y="131825"/>
                </a:lnTo>
                <a:lnTo>
                  <a:pt x="61344" y="148694"/>
                </a:lnTo>
                <a:lnTo>
                  <a:pt x="68340" y="165652"/>
                </a:lnTo>
                <a:lnTo>
                  <a:pt x="75373" y="182700"/>
                </a:lnTo>
                <a:lnTo>
                  <a:pt x="82444" y="199839"/>
                </a:lnTo>
                <a:lnTo>
                  <a:pt x="89552" y="217068"/>
                </a:lnTo>
                <a:lnTo>
                  <a:pt x="96698" y="234390"/>
                </a:lnTo>
                <a:lnTo>
                  <a:pt x="103883" y="251805"/>
                </a:lnTo>
                <a:lnTo>
                  <a:pt x="111106" y="269313"/>
                </a:lnTo>
                <a:lnTo>
                  <a:pt x="118368" y="286916"/>
                </a:lnTo>
                <a:lnTo>
                  <a:pt x="125669" y="304614"/>
                </a:lnTo>
                <a:lnTo>
                  <a:pt x="133010" y="322407"/>
                </a:lnTo>
                <a:lnTo>
                  <a:pt x="140390" y="340297"/>
                </a:lnTo>
                <a:lnTo>
                  <a:pt x="147811" y="358284"/>
                </a:lnTo>
                <a:lnTo>
                  <a:pt x="155272" y="376370"/>
                </a:lnTo>
                <a:lnTo>
                  <a:pt x="162775" y="394554"/>
                </a:lnTo>
                <a:lnTo>
                  <a:pt x="170318" y="412839"/>
                </a:lnTo>
                <a:lnTo>
                  <a:pt x="177903" y="431224"/>
                </a:lnTo>
                <a:lnTo>
                  <a:pt x="185529" y="449710"/>
                </a:lnTo>
                <a:lnTo>
                  <a:pt x="193198" y="468299"/>
                </a:lnTo>
                <a:lnTo>
                  <a:pt x="200909" y="486990"/>
                </a:lnTo>
                <a:lnTo>
                  <a:pt x="208664" y="505786"/>
                </a:lnTo>
                <a:lnTo>
                  <a:pt x="216461" y="524687"/>
                </a:lnTo>
                <a:lnTo>
                  <a:pt x="224303" y="543694"/>
                </a:lnTo>
                <a:lnTo>
                  <a:pt x="232188" y="562807"/>
                </a:lnTo>
                <a:lnTo>
                  <a:pt x="240117" y="582027"/>
                </a:lnTo>
                <a:lnTo>
                  <a:pt x="248092" y="601357"/>
                </a:lnTo>
                <a:lnTo>
                  <a:pt x="256111" y="620795"/>
                </a:lnTo>
                <a:lnTo>
                  <a:pt x="264176" y="640344"/>
                </a:lnTo>
                <a:lnTo>
                  <a:pt x="272287" y="660004"/>
                </a:lnTo>
                <a:lnTo>
                  <a:pt x="280444" y="679776"/>
                </a:lnTo>
                <a:lnTo>
                  <a:pt x="288648" y="699662"/>
                </a:lnTo>
                <a:lnTo>
                  <a:pt x="296899" y="719662"/>
                </a:lnTo>
                <a:lnTo>
                  <a:pt x="305197" y="739776"/>
                </a:lnTo>
                <a:lnTo>
                  <a:pt x="313544" y="760007"/>
                </a:lnTo>
                <a:lnTo>
                  <a:pt x="321938" y="780355"/>
                </a:lnTo>
                <a:lnTo>
                  <a:pt x="330382" y="800822"/>
                </a:lnTo>
                <a:lnTo>
                  <a:pt x="338874" y="821407"/>
                </a:lnTo>
                <a:lnTo>
                  <a:pt x="347416" y="842113"/>
                </a:lnTo>
                <a:lnTo>
                  <a:pt x="356009" y="862940"/>
                </a:lnTo>
                <a:lnTo>
                  <a:pt x="364651" y="883889"/>
                </a:lnTo>
                <a:lnTo>
                  <a:pt x="373345" y="904962"/>
                </a:lnTo>
                <a:lnTo>
                  <a:pt x="382090" y="926159"/>
                </a:lnTo>
                <a:lnTo>
                  <a:pt x="390887" y="947482"/>
                </a:lnTo>
                <a:lnTo>
                  <a:pt x="399736" y="968931"/>
                </a:lnTo>
                <a:lnTo>
                  <a:pt x="408638" y="990509"/>
                </a:lnTo>
                <a:lnTo>
                  <a:pt x="417593" y="1012216"/>
                </a:lnTo>
                <a:lnTo>
                  <a:pt x="426602" y="1034052"/>
                </a:lnTo>
                <a:lnTo>
                  <a:pt x="435665" y="1056021"/>
                </a:lnTo>
                <a:lnTo>
                  <a:pt x="444783" y="1078121"/>
                </a:lnTo>
                <a:lnTo>
                  <a:pt x="453956" y="1100356"/>
                </a:lnTo>
                <a:lnTo>
                  <a:pt x="463184" y="1122725"/>
                </a:lnTo>
                <a:lnTo>
                  <a:pt x="472469" y="1145231"/>
                </a:lnTo>
                <a:lnTo>
                  <a:pt x="481811" y="1167874"/>
                </a:lnTo>
                <a:lnTo>
                  <a:pt x="491209" y="1190656"/>
                </a:lnTo>
                <a:lnTo>
                  <a:pt x="500666" y="1213578"/>
                </a:lnTo>
                <a:lnTo>
                  <a:pt x="510181" y="1236642"/>
                </a:lnTo>
                <a:lnTo>
                  <a:pt x="519755" y="1259847"/>
                </a:lnTo>
                <a:lnTo>
                  <a:pt x="529388" y="1283197"/>
                </a:lnTo>
                <a:lnTo>
                  <a:pt x="539081" y="1306692"/>
                </a:lnTo>
                <a:lnTo>
                  <a:pt x="548834" y="1330334"/>
                </a:lnTo>
                <a:lnTo>
                  <a:pt x="558649" y="1354124"/>
                </a:lnTo>
                <a:lnTo>
                  <a:pt x="568525" y="1378063"/>
                </a:lnTo>
                <a:lnTo>
                  <a:pt x="578463" y="1402153"/>
                </a:lnTo>
                <a:lnTo>
                  <a:pt x="588465" y="1426396"/>
                </a:lnTo>
                <a:lnTo>
                  <a:pt x="598529" y="1450792"/>
                </a:lnTo>
                <a:lnTo>
                  <a:pt x="608658" y="1475343"/>
                </a:lnTo>
                <a:lnTo>
                  <a:pt x="618851" y="1500051"/>
                </a:lnTo>
                <a:lnTo>
                  <a:pt x="629110" y="1524917"/>
                </a:lnTo>
                <a:lnTo>
                  <a:pt x="639435" y="1549943"/>
                </a:lnTo>
                <a:lnTo>
                  <a:pt x="649826" y="1575130"/>
                </a:lnTo>
                <a:lnTo>
                  <a:pt x="660284" y="1600480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27" name="Shape 27"/>
          <p:cNvSpPr/>
          <p:nvPr/>
        </p:nvSpPr>
        <p:spPr>
          <a:xfrm>
            <a:off x="3727028" y="3718201"/>
            <a:ext cx="434684" cy="70162"/>
          </a:xfrm>
          <a:custGeom>
            <a:avLst/>
            <a:gdLst/>
            <a:ahLst/>
            <a:cxnLst/>
            <a:rect l="0" t="0" r="r" b="b"/>
            <a:pathLst>
              <a:path w="434684" h="70162" fill="none">
                <a:moveTo>
                  <a:pt x="0" y="70162"/>
                </a:moveTo>
                <a:lnTo>
                  <a:pt x="33688" y="64724"/>
                </a:lnTo>
                <a:lnTo>
                  <a:pt x="67335" y="59293"/>
                </a:lnTo>
                <a:lnTo>
                  <a:pt x="100940" y="53869"/>
                </a:lnTo>
                <a:lnTo>
                  <a:pt x="134502" y="48452"/>
                </a:lnTo>
                <a:lnTo>
                  <a:pt x="168023" y="43041"/>
                </a:lnTo>
                <a:lnTo>
                  <a:pt x="201501" y="37637"/>
                </a:lnTo>
                <a:lnTo>
                  <a:pt x="234938" y="32240"/>
                </a:lnTo>
                <a:lnTo>
                  <a:pt x="268333" y="26850"/>
                </a:lnTo>
                <a:lnTo>
                  <a:pt x="301686" y="21467"/>
                </a:lnTo>
                <a:lnTo>
                  <a:pt x="334998" y="16090"/>
                </a:lnTo>
                <a:lnTo>
                  <a:pt x="368268" y="10720"/>
                </a:lnTo>
                <a:lnTo>
                  <a:pt x="401497" y="5356"/>
                </a:lnTo>
                <a:lnTo>
                  <a:pt x="434684" y="0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28" name="Shape 28"/>
          <p:cNvSpPr/>
          <p:nvPr/>
        </p:nvSpPr>
        <p:spPr>
          <a:xfrm>
            <a:off x="5130340" y="1921126"/>
            <a:ext cx="120924" cy="256245"/>
          </a:xfrm>
          <a:custGeom>
            <a:avLst/>
            <a:gdLst/>
            <a:ahLst/>
            <a:cxnLst/>
            <a:rect l="0" t="0" r="r" b="b"/>
            <a:pathLst>
              <a:path w="120924" h="256245" fill="none">
                <a:moveTo>
                  <a:pt x="0" y="0"/>
                </a:moveTo>
                <a:lnTo>
                  <a:pt x="8989" y="19048"/>
                </a:lnTo>
                <a:lnTo>
                  <a:pt x="18028" y="38204"/>
                </a:lnTo>
                <a:lnTo>
                  <a:pt x="27119" y="57467"/>
                </a:lnTo>
                <a:lnTo>
                  <a:pt x="36261" y="76840"/>
                </a:lnTo>
                <a:lnTo>
                  <a:pt x="45455" y="96322"/>
                </a:lnTo>
                <a:lnTo>
                  <a:pt x="54701" y="115915"/>
                </a:lnTo>
                <a:lnTo>
                  <a:pt x="64000" y="135619"/>
                </a:lnTo>
                <a:lnTo>
                  <a:pt x="73352" y="155436"/>
                </a:lnTo>
                <a:lnTo>
                  <a:pt x="82757" y="175367"/>
                </a:lnTo>
                <a:lnTo>
                  <a:pt x="92217" y="195412"/>
                </a:lnTo>
                <a:lnTo>
                  <a:pt x="101731" y="215573"/>
                </a:lnTo>
                <a:lnTo>
                  <a:pt x="111300" y="235850"/>
                </a:lnTo>
                <a:lnTo>
                  <a:pt x="120924" y="256245"/>
                </a:lnTo>
              </a:path>
            </a:pathLst>
          </a:custGeom>
          <a:noFill/>
          <a:ln w="5881" cap="rnd">
            <a:solidFill>
              <a:srgbClr val="E2E5EA"/>
            </a:solidFill>
            <a:round/>
          </a:ln>
        </p:spPr>
      </p:sp>
      <p:sp>
        <p:nvSpPr>
          <p:cNvPr id="29" name="Shape 29"/>
          <p:cNvSpPr/>
          <p:nvPr/>
        </p:nvSpPr>
        <p:spPr>
          <a:xfrm>
            <a:off x="3128810" y="1298210"/>
            <a:ext cx="118950" cy="717802"/>
          </a:xfrm>
          <a:custGeom>
            <a:avLst/>
            <a:gdLst/>
            <a:ahLst/>
            <a:cxnLst/>
            <a:rect l="0" t="0" r="r" b="b"/>
            <a:pathLst>
              <a:path w="118950" h="717802" fill="none">
                <a:moveTo>
                  <a:pt x="118950" y="0"/>
                </a:moveTo>
                <a:lnTo>
                  <a:pt x="93181" y="6852"/>
                </a:lnTo>
                <a:lnTo>
                  <a:pt x="70608" y="21200"/>
                </a:lnTo>
                <a:lnTo>
                  <a:pt x="51518" y="42209"/>
                </a:lnTo>
                <a:lnTo>
                  <a:pt x="35948" y="68698"/>
                </a:lnTo>
                <a:lnTo>
                  <a:pt x="23727" y="99326"/>
                </a:lnTo>
                <a:lnTo>
                  <a:pt x="14535" y="132760"/>
                </a:lnTo>
                <a:lnTo>
                  <a:pt x="7976" y="167808"/>
                </a:lnTo>
                <a:lnTo>
                  <a:pt x="3628" y="203475"/>
                </a:lnTo>
                <a:lnTo>
                  <a:pt x="1090" y="238991"/>
                </a:lnTo>
                <a:lnTo>
                  <a:pt x="0" y="273792"/>
                </a:lnTo>
                <a:lnTo>
                  <a:pt x="45" y="307492"/>
                </a:lnTo>
                <a:lnTo>
                  <a:pt x="967" y="339848"/>
                </a:lnTo>
                <a:lnTo>
                  <a:pt x="2555" y="370724"/>
                </a:lnTo>
                <a:lnTo>
                  <a:pt x="4639" y="400062"/>
                </a:lnTo>
                <a:lnTo>
                  <a:pt x="7086" y="427860"/>
                </a:lnTo>
                <a:lnTo>
                  <a:pt x="9792" y="454155"/>
                </a:lnTo>
                <a:lnTo>
                  <a:pt x="12675" y="479005"/>
                </a:lnTo>
                <a:lnTo>
                  <a:pt x="15675" y="502485"/>
                </a:lnTo>
                <a:lnTo>
                  <a:pt x="18742" y="524673"/>
                </a:lnTo>
                <a:lnTo>
                  <a:pt x="21841" y="545655"/>
                </a:lnTo>
                <a:lnTo>
                  <a:pt x="24945" y="565512"/>
                </a:lnTo>
                <a:lnTo>
                  <a:pt x="28033" y="584325"/>
                </a:lnTo>
                <a:lnTo>
                  <a:pt x="31091" y="602171"/>
                </a:lnTo>
                <a:lnTo>
                  <a:pt x="34109" y="619122"/>
                </a:lnTo>
                <a:lnTo>
                  <a:pt x="37078" y="635245"/>
                </a:lnTo>
                <a:lnTo>
                  <a:pt x="39995" y="650603"/>
                </a:lnTo>
                <a:lnTo>
                  <a:pt x="42855" y="665254"/>
                </a:lnTo>
                <a:lnTo>
                  <a:pt x="45658" y="679252"/>
                </a:lnTo>
                <a:lnTo>
                  <a:pt x="48402" y="692647"/>
                </a:lnTo>
                <a:lnTo>
                  <a:pt x="51089" y="705483"/>
                </a:lnTo>
                <a:lnTo>
                  <a:pt x="53719" y="717802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30" name="Shape 30"/>
          <p:cNvSpPr/>
          <p:nvPr/>
        </p:nvSpPr>
        <p:spPr>
          <a:xfrm>
            <a:off x="4134862" y="1851103"/>
            <a:ext cx="862286" cy="272574"/>
          </a:xfrm>
          <a:custGeom>
            <a:avLst/>
            <a:gdLst/>
            <a:ahLst/>
            <a:cxnLst/>
            <a:rect l="0" t="0" r="r" b="b"/>
            <a:pathLst>
              <a:path w="862286" h="272574" fill="none">
                <a:moveTo>
                  <a:pt x="862286" y="272574"/>
                </a:moveTo>
                <a:lnTo>
                  <a:pt x="854190" y="251246"/>
                </a:lnTo>
                <a:lnTo>
                  <a:pt x="842098" y="230588"/>
                </a:lnTo>
                <a:lnTo>
                  <a:pt x="826220" y="210733"/>
                </a:lnTo>
                <a:lnTo>
                  <a:pt x="806834" y="191796"/>
                </a:lnTo>
                <a:lnTo>
                  <a:pt x="784277" y="173864"/>
                </a:lnTo>
                <a:lnTo>
                  <a:pt x="758922" y="157000"/>
                </a:lnTo>
                <a:lnTo>
                  <a:pt x="731165" y="141242"/>
                </a:lnTo>
                <a:lnTo>
                  <a:pt x="701406" y="126604"/>
                </a:lnTo>
                <a:lnTo>
                  <a:pt x="670038" y="113080"/>
                </a:lnTo>
                <a:lnTo>
                  <a:pt x="637431" y="100647"/>
                </a:lnTo>
                <a:lnTo>
                  <a:pt x="603930" y="89267"/>
                </a:lnTo>
                <a:lnTo>
                  <a:pt x="569843" y="78893"/>
                </a:lnTo>
                <a:lnTo>
                  <a:pt x="535445" y="69469"/>
                </a:lnTo>
                <a:lnTo>
                  <a:pt x="500970" y="60936"/>
                </a:lnTo>
                <a:lnTo>
                  <a:pt x="466618" y="53231"/>
                </a:lnTo>
                <a:lnTo>
                  <a:pt x="432555" y="46293"/>
                </a:lnTo>
                <a:lnTo>
                  <a:pt x="398915" y="40060"/>
                </a:lnTo>
                <a:lnTo>
                  <a:pt x="365804" y="34473"/>
                </a:lnTo>
                <a:lnTo>
                  <a:pt x="333304" y="29476"/>
                </a:lnTo>
                <a:lnTo>
                  <a:pt x="301477" y="25016"/>
                </a:lnTo>
                <a:lnTo>
                  <a:pt x="270363" y="21046"/>
                </a:lnTo>
                <a:lnTo>
                  <a:pt x="239993" y="17519"/>
                </a:lnTo>
                <a:lnTo>
                  <a:pt x="210380" y="14394"/>
                </a:lnTo>
                <a:lnTo>
                  <a:pt x="181529" y="11633"/>
                </a:lnTo>
                <a:lnTo>
                  <a:pt x="153438" y="9202"/>
                </a:lnTo>
                <a:lnTo>
                  <a:pt x="126097" y="7070"/>
                </a:lnTo>
                <a:lnTo>
                  <a:pt x="99490" y="5209"/>
                </a:lnTo>
                <a:lnTo>
                  <a:pt x="73600" y="3593"/>
                </a:lnTo>
                <a:lnTo>
                  <a:pt x="48404" y="2199"/>
                </a:lnTo>
                <a:lnTo>
                  <a:pt x="23879" y="1008"/>
                </a:lnTo>
                <a:lnTo>
                  <a:pt x="0" y="0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31" name="Shape 31"/>
          <p:cNvSpPr/>
          <p:nvPr/>
        </p:nvSpPr>
        <p:spPr>
          <a:xfrm>
            <a:off x="2544087" y="1466947"/>
            <a:ext cx="1538042" cy="521366"/>
          </a:xfrm>
          <a:custGeom>
            <a:avLst/>
            <a:gdLst/>
            <a:ahLst/>
            <a:cxnLst/>
            <a:rect l="0" t="0" r="r" b="b"/>
            <a:pathLst>
              <a:path w="1538042" h="521366" fill="none">
                <a:moveTo>
                  <a:pt x="0" y="57886"/>
                </a:moveTo>
                <a:lnTo>
                  <a:pt x="70693" y="24147"/>
                </a:lnTo>
                <a:lnTo>
                  <a:pt x="155424" y="5293"/>
                </a:lnTo>
                <a:lnTo>
                  <a:pt x="248333" y="0"/>
                </a:lnTo>
                <a:lnTo>
                  <a:pt x="343778" y="5660"/>
                </a:lnTo>
                <a:lnTo>
                  <a:pt x="437368" y="19286"/>
                </a:lnTo>
                <a:lnTo>
                  <a:pt x="526264" y="38157"/>
                </a:lnTo>
                <a:lnTo>
                  <a:pt x="608992" y="60124"/>
                </a:lnTo>
                <a:lnTo>
                  <a:pt x="685053" y="83642"/>
                </a:lnTo>
                <a:lnTo>
                  <a:pt x="754561" y="107677"/>
                </a:lnTo>
                <a:lnTo>
                  <a:pt x="817954" y="131579"/>
                </a:lnTo>
                <a:lnTo>
                  <a:pt x="875821" y="154969"/>
                </a:lnTo>
                <a:lnTo>
                  <a:pt x="928790" y="177647"/>
                </a:lnTo>
                <a:lnTo>
                  <a:pt x="977467" y="199528"/>
                </a:lnTo>
                <a:lnTo>
                  <a:pt x="1022413" y="220601"/>
                </a:lnTo>
                <a:lnTo>
                  <a:pt x="1064131" y="240897"/>
                </a:lnTo>
                <a:lnTo>
                  <a:pt x="1103067" y="260473"/>
                </a:lnTo>
                <a:lnTo>
                  <a:pt x="1139612" y="279402"/>
                </a:lnTo>
                <a:lnTo>
                  <a:pt x="1174107" y="297761"/>
                </a:lnTo>
                <a:lnTo>
                  <a:pt x="1206853" y="315631"/>
                </a:lnTo>
                <a:lnTo>
                  <a:pt x="1238115" y="333094"/>
                </a:lnTo>
                <a:lnTo>
                  <a:pt x="1268125" y="350230"/>
                </a:lnTo>
                <a:lnTo>
                  <a:pt x="1297094" y="367119"/>
                </a:lnTo>
                <a:lnTo>
                  <a:pt x="1325209" y="383841"/>
                </a:lnTo>
                <a:lnTo>
                  <a:pt x="1352644" y="400473"/>
                </a:lnTo>
                <a:lnTo>
                  <a:pt x="1379556" y="417094"/>
                </a:lnTo>
                <a:lnTo>
                  <a:pt x="1406094" y="433786"/>
                </a:lnTo>
                <a:lnTo>
                  <a:pt x="1432402" y="450631"/>
                </a:lnTo>
                <a:lnTo>
                  <a:pt x="1458615" y="467716"/>
                </a:lnTo>
                <a:lnTo>
                  <a:pt x="1484868" y="485132"/>
                </a:lnTo>
                <a:lnTo>
                  <a:pt x="1511298" y="502980"/>
                </a:lnTo>
                <a:lnTo>
                  <a:pt x="1538042" y="521366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32" name="Shape 32"/>
          <p:cNvSpPr/>
          <p:nvPr/>
        </p:nvSpPr>
        <p:spPr>
          <a:xfrm>
            <a:off x="2836473" y="1734245"/>
            <a:ext cx="2346033" cy="824754"/>
          </a:xfrm>
          <a:custGeom>
            <a:avLst/>
            <a:gdLst/>
            <a:ahLst/>
            <a:cxnLst/>
            <a:rect l="0" t="0" r="r" b="b"/>
            <a:pathLst>
              <a:path w="2346033" h="824754" fill="none">
                <a:moveTo>
                  <a:pt x="2346033" y="824754"/>
                </a:moveTo>
                <a:lnTo>
                  <a:pt x="2323692" y="732552"/>
                </a:lnTo>
                <a:lnTo>
                  <a:pt x="2258849" y="640568"/>
                </a:lnTo>
                <a:lnTo>
                  <a:pt x="2164347" y="554909"/>
                </a:lnTo>
                <a:lnTo>
                  <a:pt x="2054018" y="479059"/>
                </a:lnTo>
                <a:lnTo>
                  <a:pt x="1938821" y="414006"/>
                </a:lnTo>
                <a:lnTo>
                  <a:pt x="1825766" y="359139"/>
                </a:lnTo>
                <a:lnTo>
                  <a:pt x="1718540" y="313121"/>
                </a:lnTo>
                <a:lnTo>
                  <a:pt x="1618605" y="274458"/>
                </a:lnTo>
                <a:lnTo>
                  <a:pt x="1526136" y="241767"/>
                </a:lnTo>
                <a:lnTo>
                  <a:pt x="1440648" y="213878"/>
                </a:lnTo>
                <a:lnTo>
                  <a:pt x="1361368" y="189840"/>
                </a:lnTo>
                <a:lnTo>
                  <a:pt x="1287437" y="168898"/>
                </a:lnTo>
                <a:lnTo>
                  <a:pt x="1218007" y="150456"/>
                </a:lnTo>
                <a:lnTo>
                  <a:pt x="1152282" y="134043"/>
                </a:lnTo>
                <a:lnTo>
                  <a:pt x="1089532" y="119290"/>
                </a:lnTo>
                <a:lnTo>
                  <a:pt x="1029092" y="105905"/>
                </a:lnTo>
                <a:lnTo>
                  <a:pt x="970348" y="93654"/>
                </a:lnTo>
                <a:lnTo>
                  <a:pt x="912729" y="82355"/>
                </a:lnTo>
                <a:lnTo>
                  <a:pt x="855694" y="71860"/>
                </a:lnTo>
                <a:lnTo>
                  <a:pt x="798715" y="62059"/>
                </a:lnTo>
                <a:lnTo>
                  <a:pt x="741266" y="52864"/>
                </a:lnTo>
                <a:lnTo>
                  <a:pt x="682805" y="44219"/>
                </a:lnTo>
                <a:lnTo>
                  <a:pt x="622767" y="36093"/>
                </a:lnTo>
                <a:lnTo>
                  <a:pt x="560545" y="28482"/>
                </a:lnTo>
                <a:lnTo>
                  <a:pt x="495474" y="21423"/>
                </a:lnTo>
                <a:lnTo>
                  <a:pt x="426825" y="14994"/>
                </a:lnTo>
                <a:lnTo>
                  <a:pt x="353793" y="9339"/>
                </a:lnTo>
                <a:lnTo>
                  <a:pt x="275500" y="4688"/>
                </a:lnTo>
                <a:lnTo>
                  <a:pt x="191017" y="1396"/>
                </a:lnTo>
                <a:lnTo>
                  <a:pt x="99435" y="0"/>
                </a:lnTo>
                <a:lnTo>
                  <a:pt x="0" y="1287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33" name="Shape 33"/>
          <p:cNvSpPr/>
          <p:nvPr/>
        </p:nvSpPr>
        <p:spPr>
          <a:xfrm>
            <a:off x="4365643" y="2452541"/>
            <a:ext cx="297966" cy="351011"/>
          </a:xfrm>
          <a:custGeom>
            <a:avLst/>
            <a:gdLst/>
            <a:ahLst/>
            <a:cxnLst/>
            <a:rect l="0" t="0" r="r" b="b"/>
            <a:pathLst>
              <a:path w="297966" h="351011" fill="none">
                <a:moveTo>
                  <a:pt x="286006" y="351011"/>
                </a:moveTo>
                <a:lnTo>
                  <a:pt x="291516" y="343362"/>
                </a:lnTo>
                <a:lnTo>
                  <a:pt x="295336" y="334916"/>
                </a:lnTo>
                <a:lnTo>
                  <a:pt x="297477" y="325720"/>
                </a:lnTo>
                <a:lnTo>
                  <a:pt x="297966" y="315831"/>
                </a:lnTo>
                <a:lnTo>
                  <a:pt x="296850" y="305313"/>
                </a:lnTo>
                <a:lnTo>
                  <a:pt x="294194" y="294231"/>
                </a:lnTo>
                <a:lnTo>
                  <a:pt x="290077" y="282659"/>
                </a:lnTo>
                <a:lnTo>
                  <a:pt x="284590" y="270670"/>
                </a:lnTo>
                <a:lnTo>
                  <a:pt x="277832" y="258335"/>
                </a:lnTo>
                <a:lnTo>
                  <a:pt x="269912" y="245728"/>
                </a:lnTo>
                <a:lnTo>
                  <a:pt x="260939" y="232918"/>
                </a:lnTo>
                <a:lnTo>
                  <a:pt x="251026" y="219970"/>
                </a:lnTo>
                <a:lnTo>
                  <a:pt x="240283" y="206947"/>
                </a:lnTo>
                <a:lnTo>
                  <a:pt x="228821" y="193905"/>
                </a:lnTo>
                <a:lnTo>
                  <a:pt x="216742" y="180895"/>
                </a:lnTo>
                <a:lnTo>
                  <a:pt x="204146" y="167963"/>
                </a:lnTo>
                <a:lnTo>
                  <a:pt x="191127" y="155149"/>
                </a:lnTo>
                <a:lnTo>
                  <a:pt x="177769" y="142489"/>
                </a:lnTo>
                <a:lnTo>
                  <a:pt x="164151" y="130013"/>
                </a:lnTo>
                <a:lnTo>
                  <a:pt x="150346" y="117744"/>
                </a:lnTo>
                <a:lnTo>
                  <a:pt x="136418" y="105705"/>
                </a:lnTo>
                <a:lnTo>
                  <a:pt x="122423" y="93911"/>
                </a:lnTo>
                <a:lnTo>
                  <a:pt x="108413" y="82376"/>
                </a:lnTo>
                <a:lnTo>
                  <a:pt x="94432" y="71108"/>
                </a:lnTo>
                <a:lnTo>
                  <a:pt x="80519" y="60115"/>
                </a:lnTo>
                <a:lnTo>
                  <a:pt x="66706" y="49399"/>
                </a:lnTo>
                <a:lnTo>
                  <a:pt x="53023" y="38964"/>
                </a:lnTo>
                <a:lnTo>
                  <a:pt x="39493" y="28809"/>
                </a:lnTo>
                <a:lnTo>
                  <a:pt x="26135" y="18932"/>
                </a:lnTo>
                <a:lnTo>
                  <a:pt x="12966" y="9330"/>
                </a:lnTo>
                <a:lnTo>
                  <a:pt x="0" y="0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34" name="Shape 34"/>
          <p:cNvSpPr/>
          <p:nvPr/>
        </p:nvSpPr>
        <p:spPr>
          <a:xfrm>
            <a:off x="3126903" y="1692075"/>
            <a:ext cx="927979" cy="281601"/>
          </a:xfrm>
          <a:custGeom>
            <a:avLst/>
            <a:gdLst/>
            <a:ahLst/>
            <a:cxnLst/>
            <a:rect l="0" t="0" r="r" b="b"/>
            <a:pathLst>
              <a:path w="927979" h="281601" fill="none">
                <a:moveTo>
                  <a:pt x="0" y="44367"/>
                </a:moveTo>
                <a:lnTo>
                  <a:pt x="35503" y="31211"/>
                </a:lnTo>
                <a:lnTo>
                  <a:pt x="72433" y="20369"/>
                </a:lnTo>
                <a:lnTo>
                  <a:pt x="110456" y="11869"/>
                </a:lnTo>
                <a:lnTo>
                  <a:pt x="149234" y="5690"/>
                </a:lnTo>
                <a:lnTo>
                  <a:pt x="188432" y="1767"/>
                </a:lnTo>
                <a:lnTo>
                  <a:pt x="227737" y="0"/>
                </a:lnTo>
                <a:lnTo>
                  <a:pt x="266862" y="254"/>
                </a:lnTo>
                <a:lnTo>
                  <a:pt x="305555" y="2377"/>
                </a:lnTo>
                <a:lnTo>
                  <a:pt x="343605" y="6204"/>
                </a:lnTo>
                <a:lnTo>
                  <a:pt x="380837" y="11565"/>
                </a:lnTo>
                <a:lnTo>
                  <a:pt x="417120" y="18292"/>
                </a:lnTo>
                <a:lnTo>
                  <a:pt x="452354" y="26223"/>
                </a:lnTo>
                <a:lnTo>
                  <a:pt x="486473" y="35208"/>
                </a:lnTo>
                <a:lnTo>
                  <a:pt x="519440" y="45109"/>
                </a:lnTo>
                <a:lnTo>
                  <a:pt x="551240" y="55801"/>
                </a:lnTo>
                <a:lnTo>
                  <a:pt x="581876" y="67176"/>
                </a:lnTo>
                <a:lnTo>
                  <a:pt x="611368" y="79138"/>
                </a:lnTo>
                <a:lnTo>
                  <a:pt x="639745" y="91607"/>
                </a:lnTo>
                <a:lnTo>
                  <a:pt x="667046" y="104513"/>
                </a:lnTo>
                <a:lnTo>
                  <a:pt x="693316" y="117801"/>
                </a:lnTo>
                <a:lnTo>
                  <a:pt x="718601" y="131424"/>
                </a:lnTo>
                <a:lnTo>
                  <a:pt x="742953" y="145345"/>
                </a:lnTo>
                <a:lnTo>
                  <a:pt x="766420" y="159538"/>
                </a:lnTo>
                <a:lnTo>
                  <a:pt x="789055" y="173980"/>
                </a:lnTo>
                <a:lnTo>
                  <a:pt x="810904" y="188660"/>
                </a:lnTo>
                <a:lnTo>
                  <a:pt x="832016" y="203568"/>
                </a:lnTo>
                <a:lnTo>
                  <a:pt x="852435" y="218703"/>
                </a:lnTo>
                <a:lnTo>
                  <a:pt x="872203" y="234065"/>
                </a:lnTo>
                <a:lnTo>
                  <a:pt x="891359" y="249662"/>
                </a:lnTo>
                <a:lnTo>
                  <a:pt x="909940" y="265503"/>
                </a:lnTo>
                <a:lnTo>
                  <a:pt x="927979" y="281601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35" name="Shape 35"/>
          <p:cNvSpPr/>
          <p:nvPr/>
        </p:nvSpPr>
        <p:spPr>
          <a:xfrm>
            <a:off x="3660966" y="2402987"/>
            <a:ext cx="1471892" cy="413760"/>
          </a:xfrm>
          <a:custGeom>
            <a:avLst/>
            <a:gdLst/>
            <a:ahLst/>
            <a:cxnLst/>
            <a:rect l="0" t="0" r="r" b="b"/>
            <a:pathLst>
              <a:path w="1471892" h="413760" fill="none">
                <a:moveTo>
                  <a:pt x="1471892" y="0"/>
                </a:moveTo>
                <a:lnTo>
                  <a:pt x="1469438" y="50813"/>
                </a:lnTo>
                <a:lnTo>
                  <a:pt x="1451799" y="99598"/>
                </a:lnTo>
                <a:lnTo>
                  <a:pt x="1420114" y="145253"/>
                </a:lnTo>
                <a:lnTo>
                  <a:pt x="1376340" y="186972"/>
                </a:lnTo>
                <a:lnTo>
                  <a:pt x="1322913" y="224291"/>
                </a:lnTo>
                <a:lnTo>
                  <a:pt x="1262396" y="257063"/>
                </a:lnTo>
                <a:lnTo>
                  <a:pt x="1197202" y="285397"/>
                </a:lnTo>
                <a:lnTo>
                  <a:pt x="1129413" y="309583"/>
                </a:lnTo>
                <a:lnTo>
                  <a:pt x="1060708" y="330012"/>
                </a:lnTo>
                <a:lnTo>
                  <a:pt x="992358" y="347116"/>
                </a:lnTo>
                <a:lnTo>
                  <a:pt x="925273" y="361328"/>
                </a:lnTo>
                <a:lnTo>
                  <a:pt x="860061" y="373054"/>
                </a:lnTo>
                <a:lnTo>
                  <a:pt x="797094" y="382662"/>
                </a:lnTo>
                <a:lnTo>
                  <a:pt x="736568" y="390472"/>
                </a:lnTo>
                <a:lnTo>
                  <a:pt x="678551" y="396760"/>
                </a:lnTo>
                <a:lnTo>
                  <a:pt x="623020" y="401762"/>
                </a:lnTo>
                <a:lnTo>
                  <a:pt x="569897" y="405673"/>
                </a:lnTo>
                <a:lnTo>
                  <a:pt x="519062" y="408660"/>
                </a:lnTo>
                <a:lnTo>
                  <a:pt x="470374" y="410858"/>
                </a:lnTo>
                <a:lnTo>
                  <a:pt x="423682" y="412381"/>
                </a:lnTo>
                <a:lnTo>
                  <a:pt x="378829" y="413322"/>
                </a:lnTo>
                <a:lnTo>
                  <a:pt x="335660" y="413760"/>
                </a:lnTo>
                <a:lnTo>
                  <a:pt x="294023" y="413758"/>
                </a:lnTo>
                <a:lnTo>
                  <a:pt x="253772" y="413367"/>
                </a:lnTo>
                <a:lnTo>
                  <a:pt x="214769" y="412631"/>
                </a:lnTo>
                <a:lnTo>
                  <a:pt x="176880" y="411585"/>
                </a:lnTo>
                <a:lnTo>
                  <a:pt x="139982" y="410255"/>
                </a:lnTo>
                <a:lnTo>
                  <a:pt x="103954" y="408664"/>
                </a:lnTo>
                <a:lnTo>
                  <a:pt x="68685" y="406829"/>
                </a:lnTo>
                <a:lnTo>
                  <a:pt x="34067" y="404763"/>
                </a:lnTo>
                <a:lnTo>
                  <a:pt x="0" y="402474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36" name="Shape 36"/>
          <p:cNvSpPr/>
          <p:nvPr/>
        </p:nvSpPr>
        <p:spPr>
          <a:xfrm>
            <a:off x="3337439" y="1558043"/>
            <a:ext cx="584373" cy="112556"/>
          </a:xfrm>
          <a:custGeom>
            <a:avLst/>
            <a:gdLst/>
            <a:ahLst/>
            <a:cxnLst/>
            <a:rect l="0" t="0" r="r" b="b"/>
            <a:pathLst>
              <a:path w="584373" h="112556" fill="none">
                <a:moveTo>
                  <a:pt x="584373" y="23524"/>
                </a:moveTo>
                <a:lnTo>
                  <a:pt x="564832" y="18334"/>
                </a:lnTo>
                <a:lnTo>
                  <a:pt x="545037" y="13789"/>
                </a:lnTo>
                <a:lnTo>
                  <a:pt x="525025" y="9894"/>
                </a:lnTo>
                <a:lnTo>
                  <a:pt x="504833" y="6649"/>
                </a:lnTo>
                <a:lnTo>
                  <a:pt x="484499" y="4051"/>
                </a:lnTo>
                <a:lnTo>
                  <a:pt x="464060" y="2097"/>
                </a:lnTo>
                <a:lnTo>
                  <a:pt x="443552" y="778"/>
                </a:lnTo>
                <a:lnTo>
                  <a:pt x="423013" y="83"/>
                </a:lnTo>
                <a:lnTo>
                  <a:pt x="402478" y="0"/>
                </a:lnTo>
                <a:lnTo>
                  <a:pt x="381979" y="513"/>
                </a:lnTo>
                <a:lnTo>
                  <a:pt x="361550" y="1607"/>
                </a:lnTo>
                <a:lnTo>
                  <a:pt x="341222" y="3262"/>
                </a:lnTo>
                <a:lnTo>
                  <a:pt x="321022" y="5459"/>
                </a:lnTo>
                <a:lnTo>
                  <a:pt x="300978" y="8177"/>
                </a:lnTo>
                <a:lnTo>
                  <a:pt x="281115" y="11393"/>
                </a:lnTo>
                <a:lnTo>
                  <a:pt x="261454" y="15086"/>
                </a:lnTo>
                <a:lnTo>
                  <a:pt x="242017" y="19232"/>
                </a:lnTo>
                <a:lnTo>
                  <a:pt x="222821" y="23808"/>
                </a:lnTo>
                <a:lnTo>
                  <a:pt x="203883" y="28791"/>
                </a:lnTo>
                <a:lnTo>
                  <a:pt x="185216" y="34158"/>
                </a:lnTo>
                <a:lnTo>
                  <a:pt x="166833" y="39887"/>
                </a:lnTo>
                <a:lnTo>
                  <a:pt x="148743" y="45955"/>
                </a:lnTo>
                <a:lnTo>
                  <a:pt x="130955" y="52340"/>
                </a:lnTo>
                <a:lnTo>
                  <a:pt x="113476" y="59023"/>
                </a:lnTo>
                <a:lnTo>
                  <a:pt x="96309" y="65983"/>
                </a:lnTo>
                <a:lnTo>
                  <a:pt x="79460" y="73201"/>
                </a:lnTo>
                <a:lnTo>
                  <a:pt x="62929" y="80659"/>
                </a:lnTo>
                <a:lnTo>
                  <a:pt x="46719" y="88339"/>
                </a:lnTo>
                <a:lnTo>
                  <a:pt x="30828" y="96225"/>
                </a:lnTo>
                <a:lnTo>
                  <a:pt x="15255" y="104302"/>
                </a:lnTo>
                <a:lnTo>
                  <a:pt x="0" y="112556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37" name="Shape 37"/>
          <p:cNvSpPr/>
          <p:nvPr/>
        </p:nvSpPr>
        <p:spPr>
          <a:xfrm>
            <a:off x="2650980" y="1569529"/>
            <a:ext cx="1533314" cy="476090"/>
          </a:xfrm>
          <a:custGeom>
            <a:avLst/>
            <a:gdLst/>
            <a:ahLst/>
            <a:cxnLst/>
            <a:rect l="0" t="0" r="r" b="b"/>
            <a:pathLst>
              <a:path w="1533314" h="476090" fill="none">
                <a:moveTo>
                  <a:pt x="1533314" y="143230"/>
                </a:moveTo>
                <a:lnTo>
                  <a:pt x="1484009" y="117554"/>
                </a:lnTo>
                <a:lnTo>
                  <a:pt x="1432897" y="94309"/>
                </a:lnTo>
                <a:lnTo>
                  <a:pt x="1380189" y="73549"/>
                </a:lnTo>
                <a:lnTo>
                  <a:pt x="1326092" y="55317"/>
                </a:lnTo>
                <a:lnTo>
                  <a:pt x="1270816" y="39646"/>
                </a:lnTo>
                <a:lnTo>
                  <a:pt x="1214565" y="26559"/>
                </a:lnTo>
                <a:lnTo>
                  <a:pt x="1157544" y="16066"/>
                </a:lnTo>
                <a:lnTo>
                  <a:pt x="1099951" y="8172"/>
                </a:lnTo>
                <a:lnTo>
                  <a:pt x="1041979" y="2872"/>
                </a:lnTo>
                <a:lnTo>
                  <a:pt x="983817" y="154"/>
                </a:lnTo>
                <a:lnTo>
                  <a:pt x="925647" y="0"/>
                </a:lnTo>
                <a:lnTo>
                  <a:pt x="867644" y="2384"/>
                </a:lnTo>
                <a:lnTo>
                  <a:pt x="809979" y="7278"/>
                </a:lnTo>
                <a:lnTo>
                  <a:pt x="752815" y="14651"/>
                </a:lnTo>
                <a:lnTo>
                  <a:pt x="696310" y="24464"/>
                </a:lnTo>
                <a:lnTo>
                  <a:pt x="640618" y="36680"/>
                </a:lnTo>
                <a:lnTo>
                  <a:pt x="585887" y="51258"/>
                </a:lnTo>
                <a:lnTo>
                  <a:pt x="532262" y="68155"/>
                </a:lnTo>
                <a:lnTo>
                  <a:pt x="479885" y="87326"/>
                </a:lnTo>
                <a:lnTo>
                  <a:pt x="428896" y="108727"/>
                </a:lnTo>
                <a:lnTo>
                  <a:pt x="379434" y="132310"/>
                </a:lnTo>
                <a:lnTo>
                  <a:pt x="331636" y="158027"/>
                </a:lnTo>
                <a:lnTo>
                  <a:pt x="285642" y="185827"/>
                </a:lnTo>
                <a:lnTo>
                  <a:pt x="241592" y="215658"/>
                </a:lnTo>
                <a:lnTo>
                  <a:pt x="199629" y="247464"/>
                </a:lnTo>
                <a:lnTo>
                  <a:pt x="159896" y="281185"/>
                </a:lnTo>
                <a:lnTo>
                  <a:pt x="122543" y="316759"/>
                </a:lnTo>
                <a:lnTo>
                  <a:pt x="87720" y="354116"/>
                </a:lnTo>
                <a:lnTo>
                  <a:pt x="55583" y="393180"/>
                </a:lnTo>
                <a:lnTo>
                  <a:pt x="26289" y="433868"/>
                </a:lnTo>
                <a:lnTo>
                  <a:pt x="0" y="476090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38" name="Shape 38"/>
          <p:cNvSpPr/>
          <p:nvPr/>
        </p:nvSpPr>
        <p:spPr>
          <a:xfrm>
            <a:off x="3823976" y="2348970"/>
            <a:ext cx="630587" cy="991401"/>
          </a:xfrm>
          <a:custGeom>
            <a:avLst/>
            <a:gdLst/>
            <a:ahLst/>
            <a:cxnLst/>
            <a:rect l="0" t="0" r="r" b="b"/>
            <a:pathLst>
              <a:path w="630587" h="991401" fill="none">
                <a:moveTo>
                  <a:pt x="0" y="991401"/>
                </a:moveTo>
                <a:lnTo>
                  <a:pt x="58233" y="980387"/>
                </a:lnTo>
                <a:lnTo>
                  <a:pt x="114675" y="964723"/>
                </a:lnTo>
                <a:lnTo>
                  <a:pt x="168815" y="944680"/>
                </a:lnTo>
                <a:lnTo>
                  <a:pt x="220218" y="920624"/>
                </a:lnTo>
                <a:lnTo>
                  <a:pt x="268542" y="892990"/>
                </a:lnTo>
                <a:lnTo>
                  <a:pt x="313537" y="862262"/>
                </a:lnTo>
                <a:lnTo>
                  <a:pt x="355052" y="828946"/>
                </a:lnTo>
                <a:lnTo>
                  <a:pt x="393022" y="793544"/>
                </a:lnTo>
                <a:lnTo>
                  <a:pt x="427462" y="756541"/>
                </a:lnTo>
                <a:lnTo>
                  <a:pt x="458451" y="718384"/>
                </a:lnTo>
                <a:lnTo>
                  <a:pt x="486121" y="679478"/>
                </a:lnTo>
                <a:lnTo>
                  <a:pt x="510639" y="640174"/>
                </a:lnTo>
                <a:lnTo>
                  <a:pt x="532196" y="600774"/>
                </a:lnTo>
                <a:lnTo>
                  <a:pt x="550999" y="561527"/>
                </a:lnTo>
                <a:lnTo>
                  <a:pt x="567258" y="522638"/>
                </a:lnTo>
                <a:lnTo>
                  <a:pt x="581182" y="484264"/>
                </a:lnTo>
                <a:lnTo>
                  <a:pt x="592973" y="446526"/>
                </a:lnTo>
                <a:lnTo>
                  <a:pt x="602821" y="409512"/>
                </a:lnTo>
                <a:lnTo>
                  <a:pt x="610907" y="373282"/>
                </a:lnTo>
                <a:lnTo>
                  <a:pt x="617393" y="337872"/>
                </a:lnTo>
                <a:lnTo>
                  <a:pt x="622429" y="303301"/>
                </a:lnTo>
                <a:lnTo>
                  <a:pt x="626152" y="269569"/>
                </a:lnTo>
                <a:lnTo>
                  <a:pt x="628682" y="236669"/>
                </a:lnTo>
                <a:lnTo>
                  <a:pt x="630129" y="204581"/>
                </a:lnTo>
                <a:lnTo>
                  <a:pt x="630587" y="173278"/>
                </a:lnTo>
                <a:lnTo>
                  <a:pt x="630141" y="142730"/>
                </a:lnTo>
                <a:lnTo>
                  <a:pt x="628866" y="112900"/>
                </a:lnTo>
                <a:lnTo>
                  <a:pt x="626825" y="83752"/>
                </a:lnTo>
                <a:lnTo>
                  <a:pt x="624074" y="55246"/>
                </a:lnTo>
                <a:lnTo>
                  <a:pt x="620659" y="27342"/>
                </a:lnTo>
                <a:lnTo>
                  <a:pt x="616622" y="0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39" name="Shape 39"/>
          <p:cNvSpPr/>
          <p:nvPr/>
        </p:nvSpPr>
        <p:spPr>
          <a:xfrm>
            <a:off x="3694712" y="1674681"/>
            <a:ext cx="1197099" cy="310091"/>
          </a:xfrm>
          <a:custGeom>
            <a:avLst/>
            <a:gdLst/>
            <a:ahLst/>
            <a:cxnLst/>
            <a:rect l="0" t="0" r="r" b="b"/>
            <a:pathLst>
              <a:path w="1197099" h="310091" fill="none">
                <a:moveTo>
                  <a:pt x="1197099" y="310091"/>
                </a:moveTo>
                <a:lnTo>
                  <a:pt x="1174184" y="275908"/>
                </a:lnTo>
                <a:lnTo>
                  <a:pt x="1146196" y="243543"/>
                </a:lnTo>
                <a:lnTo>
                  <a:pt x="1113619" y="213242"/>
                </a:lnTo>
                <a:lnTo>
                  <a:pt x="1077030" y="185183"/>
                </a:lnTo>
                <a:lnTo>
                  <a:pt x="1037065" y="159474"/>
                </a:lnTo>
                <a:lnTo>
                  <a:pt x="994381" y="136153"/>
                </a:lnTo>
                <a:lnTo>
                  <a:pt x="949624" y="115202"/>
                </a:lnTo>
                <a:lnTo>
                  <a:pt x="903403" y="96552"/>
                </a:lnTo>
                <a:lnTo>
                  <a:pt x="856269" y="80095"/>
                </a:lnTo>
                <a:lnTo>
                  <a:pt x="808705" y="65696"/>
                </a:lnTo>
                <a:lnTo>
                  <a:pt x="761121" y="53204"/>
                </a:lnTo>
                <a:lnTo>
                  <a:pt x="713854" y="42461"/>
                </a:lnTo>
                <a:lnTo>
                  <a:pt x="667174" y="33308"/>
                </a:lnTo>
                <a:lnTo>
                  <a:pt x="621285" y="25589"/>
                </a:lnTo>
                <a:lnTo>
                  <a:pt x="576340" y="19156"/>
                </a:lnTo>
                <a:lnTo>
                  <a:pt x="532445" y="13874"/>
                </a:lnTo>
                <a:lnTo>
                  <a:pt x="489666" y="9615"/>
                </a:lnTo>
                <a:lnTo>
                  <a:pt x="448038" y="6267"/>
                </a:lnTo>
                <a:lnTo>
                  <a:pt x="407573" y="3728"/>
                </a:lnTo>
                <a:lnTo>
                  <a:pt x="368259" y="1907"/>
                </a:lnTo>
                <a:lnTo>
                  <a:pt x="330075" y="724"/>
                </a:lnTo>
                <a:lnTo>
                  <a:pt x="292983" y="109"/>
                </a:lnTo>
                <a:lnTo>
                  <a:pt x="256941" y="0"/>
                </a:lnTo>
                <a:lnTo>
                  <a:pt x="221899" y="343"/>
                </a:lnTo>
                <a:lnTo>
                  <a:pt x="187804" y="1094"/>
                </a:lnTo>
                <a:lnTo>
                  <a:pt x="154601" y="2210"/>
                </a:lnTo>
                <a:lnTo>
                  <a:pt x="122234" y="3659"/>
                </a:lnTo>
                <a:lnTo>
                  <a:pt x="90646" y="5411"/>
                </a:lnTo>
                <a:lnTo>
                  <a:pt x="59781" y="7440"/>
                </a:lnTo>
                <a:lnTo>
                  <a:pt x="29584" y="9726"/>
                </a:lnTo>
                <a:lnTo>
                  <a:pt x="0" y="12252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40" name="Shape 40"/>
          <p:cNvSpPr/>
          <p:nvPr/>
        </p:nvSpPr>
        <p:spPr>
          <a:xfrm>
            <a:off x="4054613" y="1722212"/>
            <a:ext cx="869103" cy="134935"/>
          </a:xfrm>
          <a:custGeom>
            <a:avLst/>
            <a:gdLst/>
            <a:ahLst/>
            <a:cxnLst/>
            <a:rect l="0" t="0" r="r" b="b"/>
            <a:pathLst>
              <a:path w="869103" h="134935" fill="none">
                <a:moveTo>
                  <a:pt x="869103" y="134935"/>
                </a:moveTo>
                <a:lnTo>
                  <a:pt x="854016" y="117755"/>
                </a:lnTo>
                <a:lnTo>
                  <a:pt x="835884" y="101727"/>
                </a:lnTo>
                <a:lnTo>
                  <a:pt x="814901" y="86923"/>
                </a:lnTo>
                <a:lnTo>
                  <a:pt x="791313" y="73392"/>
                </a:lnTo>
                <a:lnTo>
                  <a:pt x="765396" y="61156"/>
                </a:lnTo>
                <a:lnTo>
                  <a:pt x="737453" y="50214"/>
                </a:lnTo>
                <a:lnTo>
                  <a:pt x="707798" y="40544"/>
                </a:lnTo>
                <a:lnTo>
                  <a:pt x="676748" y="32105"/>
                </a:lnTo>
                <a:lnTo>
                  <a:pt x="644610" y="24842"/>
                </a:lnTo>
                <a:lnTo>
                  <a:pt x="611675" y="18688"/>
                </a:lnTo>
                <a:lnTo>
                  <a:pt x="578213" y="13568"/>
                </a:lnTo>
                <a:lnTo>
                  <a:pt x="544467" y="9402"/>
                </a:lnTo>
                <a:lnTo>
                  <a:pt x="510654" y="6109"/>
                </a:lnTo>
                <a:lnTo>
                  <a:pt x="476962" y="3608"/>
                </a:lnTo>
                <a:lnTo>
                  <a:pt x="443549" y="1819"/>
                </a:lnTo>
                <a:lnTo>
                  <a:pt x="410548" y="668"/>
                </a:lnTo>
                <a:lnTo>
                  <a:pt x="378069" y="83"/>
                </a:lnTo>
                <a:lnTo>
                  <a:pt x="346196" y="0"/>
                </a:lnTo>
                <a:lnTo>
                  <a:pt x="314996" y="356"/>
                </a:lnTo>
                <a:lnTo>
                  <a:pt x="284518" y="1098"/>
                </a:lnTo>
                <a:lnTo>
                  <a:pt x="254797" y="2175"/>
                </a:lnTo>
                <a:lnTo>
                  <a:pt x="225853" y="3543"/>
                </a:lnTo>
                <a:lnTo>
                  <a:pt x="197699" y="5162"/>
                </a:lnTo>
                <a:lnTo>
                  <a:pt x="170336" y="6996"/>
                </a:lnTo>
                <a:lnTo>
                  <a:pt x="143760" y="9014"/>
                </a:lnTo>
                <a:lnTo>
                  <a:pt x="117961" y="11189"/>
                </a:lnTo>
                <a:lnTo>
                  <a:pt x="92924" y="13496"/>
                </a:lnTo>
                <a:lnTo>
                  <a:pt x="68631" y="15914"/>
                </a:lnTo>
                <a:lnTo>
                  <a:pt x="45061" y="18424"/>
                </a:lnTo>
                <a:lnTo>
                  <a:pt x="22192" y="21011"/>
                </a:lnTo>
                <a:lnTo>
                  <a:pt x="0" y="23661"/>
                </a:lnTo>
              </a:path>
            </a:pathLst>
          </a:custGeom>
          <a:noFill/>
          <a:ln w="18485" cap="rnd">
            <a:solidFill>
              <a:srgbClr val="CBD0D7">
                <a:alpha val="55000"/>
              </a:srgbClr>
            </a:solidFill>
            <a:round/>
          </a:ln>
        </p:spPr>
      </p:sp>
      <p:sp>
        <p:nvSpPr>
          <p:cNvPr id="41" name="Shape 41"/>
          <p:cNvSpPr/>
          <p:nvPr/>
        </p:nvSpPr>
        <p:spPr>
          <a:xfrm>
            <a:off x="1773082" y="3643763"/>
            <a:ext cx="4125379" cy="3050608"/>
          </a:xfrm>
          <a:custGeom>
            <a:avLst/>
            <a:gdLst/>
            <a:ahLst/>
            <a:cxnLst/>
            <a:rect l="0" t="0" r="r" b="b"/>
            <a:pathLst>
              <a:path w="4125379" h="3050608">
                <a:moveTo>
                  <a:pt x="3072710" y="604981"/>
                </a:moveTo>
                <a:lnTo>
                  <a:pt x="4064880" y="604981"/>
                </a:lnTo>
                <a:quadBezTo>
                  <a:pt x="4125379" y="604981"/>
                  <a:pt x="4125379" y="544483"/>
                </a:quadBezTo>
                <a:lnTo>
                  <a:pt x="4125379" y="60498"/>
                </a:lnTo>
                <a:quadBezTo>
                  <a:pt x="4125379" y="0"/>
                  <a:pt x="4064880" y="0"/>
                </a:quadBezTo>
                <a:lnTo>
                  <a:pt x="3072710" y="0"/>
                </a:lnTo>
                <a:quadBezTo>
                  <a:pt x="3012212" y="0"/>
                  <a:pt x="3012212" y="60498"/>
                </a:quadBezTo>
                <a:lnTo>
                  <a:pt x="3012212" y="544483"/>
                </a:lnTo>
                <a:quadBezTo>
                  <a:pt x="3012212" y="604981"/>
                  <a:pt x="3072710" y="604981"/>
                </a:quad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42" name="Shape 42"/>
          <p:cNvSpPr/>
          <p:nvPr/>
        </p:nvSpPr>
        <p:spPr>
          <a:xfrm>
            <a:off x="1777841" y="1248035"/>
            <a:ext cx="4919195" cy="5437463"/>
          </a:xfrm>
          <a:custGeom>
            <a:avLst/>
            <a:gdLst/>
            <a:ahLst/>
            <a:cxnLst/>
            <a:rect l="0" t="0" r="r" b="b"/>
            <a:pathLst>
              <a:path w="4919195" h="5437463">
                <a:moveTo>
                  <a:pt x="4495708" y="338789"/>
                </a:moveTo>
                <a:lnTo>
                  <a:pt x="4858697" y="338789"/>
                </a:lnTo>
                <a:quadBezTo>
                  <a:pt x="4919195" y="338789"/>
                  <a:pt x="4919195" y="278291"/>
                </a:quadBezTo>
                <a:lnTo>
                  <a:pt x="4919195" y="60498"/>
                </a:lnTo>
                <a:quadBezTo>
                  <a:pt x="4919195" y="0"/>
                  <a:pt x="4858697" y="0"/>
                </a:quadBezTo>
                <a:lnTo>
                  <a:pt x="4495708" y="0"/>
                </a:lnTo>
                <a:quadBezTo>
                  <a:pt x="4435210" y="0"/>
                  <a:pt x="4435210" y="60498"/>
                </a:quadBezTo>
                <a:lnTo>
                  <a:pt x="4435210" y="278291"/>
                </a:lnTo>
                <a:quadBezTo>
                  <a:pt x="4435210" y="338789"/>
                  <a:pt x="4495708" y="338789"/>
                </a:quad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43" name="Shape 43"/>
          <p:cNvSpPr/>
          <p:nvPr/>
        </p:nvSpPr>
        <p:spPr>
          <a:xfrm>
            <a:off x="1783690" y="1127039"/>
            <a:ext cx="7224378" cy="5565397"/>
          </a:xfrm>
          <a:custGeom>
            <a:avLst/>
            <a:gdLst/>
            <a:ahLst/>
            <a:cxnLst/>
            <a:rect l="0" t="0" r="r" b="b"/>
            <a:pathLst>
              <a:path w="7224378" h="5565397">
                <a:moveTo>
                  <a:pt x="6244307" y="2540923"/>
                </a:moveTo>
                <a:lnTo>
                  <a:pt x="7139680" y="2540923"/>
                </a:lnTo>
                <a:quadBezTo>
                  <a:pt x="7224378" y="2540923"/>
                  <a:pt x="7224378" y="2456226"/>
                </a:quadBezTo>
                <a:lnTo>
                  <a:pt x="7224378" y="84697"/>
                </a:lnTo>
                <a:quadBezTo>
                  <a:pt x="7224378" y="0"/>
                  <a:pt x="7139680" y="0"/>
                </a:quadBezTo>
                <a:lnTo>
                  <a:pt x="6244307" y="0"/>
                </a:lnTo>
                <a:quadBezTo>
                  <a:pt x="6159610" y="0"/>
                  <a:pt x="6159610" y="84697"/>
                </a:quadBezTo>
                <a:lnTo>
                  <a:pt x="6159610" y="2456226"/>
                </a:lnTo>
                <a:quadBezTo>
                  <a:pt x="6159610" y="2540923"/>
                  <a:pt x="6244307" y="2540923"/>
                </a:quad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44" name="Shape 44"/>
          <p:cNvSpPr/>
          <p:nvPr/>
        </p:nvSpPr>
        <p:spPr>
          <a:xfrm>
            <a:off x="1763766" y="5204617"/>
            <a:ext cx="1448576" cy="1495845"/>
          </a:xfrm>
          <a:custGeom>
            <a:avLst/>
            <a:gdLst/>
            <a:ahLst/>
            <a:cxnLst/>
            <a:rect l="0" t="0" r="r" b="b"/>
            <a:pathLst>
              <a:path w="1448576" h="1495845">
                <a:moveTo>
                  <a:pt x="287011" y="871173"/>
                </a:moveTo>
                <a:lnTo>
                  <a:pt x="1375978" y="871173"/>
                </a:lnTo>
                <a:quadBezTo>
                  <a:pt x="1448576" y="871173"/>
                  <a:pt x="1448576" y="798576"/>
                </a:quadBezTo>
                <a:lnTo>
                  <a:pt x="1448576" y="72597"/>
                </a:lnTo>
                <a:quadBezTo>
                  <a:pt x="1448576" y="0"/>
                  <a:pt x="1375978" y="0"/>
                </a:quadBezTo>
                <a:lnTo>
                  <a:pt x="287011" y="0"/>
                </a:lnTo>
                <a:quadBezTo>
                  <a:pt x="214413" y="0"/>
                  <a:pt x="214413" y="72597"/>
                </a:quadBezTo>
                <a:lnTo>
                  <a:pt x="214413" y="798576"/>
                </a:lnTo>
                <a:quadBezTo>
                  <a:pt x="214413" y="871173"/>
                  <a:pt x="287011" y="871173"/>
                </a:quad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45" name="Shape 45"/>
          <p:cNvSpPr/>
          <p:nvPr/>
        </p:nvSpPr>
        <p:spPr>
          <a:xfrm>
            <a:off x="1768363" y="5349812"/>
            <a:ext cx="2315152" cy="1350166"/>
          </a:xfrm>
          <a:custGeom>
            <a:avLst/>
            <a:gdLst/>
            <a:ahLst/>
            <a:cxnLst/>
            <a:rect l="0" t="0" r="r" b="b"/>
            <a:pathLst>
              <a:path w="2315152" h="1350166">
                <a:moveTo>
                  <a:pt x="1661772" y="580782"/>
                </a:moveTo>
                <a:lnTo>
                  <a:pt x="2242554" y="580782"/>
                </a:lnTo>
                <a:quadBezTo>
                  <a:pt x="2315152" y="580782"/>
                  <a:pt x="2315152" y="508184"/>
                </a:quadBezTo>
                <a:lnTo>
                  <a:pt x="2315152" y="72597"/>
                </a:lnTo>
                <a:quadBezTo>
                  <a:pt x="2315152" y="0"/>
                  <a:pt x="2242554" y="0"/>
                </a:quadBezTo>
                <a:lnTo>
                  <a:pt x="1661772" y="0"/>
                </a:lnTo>
                <a:quadBezTo>
                  <a:pt x="1589174" y="0"/>
                  <a:pt x="1589174" y="72597"/>
                </a:quadBezTo>
                <a:lnTo>
                  <a:pt x="1589174" y="508184"/>
                </a:lnTo>
                <a:quadBezTo>
                  <a:pt x="1589174" y="580782"/>
                  <a:pt x="1661772" y="580782"/>
                </a:quad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46" name="Shape 46"/>
          <p:cNvSpPr/>
          <p:nvPr/>
        </p:nvSpPr>
        <p:spPr>
          <a:xfrm>
            <a:off x="1771388" y="5059421"/>
            <a:ext cx="3957678" cy="1641525"/>
          </a:xfrm>
          <a:custGeom>
            <a:avLst/>
            <a:gdLst/>
            <a:ahLst/>
            <a:cxnLst/>
            <a:rect l="0" t="0" r="r" b="b"/>
            <a:pathLst>
              <a:path w="3957678" h="1641525">
                <a:moveTo>
                  <a:pt x="2566219" y="1161565"/>
                </a:moveTo>
                <a:lnTo>
                  <a:pt x="3872980" y="1161565"/>
                </a:lnTo>
                <a:quadBezTo>
                  <a:pt x="3957678" y="1161565"/>
                  <a:pt x="3957678" y="1076867"/>
                </a:quadBezTo>
                <a:lnTo>
                  <a:pt x="3957678" y="84697"/>
                </a:lnTo>
                <a:quadBezTo>
                  <a:pt x="3957678" y="0"/>
                  <a:pt x="3872980" y="0"/>
                </a:quadBezTo>
                <a:lnTo>
                  <a:pt x="2566219" y="0"/>
                </a:lnTo>
                <a:quadBezTo>
                  <a:pt x="2481522" y="0"/>
                  <a:pt x="2481522" y="84697"/>
                </a:quadBezTo>
                <a:lnTo>
                  <a:pt x="2481522" y="1076867"/>
                </a:lnTo>
                <a:quadBezTo>
                  <a:pt x="2481522" y="1161565"/>
                  <a:pt x="2566219" y="1161565"/>
                </a:quad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47" name="Shape 47"/>
          <p:cNvSpPr/>
          <p:nvPr/>
        </p:nvSpPr>
        <p:spPr>
          <a:xfrm>
            <a:off x="1776874" y="5277214"/>
            <a:ext cx="4847566" cy="1423005"/>
          </a:xfrm>
          <a:custGeom>
            <a:avLst/>
            <a:gdLst/>
            <a:ahLst/>
            <a:cxnLst/>
            <a:rect l="0" t="0" r="r" b="b"/>
            <a:pathLst>
              <a:path w="4847566" h="1423005">
                <a:moveTo>
                  <a:pt x="4206285" y="725978"/>
                </a:moveTo>
                <a:lnTo>
                  <a:pt x="4762868" y="725978"/>
                </a:lnTo>
                <a:quadBezTo>
                  <a:pt x="4847566" y="725978"/>
                  <a:pt x="4847566" y="641280"/>
                </a:quadBezTo>
                <a:lnTo>
                  <a:pt x="4847566" y="84697"/>
                </a:lnTo>
                <a:quadBezTo>
                  <a:pt x="4847566" y="0"/>
                  <a:pt x="4762868" y="0"/>
                </a:quadBezTo>
                <a:lnTo>
                  <a:pt x="4206285" y="0"/>
                </a:lnTo>
                <a:quadBezTo>
                  <a:pt x="4121587" y="0"/>
                  <a:pt x="4121587" y="84697"/>
                </a:quadBezTo>
                <a:lnTo>
                  <a:pt x="4121587" y="641280"/>
                </a:lnTo>
                <a:quadBezTo>
                  <a:pt x="4121587" y="725978"/>
                  <a:pt x="4206285" y="725978"/>
                </a:quad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48" name="Shape 48"/>
          <p:cNvSpPr/>
          <p:nvPr/>
        </p:nvSpPr>
        <p:spPr>
          <a:xfrm>
            <a:off x="3117138" y="1281914"/>
            <a:ext cx="130095" cy="478101"/>
          </a:xfrm>
          <a:custGeom>
            <a:avLst/>
            <a:gdLst/>
            <a:ahLst/>
            <a:cxnLst/>
            <a:rect l="0" t="0" r="r" b="b"/>
            <a:pathLst>
              <a:path w="130095" h="478101" fill="none">
                <a:moveTo>
                  <a:pt x="130095" y="6274"/>
                </a:moveTo>
                <a:lnTo>
                  <a:pt x="103543" y="0"/>
                </a:lnTo>
                <a:lnTo>
                  <a:pt x="80030" y="85"/>
                </a:lnTo>
                <a:lnTo>
                  <a:pt x="59878" y="6131"/>
                </a:lnTo>
                <a:lnTo>
                  <a:pt x="43167" y="17399"/>
                </a:lnTo>
                <a:lnTo>
                  <a:pt x="29771" y="32946"/>
                </a:lnTo>
                <a:lnTo>
                  <a:pt x="19412" y="51759"/>
                </a:lnTo>
                <a:lnTo>
                  <a:pt x="11723" y="72875"/>
                </a:lnTo>
                <a:lnTo>
                  <a:pt x="6308" y="95445"/>
                </a:lnTo>
                <a:lnTo>
                  <a:pt x="2779" y="118770"/>
                </a:lnTo>
                <a:lnTo>
                  <a:pt x="779" y="142303"/>
                </a:lnTo>
                <a:lnTo>
                  <a:pt x="0" y="165640"/>
                </a:lnTo>
                <a:lnTo>
                  <a:pt x="178" y="188490"/>
                </a:lnTo>
                <a:lnTo>
                  <a:pt x="1098" y="210659"/>
                </a:lnTo>
                <a:lnTo>
                  <a:pt x="2586" y="232027"/>
                </a:lnTo>
                <a:lnTo>
                  <a:pt x="4501" y="252525"/>
                </a:lnTo>
                <a:lnTo>
                  <a:pt x="6733" y="272126"/>
                </a:lnTo>
                <a:lnTo>
                  <a:pt x="9195" y="290828"/>
                </a:lnTo>
                <a:lnTo>
                  <a:pt x="11818" y="308650"/>
                </a:lnTo>
                <a:lnTo>
                  <a:pt x="14551" y="325622"/>
                </a:lnTo>
                <a:lnTo>
                  <a:pt x="17351" y="341784"/>
                </a:lnTo>
                <a:lnTo>
                  <a:pt x="20189" y="357176"/>
                </a:lnTo>
                <a:lnTo>
                  <a:pt x="23039" y="371843"/>
                </a:lnTo>
                <a:lnTo>
                  <a:pt x="25884" y="385830"/>
                </a:lnTo>
                <a:lnTo>
                  <a:pt x="28711" y="399181"/>
                </a:lnTo>
                <a:lnTo>
                  <a:pt x="31510" y="411937"/>
                </a:lnTo>
                <a:lnTo>
                  <a:pt x="34274" y="424140"/>
                </a:lnTo>
                <a:lnTo>
                  <a:pt x="36997" y="435827"/>
                </a:lnTo>
                <a:lnTo>
                  <a:pt x="39676" y="447034"/>
                </a:lnTo>
                <a:lnTo>
                  <a:pt x="42310" y="457795"/>
                </a:lnTo>
                <a:lnTo>
                  <a:pt x="44897" y="468141"/>
                </a:lnTo>
                <a:lnTo>
                  <a:pt x="47438" y="478101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49" name="Shape 49"/>
          <p:cNvSpPr/>
          <p:nvPr/>
        </p:nvSpPr>
        <p:spPr>
          <a:xfrm>
            <a:off x="4166605" y="1495968"/>
            <a:ext cx="847100" cy="559584"/>
          </a:xfrm>
          <a:custGeom>
            <a:avLst/>
            <a:gdLst/>
            <a:ahLst/>
            <a:cxnLst/>
            <a:rect l="0" t="0" r="r" b="b"/>
            <a:pathLst>
              <a:path w="847100" h="559584" fill="none">
                <a:moveTo>
                  <a:pt x="847100" y="559584"/>
                </a:moveTo>
                <a:lnTo>
                  <a:pt x="842054" y="524940"/>
                </a:lnTo>
                <a:lnTo>
                  <a:pt x="832952" y="490707"/>
                </a:lnTo>
                <a:lnTo>
                  <a:pt x="819953" y="457126"/>
                </a:lnTo>
                <a:lnTo>
                  <a:pt x="803295" y="424417"/>
                </a:lnTo>
                <a:lnTo>
                  <a:pt x="783275" y="392774"/>
                </a:lnTo>
                <a:lnTo>
                  <a:pt x="760237" y="362355"/>
                </a:lnTo>
                <a:lnTo>
                  <a:pt x="734555" y="333284"/>
                </a:lnTo>
                <a:lnTo>
                  <a:pt x="706616" y="305651"/>
                </a:lnTo>
                <a:lnTo>
                  <a:pt x="676806" y="279513"/>
                </a:lnTo>
                <a:lnTo>
                  <a:pt x="645499" y="254894"/>
                </a:lnTo>
                <a:lnTo>
                  <a:pt x="613043" y="231793"/>
                </a:lnTo>
                <a:lnTo>
                  <a:pt x="579761" y="210187"/>
                </a:lnTo>
                <a:lnTo>
                  <a:pt x="545939" y="190034"/>
                </a:lnTo>
                <a:lnTo>
                  <a:pt x="511831" y="171280"/>
                </a:lnTo>
                <a:lnTo>
                  <a:pt x="477653" y="153861"/>
                </a:lnTo>
                <a:lnTo>
                  <a:pt x="443590" y="137705"/>
                </a:lnTo>
                <a:lnTo>
                  <a:pt x="409794" y="122738"/>
                </a:lnTo>
                <a:lnTo>
                  <a:pt x="376388" y="108884"/>
                </a:lnTo>
                <a:lnTo>
                  <a:pt x="343472" y="96068"/>
                </a:lnTo>
                <a:lnTo>
                  <a:pt x="311121" y="84217"/>
                </a:lnTo>
                <a:lnTo>
                  <a:pt x="279392" y="73259"/>
                </a:lnTo>
                <a:lnTo>
                  <a:pt x="248326" y="63128"/>
                </a:lnTo>
                <a:lnTo>
                  <a:pt x="217948" y="53761"/>
                </a:lnTo>
                <a:lnTo>
                  <a:pt x="188276" y="45097"/>
                </a:lnTo>
                <a:lnTo>
                  <a:pt x="159313" y="37081"/>
                </a:lnTo>
                <a:lnTo>
                  <a:pt x="131060" y="29663"/>
                </a:lnTo>
                <a:lnTo>
                  <a:pt x="103507" y="22794"/>
                </a:lnTo>
                <a:lnTo>
                  <a:pt x="76642" y="16432"/>
                </a:lnTo>
                <a:lnTo>
                  <a:pt x="50449" y="10536"/>
                </a:lnTo>
                <a:lnTo>
                  <a:pt x="24909" y="5070"/>
                </a:lnTo>
                <a:lnTo>
                  <a:pt x="0" y="0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50" name="Shape 50"/>
          <p:cNvSpPr/>
          <p:nvPr/>
        </p:nvSpPr>
        <p:spPr>
          <a:xfrm>
            <a:off x="2542061" y="1411281"/>
            <a:ext cx="1559698" cy="339182"/>
          </a:xfrm>
          <a:custGeom>
            <a:avLst/>
            <a:gdLst/>
            <a:ahLst/>
            <a:cxnLst/>
            <a:rect l="0" t="0" r="r" b="b"/>
            <a:pathLst>
              <a:path w="1559698" h="339182" fill="none">
                <a:moveTo>
                  <a:pt x="0" y="101268"/>
                </a:moveTo>
                <a:lnTo>
                  <a:pt x="69426" y="58295"/>
                </a:lnTo>
                <a:lnTo>
                  <a:pt x="152805" y="27643"/>
                </a:lnTo>
                <a:lnTo>
                  <a:pt x="244522" y="8909"/>
                </a:lnTo>
                <a:lnTo>
                  <a:pt x="339101" y="433"/>
                </a:lnTo>
                <a:lnTo>
                  <a:pt x="432220" y="0"/>
                </a:lnTo>
                <a:lnTo>
                  <a:pt x="521033" y="5408"/>
                </a:lnTo>
                <a:lnTo>
                  <a:pt x="604012" y="14797"/>
                </a:lnTo>
                <a:lnTo>
                  <a:pt x="680591" y="26736"/>
                </a:lnTo>
                <a:lnTo>
                  <a:pt x="750817" y="40198"/>
                </a:lnTo>
                <a:lnTo>
                  <a:pt x="815072" y="54476"/>
                </a:lnTo>
                <a:lnTo>
                  <a:pt x="873902" y="69105"/>
                </a:lnTo>
                <a:lnTo>
                  <a:pt x="927900" y="83791"/>
                </a:lnTo>
                <a:lnTo>
                  <a:pt x="977649" y="98356"/>
                </a:lnTo>
                <a:lnTo>
                  <a:pt x="1023694" y="112700"/>
                </a:lnTo>
                <a:lnTo>
                  <a:pt x="1066527" y="126777"/>
                </a:lnTo>
                <a:lnTo>
                  <a:pt x="1106586" y="140575"/>
                </a:lnTo>
                <a:lnTo>
                  <a:pt x="1144257" y="154103"/>
                </a:lnTo>
                <a:lnTo>
                  <a:pt x="1179881" y="167387"/>
                </a:lnTo>
                <a:lnTo>
                  <a:pt x="1213757" y="180462"/>
                </a:lnTo>
                <a:lnTo>
                  <a:pt x="1246152" y="193367"/>
                </a:lnTo>
                <a:lnTo>
                  <a:pt x="1277300" y="206149"/>
                </a:lnTo>
                <a:lnTo>
                  <a:pt x="1307413" y="218855"/>
                </a:lnTo>
                <a:lnTo>
                  <a:pt x="1336684" y="231535"/>
                </a:lnTo>
                <a:lnTo>
                  <a:pt x="1365288" y="244244"/>
                </a:lnTo>
                <a:lnTo>
                  <a:pt x="1393388" y="257035"/>
                </a:lnTo>
                <a:lnTo>
                  <a:pt x="1421138" y="269970"/>
                </a:lnTo>
                <a:lnTo>
                  <a:pt x="1448684" y="283110"/>
                </a:lnTo>
                <a:lnTo>
                  <a:pt x="1476171" y="296523"/>
                </a:lnTo>
                <a:lnTo>
                  <a:pt x="1503740" y="310284"/>
                </a:lnTo>
                <a:lnTo>
                  <a:pt x="1531534" y="324474"/>
                </a:lnTo>
                <a:lnTo>
                  <a:pt x="1559698" y="339182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51" name="Shape 51"/>
          <p:cNvSpPr/>
          <p:nvPr/>
        </p:nvSpPr>
        <p:spPr>
          <a:xfrm>
            <a:off x="2795322" y="1329698"/>
            <a:ext cx="2471499" cy="946009"/>
          </a:xfrm>
          <a:custGeom>
            <a:avLst/>
            <a:gdLst/>
            <a:ahLst/>
            <a:cxnLst/>
            <a:rect l="0" t="0" r="r" b="b"/>
            <a:pathLst>
              <a:path w="2471499" h="946009" fill="none">
                <a:moveTo>
                  <a:pt x="2471499" y="946009"/>
                </a:moveTo>
                <a:lnTo>
                  <a:pt x="2460784" y="804494"/>
                </a:lnTo>
                <a:lnTo>
                  <a:pt x="2402224" y="669148"/>
                </a:lnTo>
                <a:lnTo>
                  <a:pt x="2308688" y="548144"/>
                </a:lnTo>
                <a:lnTo>
                  <a:pt x="2195157" y="445266"/>
                </a:lnTo>
                <a:lnTo>
                  <a:pt x="2074072" y="360588"/>
                </a:lnTo>
                <a:lnTo>
                  <a:pt x="1953709" y="292091"/>
                </a:lnTo>
                <a:lnTo>
                  <a:pt x="1838636" y="237033"/>
                </a:lnTo>
                <a:lnTo>
                  <a:pt x="1730844" y="192739"/>
                </a:lnTo>
                <a:lnTo>
                  <a:pt x="1630789" y="156919"/>
                </a:lnTo>
                <a:lnTo>
                  <a:pt x="1538115" y="127736"/>
                </a:lnTo>
                <a:lnTo>
                  <a:pt x="1452085" y="103764"/>
                </a:lnTo>
                <a:lnTo>
                  <a:pt x="1371830" y="83913"/>
                </a:lnTo>
                <a:lnTo>
                  <a:pt x="1296467" y="67356"/>
                </a:lnTo>
                <a:lnTo>
                  <a:pt x="1225156" y="53467"/>
                </a:lnTo>
                <a:lnTo>
                  <a:pt x="1157121" y="41771"/>
                </a:lnTo>
                <a:lnTo>
                  <a:pt x="1091651" y="31914"/>
                </a:lnTo>
                <a:lnTo>
                  <a:pt x="1028091" y="23629"/>
                </a:lnTo>
                <a:lnTo>
                  <a:pt x="965830" y="16725"/>
                </a:lnTo>
                <a:lnTo>
                  <a:pt x="904293" y="11068"/>
                </a:lnTo>
                <a:lnTo>
                  <a:pt x="842918" y="6577"/>
                </a:lnTo>
                <a:lnTo>
                  <a:pt x="781152" y="3218"/>
                </a:lnTo>
                <a:lnTo>
                  <a:pt x="718431" y="1004"/>
                </a:lnTo>
                <a:lnTo>
                  <a:pt x="654168" y="0"/>
                </a:lnTo>
                <a:lnTo>
                  <a:pt x="587741" y="325"/>
                </a:lnTo>
                <a:lnTo>
                  <a:pt x="518481" y="2172"/>
                </a:lnTo>
                <a:lnTo>
                  <a:pt x="445660" y="5822"/>
                </a:lnTo>
                <a:lnTo>
                  <a:pt x="368492" y="11670"/>
                </a:lnTo>
                <a:lnTo>
                  <a:pt x="286141" y="20268"/>
                </a:lnTo>
                <a:lnTo>
                  <a:pt x="197757" y="32376"/>
                </a:lnTo>
                <a:lnTo>
                  <a:pt x="102559" y="49031"/>
                </a:lnTo>
                <a:lnTo>
                  <a:pt x="0" y="71630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52" name="Shape 52"/>
          <p:cNvSpPr/>
          <p:nvPr/>
        </p:nvSpPr>
        <p:spPr>
          <a:xfrm>
            <a:off x="3101964" y="1353082"/>
            <a:ext cx="971478" cy="381797"/>
          </a:xfrm>
          <a:custGeom>
            <a:avLst/>
            <a:gdLst/>
            <a:ahLst/>
            <a:cxnLst/>
            <a:rect l="0" t="0" r="r" b="b"/>
            <a:pathLst>
              <a:path w="971478" h="381797" fill="none">
                <a:moveTo>
                  <a:pt x="0" y="55138"/>
                </a:moveTo>
                <a:lnTo>
                  <a:pt x="37184" y="38260"/>
                </a:lnTo>
                <a:lnTo>
                  <a:pt x="75949" y="24469"/>
                </a:lnTo>
                <a:lnTo>
                  <a:pt x="115934" y="13804"/>
                </a:lnTo>
                <a:lnTo>
                  <a:pt x="156769" y="6238"/>
                </a:lnTo>
                <a:lnTo>
                  <a:pt x="198090" y="1683"/>
                </a:lnTo>
                <a:lnTo>
                  <a:pt x="239552" y="0"/>
                </a:lnTo>
                <a:lnTo>
                  <a:pt x="280839" y="1006"/>
                </a:lnTo>
                <a:lnTo>
                  <a:pt x="321675" y="4494"/>
                </a:lnTo>
                <a:lnTo>
                  <a:pt x="361827" y="10237"/>
                </a:lnTo>
                <a:lnTo>
                  <a:pt x="401102" y="18003"/>
                </a:lnTo>
                <a:lnTo>
                  <a:pt x="439354" y="27564"/>
                </a:lnTo>
                <a:lnTo>
                  <a:pt x="476474" y="38700"/>
                </a:lnTo>
                <a:lnTo>
                  <a:pt x="512388" y="51205"/>
                </a:lnTo>
                <a:lnTo>
                  <a:pt x="547055" y="64894"/>
                </a:lnTo>
                <a:lnTo>
                  <a:pt x="580456" y="79597"/>
                </a:lnTo>
                <a:lnTo>
                  <a:pt x="612597" y="95168"/>
                </a:lnTo>
                <a:lnTo>
                  <a:pt x="643496" y="111479"/>
                </a:lnTo>
                <a:lnTo>
                  <a:pt x="673186" y="128420"/>
                </a:lnTo>
                <a:lnTo>
                  <a:pt x="701709" y="145901"/>
                </a:lnTo>
                <a:lnTo>
                  <a:pt x="729112" y="163845"/>
                </a:lnTo>
                <a:lnTo>
                  <a:pt x="755447" y="182191"/>
                </a:lnTo>
                <a:lnTo>
                  <a:pt x="780767" y="200891"/>
                </a:lnTo>
                <a:lnTo>
                  <a:pt x="805128" y="219908"/>
                </a:lnTo>
                <a:lnTo>
                  <a:pt x="828582" y="239214"/>
                </a:lnTo>
                <a:lnTo>
                  <a:pt x="851183" y="258791"/>
                </a:lnTo>
                <a:lnTo>
                  <a:pt x="872980" y="278630"/>
                </a:lnTo>
                <a:lnTo>
                  <a:pt x="894021" y="298725"/>
                </a:lnTo>
                <a:lnTo>
                  <a:pt x="914351" y="319079"/>
                </a:lnTo>
                <a:lnTo>
                  <a:pt x="934012" y="339700"/>
                </a:lnTo>
                <a:lnTo>
                  <a:pt x="953043" y="360601"/>
                </a:lnTo>
                <a:lnTo>
                  <a:pt x="971478" y="381797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53" name="Shape 53"/>
          <p:cNvSpPr/>
          <p:nvPr/>
        </p:nvSpPr>
        <p:spPr>
          <a:xfrm>
            <a:off x="3664756" y="2382893"/>
            <a:ext cx="1475244" cy="208762"/>
          </a:xfrm>
          <a:custGeom>
            <a:avLst/>
            <a:gdLst/>
            <a:ahLst/>
            <a:cxnLst/>
            <a:rect l="0" t="0" r="r" b="b"/>
            <a:pathLst>
              <a:path w="1475244" h="208762" fill="none">
                <a:moveTo>
                  <a:pt x="1473732" y="0"/>
                </a:moveTo>
                <a:lnTo>
                  <a:pt x="1475244" y="36916"/>
                </a:lnTo>
                <a:lnTo>
                  <a:pt x="1461777" y="70795"/>
                </a:lnTo>
                <a:lnTo>
                  <a:pt x="1434231" y="100947"/>
                </a:lnTo>
                <a:lnTo>
                  <a:pt x="1394335" y="126974"/>
                </a:lnTo>
                <a:lnTo>
                  <a:pt x="1344344" y="148770"/>
                </a:lnTo>
                <a:lnTo>
                  <a:pt x="1286704" y="166477"/>
                </a:lnTo>
                <a:lnTo>
                  <a:pt x="1223771" y="180411"/>
                </a:lnTo>
                <a:lnTo>
                  <a:pt x="1157628" y="190991"/>
                </a:lnTo>
                <a:lnTo>
                  <a:pt x="1089987" y="198670"/>
                </a:lnTo>
                <a:lnTo>
                  <a:pt x="1022179" y="203897"/>
                </a:lnTo>
                <a:lnTo>
                  <a:pt x="955181" y="207087"/>
                </a:lnTo>
                <a:lnTo>
                  <a:pt x="889673" y="208605"/>
                </a:lnTo>
                <a:lnTo>
                  <a:pt x="826091" y="208762"/>
                </a:lnTo>
                <a:lnTo>
                  <a:pt x="764691" y="207820"/>
                </a:lnTo>
                <a:lnTo>
                  <a:pt x="705590" y="205994"/>
                </a:lnTo>
                <a:lnTo>
                  <a:pt x="648810" y="203459"/>
                </a:lnTo>
                <a:lnTo>
                  <a:pt x="594305" y="200354"/>
                </a:lnTo>
                <a:lnTo>
                  <a:pt x="541986" y="196791"/>
                </a:lnTo>
                <a:lnTo>
                  <a:pt x="491734" y="192859"/>
                </a:lnTo>
                <a:lnTo>
                  <a:pt x="443416" y="188628"/>
                </a:lnTo>
                <a:lnTo>
                  <a:pt x="396888" y="184152"/>
                </a:lnTo>
                <a:lnTo>
                  <a:pt x="352006" y="179474"/>
                </a:lnTo>
                <a:lnTo>
                  <a:pt x="308627" y="174624"/>
                </a:lnTo>
                <a:lnTo>
                  <a:pt x="266610" y="169626"/>
                </a:lnTo>
                <a:lnTo>
                  <a:pt x="225821" y="164499"/>
                </a:lnTo>
                <a:lnTo>
                  <a:pt x="186130" y="159253"/>
                </a:lnTo>
                <a:lnTo>
                  <a:pt x="147412" y="153895"/>
                </a:lnTo>
                <a:lnTo>
                  <a:pt x="109551" y="148429"/>
                </a:lnTo>
                <a:lnTo>
                  <a:pt x="72433" y="142856"/>
                </a:lnTo>
                <a:lnTo>
                  <a:pt x="35950" y="137173"/>
                </a:lnTo>
                <a:lnTo>
                  <a:pt x="0" y="131374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54" name="Shape 54"/>
          <p:cNvSpPr/>
          <p:nvPr/>
        </p:nvSpPr>
        <p:spPr>
          <a:xfrm>
            <a:off x="3333664" y="1334571"/>
            <a:ext cx="600946" cy="244717"/>
          </a:xfrm>
          <a:custGeom>
            <a:avLst/>
            <a:gdLst/>
            <a:ahLst/>
            <a:cxnLst/>
            <a:rect l="0" t="0" r="r" b="b"/>
            <a:pathLst>
              <a:path w="600946" h="244717" fill="none">
                <a:moveTo>
                  <a:pt x="600946" y="0"/>
                </a:moveTo>
                <a:lnTo>
                  <a:pt x="580363" y="314"/>
                </a:lnTo>
                <a:lnTo>
                  <a:pt x="559551" y="1334"/>
                </a:lnTo>
                <a:lnTo>
                  <a:pt x="538548" y="3053"/>
                </a:lnTo>
                <a:lnTo>
                  <a:pt x="517395" y="5459"/>
                </a:lnTo>
                <a:lnTo>
                  <a:pt x="496132" y="8537"/>
                </a:lnTo>
                <a:lnTo>
                  <a:pt x="474798" y="12270"/>
                </a:lnTo>
                <a:lnTo>
                  <a:pt x="453432" y="16639"/>
                </a:lnTo>
                <a:lnTo>
                  <a:pt x="432070" y="21621"/>
                </a:lnTo>
                <a:lnTo>
                  <a:pt x="410750" y="27193"/>
                </a:lnTo>
                <a:lnTo>
                  <a:pt x="389507" y="33330"/>
                </a:lnTo>
                <a:lnTo>
                  <a:pt x="368372" y="40005"/>
                </a:lnTo>
                <a:lnTo>
                  <a:pt x="347376" y="47190"/>
                </a:lnTo>
                <a:lnTo>
                  <a:pt x="326550" y="54857"/>
                </a:lnTo>
                <a:lnTo>
                  <a:pt x="305918" y="62977"/>
                </a:lnTo>
                <a:lnTo>
                  <a:pt x="285505" y="71521"/>
                </a:lnTo>
                <a:lnTo>
                  <a:pt x="265334" y="80460"/>
                </a:lnTo>
                <a:lnTo>
                  <a:pt x="245422" y="89767"/>
                </a:lnTo>
                <a:lnTo>
                  <a:pt x="225789" y="99412"/>
                </a:lnTo>
                <a:lnTo>
                  <a:pt x="206448" y="109369"/>
                </a:lnTo>
                <a:lnTo>
                  <a:pt x="187413" y="119612"/>
                </a:lnTo>
                <a:lnTo>
                  <a:pt x="168694" y="130114"/>
                </a:lnTo>
                <a:lnTo>
                  <a:pt x="150299" y="140853"/>
                </a:lnTo>
                <a:lnTo>
                  <a:pt x="132237" y="151804"/>
                </a:lnTo>
                <a:lnTo>
                  <a:pt x="114512" y="162946"/>
                </a:lnTo>
                <a:lnTo>
                  <a:pt x="97127" y="174258"/>
                </a:lnTo>
                <a:lnTo>
                  <a:pt x="80084" y="185721"/>
                </a:lnTo>
                <a:lnTo>
                  <a:pt x="63386" y="197317"/>
                </a:lnTo>
                <a:lnTo>
                  <a:pt x="47030" y="209030"/>
                </a:lnTo>
                <a:lnTo>
                  <a:pt x="31015" y="220843"/>
                </a:lnTo>
                <a:lnTo>
                  <a:pt x="15339" y="232743"/>
                </a:lnTo>
                <a:lnTo>
                  <a:pt x="0" y="244717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55" name="Shape 55"/>
          <p:cNvSpPr/>
          <p:nvPr/>
        </p:nvSpPr>
        <p:spPr>
          <a:xfrm>
            <a:off x="2630265" y="1412235"/>
            <a:ext cx="1571438" cy="505021"/>
          </a:xfrm>
          <a:custGeom>
            <a:avLst/>
            <a:gdLst/>
            <a:ahLst/>
            <a:cxnLst/>
            <a:rect l="0" t="0" r="r" b="b"/>
            <a:pathLst>
              <a:path w="1571438" h="505021" fill="none">
                <a:moveTo>
                  <a:pt x="1571438" y="118006"/>
                </a:moveTo>
                <a:lnTo>
                  <a:pt x="1520401" y="94743"/>
                </a:lnTo>
                <a:lnTo>
                  <a:pt x="1467560" y="73967"/>
                </a:lnTo>
                <a:lnTo>
                  <a:pt x="1413131" y="55719"/>
                </a:lnTo>
                <a:lnTo>
                  <a:pt x="1357333" y="40028"/>
                </a:lnTo>
                <a:lnTo>
                  <a:pt x="1300379" y="26913"/>
                </a:lnTo>
                <a:lnTo>
                  <a:pt x="1242482" y="16384"/>
                </a:lnTo>
                <a:lnTo>
                  <a:pt x="1183848" y="8440"/>
                </a:lnTo>
                <a:lnTo>
                  <a:pt x="1124682" y="3074"/>
                </a:lnTo>
                <a:lnTo>
                  <a:pt x="1065179" y="268"/>
                </a:lnTo>
                <a:lnTo>
                  <a:pt x="1005529" y="0"/>
                </a:lnTo>
                <a:lnTo>
                  <a:pt x="945918" y="2241"/>
                </a:lnTo>
                <a:lnTo>
                  <a:pt x="886520" y="6958"/>
                </a:lnTo>
                <a:lnTo>
                  <a:pt x="827507" y="14113"/>
                </a:lnTo>
                <a:lnTo>
                  <a:pt x="769042" y="23666"/>
                </a:lnTo>
                <a:lnTo>
                  <a:pt x="711283" y="35574"/>
                </a:lnTo>
                <a:lnTo>
                  <a:pt x="654381" y="49789"/>
                </a:lnTo>
                <a:lnTo>
                  <a:pt x="598485" y="66267"/>
                </a:lnTo>
                <a:lnTo>
                  <a:pt x="543736" y="84958"/>
                </a:lnTo>
                <a:lnTo>
                  <a:pt x="490276" y="105814"/>
                </a:lnTo>
                <a:lnTo>
                  <a:pt x="438243" y="128785"/>
                </a:lnTo>
                <a:lnTo>
                  <a:pt x="387773" y="153819"/>
                </a:lnTo>
                <a:lnTo>
                  <a:pt x="339003" y="180865"/>
                </a:lnTo>
                <a:lnTo>
                  <a:pt x="292071" y="209869"/>
                </a:lnTo>
                <a:lnTo>
                  <a:pt x="247114" y="240776"/>
                </a:lnTo>
                <a:lnTo>
                  <a:pt x="204274" y="273528"/>
                </a:lnTo>
                <a:lnTo>
                  <a:pt x="163695" y="308065"/>
                </a:lnTo>
                <a:lnTo>
                  <a:pt x="125524" y="344320"/>
                </a:lnTo>
                <a:lnTo>
                  <a:pt x="89911" y="382223"/>
                </a:lnTo>
                <a:lnTo>
                  <a:pt x="57013" y="421698"/>
                </a:lnTo>
                <a:lnTo>
                  <a:pt x="26989" y="462661"/>
                </a:lnTo>
                <a:lnTo>
                  <a:pt x="0" y="505021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56" name="Shape 56"/>
          <p:cNvSpPr/>
          <p:nvPr/>
        </p:nvSpPr>
        <p:spPr>
          <a:xfrm>
            <a:off x="3838062" y="2174870"/>
            <a:ext cx="648118" cy="885690"/>
          </a:xfrm>
          <a:custGeom>
            <a:avLst/>
            <a:gdLst/>
            <a:ahLst/>
            <a:cxnLst/>
            <a:rect l="0" t="0" r="r" b="b"/>
            <a:pathLst>
              <a:path w="648118" h="885690" fill="none">
                <a:moveTo>
                  <a:pt x="0" y="885690"/>
                </a:moveTo>
                <a:lnTo>
                  <a:pt x="61698" y="875802"/>
                </a:lnTo>
                <a:lnTo>
                  <a:pt x="121402" y="861630"/>
                </a:lnTo>
                <a:lnTo>
                  <a:pt x="178554" y="843435"/>
                </a:lnTo>
                <a:lnTo>
                  <a:pt x="232682" y="821564"/>
                </a:lnTo>
                <a:lnTo>
                  <a:pt x="283418" y="796431"/>
                </a:lnTo>
                <a:lnTo>
                  <a:pt x="330501" y="768492"/>
                </a:lnTo>
                <a:lnTo>
                  <a:pt x="373776" y="738225"/>
                </a:lnTo>
                <a:lnTo>
                  <a:pt x="413189" y="706100"/>
                </a:lnTo>
                <a:lnTo>
                  <a:pt x="448769" y="672568"/>
                </a:lnTo>
                <a:lnTo>
                  <a:pt x="480618" y="638047"/>
                </a:lnTo>
                <a:lnTo>
                  <a:pt x="508891" y="602907"/>
                </a:lnTo>
                <a:lnTo>
                  <a:pt x="533782" y="567474"/>
                </a:lnTo>
                <a:lnTo>
                  <a:pt x="555511" y="532020"/>
                </a:lnTo>
                <a:lnTo>
                  <a:pt x="574310" y="496772"/>
                </a:lnTo>
                <a:lnTo>
                  <a:pt x="590413" y="461912"/>
                </a:lnTo>
                <a:lnTo>
                  <a:pt x="604054" y="427580"/>
                </a:lnTo>
                <a:lnTo>
                  <a:pt x="615454" y="393881"/>
                </a:lnTo>
                <a:lnTo>
                  <a:pt x="624822" y="360891"/>
                </a:lnTo>
                <a:lnTo>
                  <a:pt x="632353" y="328659"/>
                </a:lnTo>
                <a:lnTo>
                  <a:pt x="638225" y="297214"/>
                </a:lnTo>
                <a:lnTo>
                  <a:pt x="642600" y="266568"/>
                </a:lnTo>
                <a:lnTo>
                  <a:pt x="645623" y="236719"/>
                </a:lnTo>
                <a:lnTo>
                  <a:pt x="647424" y="207655"/>
                </a:lnTo>
                <a:lnTo>
                  <a:pt x="648118" y="179354"/>
                </a:lnTo>
                <a:lnTo>
                  <a:pt x="647808" y="151791"/>
                </a:lnTo>
                <a:lnTo>
                  <a:pt x="646582" y="124934"/>
                </a:lnTo>
                <a:lnTo>
                  <a:pt x="644518" y="98749"/>
                </a:lnTo>
                <a:lnTo>
                  <a:pt x="641684" y="73201"/>
                </a:lnTo>
                <a:lnTo>
                  <a:pt x="638137" y="48251"/>
                </a:lnTo>
                <a:lnTo>
                  <a:pt x="633927" y="23864"/>
                </a:lnTo>
                <a:lnTo>
                  <a:pt x="629095" y="0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57" name="Shape 57"/>
          <p:cNvSpPr/>
          <p:nvPr/>
        </p:nvSpPr>
        <p:spPr>
          <a:xfrm>
            <a:off x="3696301" y="1585878"/>
            <a:ext cx="1214154" cy="313958"/>
          </a:xfrm>
          <a:custGeom>
            <a:avLst/>
            <a:gdLst/>
            <a:ahLst/>
            <a:cxnLst/>
            <a:rect l="0" t="0" r="r" b="b"/>
            <a:pathLst>
              <a:path w="1214154" h="313958" fill="none">
                <a:moveTo>
                  <a:pt x="1214154" y="313958"/>
                </a:moveTo>
                <a:lnTo>
                  <a:pt x="1190143" y="282858"/>
                </a:lnTo>
                <a:lnTo>
                  <a:pt x="1161114" y="253192"/>
                </a:lnTo>
                <a:lnTo>
                  <a:pt x="1127560" y="225188"/>
                </a:lnTo>
                <a:lnTo>
                  <a:pt x="1090065" y="199016"/>
                </a:lnTo>
                <a:lnTo>
                  <a:pt x="1049265" y="174788"/>
                </a:lnTo>
                <a:lnTo>
                  <a:pt x="1005816" y="152560"/>
                </a:lnTo>
                <a:lnTo>
                  <a:pt x="960359" y="132335"/>
                </a:lnTo>
                <a:lnTo>
                  <a:pt x="913496" y="114073"/>
                </a:lnTo>
                <a:lnTo>
                  <a:pt x="865770" y="97698"/>
                </a:lnTo>
                <a:lnTo>
                  <a:pt x="817658" y="83109"/>
                </a:lnTo>
                <a:lnTo>
                  <a:pt x="769561" y="70191"/>
                </a:lnTo>
                <a:lnTo>
                  <a:pt x="721811" y="58815"/>
                </a:lnTo>
                <a:lnTo>
                  <a:pt x="674670" y="48854"/>
                </a:lnTo>
                <a:lnTo>
                  <a:pt x="628338" y="40179"/>
                </a:lnTo>
                <a:lnTo>
                  <a:pt x="582964" y="32667"/>
                </a:lnTo>
                <a:lnTo>
                  <a:pt x="538650" y="26204"/>
                </a:lnTo>
                <a:lnTo>
                  <a:pt x="495458" y="20681"/>
                </a:lnTo>
                <a:lnTo>
                  <a:pt x="453423" y="16003"/>
                </a:lnTo>
                <a:lnTo>
                  <a:pt x="412553" y="12079"/>
                </a:lnTo>
                <a:lnTo>
                  <a:pt x="372837" y="8831"/>
                </a:lnTo>
                <a:lnTo>
                  <a:pt x="334249" y="6188"/>
                </a:lnTo>
                <a:lnTo>
                  <a:pt x="296753" y="4086"/>
                </a:lnTo>
                <a:lnTo>
                  <a:pt x="260306" y="2472"/>
                </a:lnTo>
                <a:lnTo>
                  <a:pt x="224856" y="1296"/>
                </a:lnTo>
                <a:lnTo>
                  <a:pt x="190351" y="516"/>
                </a:lnTo>
                <a:lnTo>
                  <a:pt x="156735" y="95"/>
                </a:lnTo>
                <a:lnTo>
                  <a:pt x="123951" y="0"/>
                </a:lnTo>
                <a:lnTo>
                  <a:pt x="91941" y="203"/>
                </a:lnTo>
                <a:lnTo>
                  <a:pt x="60650" y="680"/>
                </a:lnTo>
                <a:lnTo>
                  <a:pt x="30021" y="1412"/>
                </a:lnTo>
                <a:lnTo>
                  <a:pt x="0" y="2379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58" name="Shape 58"/>
          <p:cNvSpPr/>
          <p:nvPr/>
        </p:nvSpPr>
        <p:spPr>
          <a:xfrm>
            <a:off x="4059487" y="1640510"/>
            <a:ext cx="895073" cy="76529"/>
          </a:xfrm>
          <a:custGeom>
            <a:avLst/>
            <a:gdLst/>
            <a:ahLst/>
            <a:cxnLst/>
            <a:rect l="0" t="0" r="r" b="b"/>
            <a:pathLst>
              <a:path w="895073" h="76529" fill="none">
                <a:moveTo>
                  <a:pt x="895073" y="76529"/>
                </a:moveTo>
                <a:lnTo>
                  <a:pt x="878431" y="64503"/>
                </a:lnTo>
                <a:lnTo>
                  <a:pt x="858741" y="53520"/>
                </a:lnTo>
                <a:lnTo>
                  <a:pt x="836216" y="43619"/>
                </a:lnTo>
                <a:lnTo>
                  <a:pt x="811115" y="34820"/>
                </a:lnTo>
                <a:lnTo>
                  <a:pt x="783729" y="27121"/>
                </a:lnTo>
                <a:lnTo>
                  <a:pt x="754370" y="20502"/>
                </a:lnTo>
                <a:lnTo>
                  <a:pt x="723363" y="14926"/>
                </a:lnTo>
                <a:lnTo>
                  <a:pt x="691028" y="10344"/>
                </a:lnTo>
                <a:lnTo>
                  <a:pt x="657677" y="6695"/>
                </a:lnTo>
                <a:lnTo>
                  <a:pt x="623602" y="3913"/>
                </a:lnTo>
                <a:lnTo>
                  <a:pt x="589074" y="1925"/>
                </a:lnTo>
                <a:lnTo>
                  <a:pt x="554334" y="658"/>
                </a:lnTo>
                <a:lnTo>
                  <a:pt x="519596" y="40"/>
                </a:lnTo>
                <a:lnTo>
                  <a:pt x="485044" y="0"/>
                </a:lnTo>
                <a:lnTo>
                  <a:pt x="450835" y="470"/>
                </a:lnTo>
                <a:lnTo>
                  <a:pt x="417096" y="1387"/>
                </a:lnTo>
                <a:lnTo>
                  <a:pt x="383933" y="2693"/>
                </a:lnTo>
                <a:lnTo>
                  <a:pt x="351426" y="4335"/>
                </a:lnTo>
                <a:lnTo>
                  <a:pt x="319638" y="6264"/>
                </a:lnTo>
                <a:lnTo>
                  <a:pt x="288614" y="8438"/>
                </a:lnTo>
                <a:lnTo>
                  <a:pt x="258385" y="10817"/>
                </a:lnTo>
                <a:lnTo>
                  <a:pt x="228970" y="13368"/>
                </a:lnTo>
                <a:lnTo>
                  <a:pt x="200375" y="16060"/>
                </a:lnTo>
                <a:lnTo>
                  <a:pt x="172600" y="18868"/>
                </a:lnTo>
                <a:lnTo>
                  <a:pt x="145639" y="21768"/>
                </a:lnTo>
                <a:lnTo>
                  <a:pt x="119479" y="24742"/>
                </a:lnTo>
                <a:lnTo>
                  <a:pt x="94102" y="27772"/>
                </a:lnTo>
                <a:lnTo>
                  <a:pt x="69489" y="30843"/>
                </a:lnTo>
                <a:lnTo>
                  <a:pt x="45617" y="33944"/>
                </a:lnTo>
                <a:lnTo>
                  <a:pt x="22463" y="37063"/>
                </a:lnTo>
                <a:lnTo>
                  <a:pt x="0" y="40192"/>
                </a:lnTo>
              </a:path>
            </a:pathLst>
          </a:custGeom>
          <a:noFill/>
          <a:ln w="10923" cap="rnd">
            <a:solidFill>
              <a:srgbClr val="9AA0AA"/>
            </a:solidFill>
            <a:round/>
          </a:ln>
        </p:spPr>
      </p:sp>
      <p:sp>
        <p:nvSpPr>
          <p:cNvPr id="59" name="Shape 59"/>
          <p:cNvSpPr/>
          <p:nvPr/>
        </p:nvSpPr>
        <p:spPr>
          <a:xfrm>
            <a:off x="1773010" y="3617144"/>
            <a:ext cx="4103672" cy="3077139"/>
          </a:xfrm>
          <a:custGeom>
            <a:avLst/>
            <a:gdLst/>
            <a:ahLst/>
            <a:cxnLst/>
            <a:rect l="0" t="0" r="r" b="b"/>
            <a:pathLst>
              <a:path w="4103672" h="3077139">
                <a:moveTo>
                  <a:pt x="3051003" y="604981"/>
                </a:moveTo>
                <a:lnTo>
                  <a:pt x="4043174" y="604981"/>
                </a:lnTo>
                <a:quadBezTo>
                  <a:pt x="4103672" y="604981"/>
                  <a:pt x="4103672" y="544483"/>
                </a:quadBezTo>
                <a:lnTo>
                  <a:pt x="4103672" y="60498"/>
                </a:lnTo>
                <a:quadBezTo>
                  <a:pt x="4103672" y="0"/>
                  <a:pt x="4043174" y="0"/>
                </a:quadBezTo>
                <a:lnTo>
                  <a:pt x="3051003" y="0"/>
                </a:lnTo>
                <a:quadBezTo>
                  <a:pt x="2990505" y="0"/>
                  <a:pt x="2990505" y="60498"/>
                </a:quadBezTo>
                <a:lnTo>
                  <a:pt x="2990505" y="544483"/>
                </a:lnTo>
                <a:quadBezTo>
                  <a:pt x="2990505" y="604981"/>
                  <a:pt x="3051003" y="604981"/>
                </a:quadBezTo>
                <a:close/>
              </a:path>
            </a:pathLst>
          </a:custGeom>
          <a:solidFill>
            <a:srgbClr val="FFFFFF"/>
          </a:solidFill>
          <a:ln w="13444" cap="flat">
            <a:solidFill>
              <a:srgbClr val="2E5FBF"/>
            </a:solidFill>
            <a:miter lim="800000"/>
          </a:ln>
        </p:spPr>
      </p:sp>
      <p:sp>
        <p:nvSpPr>
          <p:cNvPr id="60" name="Shape 60"/>
          <p:cNvSpPr/>
          <p:nvPr/>
        </p:nvSpPr>
        <p:spPr>
          <a:xfrm>
            <a:off x="1777769" y="1221416"/>
            <a:ext cx="4897489" cy="5463994"/>
          </a:xfrm>
          <a:custGeom>
            <a:avLst/>
            <a:gdLst/>
            <a:ahLst/>
            <a:cxnLst/>
            <a:rect l="0" t="0" r="r" b="b"/>
            <a:pathLst>
              <a:path w="4897489" h="5463994">
                <a:moveTo>
                  <a:pt x="4474001" y="338789"/>
                </a:moveTo>
                <a:lnTo>
                  <a:pt x="4836990" y="338789"/>
                </a:lnTo>
                <a:quadBezTo>
                  <a:pt x="4897489" y="338789"/>
                  <a:pt x="4897489" y="278291"/>
                </a:quadBezTo>
                <a:lnTo>
                  <a:pt x="4897489" y="60498"/>
                </a:lnTo>
                <a:quadBezTo>
                  <a:pt x="4897489" y="0"/>
                  <a:pt x="4836990" y="0"/>
                </a:quadBezTo>
                <a:lnTo>
                  <a:pt x="4474001" y="0"/>
                </a:lnTo>
                <a:quadBezTo>
                  <a:pt x="4413503" y="0"/>
                  <a:pt x="4413503" y="60498"/>
                </a:quadBezTo>
                <a:lnTo>
                  <a:pt x="4413503" y="278291"/>
                </a:lnTo>
                <a:quadBezTo>
                  <a:pt x="4413503" y="338789"/>
                  <a:pt x="4474001" y="338789"/>
                </a:quadBezTo>
                <a:close/>
              </a:path>
            </a:pathLst>
          </a:custGeom>
          <a:solidFill>
            <a:srgbClr val="E4ECFA"/>
          </a:solidFill>
          <a:ln w="11763" cap="flat">
            <a:solidFill>
              <a:srgbClr val="2E5FBF"/>
            </a:solidFill>
            <a:miter lim="800000"/>
          </a:ln>
        </p:spPr>
      </p:sp>
      <p:sp>
        <p:nvSpPr>
          <p:cNvPr id="61" name="Shape 61"/>
          <p:cNvSpPr/>
          <p:nvPr/>
        </p:nvSpPr>
        <p:spPr>
          <a:xfrm>
            <a:off x="1779907" y="1257715"/>
            <a:ext cx="5367237" cy="5427574"/>
          </a:xfrm>
          <a:custGeom>
            <a:avLst/>
            <a:gdLst/>
            <a:ahLst/>
            <a:cxnLst/>
            <a:rect l="0" t="0" r="r" b="b"/>
            <a:pathLst>
              <a:path w="5367237" h="5427574">
                <a:moveTo>
                  <a:pt x="5113144" y="266192"/>
                </a:moveTo>
                <a:lnTo>
                  <a:pt x="5306739" y="266192"/>
                </a:lnTo>
                <a:quadBezTo>
                  <a:pt x="5367237" y="266192"/>
                  <a:pt x="5367237" y="205693"/>
                </a:quadBezTo>
                <a:lnTo>
                  <a:pt x="5367237" y="60498"/>
                </a:lnTo>
                <a:quadBezTo>
                  <a:pt x="5367237" y="0"/>
                  <a:pt x="5306739" y="0"/>
                </a:quadBezTo>
                <a:lnTo>
                  <a:pt x="5113144" y="0"/>
                </a:lnTo>
                <a:quadBezTo>
                  <a:pt x="5052646" y="0"/>
                  <a:pt x="5052646" y="60498"/>
                </a:quadBezTo>
                <a:lnTo>
                  <a:pt x="5052646" y="205693"/>
                </a:lnTo>
                <a:quadBezTo>
                  <a:pt x="5052646" y="266192"/>
                  <a:pt x="5113144" y="266192"/>
                </a:quadBezTo>
                <a:close/>
              </a:path>
            </a:pathLst>
          </a:custGeom>
          <a:solidFill>
            <a:srgbClr val="FFFFFF"/>
          </a:solidFill>
          <a:ln w="10083" cap="flat">
            <a:solidFill>
              <a:srgbClr val="2E5FBF"/>
            </a:solidFill>
            <a:miter lim="800000"/>
          </a:ln>
        </p:spPr>
      </p:sp>
      <p:sp>
        <p:nvSpPr>
          <p:cNvPr id="62" name="Shape 62"/>
          <p:cNvSpPr/>
          <p:nvPr/>
        </p:nvSpPr>
        <p:spPr>
          <a:xfrm>
            <a:off x="1779907" y="3145258"/>
            <a:ext cx="5367237" cy="3546322"/>
          </a:xfrm>
          <a:custGeom>
            <a:avLst/>
            <a:gdLst/>
            <a:ahLst/>
            <a:cxnLst/>
            <a:rect l="0" t="0" r="r" b="b"/>
            <a:pathLst>
              <a:path w="5367237" h="3546322">
                <a:moveTo>
                  <a:pt x="5113144" y="266191"/>
                </a:moveTo>
                <a:lnTo>
                  <a:pt x="5306739" y="266191"/>
                </a:lnTo>
                <a:quadBezTo>
                  <a:pt x="5367237" y="266191"/>
                  <a:pt x="5367237" y="205693"/>
                </a:quadBezTo>
                <a:lnTo>
                  <a:pt x="5367237" y="60498"/>
                </a:lnTo>
                <a:quadBezTo>
                  <a:pt x="5367237" y="0"/>
                  <a:pt x="5306739" y="0"/>
                </a:quadBezTo>
                <a:lnTo>
                  <a:pt x="5113144" y="0"/>
                </a:lnTo>
                <a:quadBezTo>
                  <a:pt x="5052646" y="0"/>
                  <a:pt x="5052646" y="60498"/>
                </a:quadBezTo>
                <a:lnTo>
                  <a:pt x="5052646" y="205693"/>
                </a:lnTo>
                <a:quadBezTo>
                  <a:pt x="5052646" y="266191"/>
                  <a:pt x="5113144" y="266191"/>
                </a:quadBezTo>
                <a:close/>
              </a:path>
            </a:pathLst>
          </a:custGeom>
          <a:solidFill>
            <a:srgbClr val="FFFFFF"/>
          </a:solidFill>
          <a:ln w="10083" cap="flat">
            <a:solidFill>
              <a:srgbClr val="22855A"/>
            </a:solidFill>
            <a:miter lim="800000"/>
          </a:ln>
        </p:spPr>
      </p:sp>
      <p:sp>
        <p:nvSpPr>
          <p:cNvPr id="63" name="Shape 63"/>
          <p:cNvSpPr/>
          <p:nvPr/>
        </p:nvSpPr>
        <p:spPr>
          <a:xfrm>
            <a:off x="1783617" y="1100420"/>
            <a:ext cx="7202671" cy="5591927"/>
          </a:xfrm>
          <a:custGeom>
            <a:avLst/>
            <a:gdLst/>
            <a:ahLst/>
            <a:cxnLst/>
            <a:rect l="0" t="0" r="r" b="b"/>
            <a:pathLst>
              <a:path w="7202671" h="5591927">
                <a:moveTo>
                  <a:pt x="6222600" y="2540923"/>
                </a:moveTo>
                <a:lnTo>
                  <a:pt x="7117974" y="2540923"/>
                </a:lnTo>
                <a:quadBezTo>
                  <a:pt x="7202671" y="2540923"/>
                  <a:pt x="7202671" y="2456226"/>
                </a:quadBezTo>
                <a:lnTo>
                  <a:pt x="7202671" y="84697"/>
                </a:lnTo>
                <a:quadBezTo>
                  <a:pt x="7202671" y="0"/>
                  <a:pt x="7117974" y="0"/>
                </a:quadBezTo>
                <a:lnTo>
                  <a:pt x="6222600" y="0"/>
                </a:lnTo>
                <a:quadBezTo>
                  <a:pt x="6137903" y="0"/>
                  <a:pt x="6137903" y="84697"/>
                </a:quadBezTo>
                <a:lnTo>
                  <a:pt x="6137903" y="2456226"/>
                </a:lnTo>
                <a:quadBezTo>
                  <a:pt x="6137903" y="2540923"/>
                  <a:pt x="6222600" y="2540923"/>
                </a:quadBezTo>
                <a:close/>
              </a:path>
            </a:pathLst>
          </a:custGeom>
          <a:solidFill>
            <a:srgbClr val="FFFFFF"/>
          </a:solidFill>
          <a:ln w="13444" cap="flat">
            <a:solidFill>
              <a:srgbClr val="1F2126"/>
            </a:solidFill>
            <a:miter lim="800000"/>
          </a:ln>
        </p:spPr>
      </p:sp>
      <p:sp>
        <p:nvSpPr>
          <p:cNvPr id="64" name="Shape 64"/>
          <p:cNvSpPr/>
          <p:nvPr/>
        </p:nvSpPr>
        <p:spPr>
          <a:xfrm>
            <a:off x="1763693" y="5177997"/>
            <a:ext cx="1426869" cy="1522376"/>
          </a:xfrm>
          <a:custGeom>
            <a:avLst/>
            <a:gdLst/>
            <a:ahLst/>
            <a:cxnLst/>
            <a:rect l="0" t="0" r="r" b="b"/>
            <a:pathLst>
              <a:path w="1426869" h="1522376">
                <a:moveTo>
                  <a:pt x="265304" y="871173"/>
                </a:moveTo>
                <a:lnTo>
                  <a:pt x="1354271" y="871173"/>
                </a:lnTo>
                <a:quadBezTo>
                  <a:pt x="1426869" y="871173"/>
                  <a:pt x="1426869" y="798576"/>
                </a:quadBezTo>
                <a:lnTo>
                  <a:pt x="1426869" y="72597"/>
                </a:lnTo>
                <a:quadBezTo>
                  <a:pt x="1426869" y="0"/>
                  <a:pt x="1354271" y="0"/>
                </a:quadBezTo>
                <a:lnTo>
                  <a:pt x="265304" y="0"/>
                </a:lnTo>
                <a:quadBezTo>
                  <a:pt x="192706" y="0"/>
                  <a:pt x="192706" y="72597"/>
                </a:quadBezTo>
                <a:lnTo>
                  <a:pt x="192706" y="798576"/>
                </a:lnTo>
                <a:quadBezTo>
                  <a:pt x="192706" y="871173"/>
                  <a:pt x="265304" y="871173"/>
                </a:quadBezTo>
                <a:close/>
              </a:path>
            </a:pathLst>
          </a:custGeom>
          <a:solidFill>
            <a:srgbClr val="FCEBDC"/>
          </a:solidFill>
          <a:ln w="11763" cap="flat">
            <a:solidFill>
              <a:srgbClr val="D06A1E"/>
            </a:solidFill>
            <a:miter lim="800000"/>
          </a:ln>
        </p:spPr>
      </p:sp>
      <p:sp>
        <p:nvSpPr>
          <p:cNvPr id="65" name="Shape 65"/>
          <p:cNvSpPr/>
          <p:nvPr/>
        </p:nvSpPr>
        <p:spPr>
          <a:xfrm>
            <a:off x="1768291" y="5323193"/>
            <a:ext cx="2293445" cy="1376696"/>
          </a:xfrm>
          <a:custGeom>
            <a:avLst/>
            <a:gdLst/>
            <a:ahLst/>
            <a:cxnLst/>
            <a:rect l="0" t="0" r="r" b="b"/>
            <a:pathLst>
              <a:path w="2293445" h="1376696">
                <a:moveTo>
                  <a:pt x="1640065" y="580782"/>
                </a:moveTo>
                <a:lnTo>
                  <a:pt x="2220847" y="580782"/>
                </a:lnTo>
                <a:quadBezTo>
                  <a:pt x="2293445" y="580782"/>
                  <a:pt x="2293445" y="508184"/>
                </a:quadBezTo>
                <a:lnTo>
                  <a:pt x="2293445" y="72597"/>
                </a:lnTo>
                <a:quadBezTo>
                  <a:pt x="2293445" y="0"/>
                  <a:pt x="2220847" y="0"/>
                </a:quadBezTo>
                <a:lnTo>
                  <a:pt x="1640065" y="0"/>
                </a:lnTo>
                <a:quadBezTo>
                  <a:pt x="1567467" y="0"/>
                  <a:pt x="1567467" y="72597"/>
                </a:quadBezTo>
                <a:lnTo>
                  <a:pt x="1567467" y="508184"/>
                </a:lnTo>
                <a:quadBezTo>
                  <a:pt x="1567467" y="580782"/>
                  <a:pt x="1640065" y="580782"/>
                </a:quadBezTo>
                <a:close/>
              </a:path>
            </a:pathLst>
          </a:custGeom>
          <a:solidFill>
            <a:srgbClr val="FFFFFF"/>
          </a:solidFill>
          <a:ln w="11763" cap="flat">
            <a:solidFill>
              <a:srgbClr val="D06A1E"/>
            </a:solidFill>
            <a:miter lim="800000"/>
          </a:ln>
        </p:spPr>
      </p:sp>
      <p:sp>
        <p:nvSpPr>
          <p:cNvPr id="66" name="Shape 66"/>
          <p:cNvSpPr/>
          <p:nvPr/>
        </p:nvSpPr>
        <p:spPr>
          <a:xfrm>
            <a:off x="1771316" y="5032802"/>
            <a:ext cx="3935971" cy="1668055"/>
          </a:xfrm>
          <a:custGeom>
            <a:avLst/>
            <a:gdLst/>
            <a:ahLst/>
            <a:cxnLst/>
            <a:rect l="0" t="0" r="r" b="b"/>
            <a:pathLst>
              <a:path w="3935971" h="1668055">
                <a:moveTo>
                  <a:pt x="2544513" y="1161565"/>
                </a:moveTo>
                <a:lnTo>
                  <a:pt x="3851273" y="1161565"/>
                </a:lnTo>
                <a:quadBezTo>
                  <a:pt x="3935971" y="1161565"/>
                  <a:pt x="3935971" y="1076867"/>
                </a:quadBezTo>
                <a:lnTo>
                  <a:pt x="3935971" y="84697"/>
                </a:lnTo>
                <a:quadBezTo>
                  <a:pt x="3935971" y="0"/>
                  <a:pt x="3851273" y="0"/>
                </a:quadBezTo>
                <a:lnTo>
                  <a:pt x="2544513" y="0"/>
                </a:lnTo>
                <a:quadBezTo>
                  <a:pt x="2459815" y="0"/>
                  <a:pt x="2459815" y="84697"/>
                </a:quadBezTo>
                <a:lnTo>
                  <a:pt x="2459815" y="1076867"/>
                </a:lnTo>
                <a:quadBezTo>
                  <a:pt x="2459815" y="1161565"/>
                  <a:pt x="2544513" y="1161565"/>
                </a:quadBezTo>
                <a:close/>
              </a:path>
            </a:pathLst>
          </a:custGeom>
          <a:solidFill>
            <a:srgbClr val="E4ECFA"/>
          </a:solidFill>
          <a:ln w="15124" cap="flat">
            <a:solidFill>
              <a:srgbClr val="2E5FBF"/>
            </a:solidFill>
            <a:miter lim="800000"/>
          </a:ln>
        </p:spPr>
      </p:sp>
      <p:sp>
        <p:nvSpPr>
          <p:cNvPr id="67" name="Shape 67"/>
          <p:cNvSpPr/>
          <p:nvPr/>
        </p:nvSpPr>
        <p:spPr>
          <a:xfrm>
            <a:off x="1776801" y="5250595"/>
            <a:ext cx="4825859" cy="1449536"/>
          </a:xfrm>
          <a:custGeom>
            <a:avLst/>
            <a:gdLst/>
            <a:ahLst/>
            <a:cxnLst/>
            <a:rect l="0" t="0" r="r" b="b"/>
            <a:pathLst>
              <a:path w="4825859" h="1449536">
                <a:moveTo>
                  <a:pt x="4184578" y="725978"/>
                </a:moveTo>
                <a:lnTo>
                  <a:pt x="4741161" y="725978"/>
                </a:lnTo>
                <a:quadBezTo>
                  <a:pt x="4825859" y="725978"/>
                  <a:pt x="4825859" y="641280"/>
                </a:quadBezTo>
                <a:lnTo>
                  <a:pt x="4825859" y="84697"/>
                </a:lnTo>
                <a:quadBezTo>
                  <a:pt x="4825859" y="0"/>
                  <a:pt x="4741161" y="0"/>
                </a:quadBezTo>
                <a:lnTo>
                  <a:pt x="4184578" y="0"/>
                </a:lnTo>
                <a:quadBezTo>
                  <a:pt x="4099881" y="0"/>
                  <a:pt x="4099881" y="84697"/>
                </a:quadBezTo>
                <a:lnTo>
                  <a:pt x="4099881" y="641280"/>
                </a:lnTo>
                <a:quadBezTo>
                  <a:pt x="4099881" y="725978"/>
                  <a:pt x="4184578" y="725978"/>
                </a:quadBezTo>
                <a:close/>
              </a:path>
            </a:pathLst>
          </a:custGeom>
          <a:solidFill>
            <a:srgbClr val="E0F2E8"/>
          </a:solidFill>
          <a:ln w="13444" cap="flat">
            <a:solidFill>
              <a:srgbClr val="22855A"/>
            </a:solidFill>
            <a:miter lim="800000"/>
          </a:ln>
        </p:spPr>
      </p:sp>
      <p:sp>
        <p:nvSpPr>
          <p:cNvPr id="68" name="Shape 68"/>
          <p:cNvSpPr/>
          <p:nvPr/>
        </p:nvSpPr>
        <p:spPr>
          <a:xfrm>
            <a:off x="3233948" y="1274903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69" name="Shape 69"/>
          <p:cNvSpPr/>
          <p:nvPr/>
        </p:nvSpPr>
        <p:spPr>
          <a:xfrm>
            <a:off x="3151291" y="1746731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70" name="Shape 70"/>
          <p:cNvSpPr/>
          <p:nvPr/>
        </p:nvSpPr>
        <p:spPr>
          <a:xfrm>
            <a:off x="5000420" y="2042267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71" name="Shape 71"/>
          <p:cNvSpPr/>
          <p:nvPr/>
        </p:nvSpPr>
        <p:spPr>
          <a:xfrm>
            <a:off x="4153320" y="1482682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72" name="Shape 72"/>
          <p:cNvSpPr/>
          <p:nvPr/>
        </p:nvSpPr>
        <p:spPr>
          <a:xfrm>
            <a:off x="2528775" y="1499265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73" name="Shape 73"/>
          <p:cNvSpPr/>
          <p:nvPr/>
        </p:nvSpPr>
        <p:spPr>
          <a:xfrm>
            <a:off x="4088474" y="1737178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74" name="Shape 74"/>
          <p:cNvSpPr/>
          <p:nvPr/>
        </p:nvSpPr>
        <p:spPr>
          <a:xfrm>
            <a:off x="5253536" y="2262422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75" name="Shape 75"/>
          <p:cNvSpPr/>
          <p:nvPr/>
        </p:nvSpPr>
        <p:spPr>
          <a:xfrm>
            <a:off x="2782037" y="1388043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76" name="Shape 76"/>
          <p:cNvSpPr/>
          <p:nvPr/>
        </p:nvSpPr>
        <p:spPr>
          <a:xfrm>
            <a:off x="3088678" y="1394934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77" name="Shape 77"/>
          <p:cNvSpPr/>
          <p:nvPr/>
        </p:nvSpPr>
        <p:spPr>
          <a:xfrm>
            <a:off x="4060157" y="1721594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78" name="Shape 78"/>
          <p:cNvSpPr/>
          <p:nvPr/>
        </p:nvSpPr>
        <p:spPr>
          <a:xfrm>
            <a:off x="5125202" y="2369607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79" name="Shape 79"/>
          <p:cNvSpPr/>
          <p:nvPr/>
        </p:nvSpPr>
        <p:spPr>
          <a:xfrm>
            <a:off x="3651470" y="2500982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80" name="Shape 80"/>
          <p:cNvSpPr/>
          <p:nvPr/>
        </p:nvSpPr>
        <p:spPr>
          <a:xfrm>
            <a:off x="3921325" y="1321285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81" name="Shape 81"/>
          <p:cNvSpPr/>
          <p:nvPr/>
        </p:nvSpPr>
        <p:spPr>
          <a:xfrm>
            <a:off x="3320378" y="1566003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82" name="Shape 82"/>
          <p:cNvSpPr/>
          <p:nvPr/>
        </p:nvSpPr>
        <p:spPr>
          <a:xfrm>
            <a:off x="4188418" y="1516955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83" name="Shape 83"/>
          <p:cNvSpPr/>
          <p:nvPr/>
        </p:nvSpPr>
        <p:spPr>
          <a:xfrm>
            <a:off x="2616979" y="1903971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84" name="Shape 84"/>
          <p:cNvSpPr/>
          <p:nvPr/>
        </p:nvSpPr>
        <p:spPr>
          <a:xfrm>
            <a:off x="3824777" y="3047275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85" name="Shape 85"/>
          <p:cNvSpPr/>
          <p:nvPr/>
        </p:nvSpPr>
        <p:spPr>
          <a:xfrm>
            <a:off x="4453872" y="2161585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86" name="Shape 86"/>
          <p:cNvSpPr/>
          <p:nvPr/>
        </p:nvSpPr>
        <p:spPr>
          <a:xfrm>
            <a:off x="4897170" y="1886551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87" name="Shape 87"/>
          <p:cNvSpPr/>
          <p:nvPr/>
        </p:nvSpPr>
        <p:spPr>
          <a:xfrm>
            <a:off x="3683016" y="1574972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88" name="Shape 88"/>
          <p:cNvSpPr/>
          <p:nvPr/>
        </p:nvSpPr>
        <p:spPr>
          <a:xfrm>
            <a:off x="4941275" y="1703755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89" name="Shape 89"/>
          <p:cNvSpPr/>
          <p:nvPr/>
        </p:nvSpPr>
        <p:spPr>
          <a:xfrm>
            <a:off x="4046202" y="1667418"/>
            <a:ext cx="26571" cy="26571"/>
          </a:xfrm>
          <a:custGeom>
            <a:avLst/>
            <a:gdLst/>
            <a:ahLst/>
            <a:cxnLst/>
            <a:rect l="0" t="0" r="r" b="b"/>
            <a:pathLst>
              <a:path w="26571" h="26571">
                <a:moveTo>
                  <a:pt x="10661" y="26396"/>
                </a:moveTo>
                <a:lnTo>
                  <a:pt x="5870" y="24411"/>
                </a:lnTo>
                <a:lnTo>
                  <a:pt x="3891" y="22679"/>
                </a:lnTo>
                <a:lnTo>
                  <a:pt x="2159" y="20700"/>
                </a:lnTo>
                <a:lnTo>
                  <a:pt x="174" y="15910"/>
                </a:lnTo>
                <a:lnTo>
                  <a:pt x="0" y="13285"/>
                </a:lnTo>
                <a:lnTo>
                  <a:pt x="174" y="10661"/>
                </a:lnTo>
                <a:lnTo>
                  <a:pt x="2159" y="5870"/>
                </a:lnTo>
                <a:lnTo>
                  <a:pt x="3891" y="3891"/>
                </a:lnTo>
                <a:lnTo>
                  <a:pt x="5870" y="2159"/>
                </a:lnTo>
                <a:lnTo>
                  <a:pt x="10661" y="174"/>
                </a:lnTo>
                <a:lnTo>
                  <a:pt x="13285" y="0"/>
                </a:lnTo>
                <a:lnTo>
                  <a:pt x="15910" y="174"/>
                </a:lnTo>
                <a:lnTo>
                  <a:pt x="20700" y="2159"/>
                </a:lnTo>
                <a:lnTo>
                  <a:pt x="22679" y="3891"/>
                </a:lnTo>
                <a:lnTo>
                  <a:pt x="24411" y="5870"/>
                </a:lnTo>
                <a:lnTo>
                  <a:pt x="26396" y="10661"/>
                </a:lnTo>
                <a:lnTo>
                  <a:pt x="26571" y="13285"/>
                </a:lnTo>
                <a:lnTo>
                  <a:pt x="26396" y="15910"/>
                </a:lnTo>
                <a:lnTo>
                  <a:pt x="24411" y="20700"/>
                </a:lnTo>
                <a:lnTo>
                  <a:pt x="22679" y="22679"/>
                </a:lnTo>
                <a:lnTo>
                  <a:pt x="20700" y="24411"/>
                </a:lnTo>
                <a:lnTo>
                  <a:pt x="15910" y="26396"/>
                </a:lnTo>
                <a:lnTo>
                  <a:pt x="13285" y="26571"/>
                </a:lnTo>
                <a:lnTo>
                  <a:pt x="10661" y="26396"/>
                </a:lnTo>
                <a:close/>
              </a:path>
            </a:pathLst>
          </a:custGeom>
          <a:solidFill>
            <a:srgbClr val="9AA0AA"/>
          </a:solidFill>
          <a:ln>
            <a:noFill/>
          </a:ln>
        </p:spPr>
      </p:sp>
      <p:sp>
        <p:nvSpPr>
          <p:cNvPr id="90" name="Shape 90"/>
          <p:cNvSpPr/>
          <p:nvPr/>
        </p:nvSpPr>
        <p:spPr>
          <a:xfrm>
            <a:off x="1783980" y="2080490"/>
            <a:ext cx="7190208" cy="4611776"/>
          </a:xfrm>
          <a:custGeom>
            <a:avLst/>
            <a:gdLst/>
            <a:ahLst/>
            <a:cxnLst/>
            <a:rect l="0" t="0" r="r" b="b"/>
            <a:pathLst>
              <a:path w="7190208" h="4611776">
                <a:moveTo>
                  <a:pt x="6331134" y="1536653"/>
                </a:moveTo>
                <a:lnTo>
                  <a:pt x="7129710" y="1536653"/>
                </a:lnTo>
                <a:quadBezTo>
                  <a:pt x="7190208" y="1536653"/>
                  <a:pt x="7190208" y="1476155"/>
                </a:quadBezTo>
                <a:lnTo>
                  <a:pt x="7190208" y="60498"/>
                </a:lnTo>
                <a:quadBezTo>
                  <a:pt x="7190208" y="0"/>
                  <a:pt x="7129710" y="0"/>
                </a:quadBezTo>
                <a:lnTo>
                  <a:pt x="6331134" y="0"/>
                </a:lnTo>
                <a:quadBezTo>
                  <a:pt x="6270636" y="0"/>
                  <a:pt x="6270636" y="60498"/>
                </a:quadBezTo>
                <a:lnTo>
                  <a:pt x="6270636" y="1476155"/>
                </a:lnTo>
                <a:quadBezTo>
                  <a:pt x="6270636" y="1536653"/>
                  <a:pt x="6331134" y="1536653"/>
                </a:quadBezTo>
                <a:close/>
              </a:path>
            </a:pathLst>
          </a:custGeom>
          <a:solidFill>
            <a:srgbClr val="E0F2E8"/>
          </a:solidFill>
          <a:ln w="6722" cap="flat">
            <a:solidFill>
              <a:srgbClr val="22855A"/>
            </a:solidFill>
            <a:miter lim="800000"/>
          </a:ln>
        </p:spPr>
      </p:sp>
      <p:sp>
        <p:nvSpPr>
          <p:cNvPr id="91" name="Shape 91"/>
          <p:cNvSpPr/>
          <p:nvPr/>
        </p:nvSpPr>
        <p:spPr>
          <a:xfrm>
            <a:off x="1783879" y="2050241"/>
            <a:ext cx="7160060" cy="4641924"/>
          </a:xfrm>
          <a:custGeom>
            <a:avLst/>
            <a:gdLst/>
            <a:ahLst/>
            <a:cxnLst/>
            <a:rect l="0" t="0" r="r" b="b"/>
            <a:pathLst>
              <a:path w="7160060" h="4641924">
                <a:moveTo>
                  <a:pt x="6300986" y="1536653"/>
                </a:moveTo>
                <a:lnTo>
                  <a:pt x="7099562" y="1536653"/>
                </a:lnTo>
                <a:quadBezTo>
                  <a:pt x="7160060" y="1536653"/>
                  <a:pt x="7160060" y="1476155"/>
                </a:quadBezTo>
                <a:lnTo>
                  <a:pt x="7160060" y="60498"/>
                </a:lnTo>
                <a:quadBezTo>
                  <a:pt x="7160060" y="0"/>
                  <a:pt x="7099562" y="0"/>
                </a:quadBezTo>
                <a:lnTo>
                  <a:pt x="6300986" y="0"/>
                </a:lnTo>
                <a:quadBezTo>
                  <a:pt x="6240488" y="0"/>
                  <a:pt x="6240488" y="60498"/>
                </a:quadBezTo>
                <a:lnTo>
                  <a:pt x="6240488" y="1476155"/>
                </a:lnTo>
                <a:quadBezTo>
                  <a:pt x="6240488" y="1536653"/>
                  <a:pt x="6300986" y="1536653"/>
                </a:quadBezTo>
                <a:close/>
              </a:path>
            </a:pathLst>
          </a:custGeom>
          <a:solidFill>
            <a:srgbClr val="E0F2E8"/>
          </a:solidFill>
          <a:ln w="6722" cap="flat">
            <a:solidFill>
              <a:srgbClr val="22855A"/>
            </a:solidFill>
            <a:miter lim="800000"/>
          </a:ln>
        </p:spPr>
      </p:sp>
      <p:sp>
        <p:nvSpPr>
          <p:cNvPr id="92" name="Shape 92"/>
          <p:cNvSpPr/>
          <p:nvPr/>
        </p:nvSpPr>
        <p:spPr>
          <a:xfrm>
            <a:off x="1768967" y="2188456"/>
            <a:ext cx="1919663" cy="4499515"/>
          </a:xfrm>
          <a:custGeom>
            <a:avLst/>
            <a:gdLst/>
            <a:ahLst/>
            <a:cxnLst/>
            <a:rect l="0" t="0" r="r" b="b"/>
            <a:pathLst>
              <a:path w="1919663" h="4499515">
                <a:moveTo>
                  <a:pt x="1842241" y="140107"/>
                </a:moveTo>
                <a:lnTo>
                  <a:pt x="1848372" y="139126"/>
                </a:lnTo>
                <a:lnTo>
                  <a:pt x="1854402" y="137840"/>
                </a:lnTo>
                <a:lnTo>
                  <a:pt x="1860303" y="136254"/>
                </a:lnTo>
                <a:lnTo>
                  <a:pt x="1866049" y="134376"/>
                </a:lnTo>
                <a:lnTo>
                  <a:pt x="1871614" y="132215"/>
                </a:lnTo>
                <a:lnTo>
                  <a:pt x="1876973" y="129781"/>
                </a:lnTo>
                <a:lnTo>
                  <a:pt x="1882103" y="127084"/>
                </a:lnTo>
                <a:lnTo>
                  <a:pt x="1886981" y="124138"/>
                </a:lnTo>
                <a:lnTo>
                  <a:pt x="1891585" y="120955"/>
                </a:lnTo>
                <a:lnTo>
                  <a:pt x="1895895" y="117550"/>
                </a:lnTo>
                <a:lnTo>
                  <a:pt x="1899892" y="113939"/>
                </a:lnTo>
                <a:lnTo>
                  <a:pt x="1903560" y="110138"/>
                </a:lnTo>
                <a:lnTo>
                  <a:pt x="1906881" y="106165"/>
                </a:lnTo>
                <a:lnTo>
                  <a:pt x="1909843" y="102036"/>
                </a:lnTo>
                <a:lnTo>
                  <a:pt x="1912432" y="97772"/>
                </a:lnTo>
                <a:lnTo>
                  <a:pt x="1914637" y="93390"/>
                </a:lnTo>
                <a:lnTo>
                  <a:pt x="1916451" y="88911"/>
                </a:lnTo>
                <a:lnTo>
                  <a:pt x="1917865" y="84353"/>
                </a:lnTo>
                <a:lnTo>
                  <a:pt x="1918874" y="79739"/>
                </a:lnTo>
                <a:lnTo>
                  <a:pt x="1919474" y="75088"/>
                </a:lnTo>
                <a:lnTo>
                  <a:pt x="1919663" y="70419"/>
                </a:lnTo>
                <a:lnTo>
                  <a:pt x="1919443" y="65755"/>
                </a:lnTo>
                <a:lnTo>
                  <a:pt x="1918813" y="61115"/>
                </a:lnTo>
                <a:lnTo>
                  <a:pt x="1917778" y="56519"/>
                </a:lnTo>
                <a:lnTo>
                  <a:pt x="1916343" y="51988"/>
                </a:lnTo>
                <a:lnTo>
                  <a:pt x="1914515" y="47540"/>
                </a:lnTo>
                <a:lnTo>
                  <a:pt x="1912303" y="43195"/>
                </a:lnTo>
                <a:lnTo>
                  <a:pt x="1909717" y="38972"/>
                </a:lnTo>
                <a:lnTo>
                  <a:pt x="1906768" y="34888"/>
                </a:lnTo>
                <a:lnTo>
                  <a:pt x="1903471" y="30961"/>
                </a:lnTo>
                <a:lnTo>
                  <a:pt x="1899840" y="27207"/>
                </a:lnTo>
                <a:lnTo>
                  <a:pt x="1895890" y="23643"/>
                </a:lnTo>
                <a:lnTo>
                  <a:pt x="1891640" y="20284"/>
                </a:lnTo>
                <a:lnTo>
                  <a:pt x="1887108" y="17142"/>
                </a:lnTo>
                <a:lnTo>
                  <a:pt x="1882314" y="14233"/>
                </a:lnTo>
                <a:lnTo>
                  <a:pt x="1877278" y="11567"/>
                </a:lnTo>
                <a:lnTo>
                  <a:pt x="1872023" y="9155"/>
                </a:lnTo>
                <a:lnTo>
                  <a:pt x="1866570" y="7009"/>
                </a:lnTo>
                <a:lnTo>
                  <a:pt x="1860944" y="5136"/>
                </a:lnTo>
                <a:lnTo>
                  <a:pt x="1855169" y="3545"/>
                </a:lnTo>
                <a:lnTo>
                  <a:pt x="1849268" y="2242"/>
                </a:lnTo>
                <a:lnTo>
                  <a:pt x="1843268" y="1232"/>
                </a:lnTo>
                <a:lnTo>
                  <a:pt x="1837193" y="520"/>
                </a:lnTo>
                <a:lnTo>
                  <a:pt x="1831070" y="109"/>
                </a:lnTo>
                <a:lnTo>
                  <a:pt x="1824925" y="0"/>
                </a:lnTo>
                <a:lnTo>
                  <a:pt x="1818783" y="193"/>
                </a:lnTo>
                <a:lnTo>
                  <a:pt x="1812670" y="688"/>
                </a:lnTo>
                <a:lnTo>
                  <a:pt x="1806614" y="1483"/>
                </a:lnTo>
                <a:lnTo>
                  <a:pt x="1800639" y="2575"/>
                </a:lnTo>
                <a:lnTo>
                  <a:pt x="1794770" y="3959"/>
                </a:lnTo>
                <a:lnTo>
                  <a:pt x="1789034" y="5629"/>
                </a:lnTo>
                <a:lnTo>
                  <a:pt x="1783454" y="7578"/>
                </a:lnTo>
                <a:lnTo>
                  <a:pt x="1778054" y="9799"/>
                </a:lnTo>
                <a:lnTo>
                  <a:pt x="1772857" y="12282"/>
                </a:lnTo>
                <a:lnTo>
                  <a:pt x="1767886" y="15017"/>
                </a:lnTo>
                <a:lnTo>
                  <a:pt x="1763163" y="17992"/>
                </a:lnTo>
                <a:lnTo>
                  <a:pt x="1758707" y="21196"/>
                </a:lnTo>
                <a:lnTo>
                  <a:pt x="1754539" y="24614"/>
                </a:lnTo>
                <a:lnTo>
                  <a:pt x="1750676" y="28232"/>
                </a:lnTo>
                <a:lnTo>
                  <a:pt x="1747136" y="32035"/>
                </a:lnTo>
                <a:lnTo>
                  <a:pt x="1743934" y="36007"/>
                </a:lnTo>
                <a:lnTo>
                  <a:pt x="1741085" y="40132"/>
                </a:lnTo>
                <a:lnTo>
                  <a:pt x="1738601" y="44390"/>
                </a:lnTo>
                <a:lnTo>
                  <a:pt x="1736495" y="48766"/>
                </a:lnTo>
                <a:lnTo>
                  <a:pt x="1734776" y="53239"/>
                </a:lnTo>
                <a:lnTo>
                  <a:pt x="1733451" y="57790"/>
                </a:lnTo>
                <a:lnTo>
                  <a:pt x="1732528" y="62400"/>
                </a:lnTo>
                <a:lnTo>
                  <a:pt x="1732012" y="67049"/>
                </a:lnTo>
                <a:lnTo>
                  <a:pt x="1731905" y="71717"/>
                </a:lnTo>
                <a:lnTo>
                  <a:pt x="1732209" y="76382"/>
                </a:lnTo>
                <a:lnTo>
                  <a:pt x="1732923" y="81025"/>
                </a:lnTo>
                <a:lnTo>
                  <a:pt x="1734044" y="85626"/>
                </a:lnTo>
                <a:lnTo>
                  <a:pt x="1735570" y="90163"/>
                </a:lnTo>
                <a:lnTo>
                  <a:pt x="1737493" y="94618"/>
                </a:lnTo>
                <a:lnTo>
                  <a:pt x="1739806" y="98969"/>
                </a:lnTo>
                <a:lnTo>
                  <a:pt x="1742500" y="103198"/>
                </a:lnTo>
                <a:lnTo>
                  <a:pt x="1745563" y="107285"/>
                </a:lnTo>
                <a:lnTo>
                  <a:pt x="1748982" y="111212"/>
                </a:lnTo>
                <a:lnTo>
                  <a:pt x="1752743" y="114962"/>
                </a:lnTo>
                <a:lnTo>
                  <a:pt x="1756829" y="118517"/>
                </a:lnTo>
                <a:lnTo>
                  <a:pt x="1761222" y="121862"/>
                </a:lnTo>
                <a:lnTo>
                  <a:pt x="1765904" y="124981"/>
                </a:lnTo>
                <a:lnTo>
                  <a:pt x="1770854" y="127859"/>
                </a:lnTo>
                <a:lnTo>
                  <a:pt x="1776050" y="130484"/>
                </a:lnTo>
                <a:lnTo>
                  <a:pt x="1781469" y="132843"/>
                </a:lnTo>
                <a:lnTo>
                  <a:pt x="1787087" y="134927"/>
                </a:lnTo>
                <a:lnTo>
                  <a:pt x="1792879" y="136724"/>
                </a:lnTo>
                <a:lnTo>
                  <a:pt x="1798818" y="138227"/>
                </a:lnTo>
                <a:lnTo>
                  <a:pt x="1804879" y="139429"/>
                </a:lnTo>
                <a:lnTo>
                  <a:pt x="1811033" y="140325"/>
                </a:lnTo>
                <a:lnTo>
                  <a:pt x="1817255" y="140909"/>
                </a:lnTo>
                <a:lnTo>
                  <a:pt x="1823514" y="141180"/>
                </a:lnTo>
                <a:lnTo>
                  <a:pt x="1829784" y="141137"/>
                </a:lnTo>
                <a:lnTo>
                  <a:pt x="1836036" y="140778"/>
                </a:lnTo>
                <a:close/>
              </a:path>
            </a:pathLst>
          </a:custGeom>
          <a:solidFill>
            <a:srgbClr val="CDD1D8"/>
          </a:solidFill>
          <a:ln>
            <a:noFill/>
          </a:ln>
        </p:spPr>
      </p:sp>
      <p:sp>
        <p:nvSpPr>
          <p:cNvPr id="93" name="Shape 93"/>
          <p:cNvSpPr/>
          <p:nvPr/>
        </p:nvSpPr>
        <p:spPr>
          <a:xfrm>
            <a:off x="5574191" y="3304633"/>
            <a:ext cx="1" cy="288300"/>
          </a:xfrm>
          <a:custGeom>
            <a:avLst/>
            <a:gdLst/>
            <a:ahLst/>
            <a:cxnLst/>
            <a:rect l="0" t="0" r="r" b="b"/>
            <a:pathLst>
              <a:path w="1" h="288300" fill="none">
                <a:moveTo>
                  <a:pt x="0" y="0"/>
                </a:moveTo>
                <a:quadBezTo>
                  <a:pt x="0" y="150205"/>
                  <a:pt x="0" y="288300"/>
                </a:quadBezTo>
              </a:path>
            </a:pathLst>
          </a:custGeom>
          <a:noFill/>
          <a:ln w="11763" cap="rnd">
            <a:solidFill>
              <a:srgbClr val="2E5FBF"/>
            </a:solidFill>
            <a:miter lim="800000"/>
          </a:ln>
        </p:spPr>
      </p:sp>
      <p:sp>
        <p:nvSpPr>
          <p:cNvPr id="94" name="Shape 94"/>
          <p:cNvSpPr/>
          <p:nvPr/>
        </p:nvSpPr>
        <p:spPr>
          <a:xfrm>
            <a:off x="1762806" y="3544535"/>
            <a:ext cx="3838273" cy="3158016"/>
          </a:xfrm>
          <a:custGeom>
            <a:avLst/>
            <a:gdLst/>
            <a:ahLst/>
            <a:cxnLst/>
            <a:rect l="0" t="0" r="r" b="b"/>
            <a:pathLst>
              <a:path w="3838273" h="3158016">
                <a:moveTo>
                  <a:pt x="3838273" y="0"/>
                </a:moveTo>
                <a:lnTo>
                  <a:pt x="3811385" y="48398"/>
                </a:lnTo>
                <a:lnTo>
                  <a:pt x="3784497" y="0"/>
                </a:lnTo>
                <a:close/>
              </a:path>
            </a:pathLst>
          </a:custGeom>
          <a:solidFill>
            <a:srgbClr val="2E5FBF"/>
          </a:solidFill>
          <a:ln w="11763" cap="rnd">
            <a:solidFill>
              <a:srgbClr val="2E5FBF"/>
            </a:solidFill>
            <a:miter lim="800000"/>
          </a:ln>
        </p:spPr>
      </p:sp>
      <p:sp>
        <p:nvSpPr>
          <p:cNvPr id="95" name="Shape 95"/>
          <p:cNvSpPr/>
          <p:nvPr/>
        </p:nvSpPr>
        <p:spPr>
          <a:xfrm>
            <a:off x="6699457" y="1390811"/>
            <a:ext cx="111480" cy="1"/>
          </a:xfrm>
          <a:custGeom>
            <a:avLst/>
            <a:gdLst/>
            <a:ahLst/>
            <a:cxnLst/>
            <a:rect l="0" t="0" r="r" b="b"/>
            <a:pathLst>
              <a:path w="111480" h="1" fill="none">
                <a:moveTo>
                  <a:pt x="0" y="0"/>
                </a:moveTo>
                <a:quadBezTo>
                  <a:pt x="60498" y="0"/>
                  <a:pt x="111480" y="0"/>
                </a:quadBezTo>
              </a:path>
            </a:pathLst>
          </a:custGeom>
          <a:noFill/>
          <a:ln w="9242" cap="rnd">
            <a:solidFill>
              <a:srgbClr val="2E5FBF"/>
            </a:solidFill>
            <a:miter lim="800000"/>
          </a:ln>
        </p:spPr>
      </p:sp>
      <p:sp>
        <p:nvSpPr>
          <p:cNvPr id="96" name="Shape 96"/>
          <p:cNvSpPr/>
          <p:nvPr/>
        </p:nvSpPr>
        <p:spPr>
          <a:xfrm>
            <a:off x="1762806" y="1361402"/>
            <a:ext cx="5048131" cy="5341149"/>
          </a:xfrm>
          <a:custGeom>
            <a:avLst/>
            <a:gdLst/>
            <a:ahLst/>
            <a:cxnLst/>
            <a:rect l="0" t="0" r="r" b="b"/>
            <a:pathLst>
              <a:path w="5048131" h="5341149">
                <a:moveTo>
                  <a:pt x="4995196" y="0"/>
                </a:moveTo>
                <a:lnTo>
                  <a:pt x="5048131" y="29408"/>
                </a:lnTo>
                <a:lnTo>
                  <a:pt x="4995196" y="58817"/>
                </a:lnTo>
                <a:close/>
              </a:path>
            </a:pathLst>
          </a:custGeom>
          <a:solidFill>
            <a:srgbClr val="2E5FBF"/>
          </a:solidFill>
          <a:ln w="9242" cap="rnd">
            <a:solidFill>
              <a:srgbClr val="2E5FBF"/>
            </a:solidFill>
            <a:miter lim="800000"/>
          </a:ln>
        </p:spPr>
      </p:sp>
      <p:sp>
        <p:nvSpPr>
          <p:cNvPr id="97" name="Shape 97"/>
          <p:cNvSpPr/>
          <p:nvPr/>
        </p:nvSpPr>
        <p:spPr>
          <a:xfrm>
            <a:off x="6699457" y="2019992"/>
            <a:ext cx="111480" cy="1"/>
          </a:xfrm>
          <a:custGeom>
            <a:avLst/>
            <a:gdLst/>
            <a:ahLst/>
            <a:cxnLst/>
            <a:rect l="0" t="0" r="r" b="b"/>
            <a:pathLst>
              <a:path w="111480" h="1" fill="none">
                <a:moveTo>
                  <a:pt x="0" y="0"/>
                </a:moveTo>
                <a:quadBezTo>
                  <a:pt x="60498" y="0"/>
                  <a:pt x="111480" y="0"/>
                </a:quadBezTo>
              </a:path>
            </a:pathLst>
          </a:custGeom>
          <a:noFill/>
          <a:ln w="9242" cap="rnd">
            <a:solidFill>
              <a:srgbClr val="1F2126"/>
            </a:solidFill>
            <a:miter lim="800000"/>
          </a:ln>
        </p:spPr>
      </p:sp>
      <p:sp>
        <p:nvSpPr>
          <p:cNvPr id="98" name="Shape 98"/>
          <p:cNvSpPr/>
          <p:nvPr/>
        </p:nvSpPr>
        <p:spPr>
          <a:xfrm>
            <a:off x="1762806" y="1990583"/>
            <a:ext cx="5048131" cy="4711968"/>
          </a:xfrm>
          <a:custGeom>
            <a:avLst/>
            <a:gdLst/>
            <a:ahLst/>
            <a:cxnLst/>
            <a:rect l="0" t="0" r="r" b="b"/>
            <a:pathLst>
              <a:path w="5048131" h="4711968">
                <a:moveTo>
                  <a:pt x="4995196" y="0"/>
                </a:moveTo>
                <a:lnTo>
                  <a:pt x="5048131" y="29408"/>
                </a:lnTo>
                <a:lnTo>
                  <a:pt x="4995196" y="58817"/>
                </a:lnTo>
                <a:close/>
              </a:path>
            </a:pathLst>
          </a:custGeom>
          <a:solidFill>
            <a:srgbClr val="1F2126"/>
          </a:solidFill>
          <a:ln w="9242" cap="rnd">
            <a:solidFill>
              <a:srgbClr val="1F2126"/>
            </a:solidFill>
            <a:miter lim="800000"/>
          </a:ln>
        </p:spPr>
      </p:sp>
      <p:sp>
        <p:nvSpPr>
          <p:cNvPr id="99" name="Shape 99"/>
          <p:cNvSpPr/>
          <p:nvPr/>
        </p:nvSpPr>
        <p:spPr>
          <a:xfrm>
            <a:off x="6699457" y="2649173"/>
            <a:ext cx="111480" cy="1"/>
          </a:xfrm>
          <a:custGeom>
            <a:avLst/>
            <a:gdLst/>
            <a:ahLst/>
            <a:cxnLst/>
            <a:rect l="0" t="0" r="r" b="b"/>
            <a:pathLst>
              <a:path w="111480" h="1" fill="none">
                <a:moveTo>
                  <a:pt x="0" y="0"/>
                </a:moveTo>
                <a:quadBezTo>
                  <a:pt x="60498" y="0"/>
                  <a:pt x="111480" y="0"/>
                </a:quadBezTo>
              </a:path>
            </a:pathLst>
          </a:custGeom>
          <a:noFill/>
          <a:ln w="9242" cap="rnd">
            <a:solidFill>
              <a:srgbClr val="61656D"/>
            </a:solidFill>
            <a:miter lim="800000"/>
          </a:ln>
        </p:spPr>
      </p:sp>
      <p:sp>
        <p:nvSpPr>
          <p:cNvPr id="100" name="Shape 100"/>
          <p:cNvSpPr/>
          <p:nvPr/>
        </p:nvSpPr>
        <p:spPr>
          <a:xfrm>
            <a:off x="1762806" y="2619764"/>
            <a:ext cx="5048131" cy="4082787"/>
          </a:xfrm>
          <a:custGeom>
            <a:avLst/>
            <a:gdLst/>
            <a:ahLst/>
            <a:cxnLst/>
            <a:rect l="0" t="0" r="r" b="b"/>
            <a:pathLst>
              <a:path w="5048131" h="4082787">
                <a:moveTo>
                  <a:pt x="4995196" y="0"/>
                </a:moveTo>
                <a:lnTo>
                  <a:pt x="5048131" y="29408"/>
                </a:lnTo>
                <a:lnTo>
                  <a:pt x="4995196" y="58817"/>
                </a:lnTo>
                <a:close/>
              </a:path>
            </a:pathLst>
          </a:custGeom>
          <a:solidFill>
            <a:srgbClr val="61656D"/>
          </a:solidFill>
          <a:ln w="9242" cap="rnd">
            <a:solidFill>
              <a:srgbClr val="61656D"/>
            </a:solidFill>
            <a:miter lim="800000"/>
          </a:ln>
        </p:spPr>
      </p:sp>
      <p:sp>
        <p:nvSpPr>
          <p:cNvPr id="101" name="Shape 101"/>
          <p:cNvSpPr/>
          <p:nvPr/>
        </p:nvSpPr>
        <p:spPr>
          <a:xfrm>
            <a:off x="6699457" y="3278354"/>
            <a:ext cx="111480" cy="1"/>
          </a:xfrm>
          <a:custGeom>
            <a:avLst/>
            <a:gdLst/>
            <a:ahLst/>
            <a:cxnLst/>
            <a:rect l="0" t="0" r="r" b="b"/>
            <a:pathLst>
              <a:path w="111480" h="1" fill="none">
                <a:moveTo>
                  <a:pt x="0" y="0"/>
                </a:moveTo>
                <a:quadBezTo>
                  <a:pt x="60498" y="0"/>
                  <a:pt x="111480" y="0"/>
                </a:quadBezTo>
              </a:path>
            </a:pathLst>
          </a:custGeom>
          <a:noFill/>
          <a:ln w="9242" cap="rnd">
            <a:solidFill>
              <a:srgbClr val="22855A"/>
            </a:solidFill>
            <a:miter lim="800000"/>
          </a:ln>
        </p:spPr>
      </p:sp>
      <p:sp>
        <p:nvSpPr>
          <p:cNvPr id="102" name="Shape 102"/>
          <p:cNvSpPr/>
          <p:nvPr/>
        </p:nvSpPr>
        <p:spPr>
          <a:xfrm>
            <a:off x="1762806" y="3248946"/>
            <a:ext cx="5048131" cy="3453605"/>
          </a:xfrm>
          <a:custGeom>
            <a:avLst/>
            <a:gdLst/>
            <a:ahLst/>
            <a:cxnLst/>
            <a:rect l="0" t="0" r="r" b="b"/>
            <a:pathLst>
              <a:path w="5048131" h="3453605">
                <a:moveTo>
                  <a:pt x="4995196" y="0"/>
                </a:moveTo>
                <a:lnTo>
                  <a:pt x="5048131" y="29408"/>
                </a:lnTo>
                <a:lnTo>
                  <a:pt x="4995196" y="58817"/>
                </a:lnTo>
                <a:close/>
              </a:path>
            </a:pathLst>
          </a:custGeom>
          <a:solidFill>
            <a:srgbClr val="22855A"/>
          </a:solidFill>
          <a:ln w="9242" cap="rnd">
            <a:solidFill>
              <a:srgbClr val="22855A"/>
            </a:solidFill>
            <a:miter lim="800000"/>
          </a:ln>
        </p:spPr>
      </p:sp>
      <p:sp>
        <p:nvSpPr>
          <p:cNvPr id="103" name="Shape 103"/>
          <p:cNvSpPr/>
          <p:nvPr/>
        </p:nvSpPr>
        <p:spPr>
          <a:xfrm>
            <a:off x="6989849" y="2165188"/>
            <a:ext cx="1" cy="371622"/>
          </a:xfrm>
          <a:custGeom>
            <a:avLst/>
            <a:gdLst/>
            <a:ahLst/>
            <a:cxnLst/>
            <a:rect l="0" t="0" r="r" b="b"/>
            <a:pathLst>
              <a:path w="1" h="371622" fill="none">
                <a:moveTo>
                  <a:pt x="0" y="0"/>
                </a:moveTo>
                <a:quadBezTo>
                  <a:pt x="0" y="190569"/>
                  <a:pt x="0" y="371622"/>
                </a:quadBezTo>
              </a:path>
            </a:pathLst>
          </a:custGeom>
          <a:noFill/>
          <a:ln w="9242" cap="rnd">
            <a:solidFill>
              <a:srgbClr val="6A6EA0"/>
            </a:solidFill>
            <a:miter lim="800000"/>
          </a:ln>
        </p:spPr>
      </p:sp>
      <p:sp>
        <p:nvSpPr>
          <p:cNvPr id="104" name="Shape 104"/>
          <p:cNvSpPr/>
          <p:nvPr/>
        </p:nvSpPr>
        <p:spPr>
          <a:xfrm>
            <a:off x="1762806" y="2488412"/>
            <a:ext cx="5253930" cy="4214139"/>
          </a:xfrm>
          <a:custGeom>
            <a:avLst/>
            <a:gdLst/>
            <a:ahLst/>
            <a:cxnLst/>
            <a:rect l="0" t="0" r="r" b="b"/>
            <a:pathLst>
              <a:path w="5253930" h="4214139">
                <a:moveTo>
                  <a:pt x="5253930" y="0"/>
                </a:moveTo>
                <a:lnTo>
                  <a:pt x="5227042" y="48398"/>
                </a:lnTo>
                <a:lnTo>
                  <a:pt x="5200154" y="0"/>
                </a:lnTo>
                <a:close/>
              </a:path>
            </a:pathLst>
          </a:custGeom>
          <a:solidFill>
            <a:srgbClr val="6A6EA0"/>
          </a:solidFill>
          <a:ln w="9242" cap="rnd">
            <a:solidFill>
              <a:srgbClr val="6A6EA0"/>
            </a:solidFill>
            <a:miter lim="800000"/>
          </a:ln>
        </p:spPr>
      </p:sp>
      <p:sp>
        <p:nvSpPr>
          <p:cNvPr id="105" name="Shape 105"/>
          <p:cNvSpPr/>
          <p:nvPr/>
        </p:nvSpPr>
        <p:spPr>
          <a:xfrm>
            <a:off x="7159244" y="1390811"/>
            <a:ext cx="87281" cy="1"/>
          </a:xfrm>
          <a:custGeom>
            <a:avLst/>
            <a:gdLst/>
            <a:ahLst/>
            <a:cxnLst/>
            <a:rect l="0" t="0" r="r" b="b"/>
            <a:pathLst>
              <a:path w="87281" h="1" fill="none">
                <a:moveTo>
                  <a:pt x="0" y="0"/>
                </a:moveTo>
                <a:quadBezTo>
                  <a:pt x="48398" y="0"/>
                  <a:pt x="87281" y="0"/>
                </a:quadBezTo>
              </a:path>
            </a:pathLst>
          </a:custGeom>
          <a:noFill/>
          <a:ln w="9242" cap="rnd">
            <a:solidFill>
              <a:srgbClr val="2E5FBF"/>
            </a:solidFill>
            <a:miter lim="800000"/>
          </a:ln>
        </p:spPr>
      </p:sp>
      <p:sp>
        <p:nvSpPr>
          <p:cNvPr id="106" name="Shape 106"/>
          <p:cNvSpPr/>
          <p:nvPr/>
        </p:nvSpPr>
        <p:spPr>
          <a:xfrm>
            <a:off x="1762806" y="1361402"/>
            <a:ext cx="5483718" cy="5341149"/>
          </a:xfrm>
          <a:custGeom>
            <a:avLst/>
            <a:gdLst/>
            <a:ahLst/>
            <a:cxnLst/>
            <a:rect l="0" t="0" r="r" b="b"/>
            <a:pathLst>
              <a:path w="5483718" h="5341149">
                <a:moveTo>
                  <a:pt x="5430782" y="0"/>
                </a:moveTo>
                <a:lnTo>
                  <a:pt x="5483718" y="29408"/>
                </a:lnTo>
                <a:lnTo>
                  <a:pt x="5430782" y="58817"/>
                </a:lnTo>
                <a:close/>
              </a:path>
            </a:pathLst>
          </a:custGeom>
          <a:solidFill>
            <a:srgbClr val="2E5FBF"/>
          </a:solidFill>
          <a:ln w="9242" cap="rnd">
            <a:solidFill>
              <a:srgbClr val="2E5FBF"/>
            </a:solidFill>
            <a:miter lim="800000"/>
          </a:ln>
        </p:spPr>
      </p:sp>
      <p:sp>
        <p:nvSpPr>
          <p:cNvPr id="107" name="Shape 107"/>
          <p:cNvSpPr/>
          <p:nvPr/>
        </p:nvSpPr>
        <p:spPr>
          <a:xfrm>
            <a:off x="7764225" y="1390811"/>
            <a:ext cx="141729" cy="1"/>
          </a:xfrm>
          <a:custGeom>
            <a:avLst/>
            <a:gdLst/>
            <a:ahLst/>
            <a:cxnLst/>
            <a:rect l="0" t="0" r="r" b="b"/>
            <a:pathLst>
              <a:path w="141729" h="1" fill="none">
                <a:moveTo>
                  <a:pt x="0" y="0"/>
                </a:moveTo>
                <a:quadBezTo>
                  <a:pt x="75622" y="0"/>
                  <a:pt x="141729" y="0"/>
                </a:quadBezTo>
              </a:path>
            </a:pathLst>
          </a:custGeom>
          <a:noFill/>
          <a:ln w="9242" cap="rnd">
            <a:solidFill>
              <a:srgbClr val="2E5FBF"/>
            </a:solidFill>
            <a:miter lim="800000"/>
          </a:ln>
        </p:spPr>
      </p:sp>
      <p:sp>
        <p:nvSpPr>
          <p:cNvPr id="108" name="Shape 108"/>
          <p:cNvSpPr/>
          <p:nvPr/>
        </p:nvSpPr>
        <p:spPr>
          <a:xfrm>
            <a:off x="1762806" y="1361402"/>
            <a:ext cx="6143149" cy="5341149"/>
          </a:xfrm>
          <a:custGeom>
            <a:avLst/>
            <a:gdLst/>
            <a:ahLst/>
            <a:cxnLst/>
            <a:rect l="0" t="0" r="r" b="b"/>
            <a:pathLst>
              <a:path w="6143149" h="5341149">
                <a:moveTo>
                  <a:pt x="6090213" y="0"/>
                </a:moveTo>
                <a:lnTo>
                  <a:pt x="6143149" y="29408"/>
                </a:lnTo>
                <a:lnTo>
                  <a:pt x="6090213" y="58817"/>
                </a:lnTo>
                <a:close/>
              </a:path>
            </a:pathLst>
          </a:custGeom>
          <a:solidFill>
            <a:srgbClr val="2E5FBF"/>
          </a:solidFill>
          <a:ln w="9242" cap="rnd">
            <a:solidFill>
              <a:srgbClr val="2E5FBF"/>
            </a:solidFill>
            <a:miter lim="800000"/>
          </a:ln>
        </p:spPr>
      </p:sp>
      <p:sp>
        <p:nvSpPr>
          <p:cNvPr id="109" name="Shape 109"/>
          <p:cNvSpPr/>
          <p:nvPr/>
        </p:nvSpPr>
        <p:spPr>
          <a:xfrm>
            <a:off x="7159244" y="2019992"/>
            <a:ext cx="87281" cy="1"/>
          </a:xfrm>
          <a:custGeom>
            <a:avLst/>
            <a:gdLst/>
            <a:ahLst/>
            <a:cxnLst/>
            <a:rect l="0" t="0" r="r" b="b"/>
            <a:pathLst>
              <a:path w="87281" h="1" fill="none">
                <a:moveTo>
                  <a:pt x="0" y="0"/>
                </a:moveTo>
                <a:quadBezTo>
                  <a:pt x="48398" y="0"/>
                  <a:pt x="87281" y="0"/>
                </a:quadBezTo>
              </a:path>
            </a:pathLst>
          </a:custGeom>
          <a:noFill/>
          <a:ln w="9242" cap="rnd">
            <a:solidFill>
              <a:srgbClr val="6A6EA0"/>
            </a:solidFill>
            <a:miter lim="800000"/>
          </a:ln>
        </p:spPr>
      </p:sp>
      <p:sp>
        <p:nvSpPr>
          <p:cNvPr id="110" name="Shape 110"/>
          <p:cNvSpPr/>
          <p:nvPr/>
        </p:nvSpPr>
        <p:spPr>
          <a:xfrm>
            <a:off x="1762806" y="1990583"/>
            <a:ext cx="5483718" cy="4711968"/>
          </a:xfrm>
          <a:custGeom>
            <a:avLst/>
            <a:gdLst/>
            <a:ahLst/>
            <a:cxnLst/>
            <a:rect l="0" t="0" r="r" b="b"/>
            <a:pathLst>
              <a:path w="5483718" h="4711968">
                <a:moveTo>
                  <a:pt x="5430782" y="0"/>
                </a:moveTo>
                <a:lnTo>
                  <a:pt x="5483718" y="29408"/>
                </a:lnTo>
                <a:lnTo>
                  <a:pt x="5430782" y="58817"/>
                </a:lnTo>
                <a:close/>
              </a:path>
            </a:pathLst>
          </a:custGeom>
          <a:solidFill>
            <a:srgbClr val="6A6EA0"/>
          </a:solidFill>
          <a:ln w="9242" cap="rnd">
            <a:solidFill>
              <a:srgbClr val="6A6EA0"/>
            </a:solidFill>
            <a:miter lim="800000"/>
          </a:ln>
        </p:spPr>
      </p:sp>
      <p:sp>
        <p:nvSpPr>
          <p:cNvPr id="111" name="Shape 111"/>
          <p:cNvSpPr/>
          <p:nvPr/>
        </p:nvSpPr>
        <p:spPr>
          <a:xfrm>
            <a:off x="7848923" y="2019992"/>
            <a:ext cx="57031" cy="1"/>
          </a:xfrm>
          <a:custGeom>
            <a:avLst/>
            <a:gdLst/>
            <a:ahLst/>
            <a:cxnLst/>
            <a:rect l="0" t="0" r="r" b="b"/>
            <a:pathLst>
              <a:path w="57031" h="1" fill="none">
                <a:moveTo>
                  <a:pt x="0" y="0"/>
                </a:moveTo>
                <a:quadBezTo>
                  <a:pt x="33273" y="0"/>
                  <a:pt x="57031" y="0"/>
                </a:quadBezTo>
              </a:path>
            </a:pathLst>
          </a:custGeom>
          <a:noFill/>
          <a:ln w="9242" cap="rnd">
            <a:solidFill>
              <a:srgbClr val="6A6EA0"/>
            </a:solidFill>
            <a:miter lim="800000"/>
          </a:ln>
        </p:spPr>
      </p:sp>
      <p:sp>
        <p:nvSpPr>
          <p:cNvPr id="112" name="Shape 112"/>
          <p:cNvSpPr/>
          <p:nvPr/>
        </p:nvSpPr>
        <p:spPr>
          <a:xfrm>
            <a:off x="1762806" y="1990583"/>
            <a:ext cx="6143149" cy="4711968"/>
          </a:xfrm>
          <a:custGeom>
            <a:avLst/>
            <a:gdLst/>
            <a:ahLst/>
            <a:cxnLst/>
            <a:rect l="0" t="0" r="r" b="b"/>
            <a:pathLst>
              <a:path w="6143149" h="4711968">
                <a:moveTo>
                  <a:pt x="6090213" y="0"/>
                </a:moveTo>
                <a:lnTo>
                  <a:pt x="6143149" y="29408"/>
                </a:lnTo>
                <a:lnTo>
                  <a:pt x="6090213" y="58817"/>
                </a:lnTo>
                <a:close/>
              </a:path>
            </a:pathLst>
          </a:custGeom>
          <a:solidFill>
            <a:srgbClr val="6A6EA0"/>
          </a:solidFill>
          <a:ln w="9242" cap="rnd">
            <a:solidFill>
              <a:srgbClr val="6A6EA0"/>
            </a:solidFill>
            <a:miter lim="800000"/>
          </a:ln>
        </p:spPr>
      </p:sp>
      <p:sp>
        <p:nvSpPr>
          <p:cNvPr id="113" name="Shape 113"/>
          <p:cNvSpPr/>
          <p:nvPr/>
        </p:nvSpPr>
        <p:spPr>
          <a:xfrm>
            <a:off x="7159244" y="2649173"/>
            <a:ext cx="87281" cy="1"/>
          </a:xfrm>
          <a:custGeom>
            <a:avLst/>
            <a:gdLst/>
            <a:ahLst/>
            <a:cxnLst/>
            <a:rect l="0" t="0" r="r" b="b"/>
            <a:pathLst>
              <a:path w="87281" h="1" fill="none">
                <a:moveTo>
                  <a:pt x="0" y="0"/>
                </a:moveTo>
                <a:quadBezTo>
                  <a:pt x="48398" y="0"/>
                  <a:pt x="87281" y="0"/>
                </a:quadBezTo>
              </a:path>
            </a:pathLst>
          </a:custGeom>
          <a:noFill/>
          <a:ln w="9242" cap="rnd">
            <a:solidFill>
              <a:srgbClr val="6A6EA0"/>
            </a:solidFill>
            <a:miter lim="800000"/>
          </a:ln>
        </p:spPr>
      </p:sp>
      <p:sp>
        <p:nvSpPr>
          <p:cNvPr id="114" name="Shape 114"/>
          <p:cNvSpPr/>
          <p:nvPr/>
        </p:nvSpPr>
        <p:spPr>
          <a:xfrm>
            <a:off x="1762806" y="2619764"/>
            <a:ext cx="5483718" cy="4082787"/>
          </a:xfrm>
          <a:custGeom>
            <a:avLst/>
            <a:gdLst/>
            <a:ahLst/>
            <a:cxnLst/>
            <a:rect l="0" t="0" r="r" b="b"/>
            <a:pathLst>
              <a:path w="5483718" h="4082787">
                <a:moveTo>
                  <a:pt x="5430782" y="0"/>
                </a:moveTo>
                <a:lnTo>
                  <a:pt x="5483718" y="29408"/>
                </a:lnTo>
                <a:lnTo>
                  <a:pt x="5430782" y="58817"/>
                </a:lnTo>
                <a:close/>
              </a:path>
            </a:pathLst>
          </a:custGeom>
          <a:solidFill>
            <a:srgbClr val="6A6EA0"/>
          </a:solidFill>
          <a:ln w="9242" cap="rnd">
            <a:solidFill>
              <a:srgbClr val="6A6EA0"/>
            </a:solidFill>
            <a:miter lim="800000"/>
          </a:ln>
        </p:spPr>
      </p:sp>
      <p:sp>
        <p:nvSpPr>
          <p:cNvPr id="115" name="Shape 115"/>
          <p:cNvSpPr/>
          <p:nvPr/>
        </p:nvSpPr>
        <p:spPr>
          <a:xfrm>
            <a:off x="7848923" y="2649173"/>
            <a:ext cx="57031" cy="1"/>
          </a:xfrm>
          <a:custGeom>
            <a:avLst/>
            <a:gdLst/>
            <a:ahLst/>
            <a:cxnLst/>
            <a:rect l="0" t="0" r="r" b="b"/>
            <a:pathLst>
              <a:path w="57031" h="1" fill="none">
                <a:moveTo>
                  <a:pt x="0" y="0"/>
                </a:moveTo>
                <a:quadBezTo>
                  <a:pt x="33273" y="0"/>
                  <a:pt x="57031" y="0"/>
                </a:quadBezTo>
              </a:path>
            </a:pathLst>
          </a:custGeom>
          <a:noFill/>
          <a:ln w="9242" cap="rnd">
            <a:solidFill>
              <a:srgbClr val="6A6EA0"/>
            </a:solidFill>
            <a:miter lim="800000"/>
          </a:ln>
        </p:spPr>
      </p:sp>
      <p:sp>
        <p:nvSpPr>
          <p:cNvPr id="116" name="Shape 116"/>
          <p:cNvSpPr/>
          <p:nvPr/>
        </p:nvSpPr>
        <p:spPr>
          <a:xfrm>
            <a:off x="1762806" y="2619764"/>
            <a:ext cx="6143149" cy="4082787"/>
          </a:xfrm>
          <a:custGeom>
            <a:avLst/>
            <a:gdLst/>
            <a:ahLst/>
            <a:cxnLst/>
            <a:rect l="0" t="0" r="r" b="b"/>
            <a:pathLst>
              <a:path w="6143149" h="4082787">
                <a:moveTo>
                  <a:pt x="6090213" y="0"/>
                </a:moveTo>
                <a:lnTo>
                  <a:pt x="6143149" y="29408"/>
                </a:lnTo>
                <a:lnTo>
                  <a:pt x="6090213" y="58817"/>
                </a:lnTo>
                <a:close/>
              </a:path>
            </a:pathLst>
          </a:custGeom>
          <a:solidFill>
            <a:srgbClr val="6A6EA0"/>
          </a:solidFill>
          <a:ln w="9242" cap="rnd">
            <a:solidFill>
              <a:srgbClr val="6A6EA0"/>
            </a:solidFill>
            <a:miter lim="800000"/>
          </a:ln>
        </p:spPr>
      </p:sp>
      <p:sp>
        <p:nvSpPr>
          <p:cNvPr id="117" name="Shape 117"/>
          <p:cNvSpPr/>
          <p:nvPr/>
        </p:nvSpPr>
        <p:spPr>
          <a:xfrm>
            <a:off x="7159244" y="3278354"/>
            <a:ext cx="87281" cy="1"/>
          </a:xfrm>
          <a:custGeom>
            <a:avLst/>
            <a:gdLst/>
            <a:ahLst/>
            <a:cxnLst/>
            <a:rect l="0" t="0" r="r" b="b"/>
            <a:pathLst>
              <a:path w="87281" h="1" fill="none">
                <a:moveTo>
                  <a:pt x="0" y="0"/>
                </a:moveTo>
                <a:quadBezTo>
                  <a:pt x="48398" y="0"/>
                  <a:pt x="87281" y="0"/>
                </a:quadBezTo>
              </a:path>
            </a:pathLst>
          </a:custGeom>
          <a:noFill/>
          <a:ln w="9242" cap="rnd">
            <a:solidFill>
              <a:srgbClr val="22855A"/>
            </a:solidFill>
            <a:miter lim="800000"/>
          </a:ln>
        </p:spPr>
      </p:sp>
      <p:sp>
        <p:nvSpPr>
          <p:cNvPr id="118" name="Shape 118"/>
          <p:cNvSpPr/>
          <p:nvPr/>
        </p:nvSpPr>
        <p:spPr>
          <a:xfrm>
            <a:off x="1762806" y="3248946"/>
            <a:ext cx="5483718" cy="3453605"/>
          </a:xfrm>
          <a:custGeom>
            <a:avLst/>
            <a:gdLst/>
            <a:ahLst/>
            <a:cxnLst/>
            <a:rect l="0" t="0" r="r" b="b"/>
            <a:pathLst>
              <a:path w="5483718" h="3453605">
                <a:moveTo>
                  <a:pt x="5430782" y="0"/>
                </a:moveTo>
                <a:lnTo>
                  <a:pt x="5483718" y="29408"/>
                </a:lnTo>
                <a:lnTo>
                  <a:pt x="5430782" y="58817"/>
                </a:lnTo>
                <a:close/>
              </a:path>
            </a:pathLst>
          </a:custGeom>
          <a:solidFill>
            <a:srgbClr val="22855A"/>
          </a:solidFill>
          <a:ln w="9242" cap="rnd">
            <a:solidFill>
              <a:srgbClr val="22855A"/>
            </a:solidFill>
            <a:miter lim="800000"/>
          </a:ln>
        </p:spPr>
      </p:sp>
      <p:sp>
        <p:nvSpPr>
          <p:cNvPr id="119" name="Shape 119"/>
          <p:cNvSpPr/>
          <p:nvPr/>
        </p:nvSpPr>
        <p:spPr>
          <a:xfrm>
            <a:off x="7848923" y="3278354"/>
            <a:ext cx="57031" cy="1"/>
          </a:xfrm>
          <a:custGeom>
            <a:avLst/>
            <a:gdLst/>
            <a:ahLst/>
            <a:cxnLst/>
            <a:rect l="0" t="0" r="r" b="b"/>
            <a:pathLst>
              <a:path w="57031" h="1" fill="none">
                <a:moveTo>
                  <a:pt x="0" y="0"/>
                </a:moveTo>
                <a:quadBezTo>
                  <a:pt x="33273" y="0"/>
                  <a:pt x="57031" y="0"/>
                </a:quadBezTo>
              </a:path>
            </a:pathLst>
          </a:custGeom>
          <a:noFill/>
          <a:ln w="9242" cap="rnd">
            <a:solidFill>
              <a:srgbClr val="22855A"/>
            </a:solidFill>
            <a:miter lim="800000"/>
          </a:ln>
        </p:spPr>
      </p:sp>
      <p:sp>
        <p:nvSpPr>
          <p:cNvPr id="120" name="Shape 120"/>
          <p:cNvSpPr/>
          <p:nvPr/>
        </p:nvSpPr>
        <p:spPr>
          <a:xfrm>
            <a:off x="1762806" y="3248946"/>
            <a:ext cx="6143149" cy="3453605"/>
          </a:xfrm>
          <a:custGeom>
            <a:avLst/>
            <a:gdLst/>
            <a:ahLst/>
            <a:cxnLst/>
            <a:rect l="0" t="0" r="r" b="b"/>
            <a:pathLst>
              <a:path w="6143149" h="3453605">
                <a:moveTo>
                  <a:pt x="6090213" y="0"/>
                </a:moveTo>
                <a:lnTo>
                  <a:pt x="6143149" y="29408"/>
                </a:lnTo>
                <a:lnTo>
                  <a:pt x="6090213" y="58817"/>
                </a:lnTo>
                <a:close/>
              </a:path>
            </a:pathLst>
          </a:custGeom>
          <a:solidFill>
            <a:srgbClr val="22855A"/>
          </a:solidFill>
          <a:ln w="9242" cap="rnd">
            <a:solidFill>
              <a:srgbClr val="22855A"/>
            </a:solidFill>
            <a:miter lim="800000"/>
          </a:ln>
        </p:spPr>
      </p:sp>
      <p:sp>
        <p:nvSpPr>
          <p:cNvPr id="121" name="Shape 121"/>
          <p:cNvSpPr/>
          <p:nvPr/>
        </p:nvSpPr>
        <p:spPr>
          <a:xfrm>
            <a:off x="1783778" y="1197217"/>
            <a:ext cx="7129912" cy="5488233"/>
          </a:xfrm>
          <a:custGeom>
            <a:avLst/>
            <a:gdLst/>
            <a:ahLst/>
            <a:cxnLst/>
            <a:rect l="0" t="0" r="r" b="b"/>
            <a:pathLst>
              <a:path w="7129912" h="5488233">
                <a:moveTo>
                  <a:pt x="6270838" y="375088"/>
                </a:moveTo>
                <a:lnTo>
                  <a:pt x="7069414" y="375088"/>
                </a:lnTo>
                <a:quadBezTo>
                  <a:pt x="7129912" y="375088"/>
                  <a:pt x="7129912" y="314590"/>
                </a:quadBezTo>
                <a:lnTo>
                  <a:pt x="7129912" y="60498"/>
                </a:lnTo>
                <a:quadBezTo>
                  <a:pt x="7129912" y="0"/>
                  <a:pt x="7069414" y="0"/>
                </a:quadBezTo>
                <a:lnTo>
                  <a:pt x="6270838" y="0"/>
                </a:lnTo>
                <a:quadBezTo>
                  <a:pt x="6210340" y="0"/>
                  <a:pt x="6210340" y="60498"/>
                </a:quadBezTo>
                <a:lnTo>
                  <a:pt x="6210340" y="314590"/>
                </a:lnTo>
                <a:quadBezTo>
                  <a:pt x="6210340" y="375088"/>
                  <a:pt x="6270838" y="375088"/>
                </a:quadBezTo>
                <a:close/>
              </a:path>
            </a:pathLst>
          </a:custGeom>
          <a:solidFill>
            <a:srgbClr val="ECEDF0"/>
          </a:solidFill>
          <a:ln w="10083" cap="flat">
            <a:solidFill>
              <a:srgbClr val="C3C6CC"/>
            </a:solidFill>
            <a:miter lim="800000"/>
          </a:ln>
        </p:spPr>
      </p:sp>
      <p:sp>
        <p:nvSpPr>
          <p:cNvPr id="122" name="Shape 122"/>
          <p:cNvSpPr/>
          <p:nvPr/>
        </p:nvSpPr>
        <p:spPr>
          <a:xfrm>
            <a:off x="1783738" y="1681202"/>
            <a:ext cx="7129952" cy="5005417"/>
          </a:xfrm>
          <a:custGeom>
            <a:avLst/>
            <a:gdLst/>
            <a:ahLst/>
            <a:cxnLst/>
            <a:rect l="0" t="0" r="r" b="b"/>
            <a:pathLst>
              <a:path w="7129952" h="5005417">
                <a:moveTo>
                  <a:pt x="6258778" y="241992"/>
                </a:moveTo>
                <a:lnTo>
                  <a:pt x="7081554" y="241992"/>
                </a:lnTo>
                <a:quadBezTo>
                  <a:pt x="7129952" y="241992"/>
                  <a:pt x="7129952" y="193594"/>
                </a:quadBezTo>
                <a:lnTo>
                  <a:pt x="7129952" y="48398"/>
                </a:lnTo>
                <a:quadBezTo>
                  <a:pt x="7129952" y="0"/>
                  <a:pt x="7081554" y="0"/>
                </a:quadBezTo>
                <a:lnTo>
                  <a:pt x="6258778" y="0"/>
                </a:lnTo>
                <a:quadBezTo>
                  <a:pt x="6210380" y="0"/>
                  <a:pt x="6210380" y="48398"/>
                </a:quadBezTo>
                <a:lnTo>
                  <a:pt x="6210380" y="193594"/>
                </a:lnTo>
                <a:quadBezTo>
                  <a:pt x="6210380" y="241992"/>
                  <a:pt x="6258778" y="241992"/>
                </a:quadBezTo>
                <a:close/>
              </a:path>
            </a:pathLst>
          </a:custGeom>
          <a:solidFill>
            <a:srgbClr val="EEF0FA"/>
          </a:solidFill>
          <a:ln w="10083" cap="flat">
            <a:solidFill>
              <a:srgbClr val="6A6EA0"/>
            </a:solidFill>
            <a:miter lim="800000"/>
          </a:ln>
        </p:spPr>
      </p:sp>
      <p:sp>
        <p:nvSpPr>
          <p:cNvPr id="123" name="Shape 123"/>
          <p:cNvSpPr/>
          <p:nvPr/>
        </p:nvSpPr>
        <p:spPr>
          <a:xfrm>
            <a:off x="8236111" y="1578356"/>
            <a:ext cx="1" cy="82955"/>
          </a:xfrm>
          <a:custGeom>
            <a:avLst/>
            <a:gdLst/>
            <a:ahLst/>
            <a:cxnLst/>
            <a:rect l="0" t="0" r="r" b="b"/>
            <a:pathLst>
              <a:path w="1" h="82955" fill="none">
                <a:moveTo>
                  <a:pt x="0" y="0"/>
                </a:moveTo>
                <a:quadBezTo>
                  <a:pt x="0" y="48398"/>
                  <a:pt x="0" y="82955"/>
                </a:quadBezTo>
              </a:path>
            </a:pathLst>
          </a:custGeom>
          <a:noFill/>
          <a:ln w="13444" cap="rnd">
            <a:solidFill>
              <a:srgbClr val="2E5FBF"/>
            </a:solidFill>
            <a:miter lim="800000"/>
          </a:ln>
        </p:spPr>
      </p:sp>
      <p:sp>
        <p:nvSpPr>
          <p:cNvPr id="124" name="Shape 124"/>
          <p:cNvSpPr/>
          <p:nvPr/>
        </p:nvSpPr>
        <p:spPr>
          <a:xfrm>
            <a:off x="1762806" y="1608375"/>
            <a:ext cx="6502714" cy="5094176"/>
          </a:xfrm>
          <a:custGeom>
            <a:avLst/>
            <a:gdLst/>
            <a:ahLst/>
            <a:cxnLst/>
            <a:rect l="0" t="0" r="r" b="b"/>
            <a:pathLst>
              <a:path w="6502714" h="5094176">
                <a:moveTo>
                  <a:pt x="6502714" y="0"/>
                </a:moveTo>
                <a:lnTo>
                  <a:pt x="6473305" y="52935"/>
                </a:lnTo>
                <a:lnTo>
                  <a:pt x="6443896" y="0"/>
                </a:lnTo>
                <a:close/>
              </a:path>
            </a:pathLst>
          </a:custGeom>
          <a:solidFill>
            <a:srgbClr val="2E5FBF"/>
          </a:solidFill>
          <a:ln w="13444" cap="rnd">
            <a:solidFill>
              <a:srgbClr val="2E5FBF"/>
            </a:solidFill>
            <a:miter lim="800000"/>
          </a:ln>
        </p:spPr>
      </p:sp>
      <p:sp>
        <p:nvSpPr>
          <p:cNvPr id="125" name="Shape 125"/>
          <p:cNvSpPr/>
          <p:nvPr/>
        </p:nvSpPr>
        <p:spPr>
          <a:xfrm>
            <a:off x="1783778" y="2019992"/>
            <a:ext cx="7129912" cy="4672072"/>
          </a:xfrm>
          <a:custGeom>
            <a:avLst/>
            <a:gdLst/>
            <a:ahLst/>
            <a:cxnLst/>
            <a:rect l="0" t="0" r="r" b="b"/>
            <a:pathLst>
              <a:path w="7129912" h="4672072">
                <a:moveTo>
                  <a:pt x="6270838" y="1536653"/>
                </a:moveTo>
                <a:lnTo>
                  <a:pt x="7069414" y="1536653"/>
                </a:lnTo>
                <a:quadBezTo>
                  <a:pt x="7129912" y="1536653"/>
                  <a:pt x="7129912" y="1476155"/>
                </a:quadBezTo>
                <a:lnTo>
                  <a:pt x="7129912" y="60498"/>
                </a:lnTo>
                <a:quadBezTo>
                  <a:pt x="7129912" y="0"/>
                  <a:pt x="7069414" y="0"/>
                </a:quadBezTo>
                <a:lnTo>
                  <a:pt x="6270838" y="0"/>
                </a:lnTo>
                <a:quadBezTo>
                  <a:pt x="6210340" y="0"/>
                  <a:pt x="6210340" y="60498"/>
                </a:quadBezTo>
                <a:lnTo>
                  <a:pt x="6210340" y="1476155"/>
                </a:lnTo>
                <a:quadBezTo>
                  <a:pt x="6210340" y="1536653"/>
                  <a:pt x="6270838" y="1536653"/>
                </a:quadBezTo>
                <a:close/>
              </a:path>
            </a:pathLst>
          </a:custGeom>
          <a:solidFill>
            <a:srgbClr val="E0F2E8"/>
          </a:solidFill>
          <a:ln w="11763" cap="flat">
            <a:solidFill>
              <a:srgbClr val="22855A"/>
            </a:solidFill>
            <a:miter lim="800000"/>
          </a:ln>
        </p:spPr>
      </p:sp>
      <p:sp>
        <p:nvSpPr>
          <p:cNvPr id="126" name="Shape 126"/>
          <p:cNvSpPr/>
          <p:nvPr/>
        </p:nvSpPr>
        <p:spPr>
          <a:xfrm>
            <a:off x="8671698" y="1943086"/>
            <a:ext cx="1" cy="70855"/>
          </a:xfrm>
          <a:custGeom>
            <a:avLst/>
            <a:gdLst/>
            <a:ahLst/>
            <a:cxnLst/>
            <a:rect l="0" t="0" r="r" b="b"/>
            <a:pathLst>
              <a:path w="1" h="70855" fill="none">
                <a:moveTo>
                  <a:pt x="0" y="70855"/>
                </a:moveTo>
                <a:quadBezTo>
                  <a:pt x="0" y="28507"/>
                  <a:pt x="0" y="0"/>
                </a:quadBezTo>
              </a:path>
            </a:pathLst>
          </a:custGeom>
          <a:noFill/>
          <a:ln w="13444" cap="rnd">
            <a:solidFill>
              <a:srgbClr val="22855A"/>
            </a:solidFill>
            <a:miter lim="800000"/>
          </a:ln>
        </p:spPr>
      </p:sp>
      <p:sp>
        <p:nvSpPr>
          <p:cNvPr id="127" name="Shape 127"/>
          <p:cNvSpPr/>
          <p:nvPr/>
        </p:nvSpPr>
        <p:spPr>
          <a:xfrm>
            <a:off x="1762806" y="1943086"/>
            <a:ext cx="6938301" cy="4759465"/>
          </a:xfrm>
          <a:custGeom>
            <a:avLst/>
            <a:gdLst/>
            <a:ahLst/>
            <a:cxnLst/>
            <a:rect l="0" t="0" r="r" b="b"/>
            <a:pathLst>
              <a:path w="6938301" h="4759465">
                <a:moveTo>
                  <a:pt x="6879483" y="52935"/>
                </a:moveTo>
                <a:lnTo>
                  <a:pt x="6908892" y="0"/>
                </a:lnTo>
                <a:lnTo>
                  <a:pt x="6938301" y="52935"/>
                </a:lnTo>
                <a:close/>
              </a:path>
            </a:pathLst>
          </a:custGeom>
          <a:solidFill>
            <a:srgbClr val="22855A"/>
          </a:solidFill>
          <a:ln w="13444" cap="rnd">
            <a:solidFill>
              <a:srgbClr val="22855A"/>
            </a:solidFill>
            <a:miter lim="800000"/>
          </a:ln>
        </p:spPr>
      </p:sp>
      <p:sp>
        <p:nvSpPr>
          <p:cNvPr id="128" name="Shape 128"/>
          <p:cNvSpPr/>
          <p:nvPr/>
        </p:nvSpPr>
        <p:spPr>
          <a:xfrm>
            <a:off x="8526502" y="1929245"/>
            <a:ext cx="1" cy="70855"/>
          </a:xfrm>
          <a:custGeom>
            <a:avLst/>
            <a:gdLst/>
            <a:ahLst/>
            <a:cxnLst/>
            <a:rect l="0" t="0" r="r" b="b"/>
            <a:pathLst>
              <a:path w="1" h="70855" fill="none">
                <a:moveTo>
                  <a:pt x="0" y="0"/>
                </a:moveTo>
                <a:quadBezTo>
                  <a:pt x="0" y="42348"/>
                  <a:pt x="0" y="70855"/>
                </a:quadBezTo>
              </a:path>
            </a:pathLst>
          </a:custGeom>
          <a:noFill/>
          <a:ln w="13444" cap="rnd">
            <a:solidFill>
              <a:srgbClr val="22855A"/>
            </a:solidFill>
            <a:miter lim="800000"/>
          </a:ln>
        </p:spPr>
      </p:sp>
      <p:sp>
        <p:nvSpPr>
          <p:cNvPr id="129" name="Shape 129"/>
          <p:cNvSpPr/>
          <p:nvPr/>
        </p:nvSpPr>
        <p:spPr>
          <a:xfrm>
            <a:off x="1762806" y="1947165"/>
            <a:ext cx="6793105" cy="4755386"/>
          </a:xfrm>
          <a:custGeom>
            <a:avLst/>
            <a:gdLst/>
            <a:ahLst/>
            <a:cxnLst/>
            <a:rect l="0" t="0" r="r" b="b"/>
            <a:pathLst>
              <a:path w="6793105" h="4755386">
                <a:moveTo>
                  <a:pt x="6793105" y="0"/>
                </a:moveTo>
                <a:lnTo>
                  <a:pt x="6763696" y="52935"/>
                </a:lnTo>
                <a:lnTo>
                  <a:pt x="6734287" y="0"/>
                </a:lnTo>
                <a:close/>
              </a:path>
            </a:pathLst>
          </a:custGeom>
          <a:solidFill>
            <a:srgbClr val="22855A"/>
          </a:solidFill>
          <a:ln w="13444" cap="rnd">
            <a:solidFill>
              <a:srgbClr val="22855A"/>
            </a:solidFill>
            <a:miter lim="800000"/>
          </a:ln>
        </p:spPr>
      </p:sp>
      <p:sp>
        <p:nvSpPr>
          <p:cNvPr id="130" name="Shape 130"/>
          <p:cNvSpPr/>
          <p:nvPr/>
        </p:nvSpPr>
        <p:spPr>
          <a:xfrm>
            <a:off x="8986289" y="2649173"/>
            <a:ext cx="122714" cy="1"/>
          </a:xfrm>
          <a:custGeom>
            <a:avLst/>
            <a:gdLst/>
            <a:ahLst/>
            <a:cxnLst/>
            <a:rect l="0" t="0" r="r" b="b"/>
            <a:pathLst>
              <a:path w="122714" h="1" fill="none">
                <a:moveTo>
                  <a:pt x="0" y="0"/>
                </a:moveTo>
                <a:quadBezTo>
                  <a:pt x="66548" y="0"/>
                  <a:pt x="122714" y="0"/>
                </a:quadBezTo>
              </a:path>
            </a:pathLst>
          </a:custGeom>
          <a:noFill/>
          <a:ln w="10083" cap="rnd">
            <a:solidFill>
              <a:srgbClr val="6A6EA0"/>
            </a:solidFill>
            <a:miter lim="800000"/>
          </a:ln>
        </p:spPr>
      </p:sp>
      <p:sp>
        <p:nvSpPr>
          <p:cNvPr id="131" name="Shape 131"/>
          <p:cNvSpPr/>
          <p:nvPr/>
        </p:nvSpPr>
        <p:spPr>
          <a:xfrm>
            <a:off x="1762806" y="2619764"/>
            <a:ext cx="7346197" cy="4082787"/>
          </a:xfrm>
          <a:custGeom>
            <a:avLst/>
            <a:gdLst/>
            <a:ahLst/>
            <a:cxnLst/>
            <a:rect l="0" t="0" r="r" b="b"/>
            <a:pathLst>
              <a:path w="7346197" h="4082787">
                <a:moveTo>
                  <a:pt x="7293261" y="0"/>
                </a:moveTo>
                <a:lnTo>
                  <a:pt x="7346197" y="29408"/>
                </a:lnTo>
                <a:lnTo>
                  <a:pt x="7293261" y="58817"/>
                </a:lnTo>
                <a:close/>
              </a:path>
            </a:pathLst>
          </a:custGeom>
          <a:solidFill>
            <a:srgbClr val="6A6EA0"/>
          </a:solidFill>
          <a:ln w="10083" cap="rnd">
            <a:solidFill>
              <a:srgbClr val="6A6EA0"/>
            </a:solidFill>
            <a:miter lim="800000"/>
          </a:ln>
        </p:spPr>
      </p:sp>
      <p:sp>
        <p:nvSpPr>
          <p:cNvPr id="132" name="Shape 132"/>
          <p:cNvSpPr/>
          <p:nvPr/>
        </p:nvSpPr>
        <p:spPr>
          <a:xfrm>
            <a:off x="9385577" y="2649173"/>
            <a:ext cx="63081" cy="1"/>
          </a:xfrm>
          <a:custGeom>
            <a:avLst/>
            <a:gdLst/>
            <a:ahLst/>
            <a:cxnLst/>
            <a:rect l="0" t="0" r="r" b="b"/>
            <a:pathLst>
              <a:path w="63081" h="1" fill="none">
                <a:moveTo>
                  <a:pt x="0" y="0"/>
                </a:moveTo>
                <a:quadBezTo>
                  <a:pt x="36298" y="0"/>
                  <a:pt x="63081" y="0"/>
                </a:quadBezTo>
              </a:path>
            </a:pathLst>
          </a:custGeom>
          <a:noFill/>
          <a:ln w="9242" cap="rnd">
            <a:solidFill>
              <a:srgbClr val="6A6EA0"/>
            </a:solidFill>
            <a:miter lim="800000"/>
          </a:ln>
        </p:spPr>
      </p:sp>
      <p:sp>
        <p:nvSpPr>
          <p:cNvPr id="133" name="Shape 133"/>
          <p:cNvSpPr/>
          <p:nvPr/>
        </p:nvSpPr>
        <p:spPr>
          <a:xfrm>
            <a:off x="1762806" y="2623966"/>
            <a:ext cx="7685852" cy="4078585"/>
          </a:xfrm>
          <a:custGeom>
            <a:avLst/>
            <a:gdLst/>
            <a:ahLst/>
            <a:cxnLst/>
            <a:rect l="0" t="0" r="r" b="b"/>
            <a:pathLst>
              <a:path w="7685852" h="4078585">
                <a:moveTo>
                  <a:pt x="7640479" y="0"/>
                </a:moveTo>
                <a:lnTo>
                  <a:pt x="7685852" y="25207"/>
                </a:lnTo>
                <a:lnTo>
                  <a:pt x="7640479" y="50415"/>
                </a:lnTo>
                <a:close/>
              </a:path>
            </a:pathLst>
          </a:custGeom>
          <a:solidFill>
            <a:srgbClr val="6A6EA0"/>
          </a:solidFill>
          <a:ln w="9242" cap="rnd">
            <a:solidFill>
              <a:srgbClr val="6A6EA0"/>
            </a:solidFill>
            <a:miter lim="800000"/>
          </a:ln>
        </p:spPr>
      </p:sp>
      <p:sp>
        <p:nvSpPr>
          <p:cNvPr id="134" name="Shape 134"/>
          <p:cNvSpPr/>
          <p:nvPr/>
        </p:nvSpPr>
        <p:spPr>
          <a:xfrm>
            <a:off x="8986289" y="3278354"/>
            <a:ext cx="122714" cy="1"/>
          </a:xfrm>
          <a:custGeom>
            <a:avLst/>
            <a:gdLst/>
            <a:ahLst/>
            <a:cxnLst/>
            <a:rect l="0" t="0" r="r" b="b"/>
            <a:pathLst>
              <a:path w="122714" h="1" fill="none">
                <a:moveTo>
                  <a:pt x="0" y="0"/>
                </a:moveTo>
                <a:quadBezTo>
                  <a:pt x="66548" y="0"/>
                  <a:pt x="122714" y="0"/>
                </a:quadBezTo>
              </a:path>
            </a:pathLst>
          </a:custGeom>
          <a:noFill/>
          <a:ln w="10083" cap="rnd">
            <a:solidFill>
              <a:srgbClr val="22855A"/>
            </a:solidFill>
            <a:miter lim="800000"/>
          </a:ln>
        </p:spPr>
      </p:sp>
      <p:sp>
        <p:nvSpPr>
          <p:cNvPr id="135" name="Shape 135"/>
          <p:cNvSpPr/>
          <p:nvPr/>
        </p:nvSpPr>
        <p:spPr>
          <a:xfrm>
            <a:off x="1762806" y="3248946"/>
            <a:ext cx="7346197" cy="3453605"/>
          </a:xfrm>
          <a:custGeom>
            <a:avLst/>
            <a:gdLst/>
            <a:ahLst/>
            <a:cxnLst/>
            <a:rect l="0" t="0" r="r" b="b"/>
            <a:pathLst>
              <a:path w="7346197" h="3453605">
                <a:moveTo>
                  <a:pt x="7293261" y="0"/>
                </a:moveTo>
                <a:lnTo>
                  <a:pt x="7346197" y="29408"/>
                </a:lnTo>
                <a:lnTo>
                  <a:pt x="7293261" y="58817"/>
                </a:lnTo>
                <a:close/>
              </a:path>
            </a:pathLst>
          </a:custGeom>
          <a:solidFill>
            <a:srgbClr val="22855A"/>
          </a:solidFill>
          <a:ln w="10083" cap="rnd">
            <a:solidFill>
              <a:srgbClr val="22855A"/>
            </a:solidFill>
            <a:miter lim="800000"/>
          </a:ln>
        </p:spPr>
      </p:sp>
      <p:sp>
        <p:nvSpPr>
          <p:cNvPr id="136" name="Shape 136"/>
          <p:cNvSpPr/>
          <p:nvPr/>
        </p:nvSpPr>
        <p:spPr>
          <a:xfrm>
            <a:off x="3190563" y="5613584"/>
            <a:ext cx="120984" cy="1"/>
          </a:xfrm>
          <a:custGeom>
            <a:avLst/>
            <a:gdLst/>
            <a:ahLst/>
            <a:cxnLst/>
            <a:rect l="0" t="0" r="r" b="b"/>
            <a:pathLst>
              <a:path w="120984" h="1" fill="none">
                <a:moveTo>
                  <a:pt x="0" y="0"/>
                </a:moveTo>
                <a:quadBezTo>
                  <a:pt x="66548" y="0"/>
                  <a:pt x="120984" y="0"/>
                </a:quadBezTo>
              </a:path>
            </a:pathLst>
          </a:custGeom>
          <a:noFill/>
          <a:ln w="11763" cap="rnd">
            <a:solidFill>
              <a:srgbClr val="D06A1E"/>
            </a:solidFill>
            <a:miter lim="800000"/>
          </a:ln>
        </p:spPr>
      </p:sp>
      <p:sp>
        <p:nvSpPr>
          <p:cNvPr id="137" name="Shape 137"/>
          <p:cNvSpPr/>
          <p:nvPr/>
        </p:nvSpPr>
        <p:spPr>
          <a:xfrm>
            <a:off x="1762806" y="5579974"/>
            <a:ext cx="1548741" cy="1122577"/>
          </a:xfrm>
          <a:custGeom>
            <a:avLst/>
            <a:gdLst/>
            <a:ahLst/>
            <a:cxnLst/>
            <a:rect l="0" t="0" r="r" b="b"/>
            <a:pathLst>
              <a:path w="1548741" h="1122577">
                <a:moveTo>
                  <a:pt x="1488243" y="0"/>
                </a:moveTo>
                <a:lnTo>
                  <a:pt x="1548741" y="33610"/>
                </a:lnTo>
                <a:lnTo>
                  <a:pt x="1488243" y="67220"/>
                </a:lnTo>
                <a:close/>
              </a:path>
            </a:pathLst>
          </a:custGeom>
          <a:solidFill>
            <a:srgbClr val="D06A1E"/>
          </a:solidFill>
          <a:ln w="11763" cap="rnd">
            <a:solidFill>
              <a:srgbClr val="D06A1E"/>
            </a:solidFill>
            <a:miter lim="800000"/>
          </a:ln>
        </p:spPr>
      </p:sp>
      <p:sp>
        <p:nvSpPr>
          <p:cNvPr id="138" name="Shape 138"/>
          <p:cNvSpPr/>
          <p:nvPr/>
        </p:nvSpPr>
        <p:spPr>
          <a:xfrm>
            <a:off x="4061737" y="5613584"/>
            <a:ext cx="145183" cy="1"/>
          </a:xfrm>
          <a:custGeom>
            <a:avLst/>
            <a:gdLst/>
            <a:ahLst/>
            <a:cxnLst/>
            <a:rect l="0" t="0" r="r" b="b"/>
            <a:pathLst>
              <a:path w="145183" h="1" fill="none">
                <a:moveTo>
                  <a:pt x="0" y="0"/>
                </a:moveTo>
                <a:quadBezTo>
                  <a:pt x="78647" y="0"/>
                  <a:pt x="145183" y="0"/>
                </a:quadBezTo>
              </a:path>
            </a:pathLst>
          </a:custGeom>
          <a:noFill/>
          <a:ln w="11763" cap="rnd">
            <a:solidFill>
              <a:srgbClr val="D06A1E"/>
            </a:solidFill>
            <a:miter lim="800000"/>
          </a:ln>
        </p:spPr>
      </p:sp>
      <p:sp>
        <p:nvSpPr>
          <p:cNvPr id="139" name="Shape 139"/>
          <p:cNvSpPr/>
          <p:nvPr/>
        </p:nvSpPr>
        <p:spPr>
          <a:xfrm>
            <a:off x="1762806" y="5579974"/>
            <a:ext cx="2444114" cy="1122577"/>
          </a:xfrm>
          <a:custGeom>
            <a:avLst/>
            <a:gdLst/>
            <a:ahLst/>
            <a:cxnLst/>
            <a:rect l="0" t="0" r="r" b="b"/>
            <a:pathLst>
              <a:path w="2444114" h="1122577">
                <a:moveTo>
                  <a:pt x="2383616" y="0"/>
                </a:moveTo>
                <a:lnTo>
                  <a:pt x="2444114" y="33610"/>
                </a:lnTo>
                <a:lnTo>
                  <a:pt x="2383616" y="67220"/>
                </a:lnTo>
                <a:close/>
              </a:path>
            </a:pathLst>
          </a:custGeom>
          <a:solidFill>
            <a:srgbClr val="D06A1E"/>
          </a:solidFill>
          <a:ln w="11763" cap="rnd">
            <a:solidFill>
              <a:srgbClr val="D06A1E"/>
            </a:solidFill>
            <a:miter lim="800000"/>
          </a:ln>
        </p:spPr>
      </p:sp>
      <p:sp>
        <p:nvSpPr>
          <p:cNvPr id="140" name="Shape 140"/>
          <p:cNvSpPr/>
          <p:nvPr/>
        </p:nvSpPr>
        <p:spPr>
          <a:xfrm>
            <a:off x="5707287" y="5613584"/>
            <a:ext cx="143453" cy="1"/>
          </a:xfrm>
          <a:custGeom>
            <a:avLst/>
            <a:gdLst/>
            <a:ahLst/>
            <a:cxnLst/>
            <a:rect l="0" t="0" r="r" b="b"/>
            <a:pathLst>
              <a:path w="143453" h="1" fill="none">
                <a:moveTo>
                  <a:pt x="0" y="0"/>
                </a:moveTo>
                <a:quadBezTo>
                  <a:pt x="78647" y="0"/>
                  <a:pt x="143453" y="0"/>
                </a:quadBezTo>
              </a:path>
            </a:pathLst>
          </a:custGeom>
          <a:noFill/>
          <a:ln w="13444" cap="rnd">
            <a:solidFill>
              <a:srgbClr val="2E5FBF"/>
            </a:solidFill>
            <a:miter lim="800000"/>
          </a:ln>
        </p:spPr>
      </p:sp>
      <p:sp>
        <p:nvSpPr>
          <p:cNvPr id="141" name="Shape 141"/>
          <p:cNvSpPr/>
          <p:nvPr/>
        </p:nvSpPr>
        <p:spPr>
          <a:xfrm>
            <a:off x="1762806" y="5579974"/>
            <a:ext cx="4087935" cy="1122577"/>
          </a:xfrm>
          <a:custGeom>
            <a:avLst/>
            <a:gdLst/>
            <a:ahLst/>
            <a:cxnLst/>
            <a:rect l="0" t="0" r="r" b="b"/>
            <a:pathLst>
              <a:path w="4087935" h="1122577">
                <a:moveTo>
                  <a:pt x="4027437" y="0"/>
                </a:moveTo>
                <a:lnTo>
                  <a:pt x="4087935" y="33610"/>
                </a:lnTo>
                <a:lnTo>
                  <a:pt x="4027437" y="67220"/>
                </a:lnTo>
                <a:close/>
              </a:path>
            </a:pathLst>
          </a:custGeom>
          <a:solidFill>
            <a:srgbClr val="2E5FBF"/>
          </a:solidFill>
          <a:ln w="13444" cap="rnd">
            <a:solidFill>
              <a:srgbClr val="2E5FBF"/>
            </a:solidFill>
            <a:miter lim="800000"/>
          </a:ln>
        </p:spPr>
      </p:sp>
      <p:sp>
        <p:nvSpPr>
          <p:cNvPr id="142" name="Shape 142"/>
          <p:cNvSpPr/>
          <p:nvPr/>
        </p:nvSpPr>
        <p:spPr>
          <a:xfrm>
            <a:off x="7604510" y="5516787"/>
            <a:ext cx="42857" cy="1"/>
          </a:xfrm>
          <a:custGeom>
            <a:avLst/>
            <a:gdLst/>
            <a:ahLst/>
            <a:cxnLst/>
            <a:rect l="0" t="0" r="r" b="b"/>
            <a:pathLst>
              <a:path w="42857" h="1" fill="none">
                <a:moveTo>
                  <a:pt x="0" y="0"/>
                </a:moveTo>
                <a:quadBezTo>
                  <a:pt x="26619" y="0"/>
                  <a:pt x="42857" y="0"/>
                </a:quadBezTo>
              </a:path>
            </a:pathLst>
          </a:custGeom>
          <a:noFill/>
          <a:ln w="10083" cap="rnd">
            <a:solidFill>
              <a:srgbClr val="22855A"/>
            </a:solidFill>
            <a:miter lim="800000"/>
          </a:ln>
        </p:spPr>
      </p:sp>
      <p:sp>
        <p:nvSpPr>
          <p:cNvPr id="143" name="Shape 143"/>
          <p:cNvSpPr/>
          <p:nvPr/>
        </p:nvSpPr>
        <p:spPr>
          <a:xfrm>
            <a:off x="1762806" y="5491580"/>
            <a:ext cx="5884561" cy="1210971"/>
          </a:xfrm>
          <a:custGeom>
            <a:avLst/>
            <a:gdLst/>
            <a:ahLst/>
            <a:cxnLst/>
            <a:rect l="0" t="0" r="r" b="b"/>
            <a:pathLst>
              <a:path w="5884561" h="1210971">
                <a:moveTo>
                  <a:pt x="5839188" y="0"/>
                </a:moveTo>
                <a:lnTo>
                  <a:pt x="5884561" y="25207"/>
                </a:lnTo>
                <a:lnTo>
                  <a:pt x="5839188" y="50415"/>
                </a:lnTo>
                <a:close/>
              </a:path>
            </a:pathLst>
          </a:custGeom>
          <a:solidFill>
            <a:srgbClr val="22855A"/>
          </a:solidFill>
          <a:ln w="10083" cap="rnd">
            <a:solidFill>
              <a:srgbClr val="22855A"/>
            </a:solidFill>
            <a:miter lim="800000"/>
          </a:ln>
        </p:spPr>
      </p:sp>
      <p:sp>
        <p:nvSpPr>
          <p:cNvPr id="144" name="Shape 144"/>
          <p:cNvSpPr/>
          <p:nvPr/>
        </p:nvSpPr>
        <p:spPr>
          <a:xfrm>
            <a:off x="8475684" y="5516787"/>
            <a:ext cx="42857" cy="1"/>
          </a:xfrm>
          <a:custGeom>
            <a:avLst/>
            <a:gdLst/>
            <a:ahLst/>
            <a:cxnLst/>
            <a:rect l="0" t="0" r="r" b="b"/>
            <a:pathLst>
              <a:path w="42857" h="1" fill="none">
                <a:moveTo>
                  <a:pt x="0" y="0"/>
                </a:moveTo>
                <a:quadBezTo>
                  <a:pt x="26619" y="0"/>
                  <a:pt x="42857" y="0"/>
                </a:quadBezTo>
              </a:path>
            </a:pathLst>
          </a:custGeom>
          <a:noFill/>
          <a:ln w="10083" cap="rnd">
            <a:solidFill>
              <a:srgbClr val="22855A"/>
            </a:solidFill>
            <a:miter lim="800000"/>
          </a:ln>
        </p:spPr>
      </p:sp>
      <p:sp>
        <p:nvSpPr>
          <p:cNvPr id="145" name="Shape 145"/>
          <p:cNvSpPr/>
          <p:nvPr/>
        </p:nvSpPr>
        <p:spPr>
          <a:xfrm>
            <a:off x="1762806" y="5491580"/>
            <a:ext cx="6755735" cy="1210971"/>
          </a:xfrm>
          <a:custGeom>
            <a:avLst/>
            <a:gdLst/>
            <a:ahLst/>
            <a:cxnLst/>
            <a:rect l="0" t="0" r="r" b="b"/>
            <a:pathLst>
              <a:path w="6755735" h="1210971">
                <a:moveTo>
                  <a:pt x="6710361" y="0"/>
                </a:moveTo>
                <a:lnTo>
                  <a:pt x="6755735" y="25207"/>
                </a:lnTo>
                <a:lnTo>
                  <a:pt x="6710361" y="50415"/>
                </a:lnTo>
                <a:close/>
              </a:path>
            </a:pathLst>
          </a:custGeom>
          <a:solidFill>
            <a:srgbClr val="22855A"/>
          </a:solidFill>
          <a:ln w="10083" cap="rnd">
            <a:solidFill>
              <a:srgbClr val="22855A"/>
            </a:solidFill>
            <a:miter lim="800000"/>
          </a:ln>
        </p:spPr>
      </p:sp>
      <p:sp>
        <p:nvSpPr>
          <p:cNvPr id="146" name="Shape 146"/>
          <p:cNvSpPr/>
          <p:nvPr/>
        </p:nvSpPr>
        <p:spPr>
          <a:xfrm>
            <a:off x="9346858" y="5516787"/>
            <a:ext cx="42857" cy="1"/>
          </a:xfrm>
          <a:custGeom>
            <a:avLst/>
            <a:gdLst/>
            <a:ahLst/>
            <a:cxnLst/>
            <a:rect l="0" t="0" r="r" b="b"/>
            <a:pathLst>
              <a:path w="42857" h="1" fill="none">
                <a:moveTo>
                  <a:pt x="0" y="0"/>
                </a:moveTo>
                <a:quadBezTo>
                  <a:pt x="26619" y="0"/>
                  <a:pt x="42857" y="0"/>
                </a:quadBezTo>
              </a:path>
            </a:pathLst>
          </a:custGeom>
          <a:noFill/>
          <a:ln w="10083" cap="rnd">
            <a:solidFill>
              <a:srgbClr val="22855A"/>
            </a:solidFill>
            <a:miter lim="800000"/>
          </a:ln>
        </p:spPr>
      </p:sp>
      <p:sp>
        <p:nvSpPr>
          <p:cNvPr id="147" name="Shape 147"/>
          <p:cNvSpPr/>
          <p:nvPr/>
        </p:nvSpPr>
        <p:spPr>
          <a:xfrm>
            <a:off x="1762806" y="5491580"/>
            <a:ext cx="7626909" cy="1210971"/>
          </a:xfrm>
          <a:custGeom>
            <a:avLst/>
            <a:gdLst/>
            <a:ahLst/>
            <a:cxnLst/>
            <a:rect l="0" t="0" r="r" b="b"/>
            <a:pathLst>
              <a:path w="7626909" h="1210971">
                <a:moveTo>
                  <a:pt x="7581535" y="0"/>
                </a:moveTo>
                <a:lnTo>
                  <a:pt x="7626909" y="25207"/>
                </a:lnTo>
                <a:lnTo>
                  <a:pt x="7581535" y="50415"/>
                </a:lnTo>
                <a:close/>
              </a:path>
            </a:pathLst>
          </a:custGeom>
          <a:solidFill>
            <a:srgbClr val="22855A"/>
          </a:solidFill>
          <a:ln w="10083" cap="rnd">
            <a:solidFill>
              <a:srgbClr val="22855A"/>
            </a:solidFill>
            <a:miter lim="800000"/>
          </a:ln>
        </p:spPr>
      </p:sp>
      <p:sp>
        <p:nvSpPr>
          <p:cNvPr id="148" name="Shape 148"/>
          <p:cNvSpPr/>
          <p:nvPr/>
        </p:nvSpPr>
        <p:spPr>
          <a:xfrm>
            <a:off x="6602660" y="5523301"/>
            <a:ext cx="169281" cy="90283"/>
          </a:xfrm>
          <a:custGeom>
            <a:avLst/>
            <a:gdLst/>
            <a:ahLst/>
            <a:cxnLst/>
            <a:rect l="0" t="0" r="r" b="b"/>
            <a:pathLst>
              <a:path w="169281" h="90283" fill="none">
                <a:moveTo>
                  <a:pt x="0" y="90283"/>
                </a:moveTo>
                <a:quadBezTo>
                  <a:pt x="90747" y="41884"/>
                  <a:pt x="169281" y="0"/>
                </a:quadBezTo>
              </a:path>
            </a:pathLst>
          </a:custGeom>
          <a:noFill/>
          <a:ln w="13444" cap="rnd">
            <a:solidFill>
              <a:srgbClr val="22855A"/>
            </a:solidFill>
            <a:miter lim="800000"/>
          </a:ln>
        </p:spPr>
      </p:sp>
      <p:sp>
        <p:nvSpPr>
          <p:cNvPr id="149" name="Shape 149"/>
          <p:cNvSpPr/>
          <p:nvPr/>
        </p:nvSpPr>
        <p:spPr>
          <a:xfrm>
            <a:off x="1762806" y="5522115"/>
            <a:ext cx="5009136" cy="1180436"/>
          </a:xfrm>
          <a:custGeom>
            <a:avLst/>
            <a:gdLst/>
            <a:ahLst/>
            <a:cxnLst/>
            <a:rect l="0" t="0" r="r" b="b"/>
            <a:pathLst>
              <a:path w="5009136" h="1180436">
                <a:moveTo>
                  <a:pt x="4939938" y="0"/>
                </a:moveTo>
                <a:lnTo>
                  <a:pt x="5009136" y="1186"/>
                </a:lnTo>
                <a:lnTo>
                  <a:pt x="4971571" y="59311"/>
                </a:lnTo>
                <a:close/>
              </a:path>
            </a:pathLst>
          </a:custGeom>
          <a:solidFill>
            <a:srgbClr val="22855A"/>
          </a:solidFill>
          <a:ln w="13444" cap="rnd">
            <a:solidFill>
              <a:srgbClr val="22855A"/>
            </a:solidFill>
            <a:miter lim="800000"/>
          </a:ln>
        </p:spPr>
      </p:sp>
      <p:sp>
        <p:nvSpPr>
          <p:cNvPr id="150" name="Shape 150"/>
          <p:cNvSpPr/>
          <p:nvPr/>
        </p:nvSpPr>
        <p:spPr>
          <a:xfrm>
            <a:off x="8937890" y="5840452"/>
            <a:ext cx="1" cy="608006"/>
          </a:xfrm>
          <a:custGeom>
            <a:avLst/>
            <a:gdLst/>
            <a:ahLst/>
            <a:cxnLst/>
            <a:rect l="0" t="0" r="r" b="b"/>
            <a:pathLst>
              <a:path w="1" h="608006" fill="none">
                <a:moveTo>
                  <a:pt x="0" y="0"/>
                </a:moveTo>
                <a:lnTo>
                  <a:pt x="0" y="608006"/>
                </a:lnTo>
              </a:path>
            </a:pathLst>
          </a:custGeom>
          <a:noFill/>
          <a:ln w="10083" cap="rnd">
            <a:solidFill>
              <a:srgbClr val="61656D"/>
            </a:solidFill>
            <a:round/>
          </a:ln>
        </p:spPr>
      </p:sp>
      <p:sp>
        <p:nvSpPr>
          <p:cNvPr id="151" name="Shape 151"/>
          <p:cNvSpPr/>
          <p:nvPr/>
        </p:nvSpPr>
        <p:spPr>
          <a:xfrm>
            <a:off x="6239671" y="6448459"/>
            <a:ext cx="2698218" cy="1"/>
          </a:xfrm>
          <a:custGeom>
            <a:avLst/>
            <a:gdLst/>
            <a:ahLst/>
            <a:cxnLst/>
            <a:rect l="0" t="0" r="r" b="b"/>
            <a:pathLst>
              <a:path w="2698218" h="1" fill="none">
                <a:moveTo>
                  <a:pt x="2698218" y="0"/>
                </a:moveTo>
                <a:lnTo>
                  <a:pt x="0" y="0"/>
                </a:lnTo>
              </a:path>
            </a:pathLst>
          </a:custGeom>
          <a:noFill/>
          <a:ln w="10083" cap="rnd">
            <a:solidFill>
              <a:srgbClr val="61656D"/>
            </a:solidFill>
            <a:round/>
          </a:ln>
        </p:spPr>
      </p:sp>
      <p:sp>
        <p:nvSpPr>
          <p:cNvPr id="152" name="Shape 152"/>
          <p:cNvSpPr/>
          <p:nvPr/>
        </p:nvSpPr>
        <p:spPr>
          <a:xfrm>
            <a:off x="6239671" y="5999054"/>
            <a:ext cx="1" cy="449405"/>
          </a:xfrm>
          <a:custGeom>
            <a:avLst/>
            <a:gdLst/>
            <a:ahLst/>
            <a:cxnLst/>
            <a:rect l="0" t="0" r="r" b="b"/>
            <a:pathLst>
              <a:path w="1" h="449405" fill="none">
                <a:moveTo>
                  <a:pt x="0" y="449405"/>
                </a:moveTo>
                <a:quadBezTo>
                  <a:pt x="0" y="219511"/>
                  <a:pt x="0" y="0"/>
                </a:quadBezTo>
              </a:path>
            </a:pathLst>
          </a:custGeom>
          <a:noFill/>
          <a:ln w="10083" cap="rnd">
            <a:solidFill>
              <a:srgbClr val="61656D"/>
            </a:solidFill>
            <a:miter lim="800000"/>
          </a:ln>
        </p:spPr>
      </p:sp>
      <p:sp>
        <p:nvSpPr>
          <p:cNvPr id="153" name="Shape 153"/>
          <p:cNvSpPr/>
          <p:nvPr/>
        </p:nvSpPr>
        <p:spPr>
          <a:xfrm>
            <a:off x="1762806" y="5999054"/>
            <a:ext cx="4506274" cy="703497"/>
          </a:xfrm>
          <a:custGeom>
            <a:avLst/>
            <a:gdLst/>
            <a:ahLst/>
            <a:cxnLst/>
            <a:rect l="0" t="0" r="r" b="b"/>
            <a:pathLst>
              <a:path w="4506274" h="703497">
                <a:moveTo>
                  <a:pt x="4447456" y="52935"/>
                </a:moveTo>
                <a:lnTo>
                  <a:pt x="4476865" y="0"/>
                </a:lnTo>
                <a:lnTo>
                  <a:pt x="4506274" y="52935"/>
                </a:lnTo>
                <a:close/>
              </a:path>
            </a:pathLst>
          </a:custGeom>
          <a:solidFill>
            <a:srgbClr val="61656D"/>
          </a:solidFill>
          <a:ln w="10083" cap="rnd">
            <a:solidFill>
              <a:srgbClr val="61656D"/>
            </a:solidFill>
            <a:miter lim="800000"/>
          </a:ln>
        </p:spPr>
      </p:sp>
      <p:sp>
        <p:nvSpPr>
          <p:cNvPr id="154" name="Shape 154"/>
          <p:cNvSpPr/>
          <p:nvPr/>
        </p:nvSpPr>
        <p:spPr>
          <a:xfrm>
            <a:off x="1784141" y="2443480"/>
            <a:ext cx="7008553" cy="4245601"/>
          </a:xfrm>
          <a:custGeom>
            <a:avLst/>
            <a:gdLst/>
            <a:ahLst/>
            <a:cxnLst/>
            <a:rect l="0" t="0" r="r" b="b"/>
            <a:pathLst>
              <a:path w="7008553" h="4245601">
                <a:moveTo>
                  <a:pt x="6379371" y="217793"/>
                </a:moveTo>
                <a:lnTo>
                  <a:pt x="6960154" y="217793"/>
                </a:lnTo>
                <a:quadBezTo>
                  <a:pt x="7008553" y="217793"/>
                  <a:pt x="7008553" y="169394"/>
                </a:quadBezTo>
                <a:lnTo>
                  <a:pt x="7008553" y="48398"/>
                </a:lnTo>
                <a:quadBezTo>
                  <a:pt x="7008553" y="0"/>
                  <a:pt x="6960154" y="0"/>
                </a:quadBezTo>
                <a:lnTo>
                  <a:pt x="6379371" y="0"/>
                </a:lnTo>
                <a:quadBezTo>
                  <a:pt x="6330973" y="0"/>
                  <a:pt x="6330973" y="48398"/>
                </a:quadBezTo>
                <a:lnTo>
                  <a:pt x="6330973" y="169394"/>
                </a:lnTo>
                <a:quadBezTo>
                  <a:pt x="6330973" y="217793"/>
                  <a:pt x="6379371" y="217793"/>
                </a:quadBezTo>
                <a:close/>
              </a:path>
            </a:pathLst>
          </a:custGeom>
          <a:solidFill>
            <a:srgbClr val="FFFFFF"/>
          </a:solidFill>
          <a:ln w="8402" cap="flat">
            <a:solidFill>
              <a:srgbClr val="22855A"/>
            </a:solidFill>
            <a:miter lim="800000"/>
          </a:ln>
        </p:spPr>
      </p:sp>
      <p:sp>
        <p:nvSpPr>
          <p:cNvPr id="155" name="Shape 155"/>
          <p:cNvSpPr/>
          <p:nvPr/>
        </p:nvSpPr>
        <p:spPr>
          <a:xfrm>
            <a:off x="1784141" y="2782269"/>
            <a:ext cx="7008553" cy="3907940"/>
          </a:xfrm>
          <a:custGeom>
            <a:avLst/>
            <a:gdLst/>
            <a:ahLst/>
            <a:cxnLst/>
            <a:rect l="0" t="0" r="r" b="b"/>
            <a:pathLst>
              <a:path w="7008553" h="3907940">
                <a:moveTo>
                  <a:pt x="6379371" y="217793"/>
                </a:moveTo>
                <a:lnTo>
                  <a:pt x="6960154" y="217793"/>
                </a:lnTo>
                <a:quadBezTo>
                  <a:pt x="7008553" y="217793"/>
                  <a:pt x="7008553" y="169394"/>
                </a:quadBezTo>
                <a:lnTo>
                  <a:pt x="7008553" y="48398"/>
                </a:lnTo>
                <a:quadBezTo>
                  <a:pt x="7008553" y="0"/>
                  <a:pt x="6960154" y="0"/>
                </a:quadBezTo>
                <a:lnTo>
                  <a:pt x="6379371" y="0"/>
                </a:lnTo>
                <a:quadBezTo>
                  <a:pt x="6330973" y="0"/>
                  <a:pt x="6330973" y="48398"/>
                </a:quadBezTo>
                <a:lnTo>
                  <a:pt x="6330973" y="169394"/>
                </a:lnTo>
                <a:quadBezTo>
                  <a:pt x="6330973" y="217793"/>
                  <a:pt x="6379371" y="217793"/>
                </a:quadBezTo>
                <a:close/>
              </a:path>
            </a:pathLst>
          </a:custGeom>
          <a:solidFill>
            <a:srgbClr val="FFFFFF"/>
          </a:solidFill>
          <a:ln w="8402" cap="flat">
            <a:solidFill>
              <a:srgbClr val="22855A"/>
            </a:solidFill>
            <a:miter lim="800000"/>
          </a:ln>
        </p:spPr>
      </p:sp>
      <p:sp>
        <p:nvSpPr>
          <p:cNvPr id="156" name="Shape 156"/>
          <p:cNvSpPr/>
          <p:nvPr/>
        </p:nvSpPr>
        <p:spPr>
          <a:xfrm>
            <a:off x="1762806" y="3123479"/>
            <a:ext cx="4934231" cy="3579072"/>
          </a:xfrm>
          <a:custGeom>
            <a:avLst/>
            <a:gdLst/>
            <a:ahLst/>
            <a:cxnLst/>
            <a:rect l="0" t="0" r="r" b="b"/>
            <a:pathLst>
              <a:path w="4934231" h="3579072">
                <a:moveTo>
                  <a:pt x="4450246" y="362989"/>
                </a:moveTo>
                <a:lnTo>
                  <a:pt x="4934231" y="362989"/>
                </a:lnTo>
                <a:lnTo>
                  <a:pt x="4934231" y="0"/>
                </a:lnTo>
                <a:lnTo>
                  <a:pt x="445024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57" name="Shape 157"/>
          <p:cNvSpPr/>
          <p:nvPr/>
        </p:nvSpPr>
        <p:spPr>
          <a:xfrm>
            <a:off x="1762806" y="1865117"/>
            <a:ext cx="4934231" cy="4837434"/>
          </a:xfrm>
          <a:custGeom>
            <a:avLst/>
            <a:gdLst/>
            <a:ahLst/>
            <a:cxnLst/>
            <a:rect l="0" t="0" r="r" b="b"/>
            <a:pathLst>
              <a:path w="4934231" h="4837434">
                <a:moveTo>
                  <a:pt x="4450246" y="362989"/>
                </a:moveTo>
                <a:lnTo>
                  <a:pt x="4934231" y="362989"/>
                </a:lnTo>
                <a:lnTo>
                  <a:pt x="4934231" y="0"/>
                </a:lnTo>
                <a:lnTo>
                  <a:pt x="445024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58" name="Shape 158"/>
          <p:cNvSpPr/>
          <p:nvPr/>
        </p:nvSpPr>
        <p:spPr>
          <a:xfrm>
            <a:off x="1762806" y="2494298"/>
            <a:ext cx="4934231" cy="4208253"/>
          </a:xfrm>
          <a:custGeom>
            <a:avLst/>
            <a:gdLst/>
            <a:ahLst/>
            <a:cxnLst/>
            <a:rect l="0" t="0" r="r" b="b"/>
            <a:pathLst>
              <a:path w="4934231" h="4208253">
                <a:moveTo>
                  <a:pt x="4450246" y="362989"/>
                </a:moveTo>
                <a:lnTo>
                  <a:pt x="4934231" y="362989"/>
                </a:lnTo>
                <a:lnTo>
                  <a:pt x="4934231" y="0"/>
                </a:lnTo>
                <a:lnTo>
                  <a:pt x="445024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59" name="Shape 159"/>
          <p:cNvSpPr/>
          <p:nvPr/>
        </p:nvSpPr>
        <p:spPr>
          <a:xfrm>
            <a:off x="1762806" y="2324903"/>
            <a:ext cx="8164834" cy="4377648"/>
          </a:xfrm>
          <a:custGeom>
            <a:avLst/>
            <a:gdLst/>
            <a:ahLst/>
            <a:cxnLst/>
            <a:rect l="0" t="0" r="r" b="b"/>
            <a:pathLst>
              <a:path w="8164834" h="4377648">
                <a:moveTo>
                  <a:pt x="7729247" y="326690"/>
                </a:moveTo>
                <a:lnTo>
                  <a:pt x="8164834" y="326690"/>
                </a:lnTo>
                <a:lnTo>
                  <a:pt x="8164834" y="0"/>
                </a:lnTo>
                <a:lnTo>
                  <a:pt x="7729247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60" name="Shape 160"/>
          <p:cNvSpPr/>
          <p:nvPr/>
        </p:nvSpPr>
        <p:spPr>
          <a:xfrm>
            <a:off x="1762806" y="5243940"/>
            <a:ext cx="5853804" cy="1458611"/>
          </a:xfrm>
          <a:custGeom>
            <a:avLst/>
            <a:gdLst/>
            <a:ahLst/>
            <a:cxnLst/>
            <a:rect l="0" t="0" r="r" b="b"/>
            <a:pathLst>
              <a:path w="5853804" h="1458611">
                <a:moveTo>
                  <a:pt x="5055228" y="598931"/>
                </a:moveTo>
                <a:lnTo>
                  <a:pt x="5853804" y="598931"/>
                </a:lnTo>
                <a:lnTo>
                  <a:pt x="5853804" y="0"/>
                </a:lnTo>
                <a:lnTo>
                  <a:pt x="5055228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61" name="Shape 161"/>
          <p:cNvSpPr/>
          <p:nvPr/>
        </p:nvSpPr>
        <p:spPr>
          <a:xfrm>
            <a:off x="1762806" y="5243940"/>
            <a:ext cx="6724977" cy="1458611"/>
          </a:xfrm>
          <a:custGeom>
            <a:avLst/>
            <a:gdLst/>
            <a:ahLst/>
            <a:cxnLst/>
            <a:rect l="0" t="0" r="r" b="b"/>
            <a:pathLst>
              <a:path w="6724977" h="1458611">
                <a:moveTo>
                  <a:pt x="5926401" y="598931"/>
                </a:moveTo>
                <a:lnTo>
                  <a:pt x="6724977" y="598931"/>
                </a:lnTo>
                <a:lnTo>
                  <a:pt x="6724977" y="0"/>
                </a:lnTo>
                <a:lnTo>
                  <a:pt x="5926401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62" name="Shape 162"/>
          <p:cNvSpPr/>
          <p:nvPr/>
        </p:nvSpPr>
        <p:spPr>
          <a:xfrm>
            <a:off x="1762806" y="5243940"/>
            <a:ext cx="7596151" cy="1458611"/>
          </a:xfrm>
          <a:custGeom>
            <a:avLst/>
            <a:gdLst/>
            <a:ahLst/>
            <a:cxnLst/>
            <a:rect l="0" t="0" r="r" b="b"/>
            <a:pathLst>
              <a:path w="7596151" h="1458611">
                <a:moveTo>
                  <a:pt x="6797575" y="598931"/>
                </a:moveTo>
                <a:lnTo>
                  <a:pt x="7596151" y="598931"/>
                </a:lnTo>
                <a:lnTo>
                  <a:pt x="7596151" y="0"/>
                </a:lnTo>
                <a:lnTo>
                  <a:pt x="6797575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63" name="Shape 163"/>
          <p:cNvSpPr/>
          <p:nvPr/>
        </p:nvSpPr>
        <p:spPr>
          <a:xfrm>
            <a:off x="1762806" y="5243940"/>
            <a:ext cx="8467325" cy="1458611"/>
          </a:xfrm>
          <a:custGeom>
            <a:avLst/>
            <a:gdLst/>
            <a:ahLst/>
            <a:cxnLst/>
            <a:rect l="0" t="0" r="r" b="b"/>
            <a:pathLst>
              <a:path w="8467325" h="1458611">
                <a:moveTo>
                  <a:pt x="7668749" y="598931"/>
                </a:moveTo>
                <a:lnTo>
                  <a:pt x="8467325" y="598931"/>
                </a:lnTo>
                <a:lnTo>
                  <a:pt x="8467325" y="0"/>
                </a:lnTo>
                <a:lnTo>
                  <a:pt x="7668749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64" name="Shape 164"/>
          <p:cNvSpPr/>
          <p:nvPr/>
        </p:nvSpPr>
        <p:spPr>
          <a:xfrm>
            <a:off x="2835482" y="1294014"/>
            <a:ext cx="227612" cy="122675"/>
          </a:xfrm>
          <a:custGeom>
            <a:avLst/>
            <a:gdLst/>
            <a:ahLst/>
            <a:cxnLst/>
            <a:rect l="0" t="0" r="r" b="b"/>
            <a:pathLst>
              <a:path w="227612" h="122675" fill="none">
                <a:moveTo>
                  <a:pt x="227612" y="122675"/>
                </a:moveTo>
                <a:lnTo>
                  <a:pt x="0" y="0"/>
                </a:lnTo>
              </a:path>
            </a:pathLst>
          </a:custGeom>
          <a:noFill/>
          <a:ln w="6722" cap="flat">
            <a:solidFill>
              <a:srgbClr val="1F2126"/>
            </a:solidFill>
            <a:custDash>
              <a:ds d="100000" sp="120000"/>
            </a:custDash>
            <a:round/>
          </a:ln>
        </p:spPr>
      </p:sp>
      <p:sp>
        <p:nvSpPr>
          <p:cNvPr id="165" name="Shape 165"/>
          <p:cNvSpPr/>
          <p:nvPr/>
        </p:nvSpPr>
        <p:spPr>
          <a:xfrm>
            <a:off x="3952444" y="1294014"/>
            <a:ext cx="161940" cy="77456"/>
          </a:xfrm>
          <a:custGeom>
            <a:avLst/>
            <a:gdLst/>
            <a:ahLst/>
            <a:cxnLst/>
            <a:rect l="0" t="0" r="r" b="b"/>
            <a:pathLst>
              <a:path w="161940" h="77456" fill="none">
                <a:moveTo>
                  <a:pt x="0" y="77456"/>
                </a:moveTo>
                <a:lnTo>
                  <a:pt x="161940" y="0"/>
                </a:lnTo>
              </a:path>
            </a:pathLst>
          </a:custGeom>
          <a:noFill/>
          <a:ln w="6722" cap="flat">
            <a:solidFill>
              <a:srgbClr val="1F2126"/>
            </a:solidFill>
            <a:custDash>
              <a:ds d="100000" sp="120000"/>
            </a:custDash>
            <a:round/>
          </a:ln>
        </p:spPr>
      </p:sp>
      <p:sp>
        <p:nvSpPr>
          <p:cNvPr id="166" name="Shape 166"/>
          <p:cNvSpPr/>
          <p:nvPr/>
        </p:nvSpPr>
        <p:spPr>
          <a:xfrm>
            <a:off x="4873222" y="1700285"/>
            <a:ext cx="373692" cy="101334"/>
          </a:xfrm>
          <a:custGeom>
            <a:avLst/>
            <a:gdLst/>
            <a:ahLst/>
            <a:cxnLst/>
            <a:rect l="0" t="0" r="r" b="b"/>
            <a:pathLst>
              <a:path w="373692" h="101334" fill="none">
                <a:moveTo>
                  <a:pt x="0" y="101334"/>
                </a:moveTo>
                <a:lnTo>
                  <a:pt x="373692" y="0"/>
                </a:lnTo>
              </a:path>
            </a:pathLst>
          </a:custGeom>
          <a:noFill/>
          <a:ln w="6722" cap="flat">
            <a:solidFill>
              <a:srgbClr val="1F2126"/>
            </a:solidFill>
            <a:custDash>
              <a:ds d="100000" sp="120000"/>
            </a:custDash>
            <a:round/>
          </a:ln>
        </p:spPr>
      </p:sp>
      <p:sp>
        <p:nvSpPr>
          <p:cNvPr id="167" name="Shape 167"/>
          <p:cNvSpPr/>
          <p:nvPr/>
        </p:nvSpPr>
        <p:spPr>
          <a:xfrm>
            <a:off x="3576352" y="2145099"/>
            <a:ext cx="1111050" cy="509178"/>
          </a:xfrm>
          <a:custGeom>
            <a:avLst/>
            <a:gdLst/>
            <a:ahLst/>
            <a:cxnLst/>
            <a:rect l="0" t="0" r="r" b="b"/>
            <a:pathLst>
              <a:path w="1111050" h="509178" fill="none">
                <a:moveTo>
                  <a:pt x="1111050" y="509178"/>
                </a:moveTo>
                <a:lnTo>
                  <a:pt x="0" y="0"/>
                </a:lnTo>
              </a:path>
            </a:pathLst>
          </a:custGeom>
          <a:noFill/>
          <a:ln w="10083" cap="flat">
            <a:solidFill>
              <a:srgbClr val="2E5FBF"/>
            </a:solidFill>
            <a:custDash>
              <a:ds d="200000" sp="200000"/>
            </a:custDash>
            <a:round/>
          </a:ln>
        </p:spPr>
      </p:sp>
      <p:sp>
        <p:nvSpPr>
          <p:cNvPr id="168" name="Shape 168"/>
          <p:cNvSpPr/>
          <p:nvPr/>
        </p:nvSpPr>
        <p:spPr>
          <a:xfrm>
            <a:off x="4519134" y="2254846"/>
            <a:ext cx="752566" cy="24199"/>
          </a:xfrm>
          <a:custGeom>
            <a:avLst/>
            <a:gdLst/>
            <a:ahLst/>
            <a:cxnLst/>
            <a:rect l="0" t="0" r="r" b="b"/>
            <a:pathLst>
              <a:path w="752566" h="24199" fill="none">
                <a:moveTo>
                  <a:pt x="0" y="0"/>
                </a:moveTo>
                <a:lnTo>
                  <a:pt x="752566" y="24199"/>
                </a:lnTo>
              </a:path>
            </a:pathLst>
          </a:custGeom>
          <a:noFill/>
          <a:ln w="7562" cap="flat">
            <a:solidFill>
              <a:srgbClr val="1F2126"/>
            </a:solidFill>
            <a:custDash>
              <a:ds d="100000" sp="120000"/>
            </a:custDash>
            <a:round/>
          </a:ln>
        </p:spPr>
      </p:sp>
      <p:sp>
        <p:nvSpPr>
          <p:cNvPr id="169" name="Shape 169"/>
          <p:cNvSpPr/>
          <p:nvPr/>
        </p:nvSpPr>
        <p:spPr>
          <a:xfrm>
            <a:off x="4735802" y="2654278"/>
            <a:ext cx="535898" cy="411387"/>
          </a:xfrm>
          <a:custGeom>
            <a:avLst/>
            <a:gdLst/>
            <a:ahLst/>
            <a:cxnLst/>
            <a:rect l="0" t="0" r="r" b="b"/>
            <a:pathLst>
              <a:path w="535898" h="411387" fill="none">
                <a:moveTo>
                  <a:pt x="0" y="0"/>
                </a:moveTo>
                <a:lnTo>
                  <a:pt x="535898" y="411387"/>
                </a:lnTo>
              </a:path>
            </a:pathLst>
          </a:custGeom>
          <a:noFill/>
          <a:ln w="7562" cap="flat">
            <a:solidFill>
              <a:srgbClr val="2E5FBF"/>
            </a:solidFill>
            <a:custDash>
              <a:ds d="100000" sp="120000"/>
            </a:custDash>
            <a:round/>
          </a:ln>
        </p:spPr>
      </p:sp>
      <p:pic>
        <p:nvPicPr>
          <p:cNvPr id="170" name="Picture 16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73" y="1838498"/>
            <a:ext cx="483985" cy="362989"/>
          </a:xfrm>
          <a:prstGeom prst="rect">
            <a:avLst/>
          </a:prstGeom>
        </p:spPr>
      </p:pic>
      <p:pic>
        <p:nvPicPr>
          <p:cNvPr id="171" name="Picture 17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73" y="2467679"/>
            <a:ext cx="483985" cy="362989"/>
          </a:xfrm>
          <a:prstGeom prst="rect">
            <a:avLst/>
          </a:prstGeom>
        </p:spPr>
      </p:pic>
      <p:pic>
        <p:nvPicPr>
          <p:cNvPr id="172" name="Picture 17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73" y="3096860"/>
            <a:ext cx="483985" cy="362989"/>
          </a:xfrm>
          <a:prstGeom prst="rect">
            <a:avLst/>
          </a:prstGeom>
        </p:spPr>
      </p:pic>
      <p:sp>
        <p:nvSpPr>
          <p:cNvPr id="170" name="Shape 170"/>
          <p:cNvSpPr/>
          <p:nvPr/>
        </p:nvSpPr>
        <p:spPr>
          <a:xfrm>
            <a:off x="1779705" y="1838498"/>
            <a:ext cx="5367439" cy="4849050"/>
          </a:xfrm>
          <a:custGeom>
            <a:avLst/>
            <a:gdLst/>
            <a:ahLst/>
            <a:cxnLst/>
            <a:rect l="0" t="0" r="r" b="b"/>
            <a:pathLst>
              <a:path w="5367439" h="4849050">
                <a:moveTo>
                  <a:pt x="5052848" y="362989"/>
                </a:moveTo>
                <a:lnTo>
                  <a:pt x="5367439" y="283131"/>
                </a:lnTo>
                <a:lnTo>
                  <a:pt x="5367439" y="79857"/>
                </a:lnTo>
                <a:lnTo>
                  <a:pt x="5052848" y="0"/>
                </a:lnTo>
                <a:close/>
              </a:path>
            </a:pathLst>
          </a:custGeom>
          <a:solidFill>
            <a:srgbClr val="E9E9F5"/>
          </a:solidFill>
          <a:ln w="10083" cap="flat">
            <a:solidFill>
              <a:srgbClr val="6A6EA0"/>
            </a:solidFill>
            <a:round/>
          </a:ln>
        </p:spPr>
      </p:sp>
      <p:sp>
        <p:nvSpPr>
          <p:cNvPr id="171" name="Shape 171"/>
          <p:cNvSpPr/>
          <p:nvPr/>
        </p:nvSpPr>
        <p:spPr>
          <a:xfrm>
            <a:off x="6893052" y="2552376"/>
            <a:ext cx="193594" cy="193594"/>
          </a:xfrm>
          <a:custGeom>
            <a:avLst/>
            <a:gdLst/>
            <a:ahLst/>
            <a:cxnLst/>
            <a:rect l="0" t="0" r="r" b="b"/>
            <a:pathLst>
              <a:path w="193594" h="193594">
                <a:moveTo>
                  <a:pt x="87203" y="193275"/>
                </a:moveTo>
                <a:lnTo>
                  <a:pt x="68597" y="189556"/>
                </a:lnTo>
                <a:lnTo>
                  <a:pt x="51146" y="182327"/>
                </a:lnTo>
                <a:lnTo>
                  <a:pt x="35360" y="171801"/>
                </a:lnTo>
                <a:lnTo>
                  <a:pt x="28351" y="165242"/>
                </a:lnTo>
                <a:lnTo>
                  <a:pt x="21792" y="158233"/>
                </a:lnTo>
                <a:lnTo>
                  <a:pt x="11266" y="142447"/>
                </a:lnTo>
                <a:lnTo>
                  <a:pt x="4038" y="124996"/>
                </a:lnTo>
                <a:lnTo>
                  <a:pt x="318" y="106390"/>
                </a:lnTo>
                <a:lnTo>
                  <a:pt x="0" y="96797"/>
                </a:lnTo>
                <a:lnTo>
                  <a:pt x="318" y="87203"/>
                </a:lnTo>
                <a:lnTo>
                  <a:pt x="4038" y="68597"/>
                </a:lnTo>
                <a:lnTo>
                  <a:pt x="11266" y="51146"/>
                </a:lnTo>
                <a:lnTo>
                  <a:pt x="21792" y="35360"/>
                </a:lnTo>
                <a:lnTo>
                  <a:pt x="28351" y="28351"/>
                </a:lnTo>
                <a:lnTo>
                  <a:pt x="35360" y="21792"/>
                </a:lnTo>
                <a:lnTo>
                  <a:pt x="51146" y="11266"/>
                </a:lnTo>
                <a:lnTo>
                  <a:pt x="68597" y="4038"/>
                </a:lnTo>
                <a:lnTo>
                  <a:pt x="87203" y="318"/>
                </a:lnTo>
                <a:lnTo>
                  <a:pt x="96797" y="0"/>
                </a:lnTo>
                <a:lnTo>
                  <a:pt x="106390" y="318"/>
                </a:lnTo>
                <a:lnTo>
                  <a:pt x="124996" y="4038"/>
                </a:lnTo>
                <a:lnTo>
                  <a:pt x="142447" y="11266"/>
                </a:lnTo>
                <a:lnTo>
                  <a:pt x="158233" y="21792"/>
                </a:lnTo>
                <a:lnTo>
                  <a:pt x="165242" y="28351"/>
                </a:lnTo>
                <a:lnTo>
                  <a:pt x="171801" y="35360"/>
                </a:lnTo>
                <a:lnTo>
                  <a:pt x="182327" y="51146"/>
                </a:lnTo>
                <a:lnTo>
                  <a:pt x="189556" y="68597"/>
                </a:lnTo>
                <a:lnTo>
                  <a:pt x="193275" y="87203"/>
                </a:lnTo>
                <a:lnTo>
                  <a:pt x="193594" y="96797"/>
                </a:lnTo>
                <a:lnTo>
                  <a:pt x="193275" y="106390"/>
                </a:lnTo>
                <a:lnTo>
                  <a:pt x="189556" y="124996"/>
                </a:lnTo>
                <a:lnTo>
                  <a:pt x="182327" y="142447"/>
                </a:lnTo>
                <a:lnTo>
                  <a:pt x="171801" y="158233"/>
                </a:lnTo>
                <a:lnTo>
                  <a:pt x="165242" y="165242"/>
                </a:lnTo>
                <a:lnTo>
                  <a:pt x="158233" y="171801"/>
                </a:lnTo>
                <a:lnTo>
                  <a:pt x="142447" y="182327"/>
                </a:lnTo>
                <a:lnTo>
                  <a:pt x="124996" y="189556"/>
                </a:lnTo>
                <a:lnTo>
                  <a:pt x="106390" y="193275"/>
                </a:lnTo>
                <a:lnTo>
                  <a:pt x="96797" y="193594"/>
                </a:lnTo>
                <a:lnTo>
                  <a:pt x="87203" y="193275"/>
                </a:lnTo>
                <a:close/>
              </a:path>
            </a:pathLst>
          </a:custGeom>
          <a:solidFill>
            <a:srgbClr val="FFFFFF"/>
          </a:solidFill>
          <a:ln w="10083" cap="flat">
            <a:solidFill>
              <a:srgbClr val="6A6EA0"/>
            </a:solidFill>
            <a:miter lim="800000"/>
          </a:ln>
        </p:spPr>
      </p:sp>
      <p:sp>
        <p:nvSpPr>
          <p:cNvPr id="172" name="Shape 172"/>
          <p:cNvSpPr/>
          <p:nvPr/>
        </p:nvSpPr>
        <p:spPr>
          <a:xfrm>
            <a:off x="8453905" y="2661273"/>
            <a:ext cx="1" cy="111135"/>
          </a:xfrm>
          <a:custGeom>
            <a:avLst/>
            <a:gdLst/>
            <a:ahLst/>
            <a:cxnLst/>
            <a:rect l="0" t="0" r="r" b="b"/>
            <a:pathLst>
              <a:path w="1" h="111135" fill="none">
                <a:moveTo>
                  <a:pt x="0" y="0"/>
                </a:moveTo>
                <a:quadBezTo>
                  <a:pt x="0" y="59893"/>
                  <a:pt x="0" y="111135"/>
                </a:quadBezTo>
              </a:path>
            </a:pathLst>
          </a:custGeom>
          <a:noFill/>
          <a:ln w="8402" cap="rnd">
            <a:solidFill>
              <a:srgbClr val="22855A"/>
            </a:solidFill>
            <a:miter lim="800000"/>
          </a:ln>
        </p:spPr>
      </p:sp>
      <p:sp>
        <p:nvSpPr>
          <p:cNvPr id="173" name="Shape 173"/>
          <p:cNvSpPr/>
          <p:nvPr/>
        </p:nvSpPr>
        <p:spPr>
          <a:xfrm>
            <a:off x="1762806" y="2733085"/>
            <a:ext cx="6712945" cy="3969466"/>
          </a:xfrm>
          <a:custGeom>
            <a:avLst/>
            <a:gdLst/>
            <a:ahLst/>
            <a:cxnLst/>
            <a:rect l="0" t="0" r="r" b="b"/>
            <a:pathLst>
              <a:path w="6712945" h="3969466">
                <a:moveTo>
                  <a:pt x="6712945" y="0"/>
                </a:moveTo>
                <a:lnTo>
                  <a:pt x="6691098" y="39323"/>
                </a:lnTo>
                <a:lnTo>
                  <a:pt x="6669252" y="0"/>
                </a:lnTo>
                <a:close/>
              </a:path>
            </a:pathLst>
          </a:custGeom>
          <a:solidFill>
            <a:srgbClr val="22855A"/>
          </a:solidFill>
          <a:ln w="8402" cap="rnd">
            <a:solidFill>
              <a:srgbClr val="22855A"/>
            </a:solidFill>
            <a:miter lim="800000"/>
          </a:ln>
        </p:spPr>
      </p:sp>
      <p:sp>
        <p:nvSpPr>
          <p:cNvPr id="174" name="Shape 174"/>
          <p:cNvSpPr/>
          <p:nvPr/>
        </p:nvSpPr>
        <p:spPr>
          <a:xfrm>
            <a:off x="1787368" y="2479778"/>
            <a:ext cx="7586109" cy="4209578"/>
          </a:xfrm>
          <a:custGeom>
            <a:avLst/>
            <a:gdLst/>
            <a:ahLst/>
            <a:cxnLst/>
            <a:rect l="0" t="0" r="r" b="b"/>
            <a:pathLst>
              <a:path w="7586109" h="4209578">
                <a:moveTo>
                  <a:pt x="7344116" y="264256"/>
                </a:moveTo>
                <a:lnTo>
                  <a:pt x="7586109" y="338789"/>
                </a:lnTo>
                <a:lnTo>
                  <a:pt x="7586109" y="0"/>
                </a:lnTo>
                <a:lnTo>
                  <a:pt x="7344116" y="74533"/>
                </a:lnTo>
                <a:close/>
              </a:path>
            </a:pathLst>
          </a:custGeom>
          <a:solidFill>
            <a:srgbClr val="E9E9F5"/>
          </a:solidFill>
          <a:ln w="10083" cap="flat">
            <a:solidFill>
              <a:srgbClr val="6A6EA0"/>
            </a:solidFill>
            <a:round/>
          </a:ln>
        </p:spPr>
      </p:sp>
      <p:pic>
        <p:nvPicPr>
          <p:cNvPr id="175" name="Picture 17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0274" y="2298284"/>
            <a:ext cx="435586" cy="326690"/>
          </a:xfrm>
          <a:prstGeom prst="rect">
            <a:avLst/>
          </a:prstGeom>
        </p:spPr>
      </p:pic>
      <p:pic>
        <p:nvPicPr>
          <p:cNvPr id="176" name="Picture 17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6254" y="5218329"/>
            <a:ext cx="798576" cy="596915"/>
          </a:xfrm>
          <a:prstGeom prst="rect">
            <a:avLst/>
          </a:prstGeom>
        </p:spPr>
      </p:pic>
      <p:pic>
        <p:nvPicPr>
          <p:cNvPr id="177" name="Picture 17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7428" y="5218329"/>
            <a:ext cx="798576" cy="596915"/>
          </a:xfrm>
          <a:prstGeom prst="rect">
            <a:avLst/>
          </a:prstGeom>
        </p:spPr>
      </p:pic>
      <p:pic>
        <p:nvPicPr>
          <p:cNvPr id="178" name="Picture 17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8602" y="5218329"/>
            <a:ext cx="798576" cy="596915"/>
          </a:xfrm>
          <a:prstGeom prst="rect">
            <a:avLst/>
          </a:prstGeom>
        </p:spPr>
      </p:pic>
      <p:pic>
        <p:nvPicPr>
          <p:cNvPr id="179" name="Picture 17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9776" y="5218329"/>
            <a:ext cx="798576" cy="596915"/>
          </a:xfrm>
          <a:prstGeom prst="rect">
            <a:avLst/>
          </a:prstGeom>
        </p:spPr>
      </p:pic>
      <p:sp>
        <p:nvSpPr>
          <p:cNvPr id="175" name="Shape 175"/>
          <p:cNvSpPr/>
          <p:nvPr/>
        </p:nvSpPr>
        <p:spPr>
          <a:xfrm>
            <a:off x="1762806" y="1838498"/>
            <a:ext cx="4912452" cy="4864053"/>
          </a:xfrm>
          <a:custGeom>
            <a:avLst/>
            <a:gdLst/>
            <a:ahLst/>
            <a:cxnLst/>
            <a:rect l="0" t="0" r="r" b="b"/>
            <a:pathLst>
              <a:path w="4912452" h="4864053" fill="none">
                <a:moveTo>
                  <a:pt x="4428466" y="362989"/>
                </a:moveTo>
                <a:lnTo>
                  <a:pt x="4912452" y="362989"/>
                </a:lnTo>
                <a:lnTo>
                  <a:pt x="4912452" y="0"/>
                </a:lnTo>
                <a:lnTo>
                  <a:pt x="4428466" y="0"/>
                </a:lnTo>
                <a:close/>
              </a:path>
            </a:pathLst>
          </a:custGeom>
          <a:noFill/>
          <a:ln w="8402" cap="flat">
            <a:solidFill>
              <a:srgbClr val="1F2126"/>
            </a:solidFill>
            <a:miter lim="800000"/>
          </a:ln>
        </p:spPr>
      </p:sp>
      <p:sp>
        <p:nvSpPr>
          <p:cNvPr id="176" name="Shape 176"/>
          <p:cNvSpPr/>
          <p:nvPr/>
        </p:nvSpPr>
        <p:spPr>
          <a:xfrm>
            <a:off x="1762806" y="2467679"/>
            <a:ext cx="4912452" cy="4234872"/>
          </a:xfrm>
          <a:custGeom>
            <a:avLst/>
            <a:gdLst/>
            <a:ahLst/>
            <a:cxnLst/>
            <a:rect l="0" t="0" r="r" b="b"/>
            <a:pathLst>
              <a:path w="4912452" h="4234872" fill="none">
                <a:moveTo>
                  <a:pt x="4428466" y="362989"/>
                </a:moveTo>
                <a:lnTo>
                  <a:pt x="4912452" y="362989"/>
                </a:lnTo>
                <a:lnTo>
                  <a:pt x="4912452" y="0"/>
                </a:lnTo>
                <a:lnTo>
                  <a:pt x="4428466" y="0"/>
                </a:lnTo>
                <a:close/>
              </a:path>
            </a:pathLst>
          </a:custGeom>
          <a:noFill/>
          <a:ln w="8402" cap="flat">
            <a:solidFill>
              <a:srgbClr val="61656D"/>
            </a:solidFill>
            <a:miter lim="800000"/>
          </a:ln>
        </p:spPr>
      </p:sp>
      <p:sp>
        <p:nvSpPr>
          <p:cNvPr id="177" name="Shape 177"/>
          <p:cNvSpPr/>
          <p:nvPr/>
        </p:nvSpPr>
        <p:spPr>
          <a:xfrm>
            <a:off x="1762806" y="3096860"/>
            <a:ext cx="4912452" cy="3605691"/>
          </a:xfrm>
          <a:custGeom>
            <a:avLst/>
            <a:gdLst/>
            <a:ahLst/>
            <a:cxnLst/>
            <a:rect l="0" t="0" r="r" b="b"/>
            <a:pathLst>
              <a:path w="4912452" h="3605691" fill="none">
                <a:moveTo>
                  <a:pt x="4428466" y="362989"/>
                </a:moveTo>
                <a:lnTo>
                  <a:pt x="4912452" y="362989"/>
                </a:lnTo>
                <a:lnTo>
                  <a:pt x="4912452" y="0"/>
                </a:lnTo>
                <a:lnTo>
                  <a:pt x="4428466" y="0"/>
                </a:lnTo>
                <a:close/>
              </a:path>
            </a:pathLst>
          </a:custGeom>
          <a:noFill/>
          <a:ln w="10083" cap="flat">
            <a:solidFill>
              <a:srgbClr val="22855A"/>
            </a:solidFill>
            <a:miter lim="800000"/>
          </a:ln>
        </p:spPr>
      </p:sp>
      <p:sp>
        <p:nvSpPr>
          <p:cNvPr id="178" name="Shape 178"/>
          <p:cNvSpPr/>
          <p:nvPr/>
        </p:nvSpPr>
        <p:spPr>
          <a:xfrm>
            <a:off x="1762806" y="2298284"/>
            <a:ext cx="8143055" cy="4404267"/>
          </a:xfrm>
          <a:custGeom>
            <a:avLst/>
            <a:gdLst/>
            <a:ahLst/>
            <a:cxnLst/>
            <a:rect l="0" t="0" r="r" b="b"/>
            <a:pathLst>
              <a:path w="8143055" h="4404267" fill="none">
                <a:moveTo>
                  <a:pt x="7707468" y="326690"/>
                </a:moveTo>
                <a:lnTo>
                  <a:pt x="8143055" y="326690"/>
                </a:lnTo>
                <a:lnTo>
                  <a:pt x="8143055" y="0"/>
                </a:lnTo>
                <a:lnTo>
                  <a:pt x="7707468" y="0"/>
                </a:lnTo>
                <a:close/>
              </a:path>
            </a:pathLst>
          </a:custGeom>
          <a:noFill/>
          <a:ln w="8402" cap="flat">
            <a:solidFill>
              <a:srgbClr val="6A6EA0"/>
            </a:solidFill>
            <a:miter lim="800000"/>
          </a:ln>
        </p:spPr>
      </p:sp>
      <p:sp>
        <p:nvSpPr>
          <p:cNvPr id="179" name="Shape 179"/>
          <p:cNvSpPr/>
          <p:nvPr/>
        </p:nvSpPr>
        <p:spPr>
          <a:xfrm>
            <a:off x="1762806" y="5217321"/>
            <a:ext cx="8445546" cy="1485230"/>
          </a:xfrm>
          <a:custGeom>
            <a:avLst/>
            <a:gdLst/>
            <a:ahLst/>
            <a:cxnLst/>
            <a:rect l="0" t="0" r="r" b="b"/>
            <a:pathLst>
              <a:path w="8445546" h="1485230" fill="none">
                <a:moveTo>
                  <a:pt x="7646970" y="598932"/>
                </a:moveTo>
                <a:lnTo>
                  <a:pt x="8445546" y="598932"/>
                </a:lnTo>
                <a:lnTo>
                  <a:pt x="8445546" y="0"/>
                </a:lnTo>
                <a:lnTo>
                  <a:pt x="7646970" y="0"/>
                </a:lnTo>
                <a:close/>
              </a:path>
            </a:pathLst>
          </a:custGeom>
          <a:noFill/>
          <a:ln w="23527" cap="flat">
            <a:solidFill>
              <a:srgbClr val="22855A"/>
            </a:solidFill>
            <a:miter lim="800000"/>
          </a:ln>
        </p:spPr>
      </p:sp>
      <p:sp>
        <p:nvSpPr>
          <p:cNvPr id="180" name="Shape 180"/>
          <p:cNvSpPr/>
          <p:nvPr/>
        </p:nvSpPr>
        <p:spPr>
          <a:xfrm>
            <a:off x="1762806" y="2578995"/>
            <a:ext cx="8261631" cy="4123556"/>
          </a:xfrm>
          <a:custGeom>
            <a:avLst/>
            <a:gdLst/>
            <a:ahLst/>
            <a:cxnLst/>
            <a:rect l="0" t="0" r="r" b="b"/>
            <a:pathLst>
              <a:path w="8261631" h="4123556">
                <a:moveTo>
                  <a:pt x="7826044" y="326690"/>
                </a:moveTo>
                <a:lnTo>
                  <a:pt x="8261631" y="326690"/>
                </a:lnTo>
                <a:lnTo>
                  <a:pt x="8261631" y="0"/>
                </a:lnTo>
                <a:lnTo>
                  <a:pt x="782604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pic>
        <p:nvPicPr>
          <p:cNvPr id="181" name="Picture 180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7071" y="2552376"/>
            <a:ext cx="435586" cy="326690"/>
          </a:xfrm>
          <a:prstGeom prst="rect">
            <a:avLst/>
          </a:prstGeom>
        </p:spPr>
      </p:pic>
      <p:sp>
        <p:nvSpPr>
          <p:cNvPr id="181" name="Shape 181"/>
          <p:cNvSpPr/>
          <p:nvPr/>
        </p:nvSpPr>
        <p:spPr>
          <a:xfrm>
            <a:off x="1762806" y="2552376"/>
            <a:ext cx="8239852" cy="4150175"/>
          </a:xfrm>
          <a:custGeom>
            <a:avLst/>
            <a:gdLst/>
            <a:ahLst/>
            <a:cxnLst/>
            <a:rect l="0" t="0" r="r" b="b"/>
            <a:pathLst>
              <a:path w="8239852" h="4150175" fill="none">
                <a:moveTo>
                  <a:pt x="7804265" y="326690"/>
                </a:moveTo>
                <a:lnTo>
                  <a:pt x="8239852" y="326690"/>
                </a:lnTo>
                <a:lnTo>
                  <a:pt x="8239852" y="0"/>
                </a:lnTo>
                <a:lnTo>
                  <a:pt x="7804265" y="0"/>
                </a:lnTo>
                <a:close/>
              </a:path>
            </a:pathLst>
          </a:custGeom>
          <a:noFill/>
          <a:ln w="8402" cap="flat">
            <a:solidFill>
              <a:srgbClr val="6A6EA0"/>
            </a:solidFill>
            <a:miter lim="800000"/>
          </a:ln>
        </p:spPr>
      </p:sp>
      <p:sp>
        <p:nvSpPr>
          <p:cNvPr id="182" name="Shape 182"/>
          <p:cNvSpPr/>
          <p:nvPr/>
        </p:nvSpPr>
        <p:spPr>
          <a:xfrm>
            <a:off x="3063094" y="1416690"/>
            <a:ext cx="98967" cy="60404"/>
          </a:xfrm>
          <a:custGeom>
            <a:avLst/>
            <a:gdLst/>
            <a:ahLst/>
            <a:cxnLst/>
            <a:rect l="0" t="0" r="r" b="b"/>
            <a:pathLst>
              <a:path w="98967" h="60404" fill="none">
                <a:moveTo>
                  <a:pt x="0" y="0"/>
                </a:moveTo>
                <a:lnTo>
                  <a:pt x="98967" y="60404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83" name="Shape 183"/>
          <p:cNvSpPr/>
          <p:nvPr/>
        </p:nvSpPr>
        <p:spPr>
          <a:xfrm>
            <a:off x="3062335" y="1416690"/>
            <a:ext cx="758" cy="101046"/>
          </a:xfrm>
          <a:custGeom>
            <a:avLst/>
            <a:gdLst/>
            <a:ahLst/>
            <a:cxnLst/>
            <a:rect l="0" t="0" r="r" b="b"/>
            <a:pathLst>
              <a:path w="758" h="101046" fill="none">
                <a:moveTo>
                  <a:pt x="758" y="0"/>
                </a:moveTo>
                <a:lnTo>
                  <a:pt x="0" y="101046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84" name="Shape 184"/>
          <p:cNvSpPr/>
          <p:nvPr/>
        </p:nvSpPr>
        <p:spPr>
          <a:xfrm>
            <a:off x="3053156" y="1416690"/>
            <a:ext cx="9938" cy="32196"/>
          </a:xfrm>
          <a:custGeom>
            <a:avLst/>
            <a:gdLst/>
            <a:ahLst/>
            <a:cxnLst/>
            <a:rect l="0" t="0" r="r" b="b"/>
            <a:pathLst>
              <a:path w="9938" h="32196" fill="none">
                <a:moveTo>
                  <a:pt x="9938" y="0"/>
                </a:moveTo>
                <a:lnTo>
                  <a:pt x="0" y="32196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85" name="Shape 185"/>
          <p:cNvSpPr/>
          <p:nvPr/>
        </p:nvSpPr>
        <p:spPr>
          <a:xfrm>
            <a:off x="3063094" y="1408307"/>
            <a:ext cx="90776" cy="8383"/>
          </a:xfrm>
          <a:custGeom>
            <a:avLst/>
            <a:gdLst/>
            <a:ahLst/>
            <a:cxnLst/>
            <a:rect l="0" t="0" r="r" b="b"/>
            <a:pathLst>
              <a:path w="90776" h="8383" fill="none">
                <a:moveTo>
                  <a:pt x="0" y="8383"/>
                </a:moveTo>
                <a:lnTo>
                  <a:pt x="90776" y="0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86" name="Shape 186"/>
          <p:cNvSpPr/>
          <p:nvPr/>
        </p:nvSpPr>
        <p:spPr>
          <a:xfrm>
            <a:off x="3952444" y="1371470"/>
            <a:ext cx="34919" cy="126889"/>
          </a:xfrm>
          <a:custGeom>
            <a:avLst/>
            <a:gdLst/>
            <a:ahLst/>
            <a:cxnLst/>
            <a:rect l="0" t="0" r="r" b="b"/>
            <a:pathLst>
              <a:path w="34919" h="126889" fill="none">
                <a:moveTo>
                  <a:pt x="0" y="0"/>
                </a:moveTo>
                <a:lnTo>
                  <a:pt x="34919" y="126889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87" name="Shape 187"/>
          <p:cNvSpPr/>
          <p:nvPr/>
        </p:nvSpPr>
        <p:spPr>
          <a:xfrm>
            <a:off x="3869793" y="1371470"/>
            <a:ext cx="82650" cy="92542"/>
          </a:xfrm>
          <a:custGeom>
            <a:avLst/>
            <a:gdLst/>
            <a:ahLst/>
            <a:cxnLst/>
            <a:rect l="0" t="0" r="r" b="b"/>
            <a:pathLst>
              <a:path w="82650" h="92542" fill="none">
                <a:moveTo>
                  <a:pt x="82650" y="0"/>
                </a:moveTo>
                <a:lnTo>
                  <a:pt x="0" y="92542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88" name="Shape 188"/>
          <p:cNvSpPr/>
          <p:nvPr/>
        </p:nvSpPr>
        <p:spPr>
          <a:xfrm>
            <a:off x="3849933" y="1371470"/>
            <a:ext cx="102511" cy="71468"/>
          </a:xfrm>
          <a:custGeom>
            <a:avLst/>
            <a:gdLst/>
            <a:ahLst/>
            <a:cxnLst/>
            <a:rect l="0" t="0" r="r" b="b"/>
            <a:pathLst>
              <a:path w="102511" h="71468" fill="none">
                <a:moveTo>
                  <a:pt x="102511" y="0"/>
                </a:moveTo>
                <a:lnTo>
                  <a:pt x="0" y="71468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89" name="Shape 189"/>
          <p:cNvSpPr/>
          <p:nvPr/>
        </p:nvSpPr>
        <p:spPr>
          <a:xfrm>
            <a:off x="3952444" y="1371470"/>
            <a:ext cx="16671" cy="106201"/>
          </a:xfrm>
          <a:custGeom>
            <a:avLst/>
            <a:gdLst/>
            <a:ahLst/>
            <a:cxnLst/>
            <a:rect l="0" t="0" r="r" b="b"/>
            <a:pathLst>
              <a:path w="16671" h="106201" fill="none">
                <a:moveTo>
                  <a:pt x="0" y="0"/>
                </a:moveTo>
                <a:lnTo>
                  <a:pt x="16671" y="106201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90" name="Shape 190"/>
          <p:cNvSpPr/>
          <p:nvPr/>
        </p:nvSpPr>
        <p:spPr>
          <a:xfrm>
            <a:off x="4789217" y="1801620"/>
            <a:ext cx="84005" cy="93806"/>
          </a:xfrm>
          <a:custGeom>
            <a:avLst/>
            <a:gdLst/>
            <a:ahLst/>
            <a:cxnLst/>
            <a:rect l="0" t="0" r="r" b="b"/>
            <a:pathLst>
              <a:path w="84005" h="93806" fill="none">
                <a:moveTo>
                  <a:pt x="84005" y="0"/>
                </a:moveTo>
                <a:lnTo>
                  <a:pt x="0" y="93806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91" name="Shape 191"/>
          <p:cNvSpPr/>
          <p:nvPr/>
        </p:nvSpPr>
        <p:spPr>
          <a:xfrm>
            <a:off x="4753435" y="1801620"/>
            <a:ext cx="119787" cy="7661"/>
          </a:xfrm>
          <a:custGeom>
            <a:avLst/>
            <a:gdLst/>
            <a:ahLst/>
            <a:cxnLst/>
            <a:rect l="0" t="0" r="r" b="b"/>
            <a:pathLst>
              <a:path w="119787" h="7661" fill="none">
                <a:moveTo>
                  <a:pt x="119787" y="0"/>
                </a:moveTo>
                <a:lnTo>
                  <a:pt x="0" y="7661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92" name="Shape 192"/>
          <p:cNvSpPr/>
          <p:nvPr/>
        </p:nvSpPr>
        <p:spPr>
          <a:xfrm>
            <a:off x="4758441" y="1744336"/>
            <a:ext cx="114780" cy="57283"/>
          </a:xfrm>
          <a:custGeom>
            <a:avLst/>
            <a:gdLst/>
            <a:ahLst/>
            <a:cxnLst/>
            <a:rect l="0" t="0" r="r" b="b"/>
            <a:pathLst>
              <a:path w="114780" h="57283" fill="none">
                <a:moveTo>
                  <a:pt x="114780" y="57283"/>
                </a:moveTo>
                <a:lnTo>
                  <a:pt x="0" y="0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93" name="Shape 193"/>
          <p:cNvSpPr/>
          <p:nvPr/>
        </p:nvSpPr>
        <p:spPr>
          <a:xfrm>
            <a:off x="4794686" y="1801620"/>
            <a:ext cx="78536" cy="28972"/>
          </a:xfrm>
          <a:custGeom>
            <a:avLst/>
            <a:gdLst/>
            <a:ahLst/>
            <a:cxnLst/>
            <a:rect l="0" t="0" r="r" b="b"/>
            <a:pathLst>
              <a:path w="78536" h="28972" fill="none">
                <a:moveTo>
                  <a:pt x="78536" y="0"/>
                </a:moveTo>
                <a:lnTo>
                  <a:pt x="0" y="28972"/>
                </a:lnTo>
              </a:path>
            </a:pathLst>
          </a:custGeom>
          <a:noFill/>
          <a:ln w="6722" cap="rnd">
            <a:solidFill>
              <a:srgbClr val="1F2126"/>
            </a:solidFill>
            <a:round/>
          </a:ln>
        </p:spPr>
      </p:sp>
      <p:sp>
        <p:nvSpPr>
          <p:cNvPr id="194" name="Shape 194"/>
          <p:cNvSpPr/>
          <p:nvPr/>
        </p:nvSpPr>
        <p:spPr>
          <a:xfrm>
            <a:off x="4403308" y="2186688"/>
            <a:ext cx="284423" cy="531441"/>
          </a:xfrm>
          <a:custGeom>
            <a:avLst/>
            <a:gdLst/>
            <a:ahLst/>
            <a:cxnLst/>
            <a:rect l="0" t="0" r="r" b="b"/>
            <a:pathLst>
              <a:path w="284423" h="531441" fill="none">
                <a:moveTo>
                  <a:pt x="266077" y="531441"/>
                </a:moveTo>
                <a:lnTo>
                  <a:pt x="273118" y="516762"/>
                </a:lnTo>
                <a:lnTo>
                  <a:pt x="278467" y="501175"/>
                </a:lnTo>
                <a:lnTo>
                  <a:pt x="282120" y="484756"/>
                </a:lnTo>
                <a:lnTo>
                  <a:pt x="284094" y="467589"/>
                </a:lnTo>
                <a:lnTo>
                  <a:pt x="284423" y="449766"/>
                </a:lnTo>
                <a:lnTo>
                  <a:pt x="283161" y="431383"/>
                </a:lnTo>
                <a:lnTo>
                  <a:pt x="280378" y="412539"/>
                </a:lnTo>
                <a:lnTo>
                  <a:pt x="276154" y="393333"/>
                </a:lnTo>
                <a:lnTo>
                  <a:pt x="270585" y="373861"/>
                </a:lnTo>
                <a:lnTo>
                  <a:pt x="263771" y="354218"/>
                </a:lnTo>
                <a:lnTo>
                  <a:pt x="255819" y="334494"/>
                </a:lnTo>
                <a:lnTo>
                  <a:pt x="246840" y="314770"/>
                </a:lnTo>
                <a:lnTo>
                  <a:pt x="236942" y="295123"/>
                </a:lnTo>
                <a:lnTo>
                  <a:pt x="226237" y="275623"/>
                </a:lnTo>
                <a:lnTo>
                  <a:pt x="214828" y="256329"/>
                </a:lnTo>
                <a:lnTo>
                  <a:pt x="202818" y="237297"/>
                </a:lnTo>
                <a:lnTo>
                  <a:pt x="190302" y="218570"/>
                </a:lnTo>
                <a:lnTo>
                  <a:pt x="177370" y="200189"/>
                </a:lnTo>
                <a:lnTo>
                  <a:pt x="164105" y="182184"/>
                </a:lnTo>
                <a:lnTo>
                  <a:pt x="150582" y="164582"/>
                </a:lnTo>
                <a:lnTo>
                  <a:pt x="136871" y="147400"/>
                </a:lnTo>
                <a:lnTo>
                  <a:pt x="123033" y="130654"/>
                </a:lnTo>
                <a:lnTo>
                  <a:pt x="109124" y="114353"/>
                </a:lnTo>
                <a:lnTo>
                  <a:pt x="95192" y="98502"/>
                </a:lnTo>
                <a:lnTo>
                  <a:pt x="81280" y="83104"/>
                </a:lnTo>
                <a:lnTo>
                  <a:pt x="67427" y="68157"/>
                </a:lnTo>
                <a:lnTo>
                  <a:pt x="53663" y="53658"/>
                </a:lnTo>
                <a:lnTo>
                  <a:pt x="40017" y="39601"/>
                </a:lnTo>
                <a:lnTo>
                  <a:pt x="26512" y="25979"/>
                </a:lnTo>
                <a:lnTo>
                  <a:pt x="13167" y="12781"/>
                </a:lnTo>
                <a:lnTo>
                  <a:pt x="0" y="0"/>
                </a:lnTo>
              </a:path>
            </a:pathLst>
          </a:custGeom>
          <a:noFill/>
          <a:ln w="13444" cap="rnd">
            <a:solidFill>
              <a:srgbClr val="1F2126"/>
            </a:solidFill>
            <a:round/>
          </a:ln>
        </p:spPr>
      </p:sp>
      <p:sp>
        <p:nvSpPr>
          <p:cNvPr id="195" name="Text 195"/>
          <p:cNvSpPr txBox="1"/>
          <p:nvPr/>
        </p:nvSpPr>
        <p:spPr>
          <a:xfrm>
            <a:off x="6900570" y="1957645"/>
            <a:ext cx="178557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26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ℰ</a:t>
            </a:r>
          </a:p>
        </p:txBody>
      </p:sp>
      <p:sp>
        <p:nvSpPr>
          <p:cNvPr id="196" name="Shape 196"/>
          <p:cNvSpPr/>
          <p:nvPr/>
        </p:nvSpPr>
        <p:spPr>
          <a:xfrm>
            <a:off x="1781246" y="1353302"/>
            <a:ext cx="5574012" cy="5331668"/>
          </a:xfrm>
          <a:custGeom>
            <a:avLst/>
            <a:gdLst/>
            <a:ahLst/>
            <a:cxnLst/>
            <a:rect l="0" t="0" r="r" b="b"/>
            <a:pathLst>
              <a:path w="5574012" h="5331668">
                <a:moveTo>
                  <a:pt x="5513513" y="75017"/>
                </a:moveTo>
                <a:lnTo>
                  <a:pt x="5559492" y="75017"/>
                </a:lnTo>
                <a:quadBezTo>
                  <a:pt x="5574012" y="75017"/>
                  <a:pt x="5574012" y="60498"/>
                </a:quadBezTo>
                <a:lnTo>
                  <a:pt x="5574012" y="14519"/>
                </a:lnTo>
                <a:quadBezTo>
                  <a:pt x="5574012" y="0"/>
                  <a:pt x="5559492" y="0"/>
                </a:quadBezTo>
                <a:lnTo>
                  <a:pt x="5513513" y="0"/>
                </a:lnTo>
                <a:quadBezTo>
                  <a:pt x="5498994" y="0"/>
                  <a:pt x="5498994" y="14519"/>
                </a:quadBezTo>
                <a:lnTo>
                  <a:pt x="5498994" y="60498"/>
                </a:lnTo>
                <a:quadBezTo>
                  <a:pt x="5498994" y="75017"/>
                  <a:pt x="5513513" y="75017"/>
                </a:quadBezTo>
                <a:close/>
              </a:path>
            </a:pathLst>
          </a:custGeom>
          <a:solidFill>
            <a:srgbClr val="E4ECFA"/>
          </a:solidFill>
          <a:ln w="8402" cap="flat">
            <a:solidFill>
              <a:srgbClr val="2E5FBF"/>
            </a:solidFill>
            <a:miter lim="800000"/>
          </a:ln>
        </p:spPr>
      </p:sp>
      <p:sp>
        <p:nvSpPr>
          <p:cNvPr id="197" name="Shape 197"/>
          <p:cNvSpPr/>
          <p:nvPr/>
        </p:nvSpPr>
        <p:spPr>
          <a:xfrm>
            <a:off x="1781560" y="1353302"/>
            <a:ext cx="5668074" cy="5331668"/>
          </a:xfrm>
          <a:custGeom>
            <a:avLst/>
            <a:gdLst/>
            <a:ahLst/>
            <a:cxnLst/>
            <a:rect l="0" t="0" r="r" b="b"/>
            <a:pathLst>
              <a:path w="5668074" h="5331668">
                <a:moveTo>
                  <a:pt x="5607576" y="75017"/>
                </a:moveTo>
                <a:lnTo>
                  <a:pt x="5653555" y="75017"/>
                </a:lnTo>
                <a:quadBezTo>
                  <a:pt x="5668074" y="75017"/>
                  <a:pt x="5668074" y="60498"/>
                </a:quadBezTo>
                <a:lnTo>
                  <a:pt x="5668074" y="14519"/>
                </a:lnTo>
                <a:quadBezTo>
                  <a:pt x="5668074" y="0"/>
                  <a:pt x="5653555" y="0"/>
                </a:quadBezTo>
                <a:lnTo>
                  <a:pt x="5607576" y="0"/>
                </a:lnTo>
                <a:quadBezTo>
                  <a:pt x="5593056" y="0"/>
                  <a:pt x="5593056" y="14519"/>
                </a:quadBezTo>
                <a:lnTo>
                  <a:pt x="5593056" y="60498"/>
                </a:lnTo>
                <a:quadBezTo>
                  <a:pt x="5593056" y="75017"/>
                  <a:pt x="5607576" y="75017"/>
                </a:quadBezTo>
                <a:close/>
              </a:path>
            </a:pathLst>
          </a:custGeom>
          <a:solidFill>
            <a:srgbClr val="E4ECFA"/>
          </a:solidFill>
          <a:ln w="8402" cap="flat">
            <a:solidFill>
              <a:srgbClr val="2E5FBF"/>
            </a:solidFill>
            <a:miter lim="800000"/>
          </a:ln>
        </p:spPr>
      </p:sp>
      <p:sp>
        <p:nvSpPr>
          <p:cNvPr id="198" name="Shape 198"/>
          <p:cNvSpPr/>
          <p:nvPr/>
        </p:nvSpPr>
        <p:spPr>
          <a:xfrm>
            <a:off x="1781875" y="1353302"/>
            <a:ext cx="5762137" cy="5331668"/>
          </a:xfrm>
          <a:custGeom>
            <a:avLst/>
            <a:gdLst/>
            <a:ahLst/>
            <a:cxnLst/>
            <a:rect l="0" t="0" r="r" b="b"/>
            <a:pathLst>
              <a:path w="5762137" h="5331668">
                <a:moveTo>
                  <a:pt x="5701639" y="75017"/>
                </a:moveTo>
                <a:lnTo>
                  <a:pt x="5747617" y="75017"/>
                </a:lnTo>
                <a:quadBezTo>
                  <a:pt x="5762137" y="75017"/>
                  <a:pt x="5762137" y="60498"/>
                </a:quadBezTo>
                <a:lnTo>
                  <a:pt x="5762137" y="14519"/>
                </a:lnTo>
                <a:quadBezTo>
                  <a:pt x="5762137" y="0"/>
                  <a:pt x="5747617" y="0"/>
                </a:quadBezTo>
                <a:lnTo>
                  <a:pt x="5701639" y="0"/>
                </a:lnTo>
                <a:quadBezTo>
                  <a:pt x="5687119" y="0"/>
                  <a:pt x="5687119" y="14519"/>
                </a:quadBezTo>
                <a:lnTo>
                  <a:pt x="5687119" y="60498"/>
                </a:lnTo>
                <a:quadBezTo>
                  <a:pt x="5687119" y="75017"/>
                  <a:pt x="5701639" y="75017"/>
                </a:quadBezTo>
                <a:close/>
              </a:path>
            </a:pathLst>
          </a:custGeom>
          <a:solidFill>
            <a:srgbClr val="E4ECFA"/>
          </a:solidFill>
          <a:ln w="8402" cap="flat">
            <a:solidFill>
              <a:srgbClr val="2E5FBF"/>
            </a:solidFill>
            <a:miter lim="800000"/>
          </a:ln>
        </p:spPr>
      </p:sp>
      <p:sp>
        <p:nvSpPr>
          <p:cNvPr id="199" name="Shape 199"/>
          <p:cNvSpPr/>
          <p:nvPr/>
        </p:nvSpPr>
        <p:spPr>
          <a:xfrm>
            <a:off x="1782189" y="1353302"/>
            <a:ext cx="5856199" cy="5331668"/>
          </a:xfrm>
          <a:custGeom>
            <a:avLst/>
            <a:gdLst/>
            <a:ahLst/>
            <a:cxnLst/>
            <a:rect l="0" t="0" r="r" b="b"/>
            <a:pathLst>
              <a:path w="5856199" h="5331668">
                <a:moveTo>
                  <a:pt x="5795701" y="75017"/>
                </a:moveTo>
                <a:lnTo>
                  <a:pt x="5841680" y="75017"/>
                </a:lnTo>
                <a:quadBezTo>
                  <a:pt x="5856199" y="75017"/>
                  <a:pt x="5856199" y="60498"/>
                </a:quadBezTo>
                <a:lnTo>
                  <a:pt x="5856199" y="14519"/>
                </a:lnTo>
                <a:quadBezTo>
                  <a:pt x="5856199" y="0"/>
                  <a:pt x="5841680" y="0"/>
                </a:quadBezTo>
                <a:lnTo>
                  <a:pt x="5795701" y="0"/>
                </a:lnTo>
                <a:quadBezTo>
                  <a:pt x="5781182" y="0"/>
                  <a:pt x="5781182" y="14519"/>
                </a:quadBezTo>
                <a:lnTo>
                  <a:pt x="5781182" y="60498"/>
                </a:lnTo>
                <a:quadBezTo>
                  <a:pt x="5781182" y="75017"/>
                  <a:pt x="5795701" y="75017"/>
                </a:quadBezTo>
                <a:close/>
              </a:path>
            </a:pathLst>
          </a:custGeom>
          <a:solidFill>
            <a:srgbClr val="E4ECFA"/>
          </a:solidFill>
          <a:ln w="8402" cap="flat">
            <a:solidFill>
              <a:srgbClr val="2E5FBF"/>
            </a:solidFill>
            <a:miter lim="800000"/>
          </a:ln>
        </p:spPr>
      </p:sp>
      <p:sp>
        <p:nvSpPr>
          <p:cNvPr id="200" name="Shape 200"/>
          <p:cNvSpPr/>
          <p:nvPr/>
        </p:nvSpPr>
        <p:spPr>
          <a:xfrm>
            <a:off x="1781278" y="1886896"/>
            <a:ext cx="5765154" cy="4800490"/>
          </a:xfrm>
          <a:custGeom>
            <a:avLst/>
            <a:gdLst/>
            <a:ahLst/>
            <a:cxnLst/>
            <a:rect l="0" t="0" r="r" b="b"/>
            <a:pathLst>
              <a:path w="5765154" h="4800490">
                <a:moveTo>
                  <a:pt x="5523161" y="266192"/>
                </a:moveTo>
                <a:lnTo>
                  <a:pt x="5740954" y="266192"/>
                </a:lnTo>
                <a:quadBezTo>
                  <a:pt x="5765154" y="266192"/>
                  <a:pt x="5765154" y="241992"/>
                </a:quadBezTo>
                <a:lnTo>
                  <a:pt x="5765154" y="24199"/>
                </a:lnTo>
                <a:quadBezTo>
                  <a:pt x="5765154" y="0"/>
                  <a:pt x="5740954" y="0"/>
                </a:quadBezTo>
                <a:lnTo>
                  <a:pt x="5523161" y="0"/>
                </a:lnTo>
                <a:quadBezTo>
                  <a:pt x="5498962" y="0"/>
                  <a:pt x="5498962" y="24199"/>
                </a:quadBezTo>
                <a:lnTo>
                  <a:pt x="5498962" y="241992"/>
                </a:lnTo>
                <a:quadBezTo>
                  <a:pt x="5498962" y="266192"/>
                  <a:pt x="5523161" y="266192"/>
                </a:quadBezTo>
                <a:close/>
              </a:path>
            </a:pathLst>
          </a:custGeom>
          <a:solidFill>
            <a:srgbClr val="E9E9F5"/>
          </a:solidFill>
          <a:ln w="9242" cap="flat">
            <a:solidFill>
              <a:srgbClr val="6A6EA0"/>
            </a:solidFill>
            <a:miter lim="800000"/>
          </a:ln>
        </p:spPr>
      </p:sp>
      <p:sp>
        <p:nvSpPr>
          <p:cNvPr id="201" name="Shape 201"/>
          <p:cNvSpPr/>
          <p:nvPr/>
        </p:nvSpPr>
        <p:spPr>
          <a:xfrm>
            <a:off x="1781278" y="2467679"/>
            <a:ext cx="5765154" cy="4221643"/>
          </a:xfrm>
          <a:custGeom>
            <a:avLst/>
            <a:gdLst/>
            <a:ahLst/>
            <a:cxnLst/>
            <a:rect l="0" t="0" r="r" b="b"/>
            <a:pathLst>
              <a:path w="5765154" h="4221643">
                <a:moveTo>
                  <a:pt x="5523161" y="266192"/>
                </a:moveTo>
                <a:lnTo>
                  <a:pt x="5740954" y="266192"/>
                </a:lnTo>
                <a:quadBezTo>
                  <a:pt x="5765154" y="266192"/>
                  <a:pt x="5765154" y="241992"/>
                </a:quadBezTo>
                <a:lnTo>
                  <a:pt x="5765154" y="24199"/>
                </a:lnTo>
                <a:quadBezTo>
                  <a:pt x="5765154" y="0"/>
                  <a:pt x="5740954" y="0"/>
                </a:quadBezTo>
                <a:lnTo>
                  <a:pt x="5523161" y="0"/>
                </a:lnTo>
                <a:quadBezTo>
                  <a:pt x="5498962" y="0"/>
                  <a:pt x="5498962" y="24199"/>
                </a:quadBezTo>
                <a:lnTo>
                  <a:pt x="5498962" y="241992"/>
                </a:lnTo>
                <a:quadBezTo>
                  <a:pt x="5498962" y="266192"/>
                  <a:pt x="5523161" y="266192"/>
                </a:quadBezTo>
                <a:close/>
              </a:path>
            </a:pathLst>
          </a:custGeom>
          <a:pattFill prst="wdUpDiag">
            <a:fgClr>
              <a:srgbClr val="6A6EA0"/>
            </a:fgClr>
            <a:bgClr>
              <a:srgbClr val="FFFFFF"/>
            </a:bgClr>
          </a:pattFill>
          <a:ln w="9242" cap="flat">
            <a:solidFill>
              <a:srgbClr val="6A6EA0"/>
            </a:solidFill>
            <a:miter lim="800000"/>
          </a:ln>
        </p:spPr>
      </p:sp>
      <p:sp>
        <p:nvSpPr>
          <p:cNvPr id="202" name="Shape 202"/>
          <p:cNvSpPr/>
          <p:nvPr/>
        </p:nvSpPr>
        <p:spPr>
          <a:xfrm>
            <a:off x="1781479" y="2552376"/>
            <a:ext cx="5825450" cy="4137228"/>
          </a:xfrm>
          <a:custGeom>
            <a:avLst/>
            <a:gdLst/>
            <a:ahLst/>
            <a:cxnLst/>
            <a:rect l="0" t="0" r="r" b="b"/>
            <a:pathLst>
              <a:path w="5825450" h="4137228">
                <a:moveTo>
                  <a:pt x="5583457" y="266192"/>
                </a:moveTo>
                <a:lnTo>
                  <a:pt x="5801251" y="266192"/>
                </a:lnTo>
                <a:quadBezTo>
                  <a:pt x="5825450" y="266192"/>
                  <a:pt x="5825450" y="241992"/>
                </a:quadBezTo>
                <a:lnTo>
                  <a:pt x="5825450" y="24199"/>
                </a:lnTo>
                <a:quadBezTo>
                  <a:pt x="5825450" y="0"/>
                  <a:pt x="5801251" y="0"/>
                </a:quadBezTo>
                <a:lnTo>
                  <a:pt x="5583457" y="0"/>
                </a:lnTo>
                <a:quadBezTo>
                  <a:pt x="5559258" y="0"/>
                  <a:pt x="5559258" y="24199"/>
                </a:quadBezTo>
                <a:lnTo>
                  <a:pt x="5559258" y="241992"/>
                </a:lnTo>
                <a:quadBezTo>
                  <a:pt x="5559258" y="266192"/>
                  <a:pt x="5583457" y="266192"/>
                </a:quadBezTo>
                <a:close/>
              </a:path>
            </a:pathLst>
          </a:custGeom>
          <a:pattFill prst="wdUpDiag">
            <a:fgClr>
              <a:srgbClr val="6A6EA0"/>
            </a:fgClr>
            <a:bgClr>
              <a:srgbClr val="FFFFFF"/>
            </a:bgClr>
          </a:pattFill>
          <a:ln w="9242" cap="flat">
            <a:solidFill>
              <a:srgbClr val="6A6EA0"/>
            </a:solidFill>
            <a:miter lim="800000"/>
          </a:ln>
        </p:spPr>
      </p:sp>
      <p:sp>
        <p:nvSpPr>
          <p:cNvPr id="203" name="Shape 203"/>
          <p:cNvSpPr/>
          <p:nvPr/>
        </p:nvSpPr>
        <p:spPr>
          <a:xfrm>
            <a:off x="1781246" y="3240846"/>
            <a:ext cx="5574012" cy="3450417"/>
          </a:xfrm>
          <a:custGeom>
            <a:avLst/>
            <a:gdLst/>
            <a:ahLst/>
            <a:cxnLst/>
            <a:rect l="0" t="0" r="r" b="b"/>
            <a:pathLst>
              <a:path w="5574012" h="3450417">
                <a:moveTo>
                  <a:pt x="5513513" y="75017"/>
                </a:moveTo>
                <a:lnTo>
                  <a:pt x="5559492" y="75017"/>
                </a:lnTo>
                <a:quadBezTo>
                  <a:pt x="5574012" y="75017"/>
                  <a:pt x="5574012" y="60498"/>
                </a:quadBezTo>
                <a:lnTo>
                  <a:pt x="5574012" y="14519"/>
                </a:lnTo>
                <a:quadBezTo>
                  <a:pt x="5574012" y="0"/>
                  <a:pt x="5559492" y="0"/>
                </a:quadBezTo>
                <a:lnTo>
                  <a:pt x="5513513" y="0"/>
                </a:lnTo>
                <a:quadBezTo>
                  <a:pt x="5498994" y="0"/>
                  <a:pt x="5498994" y="14519"/>
                </a:quadBezTo>
                <a:lnTo>
                  <a:pt x="5498994" y="60498"/>
                </a:lnTo>
                <a:quadBezTo>
                  <a:pt x="5498994" y="75017"/>
                  <a:pt x="5513513" y="75017"/>
                </a:quadBezTo>
                <a:close/>
              </a:path>
            </a:pathLst>
          </a:custGeom>
          <a:pattFill prst="wdUpDiag">
            <a:fgClr>
              <a:srgbClr val="22855A"/>
            </a:fgClr>
            <a:bgClr>
              <a:srgbClr val="E0F2E8"/>
            </a:bgClr>
          </a:pattFill>
          <a:ln w="8402" cap="flat">
            <a:solidFill>
              <a:srgbClr val="22855A"/>
            </a:solidFill>
            <a:miter lim="800000"/>
          </a:ln>
        </p:spPr>
      </p:sp>
      <p:sp>
        <p:nvSpPr>
          <p:cNvPr id="204" name="Shape 204"/>
          <p:cNvSpPr/>
          <p:nvPr/>
        </p:nvSpPr>
        <p:spPr>
          <a:xfrm>
            <a:off x="1781560" y="3240846"/>
            <a:ext cx="5668074" cy="3450417"/>
          </a:xfrm>
          <a:custGeom>
            <a:avLst/>
            <a:gdLst/>
            <a:ahLst/>
            <a:cxnLst/>
            <a:rect l="0" t="0" r="r" b="b"/>
            <a:pathLst>
              <a:path w="5668074" h="3450417">
                <a:moveTo>
                  <a:pt x="5607576" y="75017"/>
                </a:moveTo>
                <a:lnTo>
                  <a:pt x="5653555" y="75017"/>
                </a:lnTo>
                <a:quadBezTo>
                  <a:pt x="5668074" y="75017"/>
                  <a:pt x="5668074" y="60498"/>
                </a:quadBezTo>
                <a:lnTo>
                  <a:pt x="5668074" y="14519"/>
                </a:lnTo>
                <a:quadBezTo>
                  <a:pt x="5668074" y="0"/>
                  <a:pt x="5653555" y="0"/>
                </a:quadBezTo>
                <a:lnTo>
                  <a:pt x="5607576" y="0"/>
                </a:lnTo>
                <a:quadBezTo>
                  <a:pt x="5593056" y="0"/>
                  <a:pt x="5593056" y="14519"/>
                </a:quadBezTo>
                <a:lnTo>
                  <a:pt x="5593056" y="60498"/>
                </a:lnTo>
                <a:quadBezTo>
                  <a:pt x="5593056" y="75017"/>
                  <a:pt x="5607576" y="75017"/>
                </a:quadBezTo>
                <a:close/>
              </a:path>
            </a:pathLst>
          </a:custGeom>
          <a:pattFill prst="wdUpDiag">
            <a:fgClr>
              <a:srgbClr val="22855A"/>
            </a:fgClr>
            <a:bgClr>
              <a:srgbClr val="E0F2E8"/>
            </a:bgClr>
          </a:pattFill>
          <a:ln w="8402" cap="flat">
            <a:solidFill>
              <a:srgbClr val="22855A"/>
            </a:solidFill>
            <a:miter lim="800000"/>
          </a:ln>
        </p:spPr>
      </p:sp>
      <p:sp>
        <p:nvSpPr>
          <p:cNvPr id="205" name="Shape 205"/>
          <p:cNvSpPr/>
          <p:nvPr/>
        </p:nvSpPr>
        <p:spPr>
          <a:xfrm>
            <a:off x="1781875" y="3240846"/>
            <a:ext cx="5762137" cy="3450417"/>
          </a:xfrm>
          <a:custGeom>
            <a:avLst/>
            <a:gdLst/>
            <a:ahLst/>
            <a:cxnLst/>
            <a:rect l="0" t="0" r="r" b="b"/>
            <a:pathLst>
              <a:path w="5762137" h="3450417">
                <a:moveTo>
                  <a:pt x="5701639" y="75017"/>
                </a:moveTo>
                <a:lnTo>
                  <a:pt x="5747617" y="75017"/>
                </a:lnTo>
                <a:quadBezTo>
                  <a:pt x="5762137" y="75017"/>
                  <a:pt x="5762137" y="60498"/>
                </a:quadBezTo>
                <a:lnTo>
                  <a:pt x="5762137" y="14519"/>
                </a:lnTo>
                <a:quadBezTo>
                  <a:pt x="5762137" y="0"/>
                  <a:pt x="5747617" y="0"/>
                </a:quadBezTo>
                <a:lnTo>
                  <a:pt x="5701639" y="0"/>
                </a:lnTo>
                <a:quadBezTo>
                  <a:pt x="5687119" y="0"/>
                  <a:pt x="5687119" y="14519"/>
                </a:quadBezTo>
                <a:lnTo>
                  <a:pt x="5687119" y="60498"/>
                </a:lnTo>
                <a:quadBezTo>
                  <a:pt x="5687119" y="75017"/>
                  <a:pt x="5701639" y="75017"/>
                </a:quadBezTo>
                <a:close/>
              </a:path>
            </a:pathLst>
          </a:custGeom>
          <a:pattFill prst="wdUpDiag">
            <a:fgClr>
              <a:srgbClr val="22855A"/>
            </a:fgClr>
            <a:bgClr>
              <a:srgbClr val="E0F2E8"/>
            </a:bgClr>
          </a:pattFill>
          <a:ln w="8402" cap="flat">
            <a:solidFill>
              <a:srgbClr val="22855A"/>
            </a:solidFill>
            <a:miter lim="800000"/>
          </a:ln>
        </p:spPr>
      </p:sp>
      <p:sp>
        <p:nvSpPr>
          <p:cNvPr id="206" name="Shape 206"/>
          <p:cNvSpPr/>
          <p:nvPr/>
        </p:nvSpPr>
        <p:spPr>
          <a:xfrm>
            <a:off x="1782189" y="3240846"/>
            <a:ext cx="5856199" cy="3450417"/>
          </a:xfrm>
          <a:custGeom>
            <a:avLst/>
            <a:gdLst/>
            <a:ahLst/>
            <a:cxnLst/>
            <a:rect l="0" t="0" r="r" b="b"/>
            <a:pathLst>
              <a:path w="5856199" h="3450417">
                <a:moveTo>
                  <a:pt x="5795701" y="75017"/>
                </a:moveTo>
                <a:lnTo>
                  <a:pt x="5841680" y="75017"/>
                </a:lnTo>
                <a:quadBezTo>
                  <a:pt x="5856199" y="75017"/>
                  <a:pt x="5856199" y="60498"/>
                </a:quadBezTo>
                <a:lnTo>
                  <a:pt x="5856199" y="14519"/>
                </a:lnTo>
                <a:quadBezTo>
                  <a:pt x="5856199" y="0"/>
                  <a:pt x="5841680" y="0"/>
                </a:quadBezTo>
                <a:lnTo>
                  <a:pt x="5795701" y="0"/>
                </a:lnTo>
                <a:quadBezTo>
                  <a:pt x="5781182" y="0"/>
                  <a:pt x="5781182" y="14519"/>
                </a:quadBezTo>
                <a:lnTo>
                  <a:pt x="5781182" y="60498"/>
                </a:lnTo>
                <a:quadBezTo>
                  <a:pt x="5781182" y="75017"/>
                  <a:pt x="5795701" y="75017"/>
                </a:quadBezTo>
                <a:close/>
              </a:path>
            </a:pathLst>
          </a:custGeom>
          <a:pattFill prst="wdUpDiag">
            <a:fgClr>
              <a:srgbClr val="22855A"/>
            </a:fgClr>
            <a:bgClr>
              <a:srgbClr val="E0F2E8"/>
            </a:bgClr>
          </a:pattFill>
          <a:ln w="8402" cap="flat">
            <a:solidFill>
              <a:srgbClr val="22855A"/>
            </a:solidFill>
            <a:miter lim="800000"/>
          </a:ln>
        </p:spPr>
      </p:sp>
      <p:sp>
        <p:nvSpPr>
          <p:cNvPr id="207" name="Text 207"/>
          <p:cNvSpPr txBox="1"/>
          <p:nvPr/>
        </p:nvSpPr>
        <p:spPr>
          <a:xfrm>
            <a:off x="9144145" y="2586827"/>
            <a:ext cx="216671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26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𝒟</a:t>
            </a:r>
          </a:p>
        </p:txBody>
      </p:sp>
      <p:sp>
        <p:nvSpPr>
          <p:cNvPr id="208" name="Shape 208"/>
          <p:cNvSpPr/>
          <p:nvPr/>
        </p:nvSpPr>
        <p:spPr>
          <a:xfrm>
            <a:off x="1762806" y="3859137"/>
            <a:ext cx="4504089" cy="2843414"/>
          </a:xfrm>
          <a:custGeom>
            <a:avLst/>
            <a:gdLst/>
            <a:ahLst/>
            <a:cxnLst/>
            <a:rect l="0" t="0" r="r" b="b"/>
            <a:pathLst>
              <a:path w="4504089" h="2843414">
                <a:moveTo>
                  <a:pt x="4452666" y="51423"/>
                </a:moveTo>
                <a:lnTo>
                  <a:pt x="4504089" y="51423"/>
                </a:lnTo>
                <a:lnTo>
                  <a:pt x="4504089" y="0"/>
                </a:lnTo>
                <a:lnTo>
                  <a:pt x="4452666" y="0"/>
                </a:lnTo>
                <a:close/>
              </a:path>
            </a:pathLst>
          </a:custGeom>
          <a:solidFill>
            <a:srgbClr val="2E5FBF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09" name="Shape 209"/>
          <p:cNvSpPr/>
          <p:nvPr/>
        </p:nvSpPr>
        <p:spPr>
          <a:xfrm>
            <a:off x="1762806" y="3859137"/>
            <a:ext cx="4555513" cy="2843414"/>
          </a:xfrm>
          <a:custGeom>
            <a:avLst/>
            <a:gdLst/>
            <a:ahLst/>
            <a:cxnLst/>
            <a:rect l="0" t="0" r="r" b="b"/>
            <a:pathLst>
              <a:path w="4555513" h="2843414">
                <a:moveTo>
                  <a:pt x="4504089" y="51423"/>
                </a:moveTo>
                <a:lnTo>
                  <a:pt x="4555513" y="51423"/>
                </a:lnTo>
                <a:lnTo>
                  <a:pt x="4555513" y="0"/>
                </a:lnTo>
                <a:lnTo>
                  <a:pt x="4504089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10" name="Shape 210"/>
          <p:cNvSpPr/>
          <p:nvPr/>
        </p:nvSpPr>
        <p:spPr>
          <a:xfrm>
            <a:off x="1762806" y="3859137"/>
            <a:ext cx="4606936" cy="2843414"/>
          </a:xfrm>
          <a:custGeom>
            <a:avLst/>
            <a:gdLst/>
            <a:ahLst/>
            <a:cxnLst/>
            <a:rect l="0" t="0" r="r" b="b"/>
            <a:pathLst>
              <a:path w="4606936" h="2843414">
                <a:moveTo>
                  <a:pt x="4555513" y="51423"/>
                </a:moveTo>
                <a:lnTo>
                  <a:pt x="4606936" y="51423"/>
                </a:lnTo>
                <a:lnTo>
                  <a:pt x="4606936" y="0"/>
                </a:lnTo>
                <a:lnTo>
                  <a:pt x="4555513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11" name="Shape 211"/>
          <p:cNvSpPr/>
          <p:nvPr/>
        </p:nvSpPr>
        <p:spPr>
          <a:xfrm>
            <a:off x="1762806" y="3859137"/>
            <a:ext cx="4658360" cy="2843414"/>
          </a:xfrm>
          <a:custGeom>
            <a:avLst/>
            <a:gdLst/>
            <a:ahLst/>
            <a:cxnLst/>
            <a:rect l="0" t="0" r="r" b="b"/>
            <a:pathLst>
              <a:path w="4658360" h="2843414">
                <a:moveTo>
                  <a:pt x="4606936" y="51423"/>
                </a:moveTo>
                <a:lnTo>
                  <a:pt x="4658360" y="51423"/>
                </a:lnTo>
                <a:lnTo>
                  <a:pt x="4658360" y="0"/>
                </a:lnTo>
                <a:lnTo>
                  <a:pt x="4606936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12" name="Shape 212"/>
          <p:cNvSpPr/>
          <p:nvPr/>
        </p:nvSpPr>
        <p:spPr>
          <a:xfrm>
            <a:off x="1762806" y="3859137"/>
            <a:ext cx="4709783" cy="2843414"/>
          </a:xfrm>
          <a:custGeom>
            <a:avLst/>
            <a:gdLst/>
            <a:ahLst/>
            <a:cxnLst/>
            <a:rect l="0" t="0" r="r" b="b"/>
            <a:pathLst>
              <a:path w="4709783" h="2843414">
                <a:moveTo>
                  <a:pt x="4658360" y="51423"/>
                </a:moveTo>
                <a:lnTo>
                  <a:pt x="4709783" y="51423"/>
                </a:lnTo>
                <a:lnTo>
                  <a:pt x="4709783" y="0"/>
                </a:lnTo>
                <a:lnTo>
                  <a:pt x="4658360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13" name="Shape 213"/>
          <p:cNvSpPr/>
          <p:nvPr/>
        </p:nvSpPr>
        <p:spPr>
          <a:xfrm>
            <a:off x="1762806" y="3859137"/>
            <a:ext cx="4761206" cy="2843414"/>
          </a:xfrm>
          <a:custGeom>
            <a:avLst/>
            <a:gdLst/>
            <a:ahLst/>
            <a:cxnLst/>
            <a:rect l="0" t="0" r="r" b="b"/>
            <a:pathLst>
              <a:path w="4761206" h="2843414">
                <a:moveTo>
                  <a:pt x="4709783" y="51423"/>
                </a:moveTo>
                <a:lnTo>
                  <a:pt x="4761206" y="51423"/>
                </a:lnTo>
                <a:lnTo>
                  <a:pt x="4761206" y="0"/>
                </a:lnTo>
                <a:lnTo>
                  <a:pt x="4709783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14" name="Shape 214"/>
          <p:cNvSpPr/>
          <p:nvPr/>
        </p:nvSpPr>
        <p:spPr>
          <a:xfrm>
            <a:off x="1762806" y="3859137"/>
            <a:ext cx="4812630" cy="2843414"/>
          </a:xfrm>
          <a:custGeom>
            <a:avLst/>
            <a:gdLst/>
            <a:ahLst/>
            <a:cxnLst/>
            <a:rect l="0" t="0" r="r" b="b"/>
            <a:pathLst>
              <a:path w="4812630" h="2843414">
                <a:moveTo>
                  <a:pt x="4761206" y="51423"/>
                </a:moveTo>
                <a:lnTo>
                  <a:pt x="4812630" y="51423"/>
                </a:lnTo>
                <a:lnTo>
                  <a:pt x="4812630" y="0"/>
                </a:lnTo>
                <a:lnTo>
                  <a:pt x="4761206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15" name="Shape 215"/>
          <p:cNvSpPr/>
          <p:nvPr/>
        </p:nvSpPr>
        <p:spPr>
          <a:xfrm>
            <a:off x="1762806" y="3859137"/>
            <a:ext cx="4864053" cy="2843414"/>
          </a:xfrm>
          <a:custGeom>
            <a:avLst/>
            <a:gdLst/>
            <a:ahLst/>
            <a:cxnLst/>
            <a:rect l="0" t="0" r="r" b="b"/>
            <a:pathLst>
              <a:path w="4864053" h="2843414">
                <a:moveTo>
                  <a:pt x="4812630" y="51423"/>
                </a:moveTo>
                <a:lnTo>
                  <a:pt x="4864053" y="51423"/>
                </a:lnTo>
                <a:lnTo>
                  <a:pt x="4864053" y="0"/>
                </a:lnTo>
                <a:lnTo>
                  <a:pt x="4812630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16" name="Shape 216"/>
          <p:cNvSpPr/>
          <p:nvPr/>
        </p:nvSpPr>
        <p:spPr>
          <a:xfrm>
            <a:off x="1762806" y="3910560"/>
            <a:ext cx="4504089" cy="2791991"/>
          </a:xfrm>
          <a:custGeom>
            <a:avLst/>
            <a:gdLst/>
            <a:ahLst/>
            <a:cxnLst/>
            <a:rect l="0" t="0" r="r" b="b"/>
            <a:pathLst>
              <a:path w="4504089" h="2791991">
                <a:moveTo>
                  <a:pt x="4452666" y="51423"/>
                </a:moveTo>
                <a:lnTo>
                  <a:pt x="4504089" y="51423"/>
                </a:lnTo>
                <a:lnTo>
                  <a:pt x="4504089" y="0"/>
                </a:lnTo>
                <a:lnTo>
                  <a:pt x="4452666" y="0"/>
                </a:lnTo>
                <a:close/>
              </a:path>
            </a:pathLst>
          </a:custGeom>
          <a:solidFill>
            <a:srgbClr val="2E5FBF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17" name="Shape 217"/>
          <p:cNvSpPr/>
          <p:nvPr/>
        </p:nvSpPr>
        <p:spPr>
          <a:xfrm>
            <a:off x="1762806" y="3910560"/>
            <a:ext cx="4555513" cy="2791991"/>
          </a:xfrm>
          <a:custGeom>
            <a:avLst/>
            <a:gdLst/>
            <a:ahLst/>
            <a:cxnLst/>
            <a:rect l="0" t="0" r="r" b="b"/>
            <a:pathLst>
              <a:path w="4555513" h="2791991">
                <a:moveTo>
                  <a:pt x="4504089" y="51423"/>
                </a:moveTo>
                <a:lnTo>
                  <a:pt x="4555513" y="51423"/>
                </a:lnTo>
                <a:lnTo>
                  <a:pt x="4555513" y="0"/>
                </a:lnTo>
                <a:lnTo>
                  <a:pt x="4504089" y="0"/>
                </a:lnTo>
                <a:close/>
              </a:path>
            </a:pathLst>
          </a:custGeom>
          <a:solidFill>
            <a:srgbClr val="2E5FBF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18" name="Shape 218"/>
          <p:cNvSpPr/>
          <p:nvPr/>
        </p:nvSpPr>
        <p:spPr>
          <a:xfrm>
            <a:off x="1762806" y="3910560"/>
            <a:ext cx="4606936" cy="2791991"/>
          </a:xfrm>
          <a:custGeom>
            <a:avLst/>
            <a:gdLst/>
            <a:ahLst/>
            <a:cxnLst/>
            <a:rect l="0" t="0" r="r" b="b"/>
            <a:pathLst>
              <a:path w="4606936" h="2791991">
                <a:moveTo>
                  <a:pt x="4555513" y="51423"/>
                </a:moveTo>
                <a:lnTo>
                  <a:pt x="4606936" y="51423"/>
                </a:lnTo>
                <a:lnTo>
                  <a:pt x="4606936" y="0"/>
                </a:lnTo>
                <a:lnTo>
                  <a:pt x="4555513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19" name="Shape 219"/>
          <p:cNvSpPr/>
          <p:nvPr/>
        </p:nvSpPr>
        <p:spPr>
          <a:xfrm>
            <a:off x="1762806" y="3910560"/>
            <a:ext cx="4658360" cy="2791991"/>
          </a:xfrm>
          <a:custGeom>
            <a:avLst/>
            <a:gdLst/>
            <a:ahLst/>
            <a:cxnLst/>
            <a:rect l="0" t="0" r="r" b="b"/>
            <a:pathLst>
              <a:path w="4658360" h="2791991">
                <a:moveTo>
                  <a:pt x="4606936" y="51423"/>
                </a:moveTo>
                <a:lnTo>
                  <a:pt x="4658360" y="51423"/>
                </a:lnTo>
                <a:lnTo>
                  <a:pt x="4658360" y="0"/>
                </a:lnTo>
                <a:lnTo>
                  <a:pt x="4606936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20" name="Shape 220"/>
          <p:cNvSpPr/>
          <p:nvPr/>
        </p:nvSpPr>
        <p:spPr>
          <a:xfrm>
            <a:off x="1762806" y="3910560"/>
            <a:ext cx="4709783" cy="2791991"/>
          </a:xfrm>
          <a:custGeom>
            <a:avLst/>
            <a:gdLst/>
            <a:ahLst/>
            <a:cxnLst/>
            <a:rect l="0" t="0" r="r" b="b"/>
            <a:pathLst>
              <a:path w="4709783" h="2791991">
                <a:moveTo>
                  <a:pt x="4658360" y="51423"/>
                </a:moveTo>
                <a:lnTo>
                  <a:pt x="4709783" y="51423"/>
                </a:lnTo>
                <a:lnTo>
                  <a:pt x="4709783" y="0"/>
                </a:lnTo>
                <a:lnTo>
                  <a:pt x="4658360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21" name="Shape 221"/>
          <p:cNvSpPr/>
          <p:nvPr/>
        </p:nvSpPr>
        <p:spPr>
          <a:xfrm>
            <a:off x="1762806" y="3910560"/>
            <a:ext cx="4761206" cy="2791991"/>
          </a:xfrm>
          <a:custGeom>
            <a:avLst/>
            <a:gdLst/>
            <a:ahLst/>
            <a:cxnLst/>
            <a:rect l="0" t="0" r="r" b="b"/>
            <a:pathLst>
              <a:path w="4761206" h="2791991">
                <a:moveTo>
                  <a:pt x="4709783" y="51423"/>
                </a:moveTo>
                <a:lnTo>
                  <a:pt x="4761206" y="51423"/>
                </a:lnTo>
                <a:lnTo>
                  <a:pt x="4761206" y="0"/>
                </a:lnTo>
                <a:lnTo>
                  <a:pt x="4709783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22" name="Shape 222"/>
          <p:cNvSpPr/>
          <p:nvPr/>
        </p:nvSpPr>
        <p:spPr>
          <a:xfrm>
            <a:off x="1762806" y="3910560"/>
            <a:ext cx="4812630" cy="2791991"/>
          </a:xfrm>
          <a:custGeom>
            <a:avLst/>
            <a:gdLst/>
            <a:ahLst/>
            <a:cxnLst/>
            <a:rect l="0" t="0" r="r" b="b"/>
            <a:pathLst>
              <a:path w="4812630" h="2791991">
                <a:moveTo>
                  <a:pt x="4761206" y="51423"/>
                </a:moveTo>
                <a:lnTo>
                  <a:pt x="4812630" y="51423"/>
                </a:lnTo>
                <a:lnTo>
                  <a:pt x="4812630" y="0"/>
                </a:lnTo>
                <a:lnTo>
                  <a:pt x="4761206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23" name="Shape 223"/>
          <p:cNvSpPr/>
          <p:nvPr/>
        </p:nvSpPr>
        <p:spPr>
          <a:xfrm>
            <a:off x="1762806" y="3910560"/>
            <a:ext cx="4864053" cy="2791991"/>
          </a:xfrm>
          <a:custGeom>
            <a:avLst/>
            <a:gdLst/>
            <a:ahLst/>
            <a:cxnLst/>
            <a:rect l="0" t="0" r="r" b="b"/>
            <a:pathLst>
              <a:path w="4864053" h="2791991">
                <a:moveTo>
                  <a:pt x="4812630" y="51423"/>
                </a:moveTo>
                <a:lnTo>
                  <a:pt x="4864053" y="51423"/>
                </a:lnTo>
                <a:lnTo>
                  <a:pt x="4864053" y="0"/>
                </a:lnTo>
                <a:lnTo>
                  <a:pt x="4812630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24" name="Shape 224"/>
          <p:cNvSpPr/>
          <p:nvPr/>
        </p:nvSpPr>
        <p:spPr>
          <a:xfrm>
            <a:off x="1762806" y="3961984"/>
            <a:ext cx="4504089" cy="2740567"/>
          </a:xfrm>
          <a:custGeom>
            <a:avLst/>
            <a:gdLst/>
            <a:ahLst/>
            <a:cxnLst/>
            <a:rect l="0" t="0" r="r" b="b"/>
            <a:pathLst>
              <a:path w="4504089" h="2740567">
                <a:moveTo>
                  <a:pt x="4452666" y="51423"/>
                </a:moveTo>
                <a:lnTo>
                  <a:pt x="4504089" y="51423"/>
                </a:lnTo>
                <a:lnTo>
                  <a:pt x="4504089" y="0"/>
                </a:lnTo>
                <a:lnTo>
                  <a:pt x="4452666" y="0"/>
                </a:lnTo>
                <a:close/>
              </a:path>
            </a:pathLst>
          </a:custGeom>
          <a:solidFill>
            <a:srgbClr val="2E5FBF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25" name="Shape 225"/>
          <p:cNvSpPr/>
          <p:nvPr/>
        </p:nvSpPr>
        <p:spPr>
          <a:xfrm>
            <a:off x="1762806" y="3961984"/>
            <a:ext cx="4555513" cy="2740567"/>
          </a:xfrm>
          <a:custGeom>
            <a:avLst/>
            <a:gdLst/>
            <a:ahLst/>
            <a:cxnLst/>
            <a:rect l="0" t="0" r="r" b="b"/>
            <a:pathLst>
              <a:path w="4555513" h="2740567">
                <a:moveTo>
                  <a:pt x="4504089" y="51423"/>
                </a:moveTo>
                <a:lnTo>
                  <a:pt x="4555513" y="51423"/>
                </a:lnTo>
                <a:lnTo>
                  <a:pt x="4555513" y="0"/>
                </a:lnTo>
                <a:lnTo>
                  <a:pt x="4504089" y="0"/>
                </a:lnTo>
                <a:close/>
              </a:path>
            </a:pathLst>
          </a:custGeom>
          <a:solidFill>
            <a:srgbClr val="2E5FBF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26" name="Shape 226"/>
          <p:cNvSpPr/>
          <p:nvPr/>
        </p:nvSpPr>
        <p:spPr>
          <a:xfrm>
            <a:off x="1762806" y="3961984"/>
            <a:ext cx="4606936" cy="2740567"/>
          </a:xfrm>
          <a:custGeom>
            <a:avLst/>
            <a:gdLst/>
            <a:ahLst/>
            <a:cxnLst/>
            <a:rect l="0" t="0" r="r" b="b"/>
            <a:pathLst>
              <a:path w="4606936" h="2740567">
                <a:moveTo>
                  <a:pt x="4555513" y="51423"/>
                </a:moveTo>
                <a:lnTo>
                  <a:pt x="4606936" y="51423"/>
                </a:lnTo>
                <a:lnTo>
                  <a:pt x="4606936" y="0"/>
                </a:lnTo>
                <a:lnTo>
                  <a:pt x="4555513" y="0"/>
                </a:lnTo>
                <a:close/>
              </a:path>
            </a:pathLst>
          </a:custGeom>
          <a:solidFill>
            <a:srgbClr val="2E5FBF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27" name="Shape 227"/>
          <p:cNvSpPr/>
          <p:nvPr/>
        </p:nvSpPr>
        <p:spPr>
          <a:xfrm>
            <a:off x="1762806" y="3961984"/>
            <a:ext cx="4658360" cy="2740567"/>
          </a:xfrm>
          <a:custGeom>
            <a:avLst/>
            <a:gdLst/>
            <a:ahLst/>
            <a:cxnLst/>
            <a:rect l="0" t="0" r="r" b="b"/>
            <a:pathLst>
              <a:path w="4658360" h="2740567">
                <a:moveTo>
                  <a:pt x="4606936" y="51423"/>
                </a:moveTo>
                <a:lnTo>
                  <a:pt x="4658360" y="51423"/>
                </a:lnTo>
                <a:lnTo>
                  <a:pt x="4658360" y="0"/>
                </a:lnTo>
                <a:lnTo>
                  <a:pt x="4606936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28" name="Shape 228"/>
          <p:cNvSpPr/>
          <p:nvPr/>
        </p:nvSpPr>
        <p:spPr>
          <a:xfrm>
            <a:off x="1762806" y="3961984"/>
            <a:ext cx="4709783" cy="2740567"/>
          </a:xfrm>
          <a:custGeom>
            <a:avLst/>
            <a:gdLst/>
            <a:ahLst/>
            <a:cxnLst/>
            <a:rect l="0" t="0" r="r" b="b"/>
            <a:pathLst>
              <a:path w="4709783" h="2740567">
                <a:moveTo>
                  <a:pt x="4658360" y="51423"/>
                </a:moveTo>
                <a:lnTo>
                  <a:pt x="4709783" y="51423"/>
                </a:lnTo>
                <a:lnTo>
                  <a:pt x="4709783" y="0"/>
                </a:lnTo>
                <a:lnTo>
                  <a:pt x="4658360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29" name="Shape 229"/>
          <p:cNvSpPr/>
          <p:nvPr/>
        </p:nvSpPr>
        <p:spPr>
          <a:xfrm>
            <a:off x="1762806" y="3961984"/>
            <a:ext cx="4761206" cy="2740567"/>
          </a:xfrm>
          <a:custGeom>
            <a:avLst/>
            <a:gdLst/>
            <a:ahLst/>
            <a:cxnLst/>
            <a:rect l="0" t="0" r="r" b="b"/>
            <a:pathLst>
              <a:path w="4761206" h="2740567">
                <a:moveTo>
                  <a:pt x="4709783" y="51423"/>
                </a:moveTo>
                <a:lnTo>
                  <a:pt x="4761206" y="51423"/>
                </a:lnTo>
                <a:lnTo>
                  <a:pt x="4761206" y="0"/>
                </a:lnTo>
                <a:lnTo>
                  <a:pt x="4709783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30" name="Shape 230"/>
          <p:cNvSpPr/>
          <p:nvPr/>
        </p:nvSpPr>
        <p:spPr>
          <a:xfrm>
            <a:off x="1762806" y="3961984"/>
            <a:ext cx="4812630" cy="2740567"/>
          </a:xfrm>
          <a:custGeom>
            <a:avLst/>
            <a:gdLst/>
            <a:ahLst/>
            <a:cxnLst/>
            <a:rect l="0" t="0" r="r" b="b"/>
            <a:pathLst>
              <a:path w="4812630" h="2740567">
                <a:moveTo>
                  <a:pt x="4761206" y="51423"/>
                </a:moveTo>
                <a:lnTo>
                  <a:pt x="4812630" y="51423"/>
                </a:lnTo>
                <a:lnTo>
                  <a:pt x="4812630" y="0"/>
                </a:lnTo>
                <a:lnTo>
                  <a:pt x="4761206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31" name="Shape 231"/>
          <p:cNvSpPr/>
          <p:nvPr/>
        </p:nvSpPr>
        <p:spPr>
          <a:xfrm>
            <a:off x="1762806" y="3961984"/>
            <a:ext cx="4864053" cy="2740567"/>
          </a:xfrm>
          <a:custGeom>
            <a:avLst/>
            <a:gdLst/>
            <a:ahLst/>
            <a:cxnLst/>
            <a:rect l="0" t="0" r="r" b="b"/>
            <a:pathLst>
              <a:path w="4864053" h="2740567">
                <a:moveTo>
                  <a:pt x="4812630" y="51423"/>
                </a:moveTo>
                <a:lnTo>
                  <a:pt x="4864053" y="51423"/>
                </a:lnTo>
                <a:lnTo>
                  <a:pt x="4864053" y="0"/>
                </a:lnTo>
                <a:lnTo>
                  <a:pt x="4812630" y="0"/>
                </a:lnTo>
                <a:close/>
              </a:path>
            </a:pathLst>
          </a:custGeom>
          <a:solidFill>
            <a:srgbClr val="FFFFFF"/>
          </a:solidFill>
          <a:ln w="5881" cap="flat">
            <a:solidFill>
              <a:srgbClr val="FFFFFF"/>
            </a:solidFill>
            <a:miter lim="800000"/>
          </a:ln>
        </p:spPr>
      </p:sp>
      <p:sp>
        <p:nvSpPr>
          <p:cNvPr id="232" name="Shape 232"/>
          <p:cNvSpPr/>
          <p:nvPr/>
        </p:nvSpPr>
        <p:spPr>
          <a:xfrm>
            <a:off x="1762806" y="4013407"/>
            <a:ext cx="4504089" cy="2689144"/>
          </a:xfrm>
          <a:custGeom>
            <a:avLst/>
            <a:gdLst/>
            <a:ahLst/>
            <a:cxnLst/>
            <a:rect l="0" t="0" r="r" b="b"/>
            <a:pathLst>
              <a:path w="4504089" h="2689144">
                <a:moveTo>
                  <a:pt x="4452666" y="51423"/>
                </a:moveTo>
                <a:lnTo>
                  <a:pt x="4504089" y="51423"/>
                </a:lnTo>
                <a:lnTo>
                  <a:pt x="4504089" y="0"/>
                </a:lnTo>
                <a:lnTo>
                  <a:pt x="4452666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33" name="Shape 233"/>
          <p:cNvSpPr/>
          <p:nvPr/>
        </p:nvSpPr>
        <p:spPr>
          <a:xfrm>
            <a:off x="1762806" y="4013407"/>
            <a:ext cx="4555513" cy="2689144"/>
          </a:xfrm>
          <a:custGeom>
            <a:avLst/>
            <a:gdLst/>
            <a:ahLst/>
            <a:cxnLst/>
            <a:rect l="0" t="0" r="r" b="b"/>
            <a:pathLst>
              <a:path w="4555513" h="2689144">
                <a:moveTo>
                  <a:pt x="4504089" y="51423"/>
                </a:moveTo>
                <a:lnTo>
                  <a:pt x="4555513" y="51423"/>
                </a:lnTo>
                <a:lnTo>
                  <a:pt x="4555513" y="0"/>
                </a:lnTo>
                <a:lnTo>
                  <a:pt x="4504089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34" name="Shape 234"/>
          <p:cNvSpPr/>
          <p:nvPr/>
        </p:nvSpPr>
        <p:spPr>
          <a:xfrm>
            <a:off x="1762806" y="4013407"/>
            <a:ext cx="4606936" cy="2689144"/>
          </a:xfrm>
          <a:custGeom>
            <a:avLst/>
            <a:gdLst/>
            <a:ahLst/>
            <a:cxnLst/>
            <a:rect l="0" t="0" r="r" b="b"/>
            <a:pathLst>
              <a:path w="4606936" h="2689144">
                <a:moveTo>
                  <a:pt x="4555513" y="51423"/>
                </a:moveTo>
                <a:lnTo>
                  <a:pt x="4606936" y="51423"/>
                </a:lnTo>
                <a:lnTo>
                  <a:pt x="4606936" y="0"/>
                </a:lnTo>
                <a:lnTo>
                  <a:pt x="4555513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35" name="Shape 235"/>
          <p:cNvSpPr/>
          <p:nvPr/>
        </p:nvSpPr>
        <p:spPr>
          <a:xfrm>
            <a:off x="1762806" y="4013407"/>
            <a:ext cx="4658360" cy="2689144"/>
          </a:xfrm>
          <a:custGeom>
            <a:avLst/>
            <a:gdLst/>
            <a:ahLst/>
            <a:cxnLst/>
            <a:rect l="0" t="0" r="r" b="b"/>
            <a:pathLst>
              <a:path w="4658360" h="2689144">
                <a:moveTo>
                  <a:pt x="4606936" y="51423"/>
                </a:moveTo>
                <a:lnTo>
                  <a:pt x="4658360" y="51423"/>
                </a:lnTo>
                <a:lnTo>
                  <a:pt x="4658360" y="0"/>
                </a:lnTo>
                <a:lnTo>
                  <a:pt x="4606936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36" name="Shape 236"/>
          <p:cNvSpPr/>
          <p:nvPr/>
        </p:nvSpPr>
        <p:spPr>
          <a:xfrm>
            <a:off x="1762806" y="4013407"/>
            <a:ext cx="4709783" cy="2689144"/>
          </a:xfrm>
          <a:custGeom>
            <a:avLst/>
            <a:gdLst/>
            <a:ahLst/>
            <a:cxnLst/>
            <a:rect l="0" t="0" r="r" b="b"/>
            <a:pathLst>
              <a:path w="4709783" h="2689144">
                <a:moveTo>
                  <a:pt x="4658360" y="51423"/>
                </a:moveTo>
                <a:lnTo>
                  <a:pt x="4709783" y="51423"/>
                </a:lnTo>
                <a:lnTo>
                  <a:pt x="4709783" y="0"/>
                </a:lnTo>
                <a:lnTo>
                  <a:pt x="4658360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37" name="Shape 237"/>
          <p:cNvSpPr/>
          <p:nvPr/>
        </p:nvSpPr>
        <p:spPr>
          <a:xfrm>
            <a:off x="1762806" y="4013407"/>
            <a:ext cx="4761206" cy="2689144"/>
          </a:xfrm>
          <a:custGeom>
            <a:avLst/>
            <a:gdLst/>
            <a:ahLst/>
            <a:cxnLst/>
            <a:rect l="0" t="0" r="r" b="b"/>
            <a:pathLst>
              <a:path w="4761206" h="2689144">
                <a:moveTo>
                  <a:pt x="4709783" y="51423"/>
                </a:moveTo>
                <a:lnTo>
                  <a:pt x="4761206" y="51423"/>
                </a:lnTo>
                <a:lnTo>
                  <a:pt x="4761206" y="0"/>
                </a:lnTo>
                <a:lnTo>
                  <a:pt x="4709783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38" name="Shape 238"/>
          <p:cNvSpPr/>
          <p:nvPr/>
        </p:nvSpPr>
        <p:spPr>
          <a:xfrm>
            <a:off x="1762806" y="4013407"/>
            <a:ext cx="4812630" cy="2689144"/>
          </a:xfrm>
          <a:custGeom>
            <a:avLst/>
            <a:gdLst/>
            <a:ahLst/>
            <a:cxnLst/>
            <a:rect l="0" t="0" r="r" b="b"/>
            <a:pathLst>
              <a:path w="4812630" h="2689144">
                <a:moveTo>
                  <a:pt x="4761206" y="51423"/>
                </a:moveTo>
                <a:lnTo>
                  <a:pt x="4812630" y="51423"/>
                </a:lnTo>
                <a:lnTo>
                  <a:pt x="4812630" y="0"/>
                </a:lnTo>
                <a:lnTo>
                  <a:pt x="4761206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39" name="Shape 239"/>
          <p:cNvSpPr/>
          <p:nvPr/>
        </p:nvSpPr>
        <p:spPr>
          <a:xfrm>
            <a:off x="1762806" y="4013407"/>
            <a:ext cx="4864053" cy="2689144"/>
          </a:xfrm>
          <a:custGeom>
            <a:avLst/>
            <a:gdLst/>
            <a:ahLst/>
            <a:cxnLst/>
            <a:rect l="0" t="0" r="r" b="b"/>
            <a:pathLst>
              <a:path w="4864053" h="2689144">
                <a:moveTo>
                  <a:pt x="4812630" y="51423"/>
                </a:moveTo>
                <a:lnTo>
                  <a:pt x="4864053" y="51423"/>
                </a:lnTo>
                <a:lnTo>
                  <a:pt x="4864053" y="0"/>
                </a:lnTo>
                <a:lnTo>
                  <a:pt x="4812630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40" name="Shape 240"/>
          <p:cNvSpPr/>
          <p:nvPr/>
        </p:nvSpPr>
        <p:spPr>
          <a:xfrm>
            <a:off x="1762806" y="4064831"/>
            <a:ext cx="4504089" cy="2637720"/>
          </a:xfrm>
          <a:custGeom>
            <a:avLst/>
            <a:gdLst/>
            <a:ahLst/>
            <a:cxnLst/>
            <a:rect l="0" t="0" r="r" b="b"/>
            <a:pathLst>
              <a:path w="4504089" h="2637720">
                <a:moveTo>
                  <a:pt x="4452666" y="51423"/>
                </a:moveTo>
                <a:lnTo>
                  <a:pt x="4504089" y="51423"/>
                </a:lnTo>
                <a:lnTo>
                  <a:pt x="4504089" y="0"/>
                </a:lnTo>
                <a:lnTo>
                  <a:pt x="4452666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41" name="Shape 241"/>
          <p:cNvSpPr/>
          <p:nvPr/>
        </p:nvSpPr>
        <p:spPr>
          <a:xfrm>
            <a:off x="1762806" y="4064831"/>
            <a:ext cx="4555513" cy="2637720"/>
          </a:xfrm>
          <a:custGeom>
            <a:avLst/>
            <a:gdLst/>
            <a:ahLst/>
            <a:cxnLst/>
            <a:rect l="0" t="0" r="r" b="b"/>
            <a:pathLst>
              <a:path w="4555513" h="2637720">
                <a:moveTo>
                  <a:pt x="4504089" y="51423"/>
                </a:moveTo>
                <a:lnTo>
                  <a:pt x="4555513" y="51423"/>
                </a:lnTo>
                <a:lnTo>
                  <a:pt x="4555513" y="0"/>
                </a:lnTo>
                <a:lnTo>
                  <a:pt x="4504089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42" name="Shape 242"/>
          <p:cNvSpPr/>
          <p:nvPr/>
        </p:nvSpPr>
        <p:spPr>
          <a:xfrm>
            <a:off x="1762806" y="4064831"/>
            <a:ext cx="4606936" cy="2637720"/>
          </a:xfrm>
          <a:custGeom>
            <a:avLst/>
            <a:gdLst/>
            <a:ahLst/>
            <a:cxnLst/>
            <a:rect l="0" t="0" r="r" b="b"/>
            <a:pathLst>
              <a:path w="4606936" h="2637720">
                <a:moveTo>
                  <a:pt x="4555513" y="51423"/>
                </a:moveTo>
                <a:lnTo>
                  <a:pt x="4606936" y="51423"/>
                </a:lnTo>
                <a:lnTo>
                  <a:pt x="4606936" y="0"/>
                </a:lnTo>
                <a:lnTo>
                  <a:pt x="4555513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43" name="Shape 243"/>
          <p:cNvSpPr/>
          <p:nvPr/>
        </p:nvSpPr>
        <p:spPr>
          <a:xfrm>
            <a:off x="1762806" y="4064831"/>
            <a:ext cx="4658360" cy="2637720"/>
          </a:xfrm>
          <a:custGeom>
            <a:avLst/>
            <a:gdLst/>
            <a:ahLst/>
            <a:cxnLst/>
            <a:rect l="0" t="0" r="r" b="b"/>
            <a:pathLst>
              <a:path w="4658360" h="2637720">
                <a:moveTo>
                  <a:pt x="4606936" y="51423"/>
                </a:moveTo>
                <a:lnTo>
                  <a:pt x="4658360" y="51423"/>
                </a:lnTo>
                <a:lnTo>
                  <a:pt x="4658360" y="0"/>
                </a:lnTo>
                <a:lnTo>
                  <a:pt x="4606936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44" name="Shape 244"/>
          <p:cNvSpPr/>
          <p:nvPr/>
        </p:nvSpPr>
        <p:spPr>
          <a:xfrm>
            <a:off x="1762806" y="4064831"/>
            <a:ext cx="4709783" cy="2637720"/>
          </a:xfrm>
          <a:custGeom>
            <a:avLst/>
            <a:gdLst/>
            <a:ahLst/>
            <a:cxnLst/>
            <a:rect l="0" t="0" r="r" b="b"/>
            <a:pathLst>
              <a:path w="4709783" h="2637720">
                <a:moveTo>
                  <a:pt x="4658360" y="51423"/>
                </a:moveTo>
                <a:lnTo>
                  <a:pt x="4709783" y="51423"/>
                </a:lnTo>
                <a:lnTo>
                  <a:pt x="4709783" y="0"/>
                </a:lnTo>
                <a:lnTo>
                  <a:pt x="4658360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45" name="Shape 245"/>
          <p:cNvSpPr/>
          <p:nvPr/>
        </p:nvSpPr>
        <p:spPr>
          <a:xfrm>
            <a:off x="1762806" y="4064831"/>
            <a:ext cx="4761206" cy="2637720"/>
          </a:xfrm>
          <a:custGeom>
            <a:avLst/>
            <a:gdLst/>
            <a:ahLst/>
            <a:cxnLst/>
            <a:rect l="0" t="0" r="r" b="b"/>
            <a:pathLst>
              <a:path w="4761206" h="2637720">
                <a:moveTo>
                  <a:pt x="4709783" y="51423"/>
                </a:moveTo>
                <a:lnTo>
                  <a:pt x="4761206" y="51423"/>
                </a:lnTo>
                <a:lnTo>
                  <a:pt x="4761206" y="0"/>
                </a:lnTo>
                <a:lnTo>
                  <a:pt x="4709783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46" name="Shape 246"/>
          <p:cNvSpPr/>
          <p:nvPr/>
        </p:nvSpPr>
        <p:spPr>
          <a:xfrm>
            <a:off x="1762806" y="4064831"/>
            <a:ext cx="4812630" cy="2637720"/>
          </a:xfrm>
          <a:custGeom>
            <a:avLst/>
            <a:gdLst/>
            <a:ahLst/>
            <a:cxnLst/>
            <a:rect l="0" t="0" r="r" b="b"/>
            <a:pathLst>
              <a:path w="4812630" h="2637720">
                <a:moveTo>
                  <a:pt x="4761206" y="51423"/>
                </a:moveTo>
                <a:lnTo>
                  <a:pt x="4812630" y="51423"/>
                </a:lnTo>
                <a:lnTo>
                  <a:pt x="4812630" y="0"/>
                </a:lnTo>
                <a:lnTo>
                  <a:pt x="4761206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47" name="Shape 247"/>
          <p:cNvSpPr/>
          <p:nvPr/>
        </p:nvSpPr>
        <p:spPr>
          <a:xfrm>
            <a:off x="1762806" y="4064831"/>
            <a:ext cx="4864053" cy="2637720"/>
          </a:xfrm>
          <a:custGeom>
            <a:avLst/>
            <a:gdLst/>
            <a:ahLst/>
            <a:cxnLst/>
            <a:rect l="0" t="0" r="r" b="b"/>
            <a:pathLst>
              <a:path w="4864053" h="2637720">
                <a:moveTo>
                  <a:pt x="4812630" y="51423"/>
                </a:moveTo>
                <a:lnTo>
                  <a:pt x="4864053" y="51423"/>
                </a:lnTo>
                <a:lnTo>
                  <a:pt x="4864053" y="0"/>
                </a:lnTo>
                <a:lnTo>
                  <a:pt x="4812630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48" name="Shape 248"/>
          <p:cNvSpPr/>
          <p:nvPr/>
        </p:nvSpPr>
        <p:spPr>
          <a:xfrm>
            <a:off x="1762806" y="4116254"/>
            <a:ext cx="4504089" cy="2586297"/>
          </a:xfrm>
          <a:custGeom>
            <a:avLst/>
            <a:gdLst/>
            <a:ahLst/>
            <a:cxnLst/>
            <a:rect l="0" t="0" r="r" b="b"/>
            <a:pathLst>
              <a:path w="4504089" h="2586297">
                <a:moveTo>
                  <a:pt x="4452666" y="51423"/>
                </a:moveTo>
                <a:lnTo>
                  <a:pt x="4504089" y="51423"/>
                </a:lnTo>
                <a:lnTo>
                  <a:pt x="4504089" y="0"/>
                </a:lnTo>
                <a:lnTo>
                  <a:pt x="4452666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49" name="Shape 249"/>
          <p:cNvSpPr/>
          <p:nvPr/>
        </p:nvSpPr>
        <p:spPr>
          <a:xfrm>
            <a:off x="1762806" y="4116254"/>
            <a:ext cx="4555513" cy="2586297"/>
          </a:xfrm>
          <a:custGeom>
            <a:avLst/>
            <a:gdLst/>
            <a:ahLst/>
            <a:cxnLst/>
            <a:rect l="0" t="0" r="r" b="b"/>
            <a:pathLst>
              <a:path w="4555513" h="2586297">
                <a:moveTo>
                  <a:pt x="4504089" y="51423"/>
                </a:moveTo>
                <a:lnTo>
                  <a:pt x="4555513" y="51423"/>
                </a:lnTo>
                <a:lnTo>
                  <a:pt x="4555513" y="0"/>
                </a:lnTo>
                <a:lnTo>
                  <a:pt x="4504089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50" name="Shape 250"/>
          <p:cNvSpPr/>
          <p:nvPr/>
        </p:nvSpPr>
        <p:spPr>
          <a:xfrm>
            <a:off x="1762806" y="4116254"/>
            <a:ext cx="4606936" cy="2586297"/>
          </a:xfrm>
          <a:custGeom>
            <a:avLst/>
            <a:gdLst/>
            <a:ahLst/>
            <a:cxnLst/>
            <a:rect l="0" t="0" r="r" b="b"/>
            <a:pathLst>
              <a:path w="4606936" h="2586297">
                <a:moveTo>
                  <a:pt x="4555513" y="51423"/>
                </a:moveTo>
                <a:lnTo>
                  <a:pt x="4606936" y="51423"/>
                </a:lnTo>
                <a:lnTo>
                  <a:pt x="4606936" y="0"/>
                </a:lnTo>
                <a:lnTo>
                  <a:pt x="4555513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51" name="Shape 251"/>
          <p:cNvSpPr/>
          <p:nvPr/>
        </p:nvSpPr>
        <p:spPr>
          <a:xfrm>
            <a:off x="1762806" y="4116254"/>
            <a:ext cx="4658360" cy="2586297"/>
          </a:xfrm>
          <a:custGeom>
            <a:avLst/>
            <a:gdLst/>
            <a:ahLst/>
            <a:cxnLst/>
            <a:rect l="0" t="0" r="r" b="b"/>
            <a:pathLst>
              <a:path w="4658360" h="2586297">
                <a:moveTo>
                  <a:pt x="4606936" y="51423"/>
                </a:moveTo>
                <a:lnTo>
                  <a:pt x="4658360" y="51423"/>
                </a:lnTo>
                <a:lnTo>
                  <a:pt x="4658360" y="0"/>
                </a:lnTo>
                <a:lnTo>
                  <a:pt x="4606936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52" name="Shape 252"/>
          <p:cNvSpPr/>
          <p:nvPr/>
        </p:nvSpPr>
        <p:spPr>
          <a:xfrm>
            <a:off x="1762806" y="4116254"/>
            <a:ext cx="4709783" cy="2586297"/>
          </a:xfrm>
          <a:custGeom>
            <a:avLst/>
            <a:gdLst/>
            <a:ahLst/>
            <a:cxnLst/>
            <a:rect l="0" t="0" r="r" b="b"/>
            <a:pathLst>
              <a:path w="4709783" h="2586297">
                <a:moveTo>
                  <a:pt x="4658360" y="51423"/>
                </a:moveTo>
                <a:lnTo>
                  <a:pt x="4709783" y="51423"/>
                </a:lnTo>
                <a:lnTo>
                  <a:pt x="4709783" y="0"/>
                </a:lnTo>
                <a:lnTo>
                  <a:pt x="4658360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53" name="Shape 253"/>
          <p:cNvSpPr/>
          <p:nvPr/>
        </p:nvSpPr>
        <p:spPr>
          <a:xfrm>
            <a:off x="1762806" y="4116254"/>
            <a:ext cx="4761206" cy="2586297"/>
          </a:xfrm>
          <a:custGeom>
            <a:avLst/>
            <a:gdLst/>
            <a:ahLst/>
            <a:cxnLst/>
            <a:rect l="0" t="0" r="r" b="b"/>
            <a:pathLst>
              <a:path w="4761206" h="2586297">
                <a:moveTo>
                  <a:pt x="4709783" y="51423"/>
                </a:moveTo>
                <a:lnTo>
                  <a:pt x="4761206" y="51423"/>
                </a:lnTo>
                <a:lnTo>
                  <a:pt x="4761206" y="0"/>
                </a:lnTo>
                <a:lnTo>
                  <a:pt x="4709783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54" name="Shape 254"/>
          <p:cNvSpPr/>
          <p:nvPr/>
        </p:nvSpPr>
        <p:spPr>
          <a:xfrm>
            <a:off x="1762806" y="4116254"/>
            <a:ext cx="4812630" cy="2586297"/>
          </a:xfrm>
          <a:custGeom>
            <a:avLst/>
            <a:gdLst/>
            <a:ahLst/>
            <a:cxnLst/>
            <a:rect l="0" t="0" r="r" b="b"/>
            <a:pathLst>
              <a:path w="4812630" h="2586297">
                <a:moveTo>
                  <a:pt x="4761206" y="51423"/>
                </a:moveTo>
                <a:lnTo>
                  <a:pt x="4812630" y="51423"/>
                </a:lnTo>
                <a:lnTo>
                  <a:pt x="4812630" y="0"/>
                </a:lnTo>
                <a:lnTo>
                  <a:pt x="4761206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55" name="Shape 255"/>
          <p:cNvSpPr/>
          <p:nvPr/>
        </p:nvSpPr>
        <p:spPr>
          <a:xfrm>
            <a:off x="1762806" y="4116254"/>
            <a:ext cx="4864053" cy="2586297"/>
          </a:xfrm>
          <a:custGeom>
            <a:avLst/>
            <a:gdLst/>
            <a:ahLst/>
            <a:cxnLst/>
            <a:rect l="0" t="0" r="r" b="b"/>
            <a:pathLst>
              <a:path w="4864053" h="2586297">
                <a:moveTo>
                  <a:pt x="4812630" y="51423"/>
                </a:moveTo>
                <a:lnTo>
                  <a:pt x="4864053" y="51423"/>
                </a:lnTo>
                <a:lnTo>
                  <a:pt x="4864053" y="0"/>
                </a:lnTo>
                <a:lnTo>
                  <a:pt x="4812630" y="0"/>
                </a:lnTo>
                <a:close/>
              </a:path>
            </a:pathLst>
          </a:custGeom>
          <a:solidFill>
            <a:srgbClr val="6A6EA0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56" name="Shape 256"/>
          <p:cNvSpPr/>
          <p:nvPr/>
        </p:nvSpPr>
        <p:spPr>
          <a:xfrm>
            <a:off x="1762806" y="4167678"/>
            <a:ext cx="4504089" cy="2534873"/>
          </a:xfrm>
          <a:custGeom>
            <a:avLst/>
            <a:gdLst/>
            <a:ahLst/>
            <a:cxnLst/>
            <a:rect l="0" t="0" r="r" b="b"/>
            <a:pathLst>
              <a:path w="4504089" h="2534873">
                <a:moveTo>
                  <a:pt x="4452666" y="51423"/>
                </a:moveTo>
                <a:lnTo>
                  <a:pt x="4504089" y="51423"/>
                </a:lnTo>
                <a:lnTo>
                  <a:pt x="4504089" y="0"/>
                </a:lnTo>
                <a:lnTo>
                  <a:pt x="4452666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57" name="Shape 257"/>
          <p:cNvSpPr/>
          <p:nvPr/>
        </p:nvSpPr>
        <p:spPr>
          <a:xfrm>
            <a:off x="1762806" y="4167678"/>
            <a:ext cx="4555513" cy="2534873"/>
          </a:xfrm>
          <a:custGeom>
            <a:avLst/>
            <a:gdLst/>
            <a:ahLst/>
            <a:cxnLst/>
            <a:rect l="0" t="0" r="r" b="b"/>
            <a:pathLst>
              <a:path w="4555513" h="2534873">
                <a:moveTo>
                  <a:pt x="4504089" y="51423"/>
                </a:moveTo>
                <a:lnTo>
                  <a:pt x="4555513" y="51423"/>
                </a:lnTo>
                <a:lnTo>
                  <a:pt x="4555513" y="0"/>
                </a:lnTo>
                <a:lnTo>
                  <a:pt x="4504089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58" name="Shape 258"/>
          <p:cNvSpPr/>
          <p:nvPr/>
        </p:nvSpPr>
        <p:spPr>
          <a:xfrm>
            <a:off x="1762806" y="4167678"/>
            <a:ext cx="4606936" cy="2534873"/>
          </a:xfrm>
          <a:custGeom>
            <a:avLst/>
            <a:gdLst/>
            <a:ahLst/>
            <a:cxnLst/>
            <a:rect l="0" t="0" r="r" b="b"/>
            <a:pathLst>
              <a:path w="4606936" h="2534873">
                <a:moveTo>
                  <a:pt x="4555513" y="51423"/>
                </a:moveTo>
                <a:lnTo>
                  <a:pt x="4606936" y="51423"/>
                </a:lnTo>
                <a:lnTo>
                  <a:pt x="4606936" y="0"/>
                </a:lnTo>
                <a:lnTo>
                  <a:pt x="4555513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59" name="Shape 259"/>
          <p:cNvSpPr/>
          <p:nvPr/>
        </p:nvSpPr>
        <p:spPr>
          <a:xfrm>
            <a:off x="1762806" y="4167678"/>
            <a:ext cx="4658360" cy="2534873"/>
          </a:xfrm>
          <a:custGeom>
            <a:avLst/>
            <a:gdLst/>
            <a:ahLst/>
            <a:cxnLst/>
            <a:rect l="0" t="0" r="r" b="b"/>
            <a:pathLst>
              <a:path w="4658360" h="2534873">
                <a:moveTo>
                  <a:pt x="4606936" y="51423"/>
                </a:moveTo>
                <a:lnTo>
                  <a:pt x="4658360" y="51423"/>
                </a:lnTo>
                <a:lnTo>
                  <a:pt x="4658360" y="0"/>
                </a:lnTo>
                <a:lnTo>
                  <a:pt x="4606936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60" name="Shape 260"/>
          <p:cNvSpPr/>
          <p:nvPr/>
        </p:nvSpPr>
        <p:spPr>
          <a:xfrm>
            <a:off x="1762806" y="4167678"/>
            <a:ext cx="4709783" cy="2534873"/>
          </a:xfrm>
          <a:custGeom>
            <a:avLst/>
            <a:gdLst/>
            <a:ahLst/>
            <a:cxnLst/>
            <a:rect l="0" t="0" r="r" b="b"/>
            <a:pathLst>
              <a:path w="4709783" h="2534873">
                <a:moveTo>
                  <a:pt x="4658360" y="51423"/>
                </a:moveTo>
                <a:lnTo>
                  <a:pt x="4709783" y="51423"/>
                </a:lnTo>
                <a:lnTo>
                  <a:pt x="4709783" y="0"/>
                </a:lnTo>
                <a:lnTo>
                  <a:pt x="4658360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61" name="Shape 261"/>
          <p:cNvSpPr/>
          <p:nvPr/>
        </p:nvSpPr>
        <p:spPr>
          <a:xfrm>
            <a:off x="1762806" y="4167678"/>
            <a:ext cx="4761206" cy="2534873"/>
          </a:xfrm>
          <a:custGeom>
            <a:avLst/>
            <a:gdLst/>
            <a:ahLst/>
            <a:cxnLst/>
            <a:rect l="0" t="0" r="r" b="b"/>
            <a:pathLst>
              <a:path w="4761206" h="2534873">
                <a:moveTo>
                  <a:pt x="4709783" y="51423"/>
                </a:moveTo>
                <a:lnTo>
                  <a:pt x="4761206" y="51423"/>
                </a:lnTo>
                <a:lnTo>
                  <a:pt x="4761206" y="0"/>
                </a:lnTo>
                <a:lnTo>
                  <a:pt x="4709783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62" name="Shape 262"/>
          <p:cNvSpPr/>
          <p:nvPr/>
        </p:nvSpPr>
        <p:spPr>
          <a:xfrm>
            <a:off x="1762806" y="4167678"/>
            <a:ext cx="4812630" cy="2534873"/>
          </a:xfrm>
          <a:custGeom>
            <a:avLst/>
            <a:gdLst/>
            <a:ahLst/>
            <a:cxnLst/>
            <a:rect l="0" t="0" r="r" b="b"/>
            <a:pathLst>
              <a:path w="4812630" h="2534873">
                <a:moveTo>
                  <a:pt x="4761206" y="51423"/>
                </a:moveTo>
                <a:lnTo>
                  <a:pt x="4812630" y="51423"/>
                </a:lnTo>
                <a:lnTo>
                  <a:pt x="4812630" y="0"/>
                </a:lnTo>
                <a:lnTo>
                  <a:pt x="4761206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63" name="Shape 263"/>
          <p:cNvSpPr/>
          <p:nvPr/>
        </p:nvSpPr>
        <p:spPr>
          <a:xfrm>
            <a:off x="1762806" y="4167678"/>
            <a:ext cx="4864053" cy="2534873"/>
          </a:xfrm>
          <a:custGeom>
            <a:avLst/>
            <a:gdLst/>
            <a:ahLst/>
            <a:cxnLst/>
            <a:rect l="0" t="0" r="r" b="b"/>
            <a:pathLst>
              <a:path w="4864053" h="2534873">
                <a:moveTo>
                  <a:pt x="4812630" y="51423"/>
                </a:moveTo>
                <a:lnTo>
                  <a:pt x="4864053" y="51423"/>
                </a:lnTo>
                <a:lnTo>
                  <a:pt x="4864053" y="0"/>
                </a:lnTo>
                <a:lnTo>
                  <a:pt x="4812630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64" name="Shape 264"/>
          <p:cNvSpPr/>
          <p:nvPr/>
        </p:nvSpPr>
        <p:spPr>
          <a:xfrm>
            <a:off x="1762806" y="4219101"/>
            <a:ext cx="4504089" cy="2483450"/>
          </a:xfrm>
          <a:custGeom>
            <a:avLst/>
            <a:gdLst/>
            <a:ahLst/>
            <a:cxnLst/>
            <a:rect l="0" t="0" r="r" b="b"/>
            <a:pathLst>
              <a:path w="4504089" h="2483450">
                <a:moveTo>
                  <a:pt x="4452666" y="51423"/>
                </a:moveTo>
                <a:lnTo>
                  <a:pt x="4504089" y="51423"/>
                </a:lnTo>
                <a:lnTo>
                  <a:pt x="4504089" y="0"/>
                </a:lnTo>
                <a:lnTo>
                  <a:pt x="4452666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65" name="Shape 265"/>
          <p:cNvSpPr/>
          <p:nvPr/>
        </p:nvSpPr>
        <p:spPr>
          <a:xfrm>
            <a:off x="1762806" y="4219101"/>
            <a:ext cx="4555513" cy="2483450"/>
          </a:xfrm>
          <a:custGeom>
            <a:avLst/>
            <a:gdLst/>
            <a:ahLst/>
            <a:cxnLst/>
            <a:rect l="0" t="0" r="r" b="b"/>
            <a:pathLst>
              <a:path w="4555513" h="2483450">
                <a:moveTo>
                  <a:pt x="4504089" y="51423"/>
                </a:moveTo>
                <a:lnTo>
                  <a:pt x="4555513" y="51423"/>
                </a:lnTo>
                <a:lnTo>
                  <a:pt x="4555513" y="0"/>
                </a:lnTo>
                <a:lnTo>
                  <a:pt x="4504089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66" name="Shape 266"/>
          <p:cNvSpPr/>
          <p:nvPr/>
        </p:nvSpPr>
        <p:spPr>
          <a:xfrm>
            <a:off x="1762806" y="4219101"/>
            <a:ext cx="4606936" cy="2483450"/>
          </a:xfrm>
          <a:custGeom>
            <a:avLst/>
            <a:gdLst/>
            <a:ahLst/>
            <a:cxnLst/>
            <a:rect l="0" t="0" r="r" b="b"/>
            <a:pathLst>
              <a:path w="4606936" h="2483450">
                <a:moveTo>
                  <a:pt x="4555513" y="51423"/>
                </a:moveTo>
                <a:lnTo>
                  <a:pt x="4606936" y="51423"/>
                </a:lnTo>
                <a:lnTo>
                  <a:pt x="4606936" y="0"/>
                </a:lnTo>
                <a:lnTo>
                  <a:pt x="4555513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67" name="Shape 267"/>
          <p:cNvSpPr/>
          <p:nvPr/>
        </p:nvSpPr>
        <p:spPr>
          <a:xfrm>
            <a:off x="1762806" y="4219101"/>
            <a:ext cx="4658360" cy="2483450"/>
          </a:xfrm>
          <a:custGeom>
            <a:avLst/>
            <a:gdLst/>
            <a:ahLst/>
            <a:cxnLst/>
            <a:rect l="0" t="0" r="r" b="b"/>
            <a:pathLst>
              <a:path w="4658360" h="2483450">
                <a:moveTo>
                  <a:pt x="4606936" y="51423"/>
                </a:moveTo>
                <a:lnTo>
                  <a:pt x="4658360" y="51423"/>
                </a:lnTo>
                <a:lnTo>
                  <a:pt x="4658360" y="0"/>
                </a:lnTo>
                <a:lnTo>
                  <a:pt x="4606936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68" name="Shape 268"/>
          <p:cNvSpPr/>
          <p:nvPr/>
        </p:nvSpPr>
        <p:spPr>
          <a:xfrm>
            <a:off x="1762806" y="4219101"/>
            <a:ext cx="4709783" cy="2483450"/>
          </a:xfrm>
          <a:custGeom>
            <a:avLst/>
            <a:gdLst/>
            <a:ahLst/>
            <a:cxnLst/>
            <a:rect l="0" t="0" r="r" b="b"/>
            <a:pathLst>
              <a:path w="4709783" h="2483450">
                <a:moveTo>
                  <a:pt x="4658360" y="51423"/>
                </a:moveTo>
                <a:lnTo>
                  <a:pt x="4709783" y="51423"/>
                </a:lnTo>
                <a:lnTo>
                  <a:pt x="4709783" y="0"/>
                </a:lnTo>
                <a:lnTo>
                  <a:pt x="4658360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69" name="Shape 269"/>
          <p:cNvSpPr/>
          <p:nvPr/>
        </p:nvSpPr>
        <p:spPr>
          <a:xfrm>
            <a:off x="1762806" y="4219101"/>
            <a:ext cx="4761206" cy="2483450"/>
          </a:xfrm>
          <a:custGeom>
            <a:avLst/>
            <a:gdLst/>
            <a:ahLst/>
            <a:cxnLst/>
            <a:rect l="0" t="0" r="r" b="b"/>
            <a:pathLst>
              <a:path w="4761206" h="2483450">
                <a:moveTo>
                  <a:pt x="4709783" y="51423"/>
                </a:moveTo>
                <a:lnTo>
                  <a:pt x="4761206" y="51423"/>
                </a:lnTo>
                <a:lnTo>
                  <a:pt x="4761206" y="0"/>
                </a:lnTo>
                <a:lnTo>
                  <a:pt x="4709783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70" name="Shape 270"/>
          <p:cNvSpPr/>
          <p:nvPr/>
        </p:nvSpPr>
        <p:spPr>
          <a:xfrm>
            <a:off x="1762806" y="4219101"/>
            <a:ext cx="4812630" cy="2483450"/>
          </a:xfrm>
          <a:custGeom>
            <a:avLst/>
            <a:gdLst/>
            <a:ahLst/>
            <a:cxnLst/>
            <a:rect l="0" t="0" r="r" b="b"/>
            <a:pathLst>
              <a:path w="4812630" h="2483450">
                <a:moveTo>
                  <a:pt x="4761206" y="51423"/>
                </a:moveTo>
                <a:lnTo>
                  <a:pt x="4812630" y="51423"/>
                </a:lnTo>
                <a:lnTo>
                  <a:pt x="4812630" y="0"/>
                </a:lnTo>
                <a:lnTo>
                  <a:pt x="4761206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71" name="Shape 271"/>
          <p:cNvSpPr/>
          <p:nvPr/>
        </p:nvSpPr>
        <p:spPr>
          <a:xfrm>
            <a:off x="1762806" y="4219101"/>
            <a:ext cx="4864053" cy="2483450"/>
          </a:xfrm>
          <a:custGeom>
            <a:avLst/>
            <a:gdLst/>
            <a:ahLst/>
            <a:cxnLst/>
            <a:rect l="0" t="0" r="r" b="b"/>
            <a:pathLst>
              <a:path w="4864053" h="2483450">
                <a:moveTo>
                  <a:pt x="4812630" y="51423"/>
                </a:moveTo>
                <a:lnTo>
                  <a:pt x="4864053" y="51423"/>
                </a:lnTo>
                <a:lnTo>
                  <a:pt x="4864053" y="0"/>
                </a:lnTo>
                <a:lnTo>
                  <a:pt x="4812630" y="0"/>
                </a:lnTo>
                <a:close/>
              </a:path>
            </a:pathLst>
          </a:custGeom>
          <a:solidFill>
            <a:srgbClr val="22855A">
              <a:alpha val="64000"/>
            </a:srgbClr>
          </a:solidFill>
          <a:ln w="5881" cap="flat">
            <a:solidFill>
              <a:srgbClr val="FFFFFF">
                <a:alpha val="64000"/>
              </a:srgbClr>
            </a:solidFill>
            <a:miter lim="800000"/>
          </a:ln>
        </p:spPr>
      </p:sp>
      <p:sp>
        <p:nvSpPr>
          <p:cNvPr id="272" name="Shape 272"/>
          <p:cNvSpPr/>
          <p:nvPr/>
        </p:nvSpPr>
        <p:spPr>
          <a:xfrm>
            <a:off x="1767470" y="1408307"/>
            <a:ext cx="1394592" cy="5276826"/>
          </a:xfrm>
          <a:custGeom>
            <a:avLst/>
            <a:gdLst/>
            <a:ahLst/>
            <a:cxnLst/>
            <a:rect l="0" t="0" r="r" b="b"/>
            <a:pathLst>
              <a:path w="1394592" h="5276826">
                <a:moveTo>
                  <a:pt x="1394592" y="68787"/>
                </a:moveTo>
                <a:lnTo>
                  <a:pt x="1294865" y="109429"/>
                </a:lnTo>
                <a:lnTo>
                  <a:pt x="1285685" y="40579"/>
                </a:lnTo>
                <a:lnTo>
                  <a:pt x="1386401" y="0"/>
                </a:lnTo>
                <a:close/>
              </a:path>
            </a:pathLst>
          </a:custGeom>
          <a:solidFill>
            <a:srgbClr val="FFFFFF"/>
          </a:solidFill>
          <a:ln w="8402" cap="flat">
            <a:solidFill>
              <a:srgbClr val="1F2126"/>
            </a:solidFill>
            <a:round/>
          </a:ln>
        </p:spPr>
      </p:sp>
      <p:sp>
        <p:nvSpPr>
          <p:cNvPr id="273" name="Shape 273"/>
          <p:cNvSpPr/>
          <p:nvPr/>
        </p:nvSpPr>
        <p:spPr>
          <a:xfrm>
            <a:off x="1770221" y="1442939"/>
            <a:ext cx="2217143" cy="5242265"/>
          </a:xfrm>
          <a:custGeom>
            <a:avLst/>
            <a:gdLst/>
            <a:ahLst/>
            <a:cxnLst/>
            <a:rect l="0" t="0" r="r" b="b"/>
            <a:pathLst>
              <a:path w="2217143" h="5242265">
                <a:moveTo>
                  <a:pt x="2217143" y="55420"/>
                </a:moveTo>
                <a:lnTo>
                  <a:pt x="2099572" y="21074"/>
                </a:lnTo>
                <a:lnTo>
                  <a:pt x="2079711" y="0"/>
                </a:lnTo>
                <a:lnTo>
                  <a:pt x="2198894" y="34733"/>
                </a:lnTo>
                <a:close/>
              </a:path>
            </a:pathLst>
          </a:custGeom>
          <a:solidFill>
            <a:srgbClr val="FFFFFF"/>
          </a:solidFill>
          <a:ln w="8402" cap="flat">
            <a:solidFill>
              <a:srgbClr val="1F2126"/>
            </a:solidFill>
            <a:round/>
          </a:ln>
        </p:spPr>
      </p:sp>
      <p:sp>
        <p:nvSpPr>
          <p:cNvPr id="274" name="Shape 274"/>
          <p:cNvSpPr/>
          <p:nvPr/>
        </p:nvSpPr>
        <p:spPr>
          <a:xfrm>
            <a:off x="1772894" y="1744336"/>
            <a:ext cx="3021792" cy="4942191"/>
          </a:xfrm>
          <a:custGeom>
            <a:avLst/>
            <a:gdLst/>
            <a:ahLst/>
            <a:cxnLst/>
            <a:rect l="0" t="0" r="r" b="b"/>
            <a:pathLst>
              <a:path w="3021792" h="4942191">
                <a:moveTo>
                  <a:pt x="3016322" y="151090"/>
                </a:moveTo>
                <a:lnTo>
                  <a:pt x="2980540" y="64945"/>
                </a:lnTo>
                <a:lnTo>
                  <a:pt x="2985547" y="0"/>
                </a:lnTo>
                <a:lnTo>
                  <a:pt x="3021792" y="86256"/>
                </a:lnTo>
                <a:close/>
              </a:path>
            </a:pathLst>
          </a:custGeom>
          <a:solidFill>
            <a:srgbClr val="FFFFFF"/>
          </a:solidFill>
          <a:ln w="8402" cap="flat">
            <a:solidFill>
              <a:srgbClr val="1F2126"/>
            </a:solidFill>
            <a:round/>
          </a:ln>
        </p:spPr>
      </p:sp>
      <p:sp>
        <p:nvSpPr>
          <p:cNvPr id="275" name="Shape 275"/>
          <p:cNvSpPr/>
          <p:nvPr/>
        </p:nvSpPr>
        <p:spPr>
          <a:xfrm>
            <a:off x="7346788" y="1886896"/>
            <a:ext cx="1" cy="266192"/>
          </a:xfrm>
          <a:custGeom>
            <a:avLst/>
            <a:gdLst/>
            <a:ahLst/>
            <a:cxnLst/>
            <a:rect l="0" t="0" r="r" b="b"/>
            <a:pathLst>
              <a:path w="1" h="266192" fill="none">
                <a:moveTo>
                  <a:pt x="0" y="266192"/>
                </a:moveTo>
                <a:lnTo>
                  <a:pt x="0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76" name="Shape 276"/>
          <p:cNvSpPr/>
          <p:nvPr/>
        </p:nvSpPr>
        <p:spPr>
          <a:xfrm>
            <a:off x="7280240" y="2086540"/>
            <a:ext cx="266191" cy="1"/>
          </a:xfrm>
          <a:custGeom>
            <a:avLst/>
            <a:gdLst/>
            <a:ahLst/>
            <a:cxnLst/>
            <a:rect l="0" t="0" r="r" b="b"/>
            <a:pathLst>
              <a:path w="266191" h="1" fill="none">
                <a:moveTo>
                  <a:pt x="0" y="0"/>
                </a:moveTo>
                <a:lnTo>
                  <a:pt x="266191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77" name="Shape 277"/>
          <p:cNvSpPr/>
          <p:nvPr/>
        </p:nvSpPr>
        <p:spPr>
          <a:xfrm>
            <a:off x="7413336" y="1886896"/>
            <a:ext cx="1" cy="266192"/>
          </a:xfrm>
          <a:custGeom>
            <a:avLst/>
            <a:gdLst/>
            <a:ahLst/>
            <a:cxnLst/>
            <a:rect l="0" t="0" r="r" b="b"/>
            <a:pathLst>
              <a:path w="1" h="266192" fill="none">
                <a:moveTo>
                  <a:pt x="0" y="266192"/>
                </a:moveTo>
                <a:lnTo>
                  <a:pt x="0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78" name="Shape 278"/>
          <p:cNvSpPr/>
          <p:nvPr/>
        </p:nvSpPr>
        <p:spPr>
          <a:xfrm>
            <a:off x="7280240" y="2019992"/>
            <a:ext cx="266191" cy="1"/>
          </a:xfrm>
          <a:custGeom>
            <a:avLst/>
            <a:gdLst/>
            <a:ahLst/>
            <a:cxnLst/>
            <a:rect l="0" t="0" r="r" b="b"/>
            <a:pathLst>
              <a:path w="266191" h="1" fill="none">
                <a:moveTo>
                  <a:pt x="0" y="0"/>
                </a:moveTo>
                <a:lnTo>
                  <a:pt x="266191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79" name="Shape 279"/>
          <p:cNvSpPr/>
          <p:nvPr/>
        </p:nvSpPr>
        <p:spPr>
          <a:xfrm>
            <a:off x="7479884" y="1886896"/>
            <a:ext cx="1" cy="266192"/>
          </a:xfrm>
          <a:custGeom>
            <a:avLst/>
            <a:gdLst/>
            <a:ahLst/>
            <a:cxnLst/>
            <a:rect l="0" t="0" r="r" b="b"/>
            <a:pathLst>
              <a:path w="1" h="266192" fill="none">
                <a:moveTo>
                  <a:pt x="0" y="266192"/>
                </a:moveTo>
                <a:lnTo>
                  <a:pt x="0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80" name="Shape 280"/>
          <p:cNvSpPr/>
          <p:nvPr/>
        </p:nvSpPr>
        <p:spPr>
          <a:xfrm>
            <a:off x="7280240" y="1953444"/>
            <a:ext cx="266191" cy="1"/>
          </a:xfrm>
          <a:custGeom>
            <a:avLst/>
            <a:gdLst/>
            <a:ahLst/>
            <a:cxnLst/>
            <a:rect l="0" t="0" r="r" b="b"/>
            <a:pathLst>
              <a:path w="266191" h="1" fill="none">
                <a:moveTo>
                  <a:pt x="0" y="0"/>
                </a:moveTo>
                <a:lnTo>
                  <a:pt x="266191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81" name="Shape 281"/>
          <p:cNvSpPr/>
          <p:nvPr/>
        </p:nvSpPr>
        <p:spPr>
          <a:xfrm>
            <a:off x="7346788" y="2467679"/>
            <a:ext cx="1" cy="266191"/>
          </a:xfrm>
          <a:custGeom>
            <a:avLst/>
            <a:gdLst/>
            <a:ahLst/>
            <a:cxnLst/>
            <a:rect l="0" t="0" r="r" b="b"/>
            <a:pathLst>
              <a:path w="1" h="266191" fill="none">
                <a:moveTo>
                  <a:pt x="0" y="266191"/>
                </a:moveTo>
                <a:lnTo>
                  <a:pt x="0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82" name="Shape 282"/>
          <p:cNvSpPr/>
          <p:nvPr/>
        </p:nvSpPr>
        <p:spPr>
          <a:xfrm>
            <a:off x="7280240" y="2667323"/>
            <a:ext cx="266191" cy="1"/>
          </a:xfrm>
          <a:custGeom>
            <a:avLst/>
            <a:gdLst/>
            <a:ahLst/>
            <a:cxnLst/>
            <a:rect l="0" t="0" r="r" b="b"/>
            <a:pathLst>
              <a:path w="266191" h="1" fill="none">
                <a:moveTo>
                  <a:pt x="0" y="0"/>
                </a:moveTo>
                <a:lnTo>
                  <a:pt x="266191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83" name="Shape 283"/>
          <p:cNvSpPr/>
          <p:nvPr/>
        </p:nvSpPr>
        <p:spPr>
          <a:xfrm>
            <a:off x="7413336" y="2467679"/>
            <a:ext cx="1" cy="266191"/>
          </a:xfrm>
          <a:custGeom>
            <a:avLst/>
            <a:gdLst/>
            <a:ahLst/>
            <a:cxnLst/>
            <a:rect l="0" t="0" r="r" b="b"/>
            <a:pathLst>
              <a:path w="1" h="266191" fill="none">
                <a:moveTo>
                  <a:pt x="0" y="266191"/>
                </a:moveTo>
                <a:lnTo>
                  <a:pt x="0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84" name="Shape 284"/>
          <p:cNvSpPr/>
          <p:nvPr/>
        </p:nvSpPr>
        <p:spPr>
          <a:xfrm>
            <a:off x="7280240" y="2600775"/>
            <a:ext cx="266191" cy="1"/>
          </a:xfrm>
          <a:custGeom>
            <a:avLst/>
            <a:gdLst/>
            <a:ahLst/>
            <a:cxnLst/>
            <a:rect l="0" t="0" r="r" b="b"/>
            <a:pathLst>
              <a:path w="266191" h="1" fill="none">
                <a:moveTo>
                  <a:pt x="0" y="0"/>
                </a:moveTo>
                <a:lnTo>
                  <a:pt x="266191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85" name="Shape 285"/>
          <p:cNvSpPr/>
          <p:nvPr/>
        </p:nvSpPr>
        <p:spPr>
          <a:xfrm>
            <a:off x="7479884" y="2467679"/>
            <a:ext cx="1" cy="266191"/>
          </a:xfrm>
          <a:custGeom>
            <a:avLst/>
            <a:gdLst/>
            <a:ahLst/>
            <a:cxnLst/>
            <a:rect l="0" t="0" r="r" b="b"/>
            <a:pathLst>
              <a:path w="1" h="266191" fill="none">
                <a:moveTo>
                  <a:pt x="0" y="266191"/>
                </a:moveTo>
                <a:lnTo>
                  <a:pt x="0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86" name="Shape 286"/>
          <p:cNvSpPr/>
          <p:nvPr/>
        </p:nvSpPr>
        <p:spPr>
          <a:xfrm>
            <a:off x="7280240" y="2534227"/>
            <a:ext cx="266191" cy="1"/>
          </a:xfrm>
          <a:custGeom>
            <a:avLst/>
            <a:gdLst/>
            <a:ahLst/>
            <a:cxnLst/>
            <a:rect l="0" t="0" r="r" b="b"/>
            <a:pathLst>
              <a:path w="266191" h="1" fill="none">
                <a:moveTo>
                  <a:pt x="0" y="0"/>
                </a:moveTo>
                <a:lnTo>
                  <a:pt x="266191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87" name="Shape 287"/>
          <p:cNvSpPr/>
          <p:nvPr/>
        </p:nvSpPr>
        <p:spPr>
          <a:xfrm>
            <a:off x="7407286" y="2552376"/>
            <a:ext cx="1" cy="266192"/>
          </a:xfrm>
          <a:custGeom>
            <a:avLst/>
            <a:gdLst/>
            <a:ahLst/>
            <a:cxnLst/>
            <a:rect l="0" t="0" r="r" b="b"/>
            <a:pathLst>
              <a:path w="1" h="266192" fill="none">
                <a:moveTo>
                  <a:pt x="0" y="266192"/>
                </a:moveTo>
                <a:lnTo>
                  <a:pt x="0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88" name="Shape 288"/>
          <p:cNvSpPr/>
          <p:nvPr/>
        </p:nvSpPr>
        <p:spPr>
          <a:xfrm>
            <a:off x="7340738" y="2752020"/>
            <a:ext cx="266192" cy="1"/>
          </a:xfrm>
          <a:custGeom>
            <a:avLst/>
            <a:gdLst/>
            <a:ahLst/>
            <a:cxnLst/>
            <a:rect l="0" t="0" r="r" b="b"/>
            <a:pathLst>
              <a:path w="266192" h="1" fill="none">
                <a:moveTo>
                  <a:pt x="0" y="0"/>
                </a:moveTo>
                <a:lnTo>
                  <a:pt x="266192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89" name="Shape 289"/>
          <p:cNvSpPr/>
          <p:nvPr/>
        </p:nvSpPr>
        <p:spPr>
          <a:xfrm>
            <a:off x="7473834" y="2552376"/>
            <a:ext cx="1" cy="266192"/>
          </a:xfrm>
          <a:custGeom>
            <a:avLst/>
            <a:gdLst/>
            <a:ahLst/>
            <a:cxnLst/>
            <a:rect l="0" t="0" r="r" b="b"/>
            <a:pathLst>
              <a:path w="1" h="266192" fill="none">
                <a:moveTo>
                  <a:pt x="0" y="266192"/>
                </a:moveTo>
                <a:lnTo>
                  <a:pt x="0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90" name="Shape 290"/>
          <p:cNvSpPr/>
          <p:nvPr/>
        </p:nvSpPr>
        <p:spPr>
          <a:xfrm>
            <a:off x="7340738" y="2685472"/>
            <a:ext cx="266192" cy="1"/>
          </a:xfrm>
          <a:custGeom>
            <a:avLst/>
            <a:gdLst/>
            <a:ahLst/>
            <a:cxnLst/>
            <a:rect l="0" t="0" r="r" b="b"/>
            <a:pathLst>
              <a:path w="266192" h="1" fill="none">
                <a:moveTo>
                  <a:pt x="0" y="0"/>
                </a:moveTo>
                <a:lnTo>
                  <a:pt x="266192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91" name="Shape 291"/>
          <p:cNvSpPr/>
          <p:nvPr/>
        </p:nvSpPr>
        <p:spPr>
          <a:xfrm>
            <a:off x="7540382" y="2552376"/>
            <a:ext cx="1" cy="266192"/>
          </a:xfrm>
          <a:custGeom>
            <a:avLst/>
            <a:gdLst/>
            <a:ahLst/>
            <a:cxnLst/>
            <a:rect l="0" t="0" r="r" b="b"/>
            <a:pathLst>
              <a:path w="1" h="266192" fill="none">
                <a:moveTo>
                  <a:pt x="0" y="266192"/>
                </a:moveTo>
                <a:lnTo>
                  <a:pt x="0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92" name="Shape 292"/>
          <p:cNvSpPr/>
          <p:nvPr/>
        </p:nvSpPr>
        <p:spPr>
          <a:xfrm>
            <a:off x="7340738" y="2618924"/>
            <a:ext cx="266192" cy="1"/>
          </a:xfrm>
          <a:custGeom>
            <a:avLst/>
            <a:gdLst/>
            <a:ahLst/>
            <a:cxnLst/>
            <a:rect l="0" t="0" r="r" b="b"/>
            <a:pathLst>
              <a:path w="266192" h="1" fill="none">
                <a:moveTo>
                  <a:pt x="0" y="0"/>
                </a:moveTo>
                <a:lnTo>
                  <a:pt x="266192" y="0"/>
                </a:lnTo>
              </a:path>
            </a:pathLst>
          </a:custGeom>
          <a:noFill/>
          <a:ln w="3361" cap="rnd">
            <a:solidFill>
              <a:srgbClr val="6A6EA0">
                <a:alpha val="50000"/>
              </a:srgbClr>
            </a:solidFill>
            <a:round/>
          </a:ln>
        </p:spPr>
      </p:sp>
      <p:sp>
        <p:nvSpPr>
          <p:cNvPr id="293" name="Shape 293"/>
          <p:cNvSpPr/>
          <p:nvPr/>
        </p:nvSpPr>
        <p:spPr>
          <a:xfrm>
            <a:off x="1901952" y="840278"/>
            <a:ext cx="205693" cy="205693"/>
          </a:xfrm>
          <a:custGeom>
            <a:avLst/>
            <a:gdLst/>
            <a:ahLst/>
            <a:cxnLst/>
            <a:rect l="0" t="0" r="r" b="b"/>
            <a:pathLst>
              <a:path w="205693" h="205693">
                <a:moveTo>
                  <a:pt x="92653" y="205355"/>
                </a:moveTo>
                <a:lnTo>
                  <a:pt x="72884" y="201403"/>
                </a:lnTo>
                <a:lnTo>
                  <a:pt x="54343" y="193723"/>
                </a:lnTo>
                <a:lnTo>
                  <a:pt x="37570" y="182539"/>
                </a:lnTo>
                <a:lnTo>
                  <a:pt x="30123" y="175570"/>
                </a:lnTo>
                <a:lnTo>
                  <a:pt x="23154" y="168123"/>
                </a:lnTo>
                <a:lnTo>
                  <a:pt x="11970" y="151350"/>
                </a:lnTo>
                <a:lnTo>
                  <a:pt x="4290" y="132809"/>
                </a:lnTo>
                <a:lnTo>
                  <a:pt x="338" y="113040"/>
                </a:lnTo>
                <a:lnTo>
                  <a:pt x="0" y="102846"/>
                </a:lnTo>
                <a:lnTo>
                  <a:pt x="338" y="92653"/>
                </a:lnTo>
                <a:lnTo>
                  <a:pt x="4290" y="72884"/>
                </a:lnTo>
                <a:lnTo>
                  <a:pt x="11970" y="54343"/>
                </a:lnTo>
                <a:lnTo>
                  <a:pt x="23154" y="37570"/>
                </a:lnTo>
                <a:lnTo>
                  <a:pt x="30123" y="30123"/>
                </a:lnTo>
                <a:lnTo>
                  <a:pt x="37570" y="23154"/>
                </a:lnTo>
                <a:lnTo>
                  <a:pt x="54343" y="11970"/>
                </a:lnTo>
                <a:lnTo>
                  <a:pt x="72884" y="4290"/>
                </a:lnTo>
                <a:lnTo>
                  <a:pt x="92653" y="338"/>
                </a:lnTo>
                <a:lnTo>
                  <a:pt x="102846" y="0"/>
                </a:lnTo>
                <a:lnTo>
                  <a:pt x="113040" y="338"/>
                </a:lnTo>
                <a:lnTo>
                  <a:pt x="132809" y="4290"/>
                </a:lnTo>
                <a:lnTo>
                  <a:pt x="151350" y="11970"/>
                </a:lnTo>
                <a:lnTo>
                  <a:pt x="168123" y="23154"/>
                </a:lnTo>
                <a:lnTo>
                  <a:pt x="175570" y="30123"/>
                </a:lnTo>
                <a:lnTo>
                  <a:pt x="182539" y="37570"/>
                </a:lnTo>
                <a:lnTo>
                  <a:pt x="193723" y="54343"/>
                </a:lnTo>
                <a:lnTo>
                  <a:pt x="201403" y="72884"/>
                </a:lnTo>
                <a:lnTo>
                  <a:pt x="205355" y="92653"/>
                </a:lnTo>
                <a:lnTo>
                  <a:pt x="205693" y="102846"/>
                </a:lnTo>
                <a:lnTo>
                  <a:pt x="205355" y="113040"/>
                </a:lnTo>
                <a:lnTo>
                  <a:pt x="201403" y="132809"/>
                </a:lnTo>
                <a:lnTo>
                  <a:pt x="193723" y="151350"/>
                </a:lnTo>
                <a:lnTo>
                  <a:pt x="182539" y="168123"/>
                </a:lnTo>
                <a:lnTo>
                  <a:pt x="175570" y="175570"/>
                </a:lnTo>
                <a:lnTo>
                  <a:pt x="168123" y="182539"/>
                </a:lnTo>
                <a:lnTo>
                  <a:pt x="151350" y="193723"/>
                </a:lnTo>
                <a:lnTo>
                  <a:pt x="132809" y="201403"/>
                </a:lnTo>
                <a:lnTo>
                  <a:pt x="113040" y="205355"/>
                </a:lnTo>
                <a:lnTo>
                  <a:pt x="102846" y="205693"/>
                </a:lnTo>
                <a:lnTo>
                  <a:pt x="92653" y="205355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94" name="Text 294"/>
          <p:cNvSpPr txBox="1"/>
          <p:nvPr/>
        </p:nvSpPr>
        <p:spPr>
          <a:xfrm>
            <a:off x="1912797" y="884408"/>
            <a:ext cx="184002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2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a</a:t>
            </a:r>
          </a:p>
        </p:txBody>
      </p:sp>
      <p:sp>
        <p:nvSpPr>
          <p:cNvPr id="295" name="Text 295"/>
          <p:cNvSpPr txBox="1"/>
          <p:nvPr/>
        </p:nvSpPr>
        <p:spPr>
          <a:xfrm>
            <a:off x="2174193" y="873653"/>
            <a:ext cx="2163965" cy="1638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3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Self-labelling data engine</a:t>
            </a:r>
          </a:p>
        </p:txBody>
      </p:sp>
      <p:sp>
        <p:nvSpPr>
          <p:cNvPr id="296" name="Text 296"/>
          <p:cNvSpPr txBox="1"/>
          <p:nvPr/>
        </p:nvSpPr>
        <p:spPr>
          <a:xfrm>
            <a:off x="3342122" y="1743706"/>
            <a:ext cx="505247" cy="117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41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subject</a:t>
            </a:r>
          </a:p>
        </p:txBody>
      </p:sp>
      <p:sp>
        <p:nvSpPr>
          <p:cNvPr id="297" name="Shape 297"/>
          <p:cNvSpPr/>
          <p:nvPr/>
        </p:nvSpPr>
        <p:spPr>
          <a:xfrm>
            <a:off x="4470735" y="2254846"/>
            <a:ext cx="96678" cy="114027"/>
          </a:xfrm>
          <a:custGeom>
            <a:avLst/>
            <a:gdLst/>
            <a:ahLst/>
            <a:cxnLst/>
            <a:rect l="0" t="0" r="r" b="b"/>
            <a:pathLst>
              <a:path w="96678" h="114027" fill="none">
                <a:moveTo>
                  <a:pt x="0" y="0"/>
                </a:moveTo>
                <a:lnTo>
                  <a:pt x="13853" y="14946"/>
                </a:lnTo>
                <a:lnTo>
                  <a:pt x="27765" y="30344"/>
                </a:lnTo>
                <a:lnTo>
                  <a:pt x="41697" y="46195"/>
                </a:lnTo>
                <a:lnTo>
                  <a:pt x="55606" y="62496"/>
                </a:lnTo>
                <a:lnTo>
                  <a:pt x="69444" y="79242"/>
                </a:lnTo>
                <a:lnTo>
                  <a:pt x="83155" y="96424"/>
                </a:lnTo>
                <a:lnTo>
                  <a:pt x="96678" y="114027"/>
                </a:lnTo>
              </a:path>
            </a:pathLst>
          </a:custGeom>
          <a:noFill/>
          <a:ln w="21846" cap="rnd">
            <a:solidFill>
              <a:srgbClr val="A6D9BE"/>
            </a:solidFill>
            <a:round/>
          </a:ln>
        </p:spPr>
      </p:sp>
      <p:sp>
        <p:nvSpPr>
          <p:cNvPr id="298" name="Shape 298"/>
          <p:cNvSpPr/>
          <p:nvPr/>
        </p:nvSpPr>
        <p:spPr>
          <a:xfrm>
            <a:off x="4567338" y="2368770"/>
            <a:ext cx="6708" cy="9105"/>
          </a:xfrm>
          <a:custGeom>
            <a:avLst/>
            <a:gdLst/>
            <a:ahLst/>
            <a:cxnLst/>
            <a:rect l="0" t="0" r="r" b="b"/>
            <a:pathLst>
              <a:path w="6708" h="9105" fill="none">
                <a:moveTo>
                  <a:pt x="76" y="103"/>
                </a:moveTo>
                <a:quadBezTo>
                  <a:pt x="6708" y="9105"/>
                  <a:pt x="0" y="0"/>
                </a:quadBezTo>
              </a:path>
            </a:pathLst>
          </a:custGeom>
          <a:noFill/>
          <a:ln w="21846" cap="rnd">
            <a:solidFill>
              <a:srgbClr val="A6D9BE"/>
            </a:solidFill>
            <a:miter lim="800000"/>
          </a:ln>
        </p:spPr>
      </p:sp>
      <p:sp>
        <p:nvSpPr>
          <p:cNvPr id="299" name="Shape 299"/>
          <p:cNvSpPr/>
          <p:nvPr/>
        </p:nvSpPr>
        <p:spPr>
          <a:xfrm>
            <a:off x="1762806" y="2306992"/>
            <a:ext cx="2804531" cy="4395559"/>
          </a:xfrm>
          <a:custGeom>
            <a:avLst/>
            <a:gdLst/>
            <a:ahLst/>
            <a:cxnLst/>
            <a:rect l="0" t="0" r="r" b="b"/>
            <a:pathLst>
              <a:path w="2804531" h="4395559">
                <a:moveTo>
                  <a:pt x="2796588" y="0"/>
                </a:moveTo>
                <a:lnTo>
                  <a:pt x="2804531" y="61778"/>
                </a:lnTo>
                <a:lnTo>
                  <a:pt x="2747882" y="35885"/>
                </a:lnTo>
                <a:close/>
              </a:path>
            </a:pathLst>
          </a:custGeom>
          <a:solidFill>
            <a:srgbClr val="A6D9BE"/>
          </a:solidFill>
          <a:ln w="21846" cap="rnd">
            <a:solidFill>
              <a:srgbClr val="A6D9BE"/>
            </a:solidFill>
            <a:miter lim="800000"/>
          </a:ln>
        </p:spPr>
      </p:sp>
      <p:sp>
        <p:nvSpPr>
          <p:cNvPr id="300" name="Text 300"/>
          <p:cNvSpPr txBox="1"/>
          <p:nvPr/>
        </p:nvSpPr>
        <p:spPr>
          <a:xfrm>
            <a:off x="4836113" y="3662888"/>
            <a:ext cx="690371" cy="117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1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label </a:t>
            </a:r>
            <a:r>
              <a:rPr lang="en-US" sz="741" b="1" i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p</a:t>
            </a:r>
            <a:r>
              <a:rPr lang="en-US" sz="741" b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(</a:t>
            </a:r>
            <a:r>
              <a:rPr lang="en-US" sz="741" b="1" i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741" b="1" i="1" baseline="-25000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g</a:t>
            </a:r>
            <a:r>
              <a:rPr lang="en-US" sz="741" b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)</a:t>
            </a:r>
          </a:p>
        </p:txBody>
      </p:sp>
      <p:sp>
        <p:nvSpPr>
          <p:cNvPr id="301" name="Text 301"/>
          <p:cNvSpPr txBox="1"/>
          <p:nvPr/>
        </p:nvSpPr>
        <p:spPr>
          <a:xfrm>
            <a:off x="4836113" y="3779103"/>
            <a:ext cx="929944" cy="945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9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bearing   222°</a:t>
            </a:r>
          </a:p>
        </p:txBody>
      </p:sp>
      <p:sp>
        <p:nvSpPr>
          <p:cNvPr id="302" name="Text 302"/>
          <p:cNvSpPr txBox="1"/>
          <p:nvPr/>
        </p:nvSpPr>
        <p:spPr>
          <a:xfrm>
            <a:off x="4836113" y="3905141"/>
            <a:ext cx="929944" cy="945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9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elevation  −1°</a:t>
            </a:r>
          </a:p>
        </p:txBody>
      </p:sp>
      <p:sp>
        <p:nvSpPr>
          <p:cNvPr id="303" name="Text 303"/>
          <p:cNvSpPr txBox="1"/>
          <p:nvPr/>
        </p:nvSpPr>
        <p:spPr>
          <a:xfrm>
            <a:off x="4836113" y="4013029"/>
            <a:ext cx="929944" cy="945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9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occupancy  18%</a:t>
            </a:r>
          </a:p>
        </p:txBody>
      </p:sp>
      <p:sp>
        <p:nvSpPr>
          <p:cNvPr id="304" name="Text 304"/>
          <p:cNvSpPr txBox="1"/>
          <p:nvPr/>
        </p:nvSpPr>
        <p:spPr>
          <a:xfrm>
            <a:off x="4836113" y="4133017"/>
            <a:ext cx="989838" cy="945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9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centre  895,351</a:t>
            </a:r>
          </a:p>
        </p:txBody>
      </p:sp>
      <p:sp>
        <p:nvSpPr>
          <p:cNvPr id="305" name="Text 305"/>
          <p:cNvSpPr txBox="1"/>
          <p:nvPr/>
        </p:nvSpPr>
        <p:spPr>
          <a:xfrm>
            <a:off x="4671461" y="3410305"/>
            <a:ext cx="842231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2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from the mesh</a:t>
            </a:r>
          </a:p>
        </p:txBody>
      </p:sp>
      <p:sp>
        <p:nvSpPr>
          <p:cNvPr id="306" name="Text 306"/>
          <p:cNvSpPr txBox="1"/>
          <p:nvPr/>
        </p:nvSpPr>
        <p:spPr>
          <a:xfrm>
            <a:off x="1980599" y="3487808"/>
            <a:ext cx="1564098" cy="109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no reward, no human label:</a:t>
            </a:r>
          </a:p>
        </p:txBody>
      </p:sp>
      <p:sp>
        <p:nvSpPr>
          <p:cNvPr id="307" name="Text 307"/>
          <p:cNvSpPr txBox="1"/>
          <p:nvPr/>
        </p:nvSpPr>
        <p:spPr>
          <a:xfrm>
            <a:off x="1980599" y="3621547"/>
            <a:ext cx="2054558" cy="109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every frame a flight reaches is a goal</a:t>
            </a:r>
          </a:p>
        </p:txBody>
      </p:sp>
      <p:sp>
        <p:nvSpPr>
          <p:cNvPr id="308" name="Text 308"/>
          <p:cNvSpPr txBox="1"/>
          <p:nvPr/>
        </p:nvSpPr>
        <p:spPr>
          <a:xfrm>
            <a:off x="1980599" y="3776876"/>
            <a:ext cx="2492612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26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(</a:t>
            </a:r>
            <a:r>
              <a:rPr lang="en-US" sz="926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926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s</a:t>
            </a:r>
            <a:r>
              <a:rPr lang="en-US" sz="926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, </a:t>
            </a:r>
            <a:r>
              <a:rPr lang="en-US" sz="926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p</a:t>
            </a:r>
            <a:r>
              <a:rPr lang="en-US" sz="926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(</a:t>
            </a:r>
            <a:r>
              <a:rPr lang="en-US" sz="926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926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g</a:t>
            </a:r>
            <a:r>
              <a:rPr lang="en-US" sz="926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)) ↦ (</a:t>
            </a:r>
            <a:r>
              <a:rPr lang="en-US" sz="926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a</a:t>
            </a:r>
            <a:r>
              <a:rPr lang="en-US" sz="926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s</a:t>
            </a:r>
            <a:r>
              <a:rPr lang="en-US" sz="926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:</a:t>
            </a:r>
            <a:r>
              <a:rPr lang="en-US" sz="926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s</a:t>
            </a:r>
            <a:r>
              <a:rPr lang="en-US" sz="926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+8</a:t>
            </a:r>
            <a:r>
              <a:rPr lang="en-US" sz="926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, </a:t>
            </a:r>
            <a:r>
              <a:rPr lang="en-US" sz="926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926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s</a:t>
            </a:r>
            <a:r>
              <a:rPr lang="en-US" sz="926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+1:</a:t>
            </a:r>
            <a:r>
              <a:rPr lang="en-US" sz="926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s</a:t>
            </a:r>
            <a:r>
              <a:rPr lang="en-US" sz="926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+8</a:t>
            </a:r>
            <a:r>
              <a:rPr lang="en-US" sz="926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)</a:t>
            </a:r>
          </a:p>
        </p:txBody>
      </p:sp>
      <p:sp>
        <p:nvSpPr>
          <p:cNvPr id="309" name="Text 309"/>
          <p:cNvSpPr txBox="1"/>
          <p:nvPr/>
        </p:nvSpPr>
        <p:spPr>
          <a:xfrm>
            <a:off x="1980599" y="3973663"/>
            <a:ext cx="1985137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12 orbits × 32 frames per placement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1980599" y="4104743"/>
            <a:ext cx="2316846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91 scenes × 102 subjects → 150k windows</a:t>
            </a:r>
          </a:p>
        </p:txBody>
      </p:sp>
      <p:sp>
        <p:nvSpPr>
          <p:cNvPr id="311" name="Shape 311"/>
          <p:cNvSpPr/>
          <p:nvPr/>
        </p:nvSpPr>
        <p:spPr>
          <a:xfrm>
            <a:off x="6185223" y="840278"/>
            <a:ext cx="205693" cy="205693"/>
          </a:xfrm>
          <a:custGeom>
            <a:avLst/>
            <a:gdLst/>
            <a:ahLst/>
            <a:cxnLst/>
            <a:rect l="0" t="0" r="r" b="b"/>
            <a:pathLst>
              <a:path w="205693" h="205693">
                <a:moveTo>
                  <a:pt x="92653" y="205355"/>
                </a:moveTo>
                <a:lnTo>
                  <a:pt x="72884" y="201403"/>
                </a:lnTo>
                <a:lnTo>
                  <a:pt x="54343" y="193723"/>
                </a:lnTo>
                <a:lnTo>
                  <a:pt x="37570" y="182539"/>
                </a:lnTo>
                <a:lnTo>
                  <a:pt x="30123" y="175570"/>
                </a:lnTo>
                <a:lnTo>
                  <a:pt x="23154" y="168123"/>
                </a:lnTo>
                <a:lnTo>
                  <a:pt x="11970" y="151350"/>
                </a:lnTo>
                <a:lnTo>
                  <a:pt x="4290" y="132809"/>
                </a:lnTo>
                <a:lnTo>
                  <a:pt x="338" y="113040"/>
                </a:lnTo>
                <a:lnTo>
                  <a:pt x="0" y="102846"/>
                </a:lnTo>
                <a:lnTo>
                  <a:pt x="338" y="92653"/>
                </a:lnTo>
                <a:lnTo>
                  <a:pt x="4290" y="72884"/>
                </a:lnTo>
                <a:lnTo>
                  <a:pt x="11970" y="54343"/>
                </a:lnTo>
                <a:lnTo>
                  <a:pt x="23154" y="37570"/>
                </a:lnTo>
                <a:lnTo>
                  <a:pt x="30123" y="30123"/>
                </a:lnTo>
                <a:lnTo>
                  <a:pt x="37570" y="23154"/>
                </a:lnTo>
                <a:lnTo>
                  <a:pt x="54343" y="11970"/>
                </a:lnTo>
                <a:lnTo>
                  <a:pt x="72884" y="4290"/>
                </a:lnTo>
                <a:lnTo>
                  <a:pt x="92653" y="338"/>
                </a:lnTo>
                <a:lnTo>
                  <a:pt x="102846" y="0"/>
                </a:lnTo>
                <a:lnTo>
                  <a:pt x="113040" y="338"/>
                </a:lnTo>
                <a:lnTo>
                  <a:pt x="132809" y="4290"/>
                </a:lnTo>
                <a:lnTo>
                  <a:pt x="151350" y="11970"/>
                </a:lnTo>
                <a:lnTo>
                  <a:pt x="168123" y="23154"/>
                </a:lnTo>
                <a:lnTo>
                  <a:pt x="175570" y="30123"/>
                </a:lnTo>
                <a:lnTo>
                  <a:pt x="182539" y="37570"/>
                </a:lnTo>
                <a:lnTo>
                  <a:pt x="193723" y="54343"/>
                </a:lnTo>
                <a:lnTo>
                  <a:pt x="201403" y="72884"/>
                </a:lnTo>
                <a:lnTo>
                  <a:pt x="205355" y="92653"/>
                </a:lnTo>
                <a:lnTo>
                  <a:pt x="205693" y="102846"/>
                </a:lnTo>
                <a:lnTo>
                  <a:pt x="205355" y="113040"/>
                </a:lnTo>
                <a:lnTo>
                  <a:pt x="201403" y="132809"/>
                </a:lnTo>
                <a:lnTo>
                  <a:pt x="193723" y="151350"/>
                </a:lnTo>
                <a:lnTo>
                  <a:pt x="182539" y="168123"/>
                </a:lnTo>
                <a:lnTo>
                  <a:pt x="175570" y="175570"/>
                </a:lnTo>
                <a:lnTo>
                  <a:pt x="168123" y="182539"/>
                </a:lnTo>
                <a:lnTo>
                  <a:pt x="151350" y="193723"/>
                </a:lnTo>
                <a:lnTo>
                  <a:pt x="132809" y="201403"/>
                </a:lnTo>
                <a:lnTo>
                  <a:pt x="113040" y="205355"/>
                </a:lnTo>
                <a:lnTo>
                  <a:pt x="102846" y="205693"/>
                </a:lnTo>
                <a:lnTo>
                  <a:pt x="92653" y="205355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312" name="Text 312"/>
          <p:cNvSpPr txBox="1"/>
          <p:nvPr/>
        </p:nvSpPr>
        <p:spPr>
          <a:xfrm>
            <a:off x="6193346" y="884408"/>
            <a:ext cx="189447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2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b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6457465" y="873653"/>
            <a:ext cx="2307063" cy="1638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3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World camera action model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6338542" y="1315104"/>
            <a:ext cx="189447" cy="1785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125" i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p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6018573" y="1630787"/>
            <a:ext cx="829385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profile prompt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6316762" y="2264002"/>
            <a:ext cx="233005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26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926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s</a:t>
            </a:r>
          </a:p>
        </p:txBody>
      </p:sp>
      <p:sp>
        <p:nvSpPr>
          <p:cNvPr id="317" name="Text 317"/>
          <p:cNvSpPr txBox="1"/>
          <p:nvPr/>
        </p:nvSpPr>
        <p:spPr>
          <a:xfrm>
            <a:off x="6074467" y="2891166"/>
            <a:ext cx="717596" cy="1260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4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ε~𝒩(0,</a:t>
            </a:r>
            <a:r>
              <a:rPr lang="en-US" sz="794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I</a:t>
            </a:r>
            <a:r>
              <a:rPr lang="en-US" sz="794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)</a:t>
            </a:r>
          </a:p>
        </p:txBody>
      </p:sp>
      <p:sp>
        <p:nvSpPr>
          <p:cNvPr id="318" name="Text 318"/>
          <p:cNvSpPr txBox="1"/>
          <p:nvPr/>
        </p:nvSpPr>
        <p:spPr>
          <a:xfrm>
            <a:off x="6063578" y="3520347"/>
            <a:ext cx="739375" cy="1260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4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a</a:t>
            </a:r>
            <a:r>
              <a:rPr lang="en-US" sz="794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τ</a:t>
            </a:r>
            <a:r>
              <a:rPr lang="en-US" sz="794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∈ℝ</a:t>
            </a:r>
            <a:r>
              <a:rPr lang="en-US" sz="794" baseline="30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8×10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6846377" y="1337371"/>
            <a:ext cx="286943" cy="1260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4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tok</a:t>
            </a:r>
          </a:p>
        </p:txBody>
      </p:sp>
      <p:sp>
        <p:nvSpPr>
          <p:cNvPr id="320" name="Text 320"/>
          <p:cNvSpPr txBox="1"/>
          <p:nvPr/>
        </p:nvSpPr>
        <p:spPr>
          <a:xfrm>
            <a:off x="6908737" y="2586827"/>
            <a:ext cx="162222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26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τ</a:t>
            </a:r>
          </a:p>
        </p:txBody>
      </p:sp>
      <p:sp>
        <p:nvSpPr>
          <p:cNvPr id="321" name="Text 321"/>
          <p:cNvSpPr txBox="1"/>
          <p:nvPr/>
        </p:nvSpPr>
        <p:spPr>
          <a:xfrm>
            <a:off x="6835232" y="3216008"/>
            <a:ext cx="309233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26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926" i="1" baseline="-25000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a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7038247" y="2333104"/>
            <a:ext cx="603254" cy="117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1" i="1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741" i="1" baseline="-25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s</a:t>
            </a:r>
            <a:r>
              <a:rPr lang="en-US" sz="741" baseline="-25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+1:</a:t>
            </a:r>
            <a:r>
              <a:rPr lang="en-US" sz="741" i="1" baseline="-25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s</a:t>
            </a:r>
            <a:r>
              <a:rPr lang="en-US" sz="741" baseline="-25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+8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7667428" y="1337371"/>
            <a:ext cx="200336" cy="1260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94" dirty="0">
                <a:solidFill>
                  <a:srgbClr val="2E5FBF"/>
                </a:solidFill>
                <a:latin typeface="Arial"/>
                <a:cs typeface="Arial"/>
                <a:sym typeface="Cambria Math"/>
              </a:rPr>
              <a:t>…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7606930" y="1909247"/>
            <a:ext cx="249340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26" i="1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z</a:t>
            </a:r>
            <a:r>
              <a:rPr lang="en-US" sz="926" baseline="30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0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7606930" y="2085246"/>
            <a:ext cx="352792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clean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7655329" y="2538428"/>
            <a:ext cx="380016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26" i="1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z</a:t>
            </a:r>
            <a:r>
              <a:rPr lang="en-US" sz="926" baseline="30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1:2</a:t>
            </a:r>
            <a:r>
              <a:rPr lang="en-US" sz="926" baseline="-25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τ</a:t>
            </a:r>
          </a:p>
        </p:txBody>
      </p:sp>
      <p:sp>
        <p:nvSpPr>
          <p:cNvPr id="327" name="Text 327"/>
          <p:cNvSpPr txBox="1"/>
          <p:nvPr/>
        </p:nvSpPr>
        <p:spPr>
          <a:xfrm>
            <a:off x="7655329" y="2714427"/>
            <a:ext cx="345390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noisy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7667428" y="3229368"/>
            <a:ext cx="243895" cy="1155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28" dirty="0">
                <a:solidFill>
                  <a:srgbClr val="22855A"/>
                </a:solidFill>
                <a:latin typeface="Arial"/>
                <a:cs typeface="Arial"/>
                <a:sym typeface="Cambria Math"/>
              </a:rPr>
              <a:t>×8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8052313" y="1271714"/>
            <a:ext cx="803182" cy="1239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81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VLM expert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7898327" y="1440588"/>
            <a:ext cx="1111155" cy="9662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9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Qwen3-VL-8B · frozen</a:t>
            </a:r>
          </a:p>
        </p:txBody>
      </p:sp>
      <p:sp>
        <p:nvSpPr>
          <p:cNvPr id="331" name="Text 331"/>
          <p:cNvSpPr txBox="1"/>
          <p:nvPr/>
        </p:nvSpPr>
        <p:spPr>
          <a:xfrm>
            <a:off x="7978043" y="1757779"/>
            <a:ext cx="951724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4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joint attn · </a:t>
            </a:r>
            <a:r>
              <a:rPr lang="en-US" sz="648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T</a:t>
            </a:r>
            <a:r>
              <a:rPr lang="en-US" sz="648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‖ </a:t>
            </a:r>
            <a:r>
              <a:rPr lang="en-US" sz="648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V</a:t>
            </a:r>
            <a:r>
              <a:rPr lang="en-US" sz="648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‖ </a:t>
            </a:r>
            <a:r>
              <a:rPr lang="en-US" sz="648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A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8272410" y="1581683"/>
            <a:ext cx="325567" cy="1134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5" i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K</a:t>
            </a:r>
            <a:r>
              <a:rPr lang="en-US" sz="715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,</a:t>
            </a:r>
            <a:r>
              <a:rPr lang="en-US" sz="715" i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V</a:t>
            </a:r>
          </a:p>
        </p:txBody>
      </p:sp>
      <p:sp>
        <p:nvSpPr>
          <p:cNvPr id="333" name="Text 333"/>
          <p:cNvSpPr txBox="1"/>
          <p:nvPr/>
        </p:nvSpPr>
        <p:spPr>
          <a:xfrm>
            <a:off x="8038194" y="1928842"/>
            <a:ext cx="439909" cy="100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35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Q</a:t>
            </a:r>
            <a:r>
              <a:rPr lang="en-US" sz="635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,</a:t>
            </a:r>
            <a:r>
              <a:rPr lang="en-US" sz="635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K</a:t>
            </a:r>
            <a:r>
              <a:rPr lang="en-US" sz="635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,</a:t>
            </a:r>
            <a:r>
              <a:rPr lang="en-US" sz="635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V</a:t>
            </a:r>
          </a:p>
        </p:txBody>
      </p:sp>
      <p:sp>
        <p:nvSpPr>
          <p:cNvPr id="334" name="Text 334"/>
          <p:cNvSpPr txBox="1"/>
          <p:nvPr/>
        </p:nvSpPr>
        <p:spPr>
          <a:xfrm>
            <a:off x="7857448" y="2094674"/>
            <a:ext cx="1192913" cy="109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World-action expert</a:t>
            </a:r>
          </a:p>
        </p:txBody>
      </p:sp>
      <p:sp>
        <p:nvSpPr>
          <p:cNvPr id="335" name="Text 335"/>
          <p:cNvSpPr txBox="1"/>
          <p:nvPr/>
        </p:nvSpPr>
        <p:spPr>
          <a:xfrm>
            <a:off x="8234163" y="2243432"/>
            <a:ext cx="439484" cy="100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35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trained</a:t>
            </a:r>
          </a:p>
        </p:txBody>
      </p:sp>
      <p:sp>
        <p:nvSpPr>
          <p:cNvPr id="336" name="Text 336"/>
          <p:cNvSpPr txBox="1"/>
          <p:nvPr/>
        </p:nvSpPr>
        <p:spPr>
          <a:xfrm>
            <a:off x="8288398" y="2495894"/>
            <a:ext cx="331012" cy="109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8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688" i="1" baseline="30000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G</a:t>
            </a:r>
            <a:r>
              <a:rPr lang="en-US" sz="688" i="1" baseline="-25000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qkv</a:t>
            </a:r>
          </a:p>
        </p:txBody>
      </p:sp>
      <p:sp>
        <p:nvSpPr>
          <p:cNvPr id="337" name="Text 337"/>
          <p:cNvSpPr txBox="1"/>
          <p:nvPr/>
        </p:nvSpPr>
        <p:spPr>
          <a:xfrm>
            <a:off x="8247562" y="2844851"/>
            <a:ext cx="412685" cy="109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8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FFN</a:t>
            </a:r>
            <a:r>
              <a:rPr lang="en-US" sz="688" i="1" baseline="30000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G</a:t>
            </a:r>
          </a:p>
        </p:txBody>
      </p:sp>
      <p:sp>
        <p:nvSpPr>
          <p:cNvPr id="338" name="Text 338"/>
          <p:cNvSpPr txBox="1"/>
          <p:nvPr/>
        </p:nvSpPr>
        <p:spPr>
          <a:xfrm>
            <a:off x="8171334" y="3281673"/>
            <a:ext cx="565140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2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+ emb(τ)</a:t>
            </a:r>
          </a:p>
        </p:txBody>
      </p:sp>
      <p:sp>
        <p:nvSpPr>
          <p:cNvPr id="339" name="Text 339"/>
          <p:cNvSpPr txBox="1"/>
          <p:nvPr/>
        </p:nvSpPr>
        <p:spPr>
          <a:xfrm>
            <a:off x="8561504" y="3413265"/>
            <a:ext cx="303788" cy="1134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715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×36</a:t>
            </a:r>
          </a:p>
        </p:txBody>
      </p:sp>
      <p:sp>
        <p:nvSpPr>
          <p:cNvPr id="340" name="Text 340"/>
          <p:cNvSpPr txBox="1"/>
          <p:nvPr/>
        </p:nvSpPr>
        <p:spPr>
          <a:xfrm>
            <a:off x="9034687" y="2417432"/>
            <a:ext cx="238450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26" i="1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v̂</a:t>
            </a:r>
            <a:r>
              <a:rPr lang="en-US" sz="926" i="1" baseline="-25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z</a:t>
            </a:r>
          </a:p>
        </p:txBody>
      </p:sp>
      <p:sp>
        <p:nvSpPr>
          <p:cNvPr id="341" name="Text 341"/>
          <p:cNvSpPr txBox="1"/>
          <p:nvPr/>
        </p:nvSpPr>
        <p:spPr>
          <a:xfrm>
            <a:off x="9350444" y="2148047"/>
            <a:ext cx="772044" cy="1260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4" i="1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ô</a:t>
            </a:r>
            <a:r>
              <a:rPr lang="en-US" sz="794" i="1" baseline="-25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s</a:t>
            </a:r>
            <a:r>
              <a:rPr lang="en-US" sz="794" baseline="-25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+4</a:t>
            </a:r>
            <a:r>
              <a:rPr lang="en-US" sz="794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, </a:t>
            </a:r>
            <a:r>
              <a:rPr lang="en-US" sz="794" i="1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ô</a:t>
            </a:r>
            <a:r>
              <a:rPr lang="en-US" sz="794" i="1" baseline="-25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s</a:t>
            </a:r>
            <a:r>
              <a:rPr lang="en-US" sz="794" baseline="-25000" dirty="0">
                <a:solidFill>
                  <a:srgbClr val="6A6EA0"/>
                </a:solidFill>
                <a:latin typeface="Times New Roman"/>
                <a:cs typeface="Times New Roman"/>
                <a:sym typeface="Cambria Math"/>
              </a:rPr>
              <a:t>+8</a:t>
            </a:r>
          </a:p>
        </p:txBody>
      </p:sp>
      <p:sp>
        <p:nvSpPr>
          <p:cNvPr id="342" name="Text 342"/>
          <p:cNvSpPr txBox="1"/>
          <p:nvPr/>
        </p:nvSpPr>
        <p:spPr>
          <a:xfrm>
            <a:off x="9034687" y="3046613"/>
            <a:ext cx="243895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26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v̂</a:t>
            </a:r>
            <a:r>
              <a:rPr lang="en-US" sz="926" i="1" baseline="-25000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a</a:t>
            </a:r>
          </a:p>
        </p:txBody>
      </p:sp>
      <p:sp>
        <p:nvSpPr>
          <p:cNvPr id="343" name="Shape 343"/>
          <p:cNvSpPr/>
          <p:nvPr/>
        </p:nvSpPr>
        <p:spPr>
          <a:xfrm>
            <a:off x="1762806" y="3084760"/>
            <a:ext cx="7504388" cy="3617791"/>
          </a:xfrm>
          <a:custGeom>
            <a:avLst/>
            <a:gdLst/>
            <a:ahLst/>
            <a:cxnLst/>
            <a:rect l="0" t="0" r="r" b="b"/>
            <a:pathLst>
              <a:path w="7504388" h="3617791">
                <a:moveTo>
                  <a:pt x="7429176" y="41138"/>
                </a:moveTo>
                <a:lnTo>
                  <a:pt x="7504388" y="41138"/>
                </a:lnTo>
                <a:lnTo>
                  <a:pt x="7504388" y="0"/>
                </a:lnTo>
                <a:lnTo>
                  <a:pt x="7429176" y="0"/>
                </a:lnTo>
                <a:close/>
              </a:path>
            </a:pathLst>
          </a:custGeom>
          <a:solidFill>
            <a:srgbClr val="752982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44" name="Shape 344"/>
          <p:cNvSpPr/>
          <p:nvPr/>
        </p:nvSpPr>
        <p:spPr>
          <a:xfrm>
            <a:off x="1762806" y="3125899"/>
            <a:ext cx="7504388" cy="3576652"/>
          </a:xfrm>
          <a:custGeom>
            <a:avLst/>
            <a:gdLst/>
            <a:ahLst/>
            <a:cxnLst/>
            <a:rect l="0" t="0" r="r" b="b"/>
            <a:pathLst>
              <a:path w="7504388" h="3576652">
                <a:moveTo>
                  <a:pt x="7429176" y="41138"/>
                </a:moveTo>
                <a:lnTo>
                  <a:pt x="7504388" y="41138"/>
                </a:lnTo>
                <a:lnTo>
                  <a:pt x="7504388" y="0"/>
                </a:lnTo>
                <a:lnTo>
                  <a:pt x="7429176" y="0"/>
                </a:lnTo>
                <a:close/>
              </a:path>
            </a:pathLst>
          </a:custGeom>
          <a:solidFill>
            <a:srgbClr val="3A924C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45" name="Shape 345"/>
          <p:cNvSpPr/>
          <p:nvPr/>
        </p:nvSpPr>
        <p:spPr>
          <a:xfrm>
            <a:off x="1762806" y="3167038"/>
            <a:ext cx="7504388" cy="3535513"/>
          </a:xfrm>
          <a:custGeom>
            <a:avLst/>
            <a:gdLst/>
            <a:ahLst/>
            <a:cxnLst/>
            <a:rect l="0" t="0" r="r" b="b"/>
            <a:pathLst>
              <a:path w="7504388" h="3535513">
                <a:moveTo>
                  <a:pt x="7429176" y="41138"/>
                </a:moveTo>
                <a:lnTo>
                  <a:pt x="7504388" y="41138"/>
                </a:lnTo>
                <a:lnTo>
                  <a:pt x="7504388" y="0"/>
                </a:lnTo>
                <a:lnTo>
                  <a:pt x="7429176" y="0"/>
                </a:lnTo>
                <a:close/>
              </a:path>
            </a:pathLst>
          </a:custGeom>
          <a:solidFill>
            <a:srgbClr val="8A529A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46" name="Shape 346"/>
          <p:cNvSpPr/>
          <p:nvPr/>
        </p:nvSpPr>
        <p:spPr>
          <a:xfrm>
            <a:off x="1762806" y="3232376"/>
            <a:ext cx="7504388" cy="3470175"/>
          </a:xfrm>
          <a:custGeom>
            <a:avLst/>
            <a:gdLst/>
            <a:ahLst/>
            <a:cxnLst/>
            <a:rect l="0" t="0" r="r" b="b"/>
            <a:pathLst>
              <a:path w="7504388" h="3470175">
                <a:moveTo>
                  <a:pt x="7429176" y="41138"/>
                </a:moveTo>
                <a:lnTo>
                  <a:pt x="7504388" y="41138"/>
                </a:lnTo>
                <a:lnTo>
                  <a:pt x="7504388" y="0"/>
                </a:lnTo>
                <a:lnTo>
                  <a:pt x="7429176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47" name="Shape 347"/>
          <p:cNvSpPr/>
          <p:nvPr/>
        </p:nvSpPr>
        <p:spPr>
          <a:xfrm>
            <a:off x="1762806" y="3273515"/>
            <a:ext cx="7504388" cy="3429036"/>
          </a:xfrm>
          <a:custGeom>
            <a:avLst/>
            <a:gdLst/>
            <a:ahLst/>
            <a:cxnLst/>
            <a:rect l="0" t="0" r="r" b="b"/>
            <a:pathLst>
              <a:path w="7504388" h="3429036">
                <a:moveTo>
                  <a:pt x="7429176" y="41138"/>
                </a:moveTo>
                <a:lnTo>
                  <a:pt x="7504388" y="41138"/>
                </a:lnTo>
                <a:lnTo>
                  <a:pt x="7504388" y="0"/>
                </a:lnTo>
                <a:lnTo>
                  <a:pt x="7429176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48" name="Shape 348"/>
          <p:cNvSpPr/>
          <p:nvPr/>
        </p:nvSpPr>
        <p:spPr>
          <a:xfrm>
            <a:off x="1762806" y="3314653"/>
            <a:ext cx="7504388" cy="3387898"/>
          </a:xfrm>
          <a:custGeom>
            <a:avLst/>
            <a:gdLst/>
            <a:ahLst/>
            <a:cxnLst/>
            <a:rect l="0" t="0" r="r" b="b"/>
            <a:pathLst>
              <a:path w="7504388" h="3387898">
                <a:moveTo>
                  <a:pt x="7429176" y="41138"/>
                </a:moveTo>
                <a:lnTo>
                  <a:pt x="7504388" y="41138"/>
                </a:lnTo>
                <a:lnTo>
                  <a:pt x="7504388" y="0"/>
                </a:lnTo>
                <a:lnTo>
                  <a:pt x="7429176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49" name="Shape 349"/>
          <p:cNvSpPr/>
          <p:nvPr/>
        </p:nvSpPr>
        <p:spPr>
          <a:xfrm>
            <a:off x="1762806" y="3355792"/>
            <a:ext cx="7504388" cy="3346759"/>
          </a:xfrm>
          <a:custGeom>
            <a:avLst/>
            <a:gdLst/>
            <a:ahLst/>
            <a:cxnLst/>
            <a:rect l="0" t="0" r="r" b="b"/>
            <a:pathLst>
              <a:path w="7504388" h="3346759">
                <a:moveTo>
                  <a:pt x="7429176" y="41138"/>
                </a:moveTo>
                <a:lnTo>
                  <a:pt x="7504388" y="41138"/>
                </a:lnTo>
                <a:lnTo>
                  <a:pt x="7504388" y="0"/>
                </a:lnTo>
                <a:lnTo>
                  <a:pt x="7429176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50" name="Shape 350"/>
          <p:cNvSpPr/>
          <p:nvPr/>
        </p:nvSpPr>
        <p:spPr>
          <a:xfrm>
            <a:off x="1762806" y="3396931"/>
            <a:ext cx="7504388" cy="3305620"/>
          </a:xfrm>
          <a:custGeom>
            <a:avLst/>
            <a:gdLst/>
            <a:ahLst/>
            <a:cxnLst/>
            <a:rect l="0" t="0" r="r" b="b"/>
            <a:pathLst>
              <a:path w="7504388" h="3305620">
                <a:moveTo>
                  <a:pt x="7429176" y="41138"/>
                </a:moveTo>
                <a:lnTo>
                  <a:pt x="7504388" y="41138"/>
                </a:lnTo>
                <a:lnTo>
                  <a:pt x="7504388" y="0"/>
                </a:lnTo>
                <a:lnTo>
                  <a:pt x="7429176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51" name="Shape 351"/>
          <p:cNvSpPr/>
          <p:nvPr/>
        </p:nvSpPr>
        <p:spPr>
          <a:xfrm>
            <a:off x="1762806" y="3438070"/>
            <a:ext cx="7504388" cy="3264481"/>
          </a:xfrm>
          <a:custGeom>
            <a:avLst/>
            <a:gdLst/>
            <a:ahLst/>
            <a:cxnLst/>
            <a:rect l="0" t="0" r="r" b="b"/>
            <a:pathLst>
              <a:path w="7504388" h="3264481">
                <a:moveTo>
                  <a:pt x="7429176" y="41138"/>
                </a:moveTo>
                <a:lnTo>
                  <a:pt x="7504388" y="41138"/>
                </a:lnTo>
                <a:lnTo>
                  <a:pt x="7504388" y="0"/>
                </a:lnTo>
                <a:lnTo>
                  <a:pt x="7429176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52" name="Shape 352"/>
          <p:cNvSpPr/>
          <p:nvPr/>
        </p:nvSpPr>
        <p:spPr>
          <a:xfrm>
            <a:off x="1762806" y="3503408"/>
            <a:ext cx="7504388" cy="3199143"/>
          </a:xfrm>
          <a:custGeom>
            <a:avLst/>
            <a:gdLst/>
            <a:ahLst/>
            <a:cxnLst/>
            <a:rect l="0" t="0" r="r" b="b"/>
            <a:pathLst>
              <a:path w="7504388" h="3199143">
                <a:moveTo>
                  <a:pt x="7429176" y="41138"/>
                </a:moveTo>
                <a:lnTo>
                  <a:pt x="7504388" y="41138"/>
                </a:lnTo>
                <a:lnTo>
                  <a:pt x="7504388" y="0"/>
                </a:lnTo>
                <a:lnTo>
                  <a:pt x="7429176" y="0"/>
                </a:lnTo>
                <a:close/>
              </a:path>
            </a:pathLst>
          </a:custGeom>
          <a:solidFill>
            <a:srgbClr val="FFFFFF"/>
          </a:solidFill>
          <a:ln w="7562" cap="flat">
            <a:solidFill>
              <a:srgbClr val="1F2126"/>
            </a:solidFill>
            <a:miter lim="800000"/>
          </a:ln>
        </p:spPr>
      </p:sp>
      <p:sp>
        <p:nvSpPr>
          <p:cNvPr id="353" name="Shape 353"/>
          <p:cNvSpPr/>
          <p:nvPr/>
        </p:nvSpPr>
        <p:spPr>
          <a:xfrm>
            <a:off x="1762806" y="3084760"/>
            <a:ext cx="7593925" cy="3617791"/>
          </a:xfrm>
          <a:custGeom>
            <a:avLst/>
            <a:gdLst/>
            <a:ahLst/>
            <a:cxnLst/>
            <a:rect l="0" t="0" r="r" b="b"/>
            <a:pathLst>
              <a:path w="7593925" h="3617791">
                <a:moveTo>
                  <a:pt x="7518714" y="41138"/>
                </a:moveTo>
                <a:lnTo>
                  <a:pt x="7593925" y="41138"/>
                </a:lnTo>
                <a:lnTo>
                  <a:pt x="7593925" y="0"/>
                </a:lnTo>
                <a:lnTo>
                  <a:pt x="7518714" y="0"/>
                </a:lnTo>
                <a:close/>
              </a:path>
            </a:pathLst>
          </a:custGeom>
          <a:solidFill>
            <a:srgbClr val="752982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54" name="Shape 354"/>
          <p:cNvSpPr/>
          <p:nvPr/>
        </p:nvSpPr>
        <p:spPr>
          <a:xfrm>
            <a:off x="1762806" y="3125899"/>
            <a:ext cx="7593925" cy="3576652"/>
          </a:xfrm>
          <a:custGeom>
            <a:avLst/>
            <a:gdLst/>
            <a:ahLst/>
            <a:cxnLst/>
            <a:rect l="0" t="0" r="r" b="b"/>
            <a:pathLst>
              <a:path w="7593925" h="3576652">
                <a:moveTo>
                  <a:pt x="7518714" y="41138"/>
                </a:moveTo>
                <a:lnTo>
                  <a:pt x="7593925" y="41138"/>
                </a:lnTo>
                <a:lnTo>
                  <a:pt x="7593925" y="0"/>
                </a:lnTo>
                <a:lnTo>
                  <a:pt x="7518714" y="0"/>
                </a:lnTo>
                <a:close/>
              </a:path>
            </a:pathLst>
          </a:custGeom>
          <a:solidFill>
            <a:srgbClr val="358E48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55" name="Shape 355"/>
          <p:cNvSpPr/>
          <p:nvPr/>
        </p:nvSpPr>
        <p:spPr>
          <a:xfrm>
            <a:off x="1762806" y="3167038"/>
            <a:ext cx="7593925" cy="3535513"/>
          </a:xfrm>
          <a:custGeom>
            <a:avLst/>
            <a:gdLst/>
            <a:ahLst/>
            <a:cxnLst/>
            <a:rect l="0" t="0" r="r" b="b"/>
            <a:pathLst>
              <a:path w="7593925" h="3535513">
                <a:moveTo>
                  <a:pt x="7518714" y="41138"/>
                </a:moveTo>
                <a:lnTo>
                  <a:pt x="7593925" y="41138"/>
                </a:lnTo>
                <a:lnTo>
                  <a:pt x="7593925" y="0"/>
                </a:lnTo>
                <a:lnTo>
                  <a:pt x="7518714" y="0"/>
                </a:lnTo>
                <a:close/>
              </a:path>
            </a:pathLst>
          </a:custGeom>
          <a:solidFill>
            <a:srgbClr val="966BA8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56" name="Shape 356"/>
          <p:cNvSpPr/>
          <p:nvPr/>
        </p:nvSpPr>
        <p:spPr>
          <a:xfrm>
            <a:off x="1762806" y="3232376"/>
            <a:ext cx="7593925" cy="3470175"/>
          </a:xfrm>
          <a:custGeom>
            <a:avLst/>
            <a:gdLst/>
            <a:ahLst/>
            <a:cxnLst/>
            <a:rect l="0" t="0" r="r" b="b"/>
            <a:pathLst>
              <a:path w="7593925" h="3470175">
                <a:moveTo>
                  <a:pt x="7518714" y="41138"/>
                </a:moveTo>
                <a:lnTo>
                  <a:pt x="7593925" y="41138"/>
                </a:lnTo>
                <a:lnTo>
                  <a:pt x="7593925" y="0"/>
                </a:lnTo>
                <a:lnTo>
                  <a:pt x="7518714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57" name="Shape 357"/>
          <p:cNvSpPr/>
          <p:nvPr/>
        </p:nvSpPr>
        <p:spPr>
          <a:xfrm>
            <a:off x="1762806" y="3273515"/>
            <a:ext cx="7593925" cy="3429036"/>
          </a:xfrm>
          <a:custGeom>
            <a:avLst/>
            <a:gdLst/>
            <a:ahLst/>
            <a:cxnLst/>
            <a:rect l="0" t="0" r="r" b="b"/>
            <a:pathLst>
              <a:path w="7593925" h="3429036">
                <a:moveTo>
                  <a:pt x="7518714" y="41138"/>
                </a:moveTo>
                <a:lnTo>
                  <a:pt x="7593925" y="41138"/>
                </a:lnTo>
                <a:lnTo>
                  <a:pt x="7593925" y="0"/>
                </a:lnTo>
                <a:lnTo>
                  <a:pt x="7518714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58" name="Shape 358"/>
          <p:cNvSpPr/>
          <p:nvPr/>
        </p:nvSpPr>
        <p:spPr>
          <a:xfrm>
            <a:off x="1762806" y="3314653"/>
            <a:ext cx="7593925" cy="3387898"/>
          </a:xfrm>
          <a:custGeom>
            <a:avLst/>
            <a:gdLst/>
            <a:ahLst/>
            <a:cxnLst/>
            <a:rect l="0" t="0" r="r" b="b"/>
            <a:pathLst>
              <a:path w="7593925" h="3387898">
                <a:moveTo>
                  <a:pt x="7518714" y="41138"/>
                </a:moveTo>
                <a:lnTo>
                  <a:pt x="7593925" y="41138"/>
                </a:lnTo>
                <a:lnTo>
                  <a:pt x="7593925" y="0"/>
                </a:lnTo>
                <a:lnTo>
                  <a:pt x="7518714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59" name="Shape 359"/>
          <p:cNvSpPr/>
          <p:nvPr/>
        </p:nvSpPr>
        <p:spPr>
          <a:xfrm>
            <a:off x="1762806" y="3355792"/>
            <a:ext cx="7593925" cy="3346759"/>
          </a:xfrm>
          <a:custGeom>
            <a:avLst/>
            <a:gdLst/>
            <a:ahLst/>
            <a:cxnLst/>
            <a:rect l="0" t="0" r="r" b="b"/>
            <a:pathLst>
              <a:path w="7593925" h="3346759">
                <a:moveTo>
                  <a:pt x="7518714" y="41138"/>
                </a:moveTo>
                <a:lnTo>
                  <a:pt x="7593925" y="41138"/>
                </a:lnTo>
                <a:lnTo>
                  <a:pt x="7593925" y="0"/>
                </a:lnTo>
                <a:lnTo>
                  <a:pt x="7518714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60" name="Shape 360"/>
          <p:cNvSpPr/>
          <p:nvPr/>
        </p:nvSpPr>
        <p:spPr>
          <a:xfrm>
            <a:off x="1762806" y="3396931"/>
            <a:ext cx="7593925" cy="3305620"/>
          </a:xfrm>
          <a:custGeom>
            <a:avLst/>
            <a:gdLst/>
            <a:ahLst/>
            <a:cxnLst/>
            <a:rect l="0" t="0" r="r" b="b"/>
            <a:pathLst>
              <a:path w="7593925" h="3305620">
                <a:moveTo>
                  <a:pt x="7518714" y="41138"/>
                </a:moveTo>
                <a:lnTo>
                  <a:pt x="7593925" y="41138"/>
                </a:lnTo>
                <a:lnTo>
                  <a:pt x="7593925" y="0"/>
                </a:lnTo>
                <a:lnTo>
                  <a:pt x="7518714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61" name="Shape 361"/>
          <p:cNvSpPr/>
          <p:nvPr/>
        </p:nvSpPr>
        <p:spPr>
          <a:xfrm>
            <a:off x="1762806" y="3438070"/>
            <a:ext cx="7593925" cy="3264481"/>
          </a:xfrm>
          <a:custGeom>
            <a:avLst/>
            <a:gdLst/>
            <a:ahLst/>
            <a:cxnLst/>
            <a:rect l="0" t="0" r="r" b="b"/>
            <a:pathLst>
              <a:path w="7593925" h="3264481">
                <a:moveTo>
                  <a:pt x="7518714" y="41138"/>
                </a:moveTo>
                <a:lnTo>
                  <a:pt x="7593925" y="41138"/>
                </a:lnTo>
                <a:lnTo>
                  <a:pt x="7593925" y="0"/>
                </a:lnTo>
                <a:lnTo>
                  <a:pt x="7518714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62" name="Shape 362"/>
          <p:cNvSpPr/>
          <p:nvPr/>
        </p:nvSpPr>
        <p:spPr>
          <a:xfrm>
            <a:off x="1762806" y="3503408"/>
            <a:ext cx="7593925" cy="3199143"/>
          </a:xfrm>
          <a:custGeom>
            <a:avLst/>
            <a:gdLst/>
            <a:ahLst/>
            <a:cxnLst/>
            <a:rect l="0" t="0" r="r" b="b"/>
            <a:pathLst>
              <a:path w="7593925" h="3199143">
                <a:moveTo>
                  <a:pt x="7518714" y="41138"/>
                </a:moveTo>
                <a:lnTo>
                  <a:pt x="7593925" y="41138"/>
                </a:lnTo>
                <a:lnTo>
                  <a:pt x="7593925" y="0"/>
                </a:lnTo>
                <a:lnTo>
                  <a:pt x="7518714" y="0"/>
                </a:lnTo>
                <a:close/>
              </a:path>
            </a:pathLst>
          </a:custGeom>
          <a:solidFill>
            <a:srgbClr val="FFFFFF"/>
          </a:solidFill>
          <a:ln w="7562" cap="flat">
            <a:solidFill>
              <a:srgbClr val="1F2126"/>
            </a:solidFill>
            <a:miter lim="800000"/>
          </a:ln>
        </p:spPr>
      </p:sp>
      <p:sp>
        <p:nvSpPr>
          <p:cNvPr id="363" name="Shape 363"/>
          <p:cNvSpPr/>
          <p:nvPr/>
        </p:nvSpPr>
        <p:spPr>
          <a:xfrm>
            <a:off x="1762806" y="3084760"/>
            <a:ext cx="7683462" cy="3617791"/>
          </a:xfrm>
          <a:custGeom>
            <a:avLst/>
            <a:gdLst/>
            <a:ahLst/>
            <a:cxnLst/>
            <a:rect l="0" t="0" r="r" b="b"/>
            <a:pathLst>
              <a:path w="7683462" h="3617791">
                <a:moveTo>
                  <a:pt x="7608251" y="41138"/>
                </a:moveTo>
                <a:lnTo>
                  <a:pt x="7683462" y="41138"/>
                </a:lnTo>
                <a:lnTo>
                  <a:pt x="7683462" y="0"/>
                </a:lnTo>
                <a:lnTo>
                  <a:pt x="7608251" y="0"/>
                </a:lnTo>
                <a:close/>
              </a:path>
            </a:pathLst>
          </a:custGeom>
          <a:solidFill>
            <a:srgbClr val="752982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64" name="Shape 364"/>
          <p:cNvSpPr/>
          <p:nvPr/>
        </p:nvSpPr>
        <p:spPr>
          <a:xfrm>
            <a:off x="1762806" y="3125899"/>
            <a:ext cx="7683462" cy="3576652"/>
          </a:xfrm>
          <a:custGeom>
            <a:avLst/>
            <a:gdLst/>
            <a:ahLst/>
            <a:cxnLst/>
            <a:rect l="0" t="0" r="r" b="b"/>
            <a:pathLst>
              <a:path w="7683462" h="3576652">
                <a:moveTo>
                  <a:pt x="7608251" y="41138"/>
                </a:moveTo>
                <a:lnTo>
                  <a:pt x="7683462" y="41138"/>
                </a:lnTo>
                <a:lnTo>
                  <a:pt x="7683462" y="0"/>
                </a:lnTo>
                <a:lnTo>
                  <a:pt x="7608251" y="0"/>
                </a:lnTo>
                <a:close/>
              </a:path>
            </a:pathLst>
          </a:custGeom>
          <a:solidFill>
            <a:srgbClr val="328C4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65" name="Shape 365"/>
          <p:cNvSpPr/>
          <p:nvPr/>
        </p:nvSpPr>
        <p:spPr>
          <a:xfrm>
            <a:off x="1762806" y="3167038"/>
            <a:ext cx="7683462" cy="3535513"/>
          </a:xfrm>
          <a:custGeom>
            <a:avLst/>
            <a:gdLst/>
            <a:ahLst/>
            <a:cxnLst/>
            <a:rect l="0" t="0" r="r" b="b"/>
            <a:pathLst>
              <a:path w="7683462" h="3535513">
                <a:moveTo>
                  <a:pt x="7608251" y="41138"/>
                </a:moveTo>
                <a:lnTo>
                  <a:pt x="7683462" y="41138"/>
                </a:lnTo>
                <a:lnTo>
                  <a:pt x="7683462" y="0"/>
                </a:lnTo>
                <a:lnTo>
                  <a:pt x="7608251" y="0"/>
                </a:lnTo>
                <a:close/>
              </a:path>
            </a:pathLst>
          </a:custGeom>
          <a:solidFill>
            <a:srgbClr val="A681B6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66" name="Shape 366"/>
          <p:cNvSpPr/>
          <p:nvPr/>
        </p:nvSpPr>
        <p:spPr>
          <a:xfrm>
            <a:off x="1762806" y="3232376"/>
            <a:ext cx="7683462" cy="3470175"/>
          </a:xfrm>
          <a:custGeom>
            <a:avLst/>
            <a:gdLst/>
            <a:ahLst/>
            <a:cxnLst/>
            <a:rect l="0" t="0" r="r" b="b"/>
            <a:pathLst>
              <a:path w="7683462" h="3470175">
                <a:moveTo>
                  <a:pt x="7608251" y="41138"/>
                </a:moveTo>
                <a:lnTo>
                  <a:pt x="7683462" y="41138"/>
                </a:lnTo>
                <a:lnTo>
                  <a:pt x="7683462" y="0"/>
                </a:lnTo>
                <a:lnTo>
                  <a:pt x="7608251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67" name="Shape 367"/>
          <p:cNvSpPr/>
          <p:nvPr/>
        </p:nvSpPr>
        <p:spPr>
          <a:xfrm>
            <a:off x="1762806" y="3273515"/>
            <a:ext cx="7683462" cy="3429036"/>
          </a:xfrm>
          <a:custGeom>
            <a:avLst/>
            <a:gdLst/>
            <a:ahLst/>
            <a:cxnLst/>
            <a:rect l="0" t="0" r="r" b="b"/>
            <a:pathLst>
              <a:path w="7683462" h="3429036">
                <a:moveTo>
                  <a:pt x="7608251" y="41138"/>
                </a:moveTo>
                <a:lnTo>
                  <a:pt x="7683462" y="41138"/>
                </a:lnTo>
                <a:lnTo>
                  <a:pt x="7683462" y="0"/>
                </a:lnTo>
                <a:lnTo>
                  <a:pt x="7608251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68" name="Shape 368"/>
          <p:cNvSpPr/>
          <p:nvPr/>
        </p:nvSpPr>
        <p:spPr>
          <a:xfrm>
            <a:off x="1762806" y="3314653"/>
            <a:ext cx="7683462" cy="3387898"/>
          </a:xfrm>
          <a:custGeom>
            <a:avLst/>
            <a:gdLst/>
            <a:ahLst/>
            <a:cxnLst/>
            <a:rect l="0" t="0" r="r" b="b"/>
            <a:pathLst>
              <a:path w="7683462" h="3387898">
                <a:moveTo>
                  <a:pt x="7608251" y="41138"/>
                </a:moveTo>
                <a:lnTo>
                  <a:pt x="7683462" y="41138"/>
                </a:lnTo>
                <a:lnTo>
                  <a:pt x="7683462" y="0"/>
                </a:lnTo>
                <a:lnTo>
                  <a:pt x="7608251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69" name="Shape 369"/>
          <p:cNvSpPr/>
          <p:nvPr/>
        </p:nvSpPr>
        <p:spPr>
          <a:xfrm>
            <a:off x="1762806" y="3355792"/>
            <a:ext cx="7683462" cy="3346759"/>
          </a:xfrm>
          <a:custGeom>
            <a:avLst/>
            <a:gdLst/>
            <a:ahLst/>
            <a:cxnLst/>
            <a:rect l="0" t="0" r="r" b="b"/>
            <a:pathLst>
              <a:path w="7683462" h="3346759">
                <a:moveTo>
                  <a:pt x="7608251" y="41138"/>
                </a:moveTo>
                <a:lnTo>
                  <a:pt x="7683462" y="41138"/>
                </a:lnTo>
                <a:lnTo>
                  <a:pt x="7683462" y="0"/>
                </a:lnTo>
                <a:lnTo>
                  <a:pt x="7608251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70" name="Shape 370"/>
          <p:cNvSpPr/>
          <p:nvPr/>
        </p:nvSpPr>
        <p:spPr>
          <a:xfrm>
            <a:off x="1762806" y="3396931"/>
            <a:ext cx="7683462" cy="3305620"/>
          </a:xfrm>
          <a:custGeom>
            <a:avLst/>
            <a:gdLst/>
            <a:ahLst/>
            <a:cxnLst/>
            <a:rect l="0" t="0" r="r" b="b"/>
            <a:pathLst>
              <a:path w="7683462" h="3305620">
                <a:moveTo>
                  <a:pt x="7608251" y="41138"/>
                </a:moveTo>
                <a:lnTo>
                  <a:pt x="7683462" y="41138"/>
                </a:lnTo>
                <a:lnTo>
                  <a:pt x="7683462" y="0"/>
                </a:lnTo>
                <a:lnTo>
                  <a:pt x="7608251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71" name="Shape 371"/>
          <p:cNvSpPr/>
          <p:nvPr/>
        </p:nvSpPr>
        <p:spPr>
          <a:xfrm>
            <a:off x="1762806" y="3438070"/>
            <a:ext cx="7683462" cy="3264481"/>
          </a:xfrm>
          <a:custGeom>
            <a:avLst/>
            <a:gdLst/>
            <a:ahLst/>
            <a:cxnLst/>
            <a:rect l="0" t="0" r="r" b="b"/>
            <a:pathLst>
              <a:path w="7683462" h="3264481">
                <a:moveTo>
                  <a:pt x="7608251" y="41138"/>
                </a:moveTo>
                <a:lnTo>
                  <a:pt x="7683462" y="41138"/>
                </a:lnTo>
                <a:lnTo>
                  <a:pt x="7683462" y="0"/>
                </a:lnTo>
                <a:lnTo>
                  <a:pt x="7608251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72" name="Shape 372"/>
          <p:cNvSpPr/>
          <p:nvPr/>
        </p:nvSpPr>
        <p:spPr>
          <a:xfrm>
            <a:off x="1762806" y="3503408"/>
            <a:ext cx="7683462" cy="3199143"/>
          </a:xfrm>
          <a:custGeom>
            <a:avLst/>
            <a:gdLst/>
            <a:ahLst/>
            <a:cxnLst/>
            <a:rect l="0" t="0" r="r" b="b"/>
            <a:pathLst>
              <a:path w="7683462" h="3199143">
                <a:moveTo>
                  <a:pt x="7608251" y="41138"/>
                </a:moveTo>
                <a:lnTo>
                  <a:pt x="7683462" y="41138"/>
                </a:lnTo>
                <a:lnTo>
                  <a:pt x="7683462" y="0"/>
                </a:lnTo>
                <a:lnTo>
                  <a:pt x="7608251" y="0"/>
                </a:lnTo>
                <a:close/>
              </a:path>
            </a:pathLst>
          </a:custGeom>
          <a:solidFill>
            <a:srgbClr val="FFFFFF"/>
          </a:solidFill>
          <a:ln w="7562" cap="flat">
            <a:solidFill>
              <a:srgbClr val="1F2126"/>
            </a:solidFill>
            <a:miter lim="800000"/>
          </a:ln>
        </p:spPr>
      </p:sp>
      <p:sp>
        <p:nvSpPr>
          <p:cNvPr id="373" name="Shape 373"/>
          <p:cNvSpPr/>
          <p:nvPr/>
        </p:nvSpPr>
        <p:spPr>
          <a:xfrm>
            <a:off x="1762806" y="3084760"/>
            <a:ext cx="7772999" cy="3617791"/>
          </a:xfrm>
          <a:custGeom>
            <a:avLst/>
            <a:gdLst/>
            <a:ahLst/>
            <a:cxnLst/>
            <a:rect l="0" t="0" r="r" b="b"/>
            <a:pathLst>
              <a:path w="7772999" h="3617791">
                <a:moveTo>
                  <a:pt x="7697788" y="41138"/>
                </a:moveTo>
                <a:lnTo>
                  <a:pt x="7772999" y="41138"/>
                </a:lnTo>
                <a:lnTo>
                  <a:pt x="7772999" y="0"/>
                </a:lnTo>
                <a:lnTo>
                  <a:pt x="7697788" y="0"/>
                </a:lnTo>
                <a:close/>
              </a:path>
            </a:pathLst>
          </a:custGeom>
          <a:solidFill>
            <a:srgbClr val="772B84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74" name="Shape 374"/>
          <p:cNvSpPr/>
          <p:nvPr/>
        </p:nvSpPr>
        <p:spPr>
          <a:xfrm>
            <a:off x="1762806" y="3125899"/>
            <a:ext cx="7772999" cy="3576652"/>
          </a:xfrm>
          <a:custGeom>
            <a:avLst/>
            <a:gdLst/>
            <a:ahLst/>
            <a:cxnLst/>
            <a:rect l="0" t="0" r="r" b="b"/>
            <a:pathLst>
              <a:path w="7772999" h="3576652">
                <a:moveTo>
                  <a:pt x="7697788" y="41138"/>
                </a:moveTo>
                <a:lnTo>
                  <a:pt x="7772999" y="41138"/>
                </a:lnTo>
                <a:lnTo>
                  <a:pt x="7772999" y="0"/>
                </a:lnTo>
                <a:lnTo>
                  <a:pt x="7697788" y="0"/>
                </a:lnTo>
                <a:close/>
              </a:path>
            </a:pathLst>
          </a:custGeom>
          <a:solidFill>
            <a:srgbClr val="328C4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75" name="Shape 375"/>
          <p:cNvSpPr/>
          <p:nvPr/>
        </p:nvSpPr>
        <p:spPr>
          <a:xfrm>
            <a:off x="1762806" y="3167038"/>
            <a:ext cx="7772999" cy="3535513"/>
          </a:xfrm>
          <a:custGeom>
            <a:avLst/>
            <a:gdLst/>
            <a:ahLst/>
            <a:cxnLst/>
            <a:rect l="0" t="0" r="r" b="b"/>
            <a:pathLst>
              <a:path w="7772999" h="3535513">
                <a:moveTo>
                  <a:pt x="7697788" y="41138"/>
                </a:moveTo>
                <a:lnTo>
                  <a:pt x="7772999" y="41138"/>
                </a:lnTo>
                <a:lnTo>
                  <a:pt x="7772999" y="0"/>
                </a:lnTo>
                <a:lnTo>
                  <a:pt x="7697788" y="0"/>
                </a:lnTo>
                <a:close/>
              </a:path>
            </a:pathLst>
          </a:custGeom>
          <a:solidFill>
            <a:srgbClr val="B99AC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76" name="Shape 376"/>
          <p:cNvSpPr/>
          <p:nvPr/>
        </p:nvSpPr>
        <p:spPr>
          <a:xfrm>
            <a:off x="1762806" y="3232376"/>
            <a:ext cx="7772999" cy="3470175"/>
          </a:xfrm>
          <a:custGeom>
            <a:avLst/>
            <a:gdLst/>
            <a:ahLst/>
            <a:cxnLst/>
            <a:rect l="0" t="0" r="r" b="b"/>
            <a:pathLst>
              <a:path w="7772999" h="3470175">
                <a:moveTo>
                  <a:pt x="7697788" y="41138"/>
                </a:moveTo>
                <a:lnTo>
                  <a:pt x="7772999" y="41138"/>
                </a:lnTo>
                <a:lnTo>
                  <a:pt x="7772999" y="0"/>
                </a:lnTo>
                <a:lnTo>
                  <a:pt x="7697788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77" name="Shape 377"/>
          <p:cNvSpPr/>
          <p:nvPr/>
        </p:nvSpPr>
        <p:spPr>
          <a:xfrm>
            <a:off x="1762806" y="3273515"/>
            <a:ext cx="7772999" cy="3429036"/>
          </a:xfrm>
          <a:custGeom>
            <a:avLst/>
            <a:gdLst/>
            <a:ahLst/>
            <a:cxnLst/>
            <a:rect l="0" t="0" r="r" b="b"/>
            <a:pathLst>
              <a:path w="7772999" h="3429036">
                <a:moveTo>
                  <a:pt x="7697788" y="41138"/>
                </a:moveTo>
                <a:lnTo>
                  <a:pt x="7772999" y="41138"/>
                </a:lnTo>
                <a:lnTo>
                  <a:pt x="7772999" y="0"/>
                </a:lnTo>
                <a:lnTo>
                  <a:pt x="7697788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78" name="Shape 378"/>
          <p:cNvSpPr/>
          <p:nvPr/>
        </p:nvSpPr>
        <p:spPr>
          <a:xfrm>
            <a:off x="1762806" y="3314653"/>
            <a:ext cx="7772999" cy="3387898"/>
          </a:xfrm>
          <a:custGeom>
            <a:avLst/>
            <a:gdLst/>
            <a:ahLst/>
            <a:cxnLst/>
            <a:rect l="0" t="0" r="r" b="b"/>
            <a:pathLst>
              <a:path w="7772999" h="3387898">
                <a:moveTo>
                  <a:pt x="7697788" y="41138"/>
                </a:moveTo>
                <a:lnTo>
                  <a:pt x="7772999" y="41138"/>
                </a:lnTo>
                <a:lnTo>
                  <a:pt x="7772999" y="0"/>
                </a:lnTo>
                <a:lnTo>
                  <a:pt x="7697788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79" name="Shape 379"/>
          <p:cNvSpPr/>
          <p:nvPr/>
        </p:nvSpPr>
        <p:spPr>
          <a:xfrm>
            <a:off x="1762806" y="3355792"/>
            <a:ext cx="7772999" cy="3346759"/>
          </a:xfrm>
          <a:custGeom>
            <a:avLst/>
            <a:gdLst/>
            <a:ahLst/>
            <a:cxnLst/>
            <a:rect l="0" t="0" r="r" b="b"/>
            <a:pathLst>
              <a:path w="7772999" h="3346759">
                <a:moveTo>
                  <a:pt x="7697788" y="41138"/>
                </a:moveTo>
                <a:lnTo>
                  <a:pt x="7772999" y="41138"/>
                </a:lnTo>
                <a:lnTo>
                  <a:pt x="7772999" y="0"/>
                </a:lnTo>
                <a:lnTo>
                  <a:pt x="7697788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80" name="Shape 380"/>
          <p:cNvSpPr/>
          <p:nvPr/>
        </p:nvSpPr>
        <p:spPr>
          <a:xfrm>
            <a:off x="1762806" y="3396931"/>
            <a:ext cx="7772999" cy="3305620"/>
          </a:xfrm>
          <a:custGeom>
            <a:avLst/>
            <a:gdLst/>
            <a:ahLst/>
            <a:cxnLst/>
            <a:rect l="0" t="0" r="r" b="b"/>
            <a:pathLst>
              <a:path w="7772999" h="3305620">
                <a:moveTo>
                  <a:pt x="7697788" y="41138"/>
                </a:moveTo>
                <a:lnTo>
                  <a:pt x="7772999" y="41138"/>
                </a:lnTo>
                <a:lnTo>
                  <a:pt x="7772999" y="0"/>
                </a:lnTo>
                <a:lnTo>
                  <a:pt x="7697788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81" name="Shape 381"/>
          <p:cNvSpPr/>
          <p:nvPr/>
        </p:nvSpPr>
        <p:spPr>
          <a:xfrm>
            <a:off x="1762806" y="3438070"/>
            <a:ext cx="7772999" cy="3264481"/>
          </a:xfrm>
          <a:custGeom>
            <a:avLst/>
            <a:gdLst/>
            <a:ahLst/>
            <a:cxnLst/>
            <a:rect l="0" t="0" r="r" b="b"/>
            <a:pathLst>
              <a:path w="7772999" h="3264481">
                <a:moveTo>
                  <a:pt x="7697788" y="41138"/>
                </a:moveTo>
                <a:lnTo>
                  <a:pt x="7772999" y="41138"/>
                </a:lnTo>
                <a:lnTo>
                  <a:pt x="7772999" y="0"/>
                </a:lnTo>
                <a:lnTo>
                  <a:pt x="7697788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82" name="Shape 382"/>
          <p:cNvSpPr/>
          <p:nvPr/>
        </p:nvSpPr>
        <p:spPr>
          <a:xfrm>
            <a:off x="1762806" y="3503408"/>
            <a:ext cx="7772999" cy="3199143"/>
          </a:xfrm>
          <a:custGeom>
            <a:avLst/>
            <a:gdLst/>
            <a:ahLst/>
            <a:cxnLst/>
            <a:rect l="0" t="0" r="r" b="b"/>
            <a:pathLst>
              <a:path w="7772999" h="3199143">
                <a:moveTo>
                  <a:pt x="7697788" y="41138"/>
                </a:moveTo>
                <a:lnTo>
                  <a:pt x="7772999" y="41138"/>
                </a:lnTo>
                <a:lnTo>
                  <a:pt x="7772999" y="0"/>
                </a:lnTo>
                <a:lnTo>
                  <a:pt x="7697788" y="0"/>
                </a:lnTo>
                <a:close/>
              </a:path>
            </a:pathLst>
          </a:custGeom>
          <a:solidFill>
            <a:srgbClr val="FFFFFF"/>
          </a:solidFill>
          <a:ln w="7562" cap="flat">
            <a:solidFill>
              <a:srgbClr val="1F2126"/>
            </a:solidFill>
            <a:miter lim="800000"/>
          </a:ln>
        </p:spPr>
      </p:sp>
      <p:sp>
        <p:nvSpPr>
          <p:cNvPr id="383" name="Shape 383"/>
          <p:cNvSpPr/>
          <p:nvPr/>
        </p:nvSpPr>
        <p:spPr>
          <a:xfrm>
            <a:off x="1762806" y="3084760"/>
            <a:ext cx="7862537" cy="3617791"/>
          </a:xfrm>
          <a:custGeom>
            <a:avLst/>
            <a:gdLst/>
            <a:ahLst/>
            <a:cxnLst/>
            <a:rect l="0" t="0" r="r" b="b"/>
            <a:pathLst>
              <a:path w="7862537" h="3617791">
                <a:moveTo>
                  <a:pt x="7787325" y="41138"/>
                </a:moveTo>
                <a:lnTo>
                  <a:pt x="7862537" y="41138"/>
                </a:lnTo>
                <a:lnTo>
                  <a:pt x="7862537" y="0"/>
                </a:lnTo>
                <a:lnTo>
                  <a:pt x="7787325" y="0"/>
                </a:lnTo>
                <a:close/>
              </a:path>
            </a:pathLst>
          </a:custGeom>
          <a:solidFill>
            <a:srgbClr val="782E85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84" name="Shape 384"/>
          <p:cNvSpPr/>
          <p:nvPr/>
        </p:nvSpPr>
        <p:spPr>
          <a:xfrm>
            <a:off x="1762806" y="3125899"/>
            <a:ext cx="7862537" cy="3576652"/>
          </a:xfrm>
          <a:custGeom>
            <a:avLst/>
            <a:gdLst/>
            <a:ahLst/>
            <a:cxnLst/>
            <a:rect l="0" t="0" r="r" b="b"/>
            <a:pathLst>
              <a:path w="7862537" h="3576652">
                <a:moveTo>
                  <a:pt x="7787325" y="41138"/>
                </a:moveTo>
                <a:lnTo>
                  <a:pt x="7862537" y="41138"/>
                </a:lnTo>
                <a:lnTo>
                  <a:pt x="7862537" y="0"/>
                </a:lnTo>
                <a:lnTo>
                  <a:pt x="7787325" y="0"/>
                </a:lnTo>
                <a:close/>
              </a:path>
            </a:pathLst>
          </a:custGeom>
          <a:solidFill>
            <a:srgbClr val="308A45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85" name="Shape 385"/>
          <p:cNvSpPr/>
          <p:nvPr/>
        </p:nvSpPr>
        <p:spPr>
          <a:xfrm>
            <a:off x="1762806" y="3167038"/>
            <a:ext cx="7862537" cy="3535513"/>
          </a:xfrm>
          <a:custGeom>
            <a:avLst/>
            <a:gdLst/>
            <a:ahLst/>
            <a:cxnLst/>
            <a:rect l="0" t="0" r="r" b="b"/>
            <a:pathLst>
              <a:path w="7862537" h="3535513">
                <a:moveTo>
                  <a:pt x="7787325" y="41138"/>
                </a:moveTo>
                <a:lnTo>
                  <a:pt x="7862537" y="41138"/>
                </a:lnTo>
                <a:lnTo>
                  <a:pt x="7862537" y="0"/>
                </a:lnTo>
                <a:lnTo>
                  <a:pt x="7787325" y="0"/>
                </a:lnTo>
                <a:close/>
              </a:path>
            </a:pathLst>
          </a:custGeom>
          <a:solidFill>
            <a:srgbClr val="CBB1D5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86" name="Shape 386"/>
          <p:cNvSpPr/>
          <p:nvPr/>
        </p:nvSpPr>
        <p:spPr>
          <a:xfrm>
            <a:off x="1762806" y="3232376"/>
            <a:ext cx="7862537" cy="3470175"/>
          </a:xfrm>
          <a:custGeom>
            <a:avLst/>
            <a:gdLst/>
            <a:ahLst/>
            <a:cxnLst/>
            <a:rect l="0" t="0" r="r" b="b"/>
            <a:pathLst>
              <a:path w="7862537" h="3470175">
                <a:moveTo>
                  <a:pt x="7787325" y="41138"/>
                </a:moveTo>
                <a:lnTo>
                  <a:pt x="7862537" y="41138"/>
                </a:lnTo>
                <a:lnTo>
                  <a:pt x="7862537" y="0"/>
                </a:lnTo>
                <a:lnTo>
                  <a:pt x="7787325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87" name="Shape 387"/>
          <p:cNvSpPr/>
          <p:nvPr/>
        </p:nvSpPr>
        <p:spPr>
          <a:xfrm>
            <a:off x="1762806" y="3273515"/>
            <a:ext cx="7862537" cy="3429036"/>
          </a:xfrm>
          <a:custGeom>
            <a:avLst/>
            <a:gdLst/>
            <a:ahLst/>
            <a:cxnLst/>
            <a:rect l="0" t="0" r="r" b="b"/>
            <a:pathLst>
              <a:path w="7862537" h="3429036">
                <a:moveTo>
                  <a:pt x="7787325" y="41138"/>
                </a:moveTo>
                <a:lnTo>
                  <a:pt x="7862537" y="41138"/>
                </a:lnTo>
                <a:lnTo>
                  <a:pt x="7862537" y="0"/>
                </a:lnTo>
                <a:lnTo>
                  <a:pt x="7787325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88" name="Shape 388"/>
          <p:cNvSpPr/>
          <p:nvPr/>
        </p:nvSpPr>
        <p:spPr>
          <a:xfrm>
            <a:off x="1762806" y="3314653"/>
            <a:ext cx="7862537" cy="3387898"/>
          </a:xfrm>
          <a:custGeom>
            <a:avLst/>
            <a:gdLst/>
            <a:ahLst/>
            <a:cxnLst/>
            <a:rect l="0" t="0" r="r" b="b"/>
            <a:pathLst>
              <a:path w="7862537" h="3387898">
                <a:moveTo>
                  <a:pt x="7787325" y="41138"/>
                </a:moveTo>
                <a:lnTo>
                  <a:pt x="7862537" y="41138"/>
                </a:lnTo>
                <a:lnTo>
                  <a:pt x="7862537" y="0"/>
                </a:lnTo>
                <a:lnTo>
                  <a:pt x="7787325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89" name="Shape 389"/>
          <p:cNvSpPr/>
          <p:nvPr/>
        </p:nvSpPr>
        <p:spPr>
          <a:xfrm>
            <a:off x="1762806" y="3355792"/>
            <a:ext cx="7862537" cy="3346759"/>
          </a:xfrm>
          <a:custGeom>
            <a:avLst/>
            <a:gdLst/>
            <a:ahLst/>
            <a:cxnLst/>
            <a:rect l="0" t="0" r="r" b="b"/>
            <a:pathLst>
              <a:path w="7862537" h="3346759">
                <a:moveTo>
                  <a:pt x="7787325" y="41138"/>
                </a:moveTo>
                <a:lnTo>
                  <a:pt x="7862537" y="41138"/>
                </a:lnTo>
                <a:lnTo>
                  <a:pt x="7862537" y="0"/>
                </a:lnTo>
                <a:lnTo>
                  <a:pt x="7787325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90" name="Shape 390"/>
          <p:cNvSpPr/>
          <p:nvPr/>
        </p:nvSpPr>
        <p:spPr>
          <a:xfrm>
            <a:off x="1762806" y="3396931"/>
            <a:ext cx="7862537" cy="3305620"/>
          </a:xfrm>
          <a:custGeom>
            <a:avLst/>
            <a:gdLst/>
            <a:ahLst/>
            <a:cxnLst/>
            <a:rect l="0" t="0" r="r" b="b"/>
            <a:pathLst>
              <a:path w="7862537" h="3305620">
                <a:moveTo>
                  <a:pt x="7787325" y="41138"/>
                </a:moveTo>
                <a:lnTo>
                  <a:pt x="7862537" y="41138"/>
                </a:lnTo>
                <a:lnTo>
                  <a:pt x="7862537" y="0"/>
                </a:lnTo>
                <a:lnTo>
                  <a:pt x="7787325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91" name="Shape 391"/>
          <p:cNvSpPr/>
          <p:nvPr/>
        </p:nvSpPr>
        <p:spPr>
          <a:xfrm>
            <a:off x="1762806" y="3438070"/>
            <a:ext cx="7862537" cy="3264481"/>
          </a:xfrm>
          <a:custGeom>
            <a:avLst/>
            <a:gdLst/>
            <a:ahLst/>
            <a:cxnLst/>
            <a:rect l="0" t="0" r="r" b="b"/>
            <a:pathLst>
              <a:path w="7862537" h="3264481">
                <a:moveTo>
                  <a:pt x="7787325" y="41138"/>
                </a:moveTo>
                <a:lnTo>
                  <a:pt x="7862537" y="41138"/>
                </a:lnTo>
                <a:lnTo>
                  <a:pt x="7862537" y="0"/>
                </a:lnTo>
                <a:lnTo>
                  <a:pt x="7787325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92" name="Shape 392"/>
          <p:cNvSpPr/>
          <p:nvPr/>
        </p:nvSpPr>
        <p:spPr>
          <a:xfrm>
            <a:off x="1762806" y="3503408"/>
            <a:ext cx="7862537" cy="3199143"/>
          </a:xfrm>
          <a:custGeom>
            <a:avLst/>
            <a:gdLst/>
            <a:ahLst/>
            <a:cxnLst/>
            <a:rect l="0" t="0" r="r" b="b"/>
            <a:pathLst>
              <a:path w="7862537" h="3199143">
                <a:moveTo>
                  <a:pt x="7787325" y="41138"/>
                </a:moveTo>
                <a:lnTo>
                  <a:pt x="7862537" y="41138"/>
                </a:lnTo>
                <a:lnTo>
                  <a:pt x="7862537" y="0"/>
                </a:lnTo>
                <a:lnTo>
                  <a:pt x="7787325" y="0"/>
                </a:lnTo>
                <a:close/>
              </a:path>
            </a:pathLst>
          </a:custGeom>
          <a:solidFill>
            <a:srgbClr val="FFFFFF"/>
          </a:solidFill>
          <a:ln w="7562" cap="flat">
            <a:solidFill>
              <a:srgbClr val="1F2126"/>
            </a:solidFill>
            <a:miter lim="800000"/>
          </a:ln>
        </p:spPr>
      </p:sp>
      <p:sp>
        <p:nvSpPr>
          <p:cNvPr id="393" name="Shape 393"/>
          <p:cNvSpPr/>
          <p:nvPr/>
        </p:nvSpPr>
        <p:spPr>
          <a:xfrm>
            <a:off x="1762806" y="3084760"/>
            <a:ext cx="7952074" cy="3617791"/>
          </a:xfrm>
          <a:custGeom>
            <a:avLst/>
            <a:gdLst/>
            <a:ahLst/>
            <a:cxnLst/>
            <a:rect l="0" t="0" r="r" b="b"/>
            <a:pathLst>
              <a:path w="7952074" h="3617791">
                <a:moveTo>
                  <a:pt x="7876863" y="41138"/>
                </a:moveTo>
                <a:lnTo>
                  <a:pt x="7952074" y="41138"/>
                </a:lnTo>
                <a:lnTo>
                  <a:pt x="7952074" y="0"/>
                </a:lnTo>
                <a:lnTo>
                  <a:pt x="7876863" y="0"/>
                </a:lnTo>
                <a:close/>
              </a:path>
            </a:pathLst>
          </a:custGeom>
          <a:solidFill>
            <a:srgbClr val="7B3488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94" name="Shape 394"/>
          <p:cNvSpPr/>
          <p:nvPr/>
        </p:nvSpPr>
        <p:spPr>
          <a:xfrm>
            <a:off x="1762806" y="3125899"/>
            <a:ext cx="7952074" cy="3576652"/>
          </a:xfrm>
          <a:custGeom>
            <a:avLst/>
            <a:gdLst/>
            <a:ahLst/>
            <a:cxnLst/>
            <a:rect l="0" t="0" r="r" b="b"/>
            <a:pathLst>
              <a:path w="7952074" h="3576652">
                <a:moveTo>
                  <a:pt x="7876863" y="41138"/>
                </a:moveTo>
                <a:lnTo>
                  <a:pt x="7952074" y="41138"/>
                </a:lnTo>
                <a:lnTo>
                  <a:pt x="7952074" y="0"/>
                </a:lnTo>
                <a:lnTo>
                  <a:pt x="7876863" y="0"/>
                </a:lnTo>
                <a:close/>
              </a:path>
            </a:pathLst>
          </a:custGeom>
          <a:solidFill>
            <a:srgbClr val="308A45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95" name="Shape 395"/>
          <p:cNvSpPr/>
          <p:nvPr/>
        </p:nvSpPr>
        <p:spPr>
          <a:xfrm>
            <a:off x="1762806" y="3167038"/>
            <a:ext cx="7952074" cy="3535513"/>
          </a:xfrm>
          <a:custGeom>
            <a:avLst/>
            <a:gdLst/>
            <a:ahLst/>
            <a:cxnLst/>
            <a:rect l="0" t="0" r="r" b="b"/>
            <a:pathLst>
              <a:path w="7952074" h="3535513">
                <a:moveTo>
                  <a:pt x="7876863" y="41138"/>
                </a:moveTo>
                <a:lnTo>
                  <a:pt x="7952074" y="41138"/>
                </a:lnTo>
                <a:lnTo>
                  <a:pt x="7952074" y="0"/>
                </a:lnTo>
                <a:lnTo>
                  <a:pt x="7876863" y="0"/>
                </a:lnTo>
                <a:close/>
              </a:path>
            </a:pathLst>
          </a:custGeom>
          <a:solidFill>
            <a:srgbClr val="DDC7E1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96" name="Shape 396"/>
          <p:cNvSpPr/>
          <p:nvPr/>
        </p:nvSpPr>
        <p:spPr>
          <a:xfrm>
            <a:off x="1762806" y="3232376"/>
            <a:ext cx="7952074" cy="3470175"/>
          </a:xfrm>
          <a:custGeom>
            <a:avLst/>
            <a:gdLst/>
            <a:ahLst/>
            <a:cxnLst/>
            <a:rect l="0" t="0" r="r" b="b"/>
            <a:pathLst>
              <a:path w="7952074" h="3470175">
                <a:moveTo>
                  <a:pt x="7876863" y="41138"/>
                </a:moveTo>
                <a:lnTo>
                  <a:pt x="7952074" y="41138"/>
                </a:lnTo>
                <a:lnTo>
                  <a:pt x="7952074" y="0"/>
                </a:lnTo>
                <a:lnTo>
                  <a:pt x="7876863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97" name="Shape 397"/>
          <p:cNvSpPr/>
          <p:nvPr/>
        </p:nvSpPr>
        <p:spPr>
          <a:xfrm>
            <a:off x="1762806" y="3273515"/>
            <a:ext cx="7952074" cy="3429036"/>
          </a:xfrm>
          <a:custGeom>
            <a:avLst/>
            <a:gdLst/>
            <a:ahLst/>
            <a:cxnLst/>
            <a:rect l="0" t="0" r="r" b="b"/>
            <a:pathLst>
              <a:path w="7952074" h="3429036">
                <a:moveTo>
                  <a:pt x="7876863" y="41138"/>
                </a:moveTo>
                <a:lnTo>
                  <a:pt x="7952074" y="41138"/>
                </a:lnTo>
                <a:lnTo>
                  <a:pt x="7952074" y="0"/>
                </a:lnTo>
                <a:lnTo>
                  <a:pt x="7876863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98" name="Shape 398"/>
          <p:cNvSpPr/>
          <p:nvPr/>
        </p:nvSpPr>
        <p:spPr>
          <a:xfrm>
            <a:off x="1762806" y="3314653"/>
            <a:ext cx="7952074" cy="3387898"/>
          </a:xfrm>
          <a:custGeom>
            <a:avLst/>
            <a:gdLst/>
            <a:ahLst/>
            <a:cxnLst/>
            <a:rect l="0" t="0" r="r" b="b"/>
            <a:pathLst>
              <a:path w="7952074" h="3387898">
                <a:moveTo>
                  <a:pt x="7876863" y="41138"/>
                </a:moveTo>
                <a:lnTo>
                  <a:pt x="7952074" y="41138"/>
                </a:lnTo>
                <a:lnTo>
                  <a:pt x="7952074" y="0"/>
                </a:lnTo>
                <a:lnTo>
                  <a:pt x="7876863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399" name="Shape 399"/>
          <p:cNvSpPr/>
          <p:nvPr/>
        </p:nvSpPr>
        <p:spPr>
          <a:xfrm>
            <a:off x="1762806" y="3355792"/>
            <a:ext cx="7952074" cy="3346759"/>
          </a:xfrm>
          <a:custGeom>
            <a:avLst/>
            <a:gdLst/>
            <a:ahLst/>
            <a:cxnLst/>
            <a:rect l="0" t="0" r="r" b="b"/>
            <a:pathLst>
              <a:path w="7952074" h="3346759">
                <a:moveTo>
                  <a:pt x="7876863" y="41138"/>
                </a:moveTo>
                <a:lnTo>
                  <a:pt x="7952074" y="41138"/>
                </a:lnTo>
                <a:lnTo>
                  <a:pt x="7952074" y="0"/>
                </a:lnTo>
                <a:lnTo>
                  <a:pt x="7876863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00" name="Shape 400"/>
          <p:cNvSpPr/>
          <p:nvPr/>
        </p:nvSpPr>
        <p:spPr>
          <a:xfrm>
            <a:off x="1762806" y="3396931"/>
            <a:ext cx="7952074" cy="3305620"/>
          </a:xfrm>
          <a:custGeom>
            <a:avLst/>
            <a:gdLst/>
            <a:ahLst/>
            <a:cxnLst/>
            <a:rect l="0" t="0" r="r" b="b"/>
            <a:pathLst>
              <a:path w="7952074" h="3305620">
                <a:moveTo>
                  <a:pt x="7876863" y="41138"/>
                </a:moveTo>
                <a:lnTo>
                  <a:pt x="7952074" y="41138"/>
                </a:lnTo>
                <a:lnTo>
                  <a:pt x="7952074" y="0"/>
                </a:lnTo>
                <a:lnTo>
                  <a:pt x="7876863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01" name="Shape 401"/>
          <p:cNvSpPr/>
          <p:nvPr/>
        </p:nvSpPr>
        <p:spPr>
          <a:xfrm>
            <a:off x="1762806" y="3438070"/>
            <a:ext cx="7952074" cy="3264481"/>
          </a:xfrm>
          <a:custGeom>
            <a:avLst/>
            <a:gdLst/>
            <a:ahLst/>
            <a:cxnLst/>
            <a:rect l="0" t="0" r="r" b="b"/>
            <a:pathLst>
              <a:path w="7952074" h="3264481">
                <a:moveTo>
                  <a:pt x="7876863" y="41138"/>
                </a:moveTo>
                <a:lnTo>
                  <a:pt x="7952074" y="41138"/>
                </a:lnTo>
                <a:lnTo>
                  <a:pt x="7952074" y="0"/>
                </a:lnTo>
                <a:lnTo>
                  <a:pt x="7876863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02" name="Shape 402"/>
          <p:cNvSpPr/>
          <p:nvPr/>
        </p:nvSpPr>
        <p:spPr>
          <a:xfrm>
            <a:off x="1762806" y="3503408"/>
            <a:ext cx="7952074" cy="3199143"/>
          </a:xfrm>
          <a:custGeom>
            <a:avLst/>
            <a:gdLst/>
            <a:ahLst/>
            <a:cxnLst/>
            <a:rect l="0" t="0" r="r" b="b"/>
            <a:pathLst>
              <a:path w="7952074" h="3199143">
                <a:moveTo>
                  <a:pt x="7876863" y="41138"/>
                </a:moveTo>
                <a:lnTo>
                  <a:pt x="7952074" y="41138"/>
                </a:lnTo>
                <a:lnTo>
                  <a:pt x="7952074" y="0"/>
                </a:lnTo>
                <a:lnTo>
                  <a:pt x="7876863" y="0"/>
                </a:lnTo>
                <a:close/>
              </a:path>
            </a:pathLst>
          </a:custGeom>
          <a:solidFill>
            <a:srgbClr val="FFFFFF"/>
          </a:solidFill>
          <a:ln w="7562" cap="flat">
            <a:solidFill>
              <a:srgbClr val="1F2126"/>
            </a:solidFill>
            <a:miter lim="800000"/>
          </a:ln>
        </p:spPr>
      </p:sp>
      <p:sp>
        <p:nvSpPr>
          <p:cNvPr id="403" name="Shape 403"/>
          <p:cNvSpPr/>
          <p:nvPr/>
        </p:nvSpPr>
        <p:spPr>
          <a:xfrm>
            <a:off x="1762806" y="3084760"/>
            <a:ext cx="8041611" cy="3617791"/>
          </a:xfrm>
          <a:custGeom>
            <a:avLst/>
            <a:gdLst/>
            <a:ahLst/>
            <a:cxnLst/>
            <a:rect l="0" t="0" r="r" b="b"/>
            <a:pathLst>
              <a:path w="8041611" h="3617791">
                <a:moveTo>
                  <a:pt x="7966400" y="41138"/>
                </a:moveTo>
                <a:lnTo>
                  <a:pt x="8041611" y="41138"/>
                </a:lnTo>
                <a:lnTo>
                  <a:pt x="8041611" y="0"/>
                </a:lnTo>
                <a:lnTo>
                  <a:pt x="7966400" y="0"/>
                </a:lnTo>
                <a:close/>
              </a:path>
            </a:pathLst>
          </a:custGeom>
          <a:solidFill>
            <a:srgbClr val="F6F7F6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04" name="Shape 404"/>
          <p:cNvSpPr/>
          <p:nvPr/>
        </p:nvSpPr>
        <p:spPr>
          <a:xfrm>
            <a:off x="1762806" y="3125899"/>
            <a:ext cx="8041611" cy="3576652"/>
          </a:xfrm>
          <a:custGeom>
            <a:avLst/>
            <a:gdLst/>
            <a:ahLst/>
            <a:cxnLst/>
            <a:rect l="0" t="0" r="r" b="b"/>
            <a:pathLst>
              <a:path w="8041611" h="3576652">
                <a:moveTo>
                  <a:pt x="7966400" y="41138"/>
                </a:moveTo>
                <a:lnTo>
                  <a:pt x="8041611" y="41138"/>
                </a:lnTo>
                <a:lnTo>
                  <a:pt x="8041611" y="0"/>
                </a:lnTo>
                <a:lnTo>
                  <a:pt x="7966400" y="0"/>
                </a:lnTo>
                <a:close/>
              </a:path>
            </a:pathLst>
          </a:custGeom>
          <a:solidFill>
            <a:srgbClr val="F6F7F6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05" name="Shape 405"/>
          <p:cNvSpPr/>
          <p:nvPr/>
        </p:nvSpPr>
        <p:spPr>
          <a:xfrm>
            <a:off x="1762806" y="3167038"/>
            <a:ext cx="8041611" cy="3535513"/>
          </a:xfrm>
          <a:custGeom>
            <a:avLst/>
            <a:gdLst/>
            <a:ahLst/>
            <a:cxnLst/>
            <a:rect l="0" t="0" r="r" b="b"/>
            <a:pathLst>
              <a:path w="8041611" h="3535513">
                <a:moveTo>
                  <a:pt x="7966400" y="41138"/>
                </a:moveTo>
                <a:lnTo>
                  <a:pt x="8041611" y="41138"/>
                </a:lnTo>
                <a:lnTo>
                  <a:pt x="8041611" y="0"/>
                </a:lnTo>
                <a:lnTo>
                  <a:pt x="7966400" y="0"/>
                </a:lnTo>
                <a:close/>
              </a:path>
            </a:pathLst>
          </a:custGeom>
          <a:solidFill>
            <a:srgbClr val="F6F7F6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06" name="Shape 406"/>
          <p:cNvSpPr/>
          <p:nvPr/>
        </p:nvSpPr>
        <p:spPr>
          <a:xfrm>
            <a:off x="1762806" y="3232376"/>
            <a:ext cx="8041611" cy="3470175"/>
          </a:xfrm>
          <a:custGeom>
            <a:avLst/>
            <a:gdLst/>
            <a:ahLst/>
            <a:cxnLst/>
            <a:rect l="0" t="0" r="r" b="b"/>
            <a:pathLst>
              <a:path w="8041611" h="3470175">
                <a:moveTo>
                  <a:pt x="7966400" y="41138"/>
                </a:moveTo>
                <a:lnTo>
                  <a:pt x="8041611" y="41138"/>
                </a:lnTo>
                <a:lnTo>
                  <a:pt x="8041611" y="0"/>
                </a:lnTo>
                <a:lnTo>
                  <a:pt x="7966400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07" name="Shape 407"/>
          <p:cNvSpPr/>
          <p:nvPr/>
        </p:nvSpPr>
        <p:spPr>
          <a:xfrm>
            <a:off x="1762806" y="3273515"/>
            <a:ext cx="8041611" cy="3429036"/>
          </a:xfrm>
          <a:custGeom>
            <a:avLst/>
            <a:gdLst/>
            <a:ahLst/>
            <a:cxnLst/>
            <a:rect l="0" t="0" r="r" b="b"/>
            <a:pathLst>
              <a:path w="8041611" h="3429036">
                <a:moveTo>
                  <a:pt x="7966400" y="41138"/>
                </a:moveTo>
                <a:lnTo>
                  <a:pt x="8041611" y="41138"/>
                </a:lnTo>
                <a:lnTo>
                  <a:pt x="8041611" y="0"/>
                </a:lnTo>
                <a:lnTo>
                  <a:pt x="7966400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08" name="Shape 408"/>
          <p:cNvSpPr/>
          <p:nvPr/>
        </p:nvSpPr>
        <p:spPr>
          <a:xfrm>
            <a:off x="1762806" y="3314653"/>
            <a:ext cx="8041611" cy="3387898"/>
          </a:xfrm>
          <a:custGeom>
            <a:avLst/>
            <a:gdLst/>
            <a:ahLst/>
            <a:cxnLst/>
            <a:rect l="0" t="0" r="r" b="b"/>
            <a:pathLst>
              <a:path w="8041611" h="3387898">
                <a:moveTo>
                  <a:pt x="7966400" y="41138"/>
                </a:moveTo>
                <a:lnTo>
                  <a:pt x="8041611" y="41138"/>
                </a:lnTo>
                <a:lnTo>
                  <a:pt x="8041611" y="0"/>
                </a:lnTo>
                <a:lnTo>
                  <a:pt x="7966400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09" name="Shape 409"/>
          <p:cNvSpPr/>
          <p:nvPr/>
        </p:nvSpPr>
        <p:spPr>
          <a:xfrm>
            <a:off x="1762806" y="3355792"/>
            <a:ext cx="8041611" cy="3346759"/>
          </a:xfrm>
          <a:custGeom>
            <a:avLst/>
            <a:gdLst/>
            <a:ahLst/>
            <a:cxnLst/>
            <a:rect l="0" t="0" r="r" b="b"/>
            <a:pathLst>
              <a:path w="8041611" h="3346759">
                <a:moveTo>
                  <a:pt x="7966400" y="41138"/>
                </a:moveTo>
                <a:lnTo>
                  <a:pt x="8041611" y="41138"/>
                </a:lnTo>
                <a:lnTo>
                  <a:pt x="8041611" y="0"/>
                </a:lnTo>
                <a:lnTo>
                  <a:pt x="7966400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10" name="Shape 410"/>
          <p:cNvSpPr/>
          <p:nvPr/>
        </p:nvSpPr>
        <p:spPr>
          <a:xfrm>
            <a:off x="1762806" y="3396931"/>
            <a:ext cx="8041611" cy="3305620"/>
          </a:xfrm>
          <a:custGeom>
            <a:avLst/>
            <a:gdLst/>
            <a:ahLst/>
            <a:cxnLst/>
            <a:rect l="0" t="0" r="r" b="b"/>
            <a:pathLst>
              <a:path w="8041611" h="3305620">
                <a:moveTo>
                  <a:pt x="7966400" y="41138"/>
                </a:moveTo>
                <a:lnTo>
                  <a:pt x="8041611" y="41138"/>
                </a:lnTo>
                <a:lnTo>
                  <a:pt x="8041611" y="0"/>
                </a:lnTo>
                <a:lnTo>
                  <a:pt x="7966400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11" name="Shape 411"/>
          <p:cNvSpPr/>
          <p:nvPr/>
        </p:nvSpPr>
        <p:spPr>
          <a:xfrm>
            <a:off x="1762806" y="3438070"/>
            <a:ext cx="8041611" cy="3264481"/>
          </a:xfrm>
          <a:custGeom>
            <a:avLst/>
            <a:gdLst/>
            <a:ahLst/>
            <a:cxnLst/>
            <a:rect l="0" t="0" r="r" b="b"/>
            <a:pathLst>
              <a:path w="8041611" h="3264481">
                <a:moveTo>
                  <a:pt x="7966400" y="41138"/>
                </a:moveTo>
                <a:lnTo>
                  <a:pt x="8041611" y="41138"/>
                </a:lnTo>
                <a:lnTo>
                  <a:pt x="8041611" y="0"/>
                </a:lnTo>
                <a:lnTo>
                  <a:pt x="7966400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12" name="Shape 412"/>
          <p:cNvSpPr/>
          <p:nvPr/>
        </p:nvSpPr>
        <p:spPr>
          <a:xfrm>
            <a:off x="1762806" y="3503408"/>
            <a:ext cx="8041611" cy="3199143"/>
          </a:xfrm>
          <a:custGeom>
            <a:avLst/>
            <a:gdLst/>
            <a:ahLst/>
            <a:cxnLst/>
            <a:rect l="0" t="0" r="r" b="b"/>
            <a:pathLst>
              <a:path w="8041611" h="3199143">
                <a:moveTo>
                  <a:pt x="7966400" y="41138"/>
                </a:moveTo>
                <a:lnTo>
                  <a:pt x="8041611" y="41138"/>
                </a:lnTo>
                <a:lnTo>
                  <a:pt x="8041611" y="0"/>
                </a:lnTo>
                <a:lnTo>
                  <a:pt x="7966400" y="0"/>
                </a:lnTo>
                <a:close/>
              </a:path>
            </a:pathLst>
          </a:custGeom>
          <a:solidFill>
            <a:srgbClr val="1F2126"/>
          </a:solidFill>
          <a:ln w="7562" cap="flat">
            <a:solidFill>
              <a:srgbClr val="1F2126"/>
            </a:solidFill>
            <a:miter lim="800000"/>
          </a:ln>
        </p:spPr>
      </p:sp>
      <p:sp>
        <p:nvSpPr>
          <p:cNvPr id="413" name="Shape 413"/>
          <p:cNvSpPr/>
          <p:nvPr/>
        </p:nvSpPr>
        <p:spPr>
          <a:xfrm>
            <a:off x="1762806" y="3084760"/>
            <a:ext cx="8131149" cy="3617791"/>
          </a:xfrm>
          <a:custGeom>
            <a:avLst/>
            <a:gdLst/>
            <a:ahLst/>
            <a:cxnLst/>
            <a:rect l="0" t="0" r="r" b="b"/>
            <a:pathLst>
              <a:path w="8131149" h="3617791">
                <a:moveTo>
                  <a:pt x="8055937" y="41138"/>
                </a:moveTo>
                <a:lnTo>
                  <a:pt x="8131149" y="41138"/>
                </a:lnTo>
                <a:lnTo>
                  <a:pt x="8131149" y="0"/>
                </a:lnTo>
                <a:lnTo>
                  <a:pt x="8055937" y="0"/>
                </a:lnTo>
                <a:close/>
              </a:path>
            </a:pathLst>
          </a:custGeom>
          <a:solidFill>
            <a:srgbClr val="F6F7F6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14" name="Shape 414"/>
          <p:cNvSpPr/>
          <p:nvPr/>
        </p:nvSpPr>
        <p:spPr>
          <a:xfrm>
            <a:off x="1762806" y="3125899"/>
            <a:ext cx="8131149" cy="3576652"/>
          </a:xfrm>
          <a:custGeom>
            <a:avLst/>
            <a:gdLst/>
            <a:ahLst/>
            <a:cxnLst/>
            <a:rect l="0" t="0" r="r" b="b"/>
            <a:pathLst>
              <a:path w="8131149" h="3576652">
                <a:moveTo>
                  <a:pt x="8055937" y="41138"/>
                </a:moveTo>
                <a:lnTo>
                  <a:pt x="8131149" y="41138"/>
                </a:lnTo>
                <a:lnTo>
                  <a:pt x="8131149" y="0"/>
                </a:lnTo>
                <a:lnTo>
                  <a:pt x="8055937" y="0"/>
                </a:lnTo>
                <a:close/>
              </a:path>
            </a:pathLst>
          </a:custGeom>
          <a:solidFill>
            <a:srgbClr val="F6F7F6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15" name="Shape 415"/>
          <p:cNvSpPr/>
          <p:nvPr/>
        </p:nvSpPr>
        <p:spPr>
          <a:xfrm>
            <a:off x="1762806" y="3167038"/>
            <a:ext cx="8131149" cy="3535513"/>
          </a:xfrm>
          <a:custGeom>
            <a:avLst/>
            <a:gdLst/>
            <a:ahLst/>
            <a:cxnLst/>
            <a:rect l="0" t="0" r="r" b="b"/>
            <a:pathLst>
              <a:path w="8131149" h="3535513">
                <a:moveTo>
                  <a:pt x="8055937" y="41138"/>
                </a:moveTo>
                <a:lnTo>
                  <a:pt x="8131149" y="41138"/>
                </a:lnTo>
                <a:lnTo>
                  <a:pt x="8131149" y="0"/>
                </a:lnTo>
                <a:lnTo>
                  <a:pt x="8055937" y="0"/>
                </a:lnTo>
                <a:close/>
              </a:path>
            </a:pathLst>
          </a:custGeom>
          <a:solidFill>
            <a:srgbClr val="F6F7F6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16" name="Shape 416"/>
          <p:cNvSpPr/>
          <p:nvPr/>
        </p:nvSpPr>
        <p:spPr>
          <a:xfrm>
            <a:off x="1762806" y="3232376"/>
            <a:ext cx="8131149" cy="3470175"/>
          </a:xfrm>
          <a:custGeom>
            <a:avLst/>
            <a:gdLst/>
            <a:ahLst/>
            <a:cxnLst/>
            <a:rect l="0" t="0" r="r" b="b"/>
            <a:pathLst>
              <a:path w="8131149" h="3470175">
                <a:moveTo>
                  <a:pt x="8055937" y="41138"/>
                </a:moveTo>
                <a:lnTo>
                  <a:pt x="8131149" y="41138"/>
                </a:lnTo>
                <a:lnTo>
                  <a:pt x="8131149" y="0"/>
                </a:lnTo>
                <a:lnTo>
                  <a:pt x="8055937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17" name="Shape 417"/>
          <p:cNvSpPr/>
          <p:nvPr/>
        </p:nvSpPr>
        <p:spPr>
          <a:xfrm>
            <a:off x="1762806" y="3273515"/>
            <a:ext cx="8131149" cy="3429036"/>
          </a:xfrm>
          <a:custGeom>
            <a:avLst/>
            <a:gdLst/>
            <a:ahLst/>
            <a:cxnLst/>
            <a:rect l="0" t="0" r="r" b="b"/>
            <a:pathLst>
              <a:path w="8131149" h="3429036">
                <a:moveTo>
                  <a:pt x="8055937" y="41138"/>
                </a:moveTo>
                <a:lnTo>
                  <a:pt x="8131149" y="41138"/>
                </a:lnTo>
                <a:lnTo>
                  <a:pt x="8131149" y="0"/>
                </a:lnTo>
                <a:lnTo>
                  <a:pt x="8055937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18" name="Shape 418"/>
          <p:cNvSpPr/>
          <p:nvPr/>
        </p:nvSpPr>
        <p:spPr>
          <a:xfrm>
            <a:off x="1762806" y="3314653"/>
            <a:ext cx="8131149" cy="3387898"/>
          </a:xfrm>
          <a:custGeom>
            <a:avLst/>
            <a:gdLst/>
            <a:ahLst/>
            <a:cxnLst/>
            <a:rect l="0" t="0" r="r" b="b"/>
            <a:pathLst>
              <a:path w="8131149" h="3387898">
                <a:moveTo>
                  <a:pt x="8055937" y="41138"/>
                </a:moveTo>
                <a:lnTo>
                  <a:pt x="8131149" y="41138"/>
                </a:lnTo>
                <a:lnTo>
                  <a:pt x="8131149" y="0"/>
                </a:lnTo>
                <a:lnTo>
                  <a:pt x="8055937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19" name="Shape 419"/>
          <p:cNvSpPr/>
          <p:nvPr/>
        </p:nvSpPr>
        <p:spPr>
          <a:xfrm>
            <a:off x="1762806" y="3355792"/>
            <a:ext cx="8131149" cy="3346759"/>
          </a:xfrm>
          <a:custGeom>
            <a:avLst/>
            <a:gdLst/>
            <a:ahLst/>
            <a:cxnLst/>
            <a:rect l="0" t="0" r="r" b="b"/>
            <a:pathLst>
              <a:path w="8131149" h="3346759">
                <a:moveTo>
                  <a:pt x="8055937" y="41138"/>
                </a:moveTo>
                <a:lnTo>
                  <a:pt x="8131149" y="41138"/>
                </a:lnTo>
                <a:lnTo>
                  <a:pt x="8131149" y="0"/>
                </a:lnTo>
                <a:lnTo>
                  <a:pt x="8055937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20" name="Shape 420"/>
          <p:cNvSpPr/>
          <p:nvPr/>
        </p:nvSpPr>
        <p:spPr>
          <a:xfrm>
            <a:off x="1762806" y="3396931"/>
            <a:ext cx="8131149" cy="3305620"/>
          </a:xfrm>
          <a:custGeom>
            <a:avLst/>
            <a:gdLst/>
            <a:ahLst/>
            <a:cxnLst/>
            <a:rect l="0" t="0" r="r" b="b"/>
            <a:pathLst>
              <a:path w="8131149" h="3305620">
                <a:moveTo>
                  <a:pt x="8055937" y="41138"/>
                </a:moveTo>
                <a:lnTo>
                  <a:pt x="8131149" y="41138"/>
                </a:lnTo>
                <a:lnTo>
                  <a:pt x="8131149" y="0"/>
                </a:lnTo>
                <a:lnTo>
                  <a:pt x="8055937" y="0"/>
                </a:lnTo>
                <a:close/>
              </a:path>
            </a:pathLst>
          </a:custGeom>
          <a:solidFill>
            <a:srgbClr val="9F9F9F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21" name="Shape 421"/>
          <p:cNvSpPr/>
          <p:nvPr/>
        </p:nvSpPr>
        <p:spPr>
          <a:xfrm>
            <a:off x="1762806" y="3438070"/>
            <a:ext cx="8131149" cy="3264481"/>
          </a:xfrm>
          <a:custGeom>
            <a:avLst/>
            <a:gdLst/>
            <a:ahLst/>
            <a:cxnLst/>
            <a:rect l="0" t="0" r="r" b="b"/>
            <a:pathLst>
              <a:path w="8131149" h="3264481">
                <a:moveTo>
                  <a:pt x="8055937" y="41138"/>
                </a:moveTo>
                <a:lnTo>
                  <a:pt x="8131149" y="41138"/>
                </a:lnTo>
                <a:lnTo>
                  <a:pt x="8131149" y="0"/>
                </a:lnTo>
                <a:lnTo>
                  <a:pt x="8055937" y="0"/>
                </a:lnTo>
                <a:close/>
              </a:path>
            </a:pathLst>
          </a:custGeom>
          <a:solidFill>
            <a:srgbClr val="F7F7F7"/>
          </a:solidFill>
          <a:ln w="5041" cap="flat">
            <a:solidFill>
              <a:srgbClr val="FFFFFF"/>
            </a:solidFill>
            <a:miter lim="800000"/>
          </a:ln>
        </p:spPr>
      </p:sp>
      <p:sp>
        <p:nvSpPr>
          <p:cNvPr id="422" name="Shape 422"/>
          <p:cNvSpPr/>
          <p:nvPr/>
        </p:nvSpPr>
        <p:spPr>
          <a:xfrm>
            <a:off x="1762806" y="3503408"/>
            <a:ext cx="8131149" cy="3199143"/>
          </a:xfrm>
          <a:custGeom>
            <a:avLst/>
            <a:gdLst/>
            <a:ahLst/>
            <a:cxnLst/>
            <a:rect l="0" t="0" r="r" b="b"/>
            <a:pathLst>
              <a:path w="8131149" h="3199143">
                <a:moveTo>
                  <a:pt x="8055937" y="41138"/>
                </a:moveTo>
                <a:lnTo>
                  <a:pt x="8131149" y="41138"/>
                </a:lnTo>
                <a:lnTo>
                  <a:pt x="8131149" y="0"/>
                </a:lnTo>
                <a:lnTo>
                  <a:pt x="8055937" y="0"/>
                </a:lnTo>
                <a:close/>
              </a:path>
            </a:pathLst>
          </a:custGeom>
          <a:solidFill>
            <a:srgbClr val="1F2126"/>
          </a:solidFill>
          <a:ln w="7562" cap="flat">
            <a:solidFill>
              <a:srgbClr val="1F2126"/>
            </a:solidFill>
            <a:miter lim="800000"/>
          </a:ln>
        </p:spPr>
      </p:sp>
      <p:sp>
        <p:nvSpPr>
          <p:cNvPr id="423" name="Text 423"/>
          <p:cNvSpPr txBox="1"/>
          <p:nvPr/>
        </p:nvSpPr>
        <p:spPr>
          <a:xfrm>
            <a:off x="9944580" y="3096591"/>
            <a:ext cx="243895" cy="117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Δ </a:t>
            </a:r>
            <a:r>
              <a:rPr lang="en-US" sz="741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t</a:t>
            </a:r>
          </a:p>
        </p:txBody>
      </p:sp>
      <p:sp>
        <p:nvSpPr>
          <p:cNvPr id="424" name="Text 424"/>
          <p:cNvSpPr txBox="1"/>
          <p:nvPr/>
        </p:nvSpPr>
        <p:spPr>
          <a:xfrm>
            <a:off x="9944580" y="3305915"/>
            <a:ext cx="314678" cy="117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1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R</a:t>
            </a:r>
            <a:r>
              <a:rPr lang="en-US" sz="741" baseline="-25000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6</a:t>
            </a:r>
            <a:r>
              <a:rPr lang="en-US" sz="741" i="1" baseline="-25000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D</a:t>
            </a:r>
          </a:p>
        </p:txBody>
      </p:sp>
      <p:sp>
        <p:nvSpPr>
          <p:cNvPr id="425" name="Text 425"/>
          <p:cNvSpPr txBox="1"/>
          <p:nvPr/>
        </p:nvSpPr>
        <p:spPr>
          <a:xfrm>
            <a:off x="9944580" y="3479444"/>
            <a:ext cx="380016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shoot</a:t>
            </a:r>
          </a:p>
        </p:txBody>
      </p:sp>
      <p:sp>
        <p:nvSpPr>
          <p:cNvPr id="426" name="Text 426"/>
          <p:cNvSpPr txBox="1"/>
          <p:nvPr/>
        </p:nvSpPr>
        <p:spPr>
          <a:xfrm>
            <a:off x="9021939" y="3603431"/>
            <a:ext cx="1066065" cy="109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8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â</a:t>
            </a:r>
            <a:r>
              <a:rPr lang="en-US" sz="68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: 8 tokens × 10-D</a:t>
            </a:r>
          </a:p>
        </p:txBody>
      </p:sp>
      <p:sp>
        <p:nvSpPr>
          <p:cNvPr id="427" name="Text 427"/>
          <p:cNvSpPr txBox="1"/>
          <p:nvPr/>
        </p:nvSpPr>
        <p:spPr>
          <a:xfrm>
            <a:off x="8987781" y="3748224"/>
            <a:ext cx="1134381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6 moves, then shoot</a:t>
            </a:r>
          </a:p>
        </p:txBody>
      </p:sp>
      <p:sp>
        <p:nvSpPr>
          <p:cNvPr id="428" name="Text 428"/>
          <p:cNvSpPr txBox="1"/>
          <p:nvPr/>
        </p:nvSpPr>
        <p:spPr>
          <a:xfrm>
            <a:off x="8767846" y="4023238"/>
            <a:ext cx="1719446" cy="1260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4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ℒ=‖</a:t>
            </a:r>
            <a:r>
              <a:rPr lang="en-US" sz="794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v̂</a:t>
            </a:r>
            <a:r>
              <a:rPr lang="en-US" sz="794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z</a:t>
            </a:r>
            <a:r>
              <a:rPr lang="en-US" sz="794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-</a:t>
            </a:r>
            <a:r>
              <a:rPr lang="en-US" sz="794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v</a:t>
            </a:r>
            <a:r>
              <a:rPr lang="en-US" sz="794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z</a:t>
            </a:r>
            <a:r>
              <a:rPr lang="en-US" sz="794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‖</a:t>
            </a:r>
            <a:r>
              <a:rPr lang="en-US" sz="794" baseline="30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2</a:t>
            </a:r>
            <a:r>
              <a:rPr lang="en-US" sz="794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+‖</a:t>
            </a:r>
            <a:r>
              <a:rPr lang="en-US" sz="794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v̂</a:t>
            </a:r>
            <a:r>
              <a:rPr lang="en-US" sz="794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a</a:t>
            </a:r>
            <a:r>
              <a:rPr lang="en-US" sz="794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-</a:t>
            </a:r>
            <a:r>
              <a:rPr lang="en-US" sz="794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v</a:t>
            </a:r>
            <a:r>
              <a:rPr lang="en-US" sz="794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a</a:t>
            </a:r>
            <a:r>
              <a:rPr lang="en-US" sz="794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‖</a:t>
            </a:r>
            <a:r>
              <a:rPr lang="en-US" sz="794" baseline="30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2</a:t>
            </a:r>
          </a:p>
        </p:txBody>
      </p:sp>
      <p:sp>
        <p:nvSpPr>
          <p:cNvPr id="429" name="Text 429"/>
          <p:cNvSpPr txBox="1"/>
          <p:nvPr/>
        </p:nvSpPr>
        <p:spPr>
          <a:xfrm>
            <a:off x="8996402" y="4213892"/>
            <a:ext cx="1262335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rectified flow, shared τ</a:t>
            </a:r>
          </a:p>
        </p:txBody>
      </p:sp>
      <p:sp>
        <p:nvSpPr>
          <p:cNvPr id="430" name="Text 430"/>
          <p:cNvSpPr txBox="1"/>
          <p:nvPr/>
        </p:nvSpPr>
        <p:spPr>
          <a:xfrm>
            <a:off x="6216940" y="3715555"/>
            <a:ext cx="151333" cy="100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35" dirty="0">
                <a:solidFill>
                  <a:srgbClr val="2E5FBF"/>
                </a:solidFill>
                <a:latin typeface="Arial"/>
                <a:cs typeface="Arial"/>
                <a:sym typeface="Cambria Math"/>
              </a:rPr>
              <a:t>T</a:t>
            </a:r>
          </a:p>
        </p:txBody>
      </p:sp>
      <p:sp>
        <p:nvSpPr>
          <p:cNvPr id="431" name="Text 431"/>
          <p:cNvSpPr txBox="1"/>
          <p:nvPr/>
        </p:nvSpPr>
        <p:spPr>
          <a:xfrm>
            <a:off x="6368488" y="3715555"/>
            <a:ext cx="156778" cy="100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35" dirty="0">
                <a:solidFill>
                  <a:srgbClr val="6A6EA0"/>
                </a:solidFill>
                <a:latin typeface="Arial"/>
                <a:cs typeface="Arial"/>
                <a:sym typeface="Cambria Math"/>
              </a:rPr>
              <a:t>V</a:t>
            </a:r>
          </a:p>
        </p:txBody>
      </p:sp>
      <p:sp>
        <p:nvSpPr>
          <p:cNvPr id="432" name="Text 432"/>
          <p:cNvSpPr txBox="1"/>
          <p:nvPr/>
        </p:nvSpPr>
        <p:spPr>
          <a:xfrm>
            <a:off x="6494325" y="3715555"/>
            <a:ext cx="162222" cy="100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35" dirty="0">
                <a:solidFill>
                  <a:srgbClr val="22855A"/>
                </a:solidFill>
                <a:latin typeface="Arial"/>
                <a:cs typeface="Arial"/>
                <a:sym typeface="Cambria Math"/>
              </a:rPr>
              <a:t>A</a:t>
            </a:r>
          </a:p>
        </p:txBody>
      </p:sp>
      <p:sp>
        <p:nvSpPr>
          <p:cNvPr id="433" name="Text 433"/>
          <p:cNvSpPr txBox="1"/>
          <p:nvPr/>
        </p:nvSpPr>
        <p:spPr>
          <a:xfrm>
            <a:off x="6723657" y="3950052"/>
            <a:ext cx="852270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attention mask</a:t>
            </a:r>
          </a:p>
        </p:txBody>
      </p:sp>
      <p:sp>
        <p:nvSpPr>
          <p:cNvPr id="434" name="Text 434"/>
          <p:cNvSpPr txBox="1"/>
          <p:nvPr/>
        </p:nvSpPr>
        <p:spPr>
          <a:xfrm>
            <a:off x="6723657" y="4092055"/>
            <a:ext cx="1486679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no KV cache across chunks</a:t>
            </a:r>
          </a:p>
        </p:txBody>
      </p:sp>
      <p:sp>
        <p:nvSpPr>
          <p:cNvPr id="435" name="Shape 435"/>
          <p:cNvSpPr/>
          <p:nvPr/>
        </p:nvSpPr>
        <p:spPr>
          <a:xfrm>
            <a:off x="1901952" y="4554866"/>
            <a:ext cx="205693" cy="205693"/>
          </a:xfrm>
          <a:custGeom>
            <a:avLst/>
            <a:gdLst/>
            <a:ahLst/>
            <a:cxnLst/>
            <a:rect l="0" t="0" r="r" b="b"/>
            <a:pathLst>
              <a:path w="205693" h="205693">
                <a:moveTo>
                  <a:pt x="92653" y="205355"/>
                </a:moveTo>
                <a:lnTo>
                  <a:pt x="72884" y="201403"/>
                </a:lnTo>
                <a:lnTo>
                  <a:pt x="54343" y="193723"/>
                </a:lnTo>
                <a:lnTo>
                  <a:pt x="37570" y="182539"/>
                </a:lnTo>
                <a:lnTo>
                  <a:pt x="30123" y="175570"/>
                </a:lnTo>
                <a:lnTo>
                  <a:pt x="23154" y="168123"/>
                </a:lnTo>
                <a:lnTo>
                  <a:pt x="11970" y="151350"/>
                </a:lnTo>
                <a:lnTo>
                  <a:pt x="4290" y="132809"/>
                </a:lnTo>
                <a:lnTo>
                  <a:pt x="338" y="113040"/>
                </a:lnTo>
                <a:lnTo>
                  <a:pt x="0" y="102846"/>
                </a:lnTo>
                <a:lnTo>
                  <a:pt x="338" y="92653"/>
                </a:lnTo>
                <a:lnTo>
                  <a:pt x="4290" y="72884"/>
                </a:lnTo>
                <a:lnTo>
                  <a:pt x="11970" y="54343"/>
                </a:lnTo>
                <a:lnTo>
                  <a:pt x="23154" y="37570"/>
                </a:lnTo>
                <a:lnTo>
                  <a:pt x="30123" y="30123"/>
                </a:lnTo>
                <a:lnTo>
                  <a:pt x="37570" y="23154"/>
                </a:lnTo>
                <a:lnTo>
                  <a:pt x="54343" y="11970"/>
                </a:lnTo>
                <a:lnTo>
                  <a:pt x="72884" y="4290"/>
                </a:lnTo>
                <a:lnTo>
                  <a:pt x="92653" y="338"/>
                </a:lnTo>
                <a:lnTo>
                  <a:pt x="102846" y="0"/>
                </a:lnTo>
                <a:lnTo>
                  <a:pt x="113040" y="338"/>
                </a:lnTo>
                <a:lnTo>
                  <a:pt x="132809" y="4290"/>
                </a:lnTo>
                <a:lnTo>
                  <a:pt x="151350" y="11970"/>
                </a:lnTo>
                <a:lnTo>
                  <a:pt x="168123" y="23154"/>
                </a:lnTo>
                <a:lnTo>
                  <a:pt x="175570" y="30123"/>
                </a:lnTo>
                <a:lnTo>
                  <a:pt x="182539" y="37570"/>
                </a:lnTo>
                <a:lnTo>
                  <a:pt x="193723" y="54343"/>
                </a:lnTo>
                <a:lnTo>
                  <a:pt x="201403" y="72884"/>
                </a:lnTo>
                <a:lnTo>
                  <a:pt x="205355" y="92653"/>
                </a:lnTo>
                <a:lnTo>
                  <a:pt x="205693" y="102846"/>
                </a:lnTo>
                <a:lnTo>
                  <a:pt x="205355" y="113040"/>
                </a:lnTo>
                <a:lnTo>
                  <a:pt x="201403" y="132809"/>
                </a:lnTo>
                <a:lnTo>
                  <a:pt x="193723" y="151350"/>
                </a:lnTo>
                <a:lnTo>
                  <a:pt x="182539" y="168123"/>
                </a:lnTo>
                <a:lnTo>
                  <a:pt x="175570" y="175570"/>
                </a:lnTo>
                <a:lnTo>
                  <a:pt x="168123" y="182539"/>
                </a:lnTo>
                <a:lnTo>
                  <a:pt x="151350" y="193723"/>
                </a:lnTo>
                <a:lnTo>
                  <a:pt x="132809" y="201403"/>
                </a:lnTo>
                <a:lnTo>
                  <a:pt x="113040" y="205355"/>
                </a:lnTo>
                <a:lnTo>
                  <a:pt x="102846" y="205693"/>
                </a:lnTo>
                <a:lnTo>
                  <a:pt x="92653" y="205355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436" name="Text 436"/>
          <p:cNvSpPr txBox="1"/>
          <p:nvPr/>
        </p:nvSpPr>
        <p:spPr>
          <a:xfrm>
            <a:off x="1918242" y="4598996"/>
            <a:ext cx="173112" cy="1470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2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c</a:t>
            </a:r>
          </a:p>
        </p:txBody>
      </p:sp>
      <p:sp>
        <p:nvSpPr>
          <p:cNvPr id="437" name="Text 437"/>
          <p:cNvSpPr txBox="1"/>
          <p:nvPr/>
        </p:nvSpPr>
        <p:spPr>
          <a:xfrm>
            <a:off x="2174193" y="4588241"/>
            <a:ext cx="4605124" cy="1638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3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Deployment: intent → shot profile → closed-loop motion</a:t>
            </a:r>
          </a:p>
        </p:txBody>
      </p:sp>
      <p:sp>
        <p:nvSpPr>
          <p:cNvPr id="438" name="Text 438"/>
          <p:cNvSpPr txBox="1"/>
          <p:nvPr/>
        </p:nvSpPr>
        <p:spPr>
          <a:xfrm>
            <a:off x="2041097" y="5259435"/>
            <a:ext cx="744309" cy="1218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67" b="1" dirty="0">
                <a:solidFill>
                  <a:srgbClr val="D06A1E"/>
                </a:solidFill>
                <a:latin typeface="Arial"/>
                <a:cs typeface="Arial"/>
                <a:sym typeface="Cambria Math"/>
              </a:rPr>
              <a:t>user intent</a:t>
            </a:r>
          </a:p>
        </p:txBody>
      </p:sp>
      <p:sp>
        <p:nvSpPr>
          <p:cNvPr id="439" name="Text 439"/>
          <p:cNvSpPr txBox="1"/>
          <p:nvPr/>
        </p:nvSpPr>
        <p:spPr>
          <a:xfrm>
            <a:off x="2041097" y="5422049"/>
            <a:ext cx="1268460" cy="1155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28" i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“A wide shot from her</a:t>
            </a:r>
          </a:p>
        </p:txBody>
      </p:sp>
      <p:sp>
        <p:nvSpPr>
          <p:cNvPr id="440" name="Text 440"/>
          <p:cNvSpPr txBox="1"/>
          <p:nvPr/>
        </p:nvSpPr>
        <p:spPr>
          <a:xfrm>
            <a:off x="2041097" y="5566236"/>
            <a:ext cx="1135657" cy="1155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28" i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back-left, full body,</a:t>
            </a:r>
          </a:p>
        </p:txBody>
      </p:sp>
      <p:sp>
        <p:nvSpPr>
          <p:cNvPr id="441" name="Text 441"/>
          <p:cNvSpPr txBox="1"/>
          <p:nvPr/>
        </p:nvSpPr>
        <p:spPr>
          <a:xfrm>
            <a:off x="2041097" y="5710423"/>
            <a:ext cx="1117876" cy="1155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28" i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centred, eye level.”</a:t>
            </a:r>
          </a:p>
        </p:txBody>
      </p:sp>
      <p:sp>
        <p:nvSpPr>
          <p:cNvPr id="442" name="Text 442"/>
          <p:cNvSpPr txBox="1"/>
          <p:nvPr/>
        </p:nvSpPr>
        <p:spPr>
          <a:xfrm>
            <a:off x="2041097" y="5895741"/>
            <a:ext cx="1150460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or a reference photo</a:t>
            </a:r>
          </a:p>
        </p:txBody>
      </p:sp>
      <p:sp>
        <p:nvSpPr>
          <p:cNvPr id="443" name="Text 443"/>
          <p:cNvSpPr txBox="1"/>
          <p:nvPr/>
        </p:nvSpPr>
        <p:spPr>
          <a:xfrm>
            <a:off x="3331782" y="5475447"/>
            <a:ext cx="733930" cy="1260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4" b="1" dirty="0">
                <a:solidFill>
                  <a:srgbClr val="D06A1E"/>
                </a:solidFill>
                <a:latin typeface="Arial"/>
                <a:cs typeface="Arial"/>
                <a:sym typeface="Cambria Math"/>
              </a:rPr>
              <a:t>LLM / VLM</a:t>
            </a:r>
          </a:p>
        </p:txBody>
      </p:sp>
      <p:sp>
        <p:nvSpPr>
          <p:cNvPr id="444" name="Text 444"/>
          <p:cNvSpPr txBox="1"/>
          <p:nvPr/>
        </p:nvSpPr>
        <p:spPr>
          <a:xfrm>
            <a:off x="3350626" y="5690938"/>
            <a:ext cx="696242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4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off-the-shelf</a:t>
            </a:r>
          </a:p>
        </p:txBody>
      </p:sp>
      <p:sp>
        <p:nvSpPr>
          <p:cNvPr id="445" name="Text 445"/>
          <p:cNvSpPr txBox="1"/>
          <p:nvPr/>
        </p:nvSpPr>
        <p:spPr>
          <a:xfrm>
            <a:off x="4315829" y="5119213"/>
            <a:ext cx="995282" cy="1386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873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shot profile </a:t>
            </a:r>
            <a:r>
              <a:rPr lang="en-US" sz="873" b="1" i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p</a:t>
            </a:r>
          </a:p>
        </p:txBody>
      </p:sp>
      <p:sp>
        <p:nvSpPr>
          <p:cNvPr id="446" name="Text 446"/>
          <p:cNvSpPr txBox="1"/>
          <p:nvPr/>
        </p:nvSpPr>
        <p:spPr>
          <a:xfrm>
            <a:off x="4315829" y="5311976"/>
            <a:ext cx="1439037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2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wide · back-left · eye level</a:t>
            </a:r>
          </a:p>
        </p:txBody>
      </p:sp>
      <p:sp>
        <p:nvSpPr>
          <p:cNvPr id="447" name="Text 447"/>
          <p:cNvSpPr txBox="1"/>
          <p:nvPr/>
        </p:nvSpPr>
        <p:spPr>
          <a:xfrm>
            <a:off x="4315829" y="5448517"/>
            <a:ext cx="1031525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2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centred · full body</a:t>
            </a:r>
          </a:p>
        </p:txBody>
      </p:sp>
      <p:sp>
        <p:nvSpPr>
          <p:cNvPr id="448" name="Text 448"/>
          <p:cNvSpPr txBox="1"/>
          <p:nvPr/>
        </p:nvSpPr>
        <p:spPr>
          <a:xfrm>
            <a:off x="4315829" y="5618693"/>
            <a:ext cx="1071510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8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bearing    214°</a:t>
            </a:r>
          </a:p>
        </p:txBody>
      </p:sp>
      <p:sp>
        <p:nvSpPr>
          <p:cNvPr id="449" name="Text 449"/>
          <p:cNvSpPr txBox="1"/>
          <p:nvPr/>
        </p:nvSpPr>
        <p:spPr>
          <a:xfrm>
            <a:off x="4315829" y="5765922"/>
            <a:ext cx="1071510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8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elevation   −7°</a:t>
            </a:r>
          </a:p>
        </p:txBody>
      </p:sp>
      <p:sp>
        <p:nvSpPr>
          <p:cNvPr id="450" name="Text 450"/>
          <p:cNvSpPr txBox="1"/>
          <p:nvPr/>
        </p:nvSpPr>
        <p:spPr>
          <a:xfrm>
            <a:off x="4315829" y="5895002"/>
            <a:ext cx="1071510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8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occupancy   10%</a:t>
            </a:r>
          </a:p>
        </p:txBody>
      </p:sp>
      <p:sp>
        <p:nvSpPr>
          <p:cNvPr id="451" name="Text 451"/>
          <p:cNvSpPr txBox="1"/>
          <p:nvPr/>
        </p:nvSpPr>
        <p:spPr>
          <a:xfrm>
            <a:off x="4315829" y="6036181"/>
            <a:ext cx="1071510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8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centre  468,364</a:t>
            </a:r>
          </a:p>
        </p:txBody>
      </p:sp>
      <p:sp>
        <p:nvSpPr>
          <p:cNvPr id="452" name="Text 452"/>
          <p:cNvSpPr txBox="1"/>
          <p:nvPr/>
        </p:nvSpPr>
        <p:spPr>
          <a:xfrm>
            <a:off x="5944144" y="5395245"/>
            <a:ext cx="889363" cy="1155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2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world camera</a:t>
            </a:r>
          </a:p>
        </p:txBody>
      </p:sp>
      <p:sp>
        <p:nvSpPr>
          <p:cNvPr id="453" name="Text 453"/>
          <p:cNvSpPr txBox="1"/>
          <p:nvPr/>
        </p:nvSpPr>
        <p:spPr>
          <a:xfrm>
            <a:off x="5959363" y="5515401"/>
            <a:ext cx="848272" cy="1155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2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action model</a:t>
            </a:r>
          </a:p>
        </p:txBody>
      </p:sp>
      <p:sp>
        <p:nvSpPr>
          <p:cNvPr id="454" name="Text 454"/>
          <p:cNvSpPr txBox="1"/>
          <p:nvPr/>
        </p:nvSpPr>
        <p:spPr>
          <a:xfrm>
            <a:off x="5973435" y="5776526"/>
            <a:ext cx="532471" cy="100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3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panel (b)</a:t>
            </a:r>
          </a:p>
        </p:txBody>
      </p:sp>
      <p:sp>
        <p:nvSpPr>
          <p:cNvPr id="455" name="Text 455"/>
          <p:cNvSpPr txBox="1"/>
          <p:nvPr/>
        </p:nvSpPr>
        <p:spPr>
          <a:xfrm>
            <a:off x="6796254" y="5047758"/>
            <a:ext cx="494357" cy="1155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2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start </a:t>
            </a:r>
            <a:r>
              <a:rPr lang="en-US" sz="728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728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0</a:t>
            </a:r>
          </a:p>
        </p:txBody>
      </p:sp>
      <p:sp>
        <p:nvSpPr>
          <p:cNvPr id="456" name="Text 456"/>
          <p:cNvSpPr txBox="1"/>
          <p:nvPr/>
        </p:nvSpPr>
        <p:spPr>
          <a:xfrm>
            <a:off x="7667428" y="5047758"/>
            <a:ext cx="825982" cy="1155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2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after chunk 2</a:t>
            </a:r>
          </a:p>
        </p:txBody>
      </p:sp>
      <p:sp>
        <p:nvSpPr>
          <p:cNvPr id="457" name="Text 457"/>
          <p:cNvSpPr txBox="1"/>
          <p:nvPr/>
        </p:nvSpPr>
        <p:spPr>
          <a:xfrm>
            <a:off x="8538602" y="5047758"/>
            <a:ext cx="825982" cy="1155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2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after chunk 3</a:t>
            </a:r>
          </a:p>
        </p:txBody>
      </p:sp>
      <p:sp>
        <p:nvSpPr>
          <p:cNvPr id="458" name="Text 458"/>
          <p:cNvSpPr txBox="1"/>
          <p:nvPr/>
        </p:nvSpPr>
        <p:spPr>
          <a:xfrm>
            <a:off x="9409776" y="5047758"/>
            <a:ext cx="983882" cy="1155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2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chunk 4 · shoot</a:t>
            </a:r>
          </a:p>
        </p:txBody>
      </p:sp>
      <p:sp>
        <p:nvSpPr>
          <p:cNvPr id="459" name="Text 459"/>
          <p:cNvSpPr txBox="1"/>
          <p:nvPr/>
        </p:nvSpPr>
        <p:spPr>
          <a:xfrm>
            <a:off x="6523061" y="5351778"/>
            <a:ext cx="352792" cy="1323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834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â</a:t>
            </a:r>
            <a:r>
              <a:rPr lang="en-US" sz="834" baseline="-25000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1:8</a:t>
            </a:r>
          </a:p>
        </p:txBody>
      </p:sp>
      <p:sp>
        <p:nvSpPr>
          <p:cNvPr id="460" name="Shape 460"/>
          <p:cNvSpPr/>
          <p:nvPr/>
        </p:nvSpPr>
        <p:spPr>
          <a:xfrm>
            <a:off x="1762806" y="5919100"/>
            <a:ext cx="7740742" cy="783451"/>
          </a:xfrm>
          <a:custGeom>
            <a:avLst/>
            <a:gdLst/>
            <a:ahLst/>
            <a:cxnLst/>
            <a:rect l="0" t="0" r="r" b="b"/>
            <a:pathLst>
              <a:path w="7740742" h="783451">
                <a:moveTo>
                  <a:pt x="7653019" y="78647"/>
                </a:moveTo>
                <a:lnTo>
                  <a:pt x="7740742" y="78647"/>
                </a:lnTo>
                <a:lnTo>
                  <a:pt x="7740742" y="0"/>
                </a:lnTo>
                <a:lnTo>
                  <a:pt x="7653019" y="0"/>
                </a:lnTo>
                <a:close/>
              </a:path>
            </a:pathLst>
          </a:custGeom>
          <a:solidFill>
            <a:srgbClr val="FFFFFF"/>
          </a:solidFill>
          <a:ln w="6722" cap="flat">
            <a:solidFill>
              <a:srgbClr val="1F2126"/>
            </a:solidFill>
            <a:miter lim="800000"/>
          </a:ln>
        </p:spPr>
      </p:sp>
      <p:sp>
        <p:nvSpPr>
          <p:cNvPr id="461" name="Shape 461"/>
          <p:cNvSpPr/>
          <p:nvPr/>
        </p:nvSpPr>
        <p:spPr>
          <a:xfrm>
            <a:off x="1762806" y="5919100"/>
            <a:ext cx="7840564" cy="783451"/>
          </a:xfrm>
          <a:custGeom>
            <a:avLst/>
            <a:gdLst/>
            <a:ahLst/>
            <a:cxnLst/>
            <a:rect l="0" t="0" r="r" b="b"/>
            <a:pathLst>
              <a:path w="7840564" h="783451">
                <a:moveTo>
                  <a:pt x="7752841" y="78647"/>
                </a:moveTo>
                <a:lnTo>
                  <a:pt x="7840564" y="78647"/>
                </a:lnTo>
                <a:lnTo>
                  <a:pt x="7840564" y="0"/>
                </a:lnTo>
                <a:lnTo>
                  <a:pt x="7752841" y="0"/>
                </a:lnTo>
                <a:close/>
              </a:path>
            </a:pathLst>
          </a:custGeom>
          <a:solidFill>
            <a:srgbClr val="FFFFFF"/>
          </a:solidFill>
          <a:ln w="6722" cap="flat">
            <a:solidFill>
              <a:srgbClr val="1F2126"/>
            </a:solidFill>
            <a:miter lim="800000"/>
          </a:ln>
        </p:spPr>
      </p:sp>
      <p:sp>
        <p:nvSpPr>
          <p:cNvPr id="462" name="Shape 462"/>
          <p:cNvSpPr/>
          <p:nvPr/>
        </p:nvSpPr>
        <p:spPr>
          <a:xfrm>
            <a:off x="1762806" y="5919100"/>
            <a:ext cx="7940386" cy="783451"/>
          </a:xfrm>
          <a:custGeom>
            <a:avLst/>
            <a:gdLst/>
            <a:ahLst/>
            <a:cxnLst/>
            <a:rect l="0" t="0" r="r" b="b"/>
            <a:pathLst>
              <a:path w="7940386" h="783451">
                <a:moveTo>
                  <a:pt x="7852663" y="78647"/>
                </a:moveTo>
                <a:lnTo>
                  <a:pt x="7940386" y="78647"/>
                </a:lnTo>
                <a:lnTo>
                  <a:pt x="7940386" y="0"/>
                </a:lnTo>
                <a:lnTo>
                  <a:pt x="7852663" y="0"/>
                </a:lnTo>
                <a:close/>
              </a:path>
            </a:pathLst>
          </a:custGeom>
          <a:solidFill>
            <a:srgbClr val="FFFFFF"/>
          </a:solidFill>
          <a:ln w="6722" cap="flat">
            <a:solidFill>
              <a:srgbClr val="1F2126"/>
            </a:solidFill>
            <a:miter lim="800000"/>
          </a:ln>
        </p:spPr>
      </p:sp>
      <p:sp>
        <p:nvSpPr>
          <p:cNvPr id="463" name="Shape 463"/>
          <p:cNvSpPr/>
          <p:nvPr/>
        </p:nvSpPr>
        <p:spPr>
          <a:xfrm>
            <a:off x="1762806" y="5919100"/>
            <a:ext cx="8040208" cy="783451"/>
          </a:xfrm>
          <a:custGeom>
            <a:avLst/>
            <a:gdLst/>
            <a:ahLst/>
            <a:cxnLst/>
            <a:rect l="0" t="0" r="r" b="b"/>
            <a:pathLst>
              <a:path w="8040208" h="783451">
                <a:moveTo>
                  <a:pt x="7952485" y="78647"/>
                </a:moveTo>
                <a:lnTo>
                  <a:pt x="8040208" y="78647"/>
                </a:lnTo>
                <a:lnTo>
                  <a:pt x="8040208" y="0"/>
                </a:lnTo>
                <a:lnTo>
                  <a:pt x="7952485" y="0"/>
                </a:lnTo>
                <a:close/>
              </a:path>
            </a:pathLst>
          </a:custGeom>
          <a:solidFill>
            <a:srgbClr val="FFFFFF"/>
          </a:solidFill>
          <a:ln w="6722" cap="flat">
            <a:solidFill>
              <a:srgbClr val="1F2126"/>
            </a:solidFill>
            <a:miter lim="800000"/>
          </a:ln>
        </p:spPr>
      </p:sp>
      <p:sp>
        <p:nvSpPr>
          <p:cNvPr id="464" name="Shape 464"/>
          <p:cNvSpPr/>
          <p:nvPr/>
        </p:nvSpPr>
        <p:spPr>
          <a:xfrm>
            <a:off x="1762806" y="5919100"/>
            <a:ext cx="8140030" cy="783451"/>
          </a:xfrm>
          <a:custGeom>
            <a:avLst/>
            <a:gdLst/>
            <a:ahLst/>
            <a:cxnLst/>
            <a:rect l="0" t="0" r="r" b="b"/>
            <a:pathLst>
              <a:path w="8140030" h="783451">
                <a:moveTo>
                  <a:pt x="8052307" y="78647"/>
                </a:moveTo>
                <a:lnTo>
                  <a:pt x="8140030" y="78647"/>
                </a:lnTo>
                <a:lnTo>
                  <a:pt x="8140030" y="0"/>
                </a:lnTo>
                <a:lnTo>
                  <a:pt x="8052307" y="0"/>
                </a:lnTo>
                <a:close/>
              </a:path>
            </a:pathLst>
          </a:custGeom>
          <a:solidFill>
            <a:srgbClr val="FFFFFF"/>
          </a:solidFill>
          <a:ln w="6722" cap="flat">
            <a:solidFill>
              <a:srgbClr val="1F2126"/>
            </a:solidFill>
            <a:miter lim="800000"/>
          </a:ln>
        </p:spPr>
      </p:sp>
      <p:sp>
        <p:nvSpPr>
          <p:cNvPr id="465" name="Shape 465"/>
          <p:cNvSpPr/>
          <p:nvPr/>
        </p:nvSpPr>
        <p:spPr>
          <a:xfrm>
            <a:off x="1762806" y="5919100"/>
            <a:ext cx="8239852" cy="783451"/>
          </a:xfrm>
          <a:custGeom>
            <a:avLst/>
            <a:gdLst/>
            <a:ahLst/>
            <a:cxnLst/>
            <a:rect l="0" t="0" r="r" b="b"/>
            <a:pathLst>
              <a:path w="8239852" h="783451">
                <a:moveTo>
                  <a:pt x="8152129" y="78647"/>
                </a:moveTo>
                <a:lnTo>
                  <a:pt x="8239852" y="78647"/>
                </a:lnTo>
                <a:lnTo>
                  <a:pt x="8239852" y="0"/>
                </a:lnTo>
                <a:lnTo>
                  <a:pt x="8152129" y="0"/>
                </a:lnTo>
                <a:close/>
              </a:path>
            </a:pathLst>
          </a:custGeom>
          <a:solidFill>
            <a:srgbClr val="FFFFFF"/>
          </a:solidFill>
          <a:ln w="6722" cap="flat">
            <a:solidFill>
              <a:srgbClr val="1F2126"/>
            </a:solidFill>
            <a:miter lim="800000"/>
          </a:ln>
        </p:spPr>
      </p:sp>
      <p:sp>
        <p:nvSpPr>
          <p:cNvPr id="466" name="Shape 466"/>
          <p:cNvSpPr/>
          <p:nvPr/>
        </p:nvSpPr>
        <p:spPr>
          <a:xfrm>
            <a:off x="1762806" y="5919100"/>
            <a:ext cx="8339674" cy="783451"/>
          </a:xfrm>
          <a:custGeom>
            <a:avLst/>
            <a:gdLst/>
            <a:ahLst/>
            <a:cxnLst/>
            <a:rect l="0" t="0" r="r" b="b"/>
            <a:pathLst>
              <a:path w="8339674" h="783451">
                <a:moveTo>
                  <a:pt x="8251951" y="78647"/>
                </a:moveTo>
                <a:lnTo>
                  <a:pt x="8339674" y="78647"/>
                </a:lnTo>
                <a:lnTo>
                  <a:pt x="8339674" y="0"/>
                </a:lnTo>
                <a:lnTo>
                  <a:pt x="8251951" y="0"/>
                </a:lnTo>
                <a:close/>
              </a:path>
            </a:pathLst>
          </a:custGeom>
          <a:solidFill>
            <a:srgbClr val="1F2126"/>
          </a:solidFill>
          <a:ln w="6722" cap="flat">
            <a:solidFill>
              <a:srgbClr val="1F2126"/>
            </a:solidFill>
            <a:miter lim="800000"/>
          </a:ln>
        </p:spPr>
      </p:sp>
      <p:sp>
        <p:nvSpPr>
          <p:cNvPr id="467" name="Shape 467"/>
          <p:cNvSpPr/>
          <p:nvPr/>
        </p:nvSpPr>
        <p:spPr>
          <a:xfrm>
            <a:off x="1762806" y="5919100"/>
            <a:ext cx="8439496" cy="783451"/>
          </a:xfrm>
          <a:custGeom>
            <a:avLst/>
            <a:gdLst/>
            <a:ahLst/>
            <a:cxnLst/>
            <a:rect l="0" t="0" r="r" b="b"/>
            <a:pathLst>
              <a:path w="8439496" h="783451">
                <a:moveTo>
                  <a:pt x="8351773" y="78647"/>
                </a:moveTo>
                <a:lnTo>
                  <a:pt x="8439496" y="78647"/>
                </a:lnTo>
                <a:lnTo>
                  <a:pt x="8439496" y="0"/>
                </a:lnTo>
                <a:lnTo>
                  <a:pt x="8351773" y="0"/>
                </a:lnTo>
                <a:close/>
              </a:path>
            </a:pathLst>
          </a:custGeom>
          <a:solidFill>
            <a:srgbClr val="1F2126"/>
          </a:solidFill>
          <a:ln w="6722" cap="flat">
            <a:solidFill>
              <a:srgbClr val="1F2126"/>
            </a:solidFill>
            <a:miter lim="800000"/>
          </a:ln>
        </p:spPr>
      </p:sp>
      <p:sp>
        <p:nvSpPr>
          <p:cNvPr id="468" name="Text 468"/>
          <p:cNvSpPr txBox="1"/>
          <p:nvPr/>
        </p:nvSpPr>
        <p:spPr>
          <a:xfrm>
            <a:off x="8997696" y="5915386"/>
            <a:ext cx="363681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4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shoot</a:t>
            </a:r>
          </a:p>
        </p:txBody>
      </p:sp>
      <p:sp>
        <p:nvSpPr>
          <p:cNvPr id="469" name="Text 469"/>
          <p:cNvSpPr txBox="1"/>
          <p:nvPr/>
        </p:nvSpPr>
        <p:spPr>
          <a:xfrm>
            <a:off x="8914028" y="6067926"/>
            <a:ext cx="1294323" cy="100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35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execute 6 steps, capture</a:t>
            </a:r>
          </a:p>
        </p:txBody>
      </p:sp>
      <p:sp>
        <p:nvSpPr>
          <p:cNvPr id="470" name="Text 470"/>
          <p:cNvSpPr txBox="1"/>
          <p:nvPr/>
        </p:nvSpPr>
        <p:spPr>
          <a:xfrm>
            <a:off x="6908737" y="6284845"/>
            <a:ext cx="1360086" cy="109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re-render </a:t>
            </a:r>
            <a:r>
              <a:rPr lang="en-US" sz="688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688" i="1" baseline="-25000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t</a:t>
            </a:r>
            <a:r>
              <a:rPr lang="en-US" sz="6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, next chunk</a:t>
            </a:r>
          </a:p>
        </p:txBody>
      </p:sp>
      <p:sp>
        <p:nvSpPr>
          <p:cNvPr id="471" name="Text 471"/>
          <p:cNvSpPr txBox="1"/>
          <p:nvPr/>
        </p:nvSpPr>
        <p:spPr>
          <a:xfrm>
            <a:off x="7946332" y="4613180"/>
            <a:ext cx="2286219" cy="105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2" i="1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the goal image is never shown to the policy</a:t>
            </a:r>
          </a:p>
        </p:txBody>
      </p:sp>
      <p:sp>
        <p:nvSpPr>
          <p:cNvPr id="472" name="Shape 472"/>
          <p:cNvSpPr/>
          <p:nvPr/>
        </p:nvSpPr>
        <p:spPr>
          <a:xfrm>
            <a:off x="4580679" y="2386878"/>
            <a:ext cx="78448" cy="134304"/>
          </a:xfrm>
          <a:custGeom>
            <a:avLst/>
            <a:gdLst/>
            <a:ahLst/>
            <a:cxnLst/>
            <a:rect l="0" t="0" r="r" b="b"/>
            <a:pathLst>
              <a:path w="78448" h="134304" fill="none">
                <a:moveTo>
                  <a:pt x="0" y="0"/>
                </a:moveTo>
                <a:lnTo>
                  <a:pt x="12931" y="18381"/>
                </a:lnTo>
                <a:lnTo>
                  <a:pt x="25447" y="37107"/>
                </a:lnTo>
                <a:lnTo>
                  <a:pt x="37457" y="56140"/>
                </a:lnTo>
                <a:lnTo>
                  <a:pt x="48866" y="75433"/>
                </a:lnTo>
                <a:lnTo>
                  <a:pt x="59572" y="94934"/>
                </a:lnTo>
                <a:lnTo>
                  <a:pt x="69469" y="114580"/>
                </a:lnTo>
                <a:lnTo>
                  <a:pt x="78448" y="134304"/>
                </a:lnTo>
              </a:path>
            </a:pathLst>
          </a:custGeom>
          <a:noFill/>
          <a:ln w="21846" cap="rnd">
            <a:solidFill>
              <a:srgbClr val="5BB58B"/>
            </a:solidFill>
            <a:round/>
          </a:ln>
        </p:spPr>
      </p:sp>
      <p:sp>
        <p:nvSpPr>
          <p:cNvPr id="473" name="Shape 473"/>
          <p:cNvSpPr/>
          <p:nvPr/>
        </p:nvSpPr>
        <p:spPr>
          <a:xfrm>
            <a:off x="4658670" y="2520046"/>
            <a:ext cx="4433" cy="10998"/>
          </a:xfrm>
          <a:custGeom>
            <a:avLst/>
            <a:gdLst/>
            <a:ahLst/>
            <a:cxnLst/>
            <a:rect l="0" t="0" r="r" b="b"/>
            <a:pathLst>
              <a:path w="4433" h="10998" fill="none">
                <a:moveTo>
                  <a:pt x="458" y="1136"/>
                </a:moveTo>
                <a:quadBezTo>
                  <a:pt x="4433" y="10998"/>
                  <a:pt x="0" y="0"/>
                </a:quadBezTo>
              </a:path>
            </a:pathLst>
          </a:custGeom>
          <a:noFill/>
          <a:ln w="21846" cap="rnd">
            <a:solidFill>
              <a:srgbClr val="5BB58B"/>
            </a:solidFill>
            <a:miter lim="800000"/>
          </a:ln>
        </p:spPr>
      </p:sp>
      <p:sp>
        <p:nvSpPr>
          <p:cNvPr id="474" name="Shape 474"/>
          <p:cNvSpPr/>
          <p:nvPr/>
        </p:nvSpPr>
        <p:spPr>
          <a:xfrm>
            <a:off x="1762806" y="2458237"/>
            <a:ext cx="2903561" cy="4244314"/>
          </a:xfrm>
          <a:custGeom>
            <a:avLst/>
            <a:gdLst/>
            <a:ahLst/>
            <a:cxnLst/>
            <a:rect l="0" t="0" r="r" b="b"/>
            <a:pathLst>
              <a:path w="2903561" h="4244314">
                <a:moveTo>
                  <a:pt x="2903561" y="0"/>
                </a:moveTo>
                <a:lnTo>
                  <a:pt x="2895864" y="61809"/>
                </a:lnTo>
                <a:lnTo>
                  <a:pt x="2847451" y="22619"/>
                </a:lnTo>
                <a:close/>
              </a:path>
            </a:pathLst>
          </a:custGeom>
          <a:solidFill>
            <a:srgbClr val="5BB58B"/>
          </a:solidFill>
          <a:ln w="21846" cap="rnd">
            <a:solidFill>
              <a:srgbClr val="5BB58B"/>
            </a:solidFill>
            <a:miter lim="800000"/>
          </a:ln>
        </p:spPr>
      </p:sp>
      <p:sp>
        <p:nvSpPr>
          <p:cNvPr id="475" name="Shape 475"/>
          <p:cNvSpPr/>
          <p:nvPr/>
        </p:nvSpPr>
        <p:spPr>
          <a:xfrm>
            <a:off x="4667080" y="2540907"/>
            <a:ext cx="20652" cy="95547"/>
          </a:xfrm>
          <a:custGeom>
            <a:avLst/>
            <a:gdLst/>
            <a:ahLst/>
            <a:cxnLst/>
            <a:rect l="0" t="0" r="r" b="b"/>
            <a:pathLst>
              <a:path w="20652" h="95547" fill="none">
                <a:moveTo>
                  <a:pt x="0" y="0"/>
                </a:moveTo>
                <a:lnTo>
                  <a:pt x="6813" y="19642"/>
                </a:lnTo>
                <a:lnTo>
                  <a:pt x="12383" y="39114"/>
                </a:lnTo>
                <a:lnTo>
                  <a:pt x="16606" y="58320"/>
                </a:lnTo>
                <a:lnTo>
                  <a:pt x="19390" y="77164"/>
                </a:lnTo>
                <a:lnTo>
                  <a:pt x="20652" y="95547"/>
                </a:lnTo>
              </a:path>
            </a:pathLst>
          </a:custGeom>
          <a:noFill/>
          <a:ln w="21846" cap="rnd">
            <a:solidFill>
              <a:srgbClr val="22855A"/>
            </a:solidFill>
            <a:round/>
          </a:ln>
        </p:spPr>
      </p:sp>
      <p:sp>
        <p:nvSpPr>
          <p:cNvPr id="476" name="Shape 476"/>
          <p:cNvSpPr/>
          <p:nvPr/>
        </p:nvSpPr>
        <p:spPr>
          <a:xfrm>
            <a:off x="4687568" y="2631789"/>
            <a:ext cx="250" cy="13577"/>
          </a:xfrm>
          <a:custGeom>
            <a:avLst/>
            <a:gdLst/>
            <a:ahLst/>
            <a:cxnLst/>
            <a:rect l="0" t="0" r="r" b="b"/>
            <a:pathLst>
              <a:path w="250" h="13577" fill="none">
                <a:moveTo>
                  <a:pt x="164" y="4665"/>
                </a:moveTo>
                <a:quadBezTo>
                  <a:pt x="0" y="13577"/>
                  <a:pt x="250" y="0"/>
                </a:quadBezTo>
              </a:path>
            </a:pathLst>
          </a:custGeom>
          <a:noFill/>
          <a:ln w="21846" cap="rnd">
            <a:solidFill>
              <a:srgbClr val="22855A"/>
            </a:solidFill>
            <a:miter lim="800000"/>
          </a:ln>
        </p:spPr>
      </p:sp>
      <p:sp>
        <p:nvSpPr>
          <p:cNvPr id="477" name="Shape 477"/>
          <p:cNvSpPr/>
          <p:nvPr/>
        </p:nvSpPr>
        <p:spPr>
          <a:xfrm>
            <a:off x="1762806" y="2576791"/>
            <a:ext cx="2956262" cy="4125760"/>
          </a:xfrm>
          <a:custGeom>
            <a:avLst/>
            <a:gdLst/>
            <a:ahLst/>
            <a:cxnLst/>
            <a:rect l="0" t="0" r="r" b="b"/>
            <a:pathLst>
              <a:path w="2956262" h="4125760">
                <a:moveTo>
                  <a:pt x="2956262" y="1117"/>
                </a:moveTo>
                <a:lnTo>
                  <a:pt x="2925012" y="54997"/>
                </a:lnTo>
                <a:lnTo>
                  <a:pt x="2895774" y="0"/>
                </a:lnTo>
                <a:close/>
              </a:path>
            </a:pathLst>
          </a:custGeom>
          <a:solidFill>
            <a:srgbClr val="22855A"/>
          </a:solidFill>
          <a:ln w="21846" cap="rnd">
            <a:solidFill>
              <a:srgbClr val="22855A"/>
            </a:solidFill>
            <a:miter lim="800000"/>
          </a:ln>
        </p:spPr>
      </p:sp>
      <p:sp>
        <p:nvSpPr>
          <p:cNvPr id="478" name="Shape 478"/>
          <p:cNvSpPr/>
          <p:nvPr/>
        </p:nvSpPr>
        <p:spPr>
          <a:xfrm>
            <a:off x="3557948" y="1890381"/>
            <a:ext cx="73595" cy="73595"/>
          </a:xfrm>
          <a:custGeom>
            <a:avLst/>
            <a:gdLst/>
            <a:ahLst/>
            <a:cxnLst/>
            <a:rect l="0" t="0" r="r" b="b"/>
            <a:pathLst>
              <a:path w="73595" h="73595">
                <a:moveTo>
                  <a:pt x="29528" y="73110"/>
                </a:moveTo>
                <a:lnTo>
                  <a:pt x="16260" y="67614"/>
                </a:lnTo>
                <a:lnTo>
                  <a:pt x="10777" y="62817"/>
                </a:lnTo>
                <a:lnTo>
                  <a:pt x="5980" y="57334"/>
                </a:lnTo>
                <a:lnTo>
                  <a:pt x="484" y="44066"/>
                </a:lnTo>
                <a:lnTo>
                  <a:pt x="0" y="36797"/>
                </a:lnTo>
                <a:lnTo>
                  <a:pt x="484" y="29528"/>
                </a:lnTo>
                <a:lnTo>
                  <a:pt x="5980" y="16260"/>
                </a:lnTo>
                <a:lnTo>
                  <a:pt x="10777" y="10777"/>
                </a:lnTo>
                <a:lnTo>
                  <a:pt x="16260" y="5980"/>
                </a:lnTo>
                <a:lnTo>
                  <a:pt x="29528" y="484"/>
                </a:lnTo>
                <a:lnTo>
                  <a:pt x="36797" y="0"/>
                </a:lnTo>
                <a:lnTo>
                  <a:pt x="44066" y="484"/>
                </a:lnTo>
                <a:lnTo>
                  <a:pt x="57334" y="5980"/>
                </a:lnTo>
                <a:lnTo>
                  <a:pt x="62817" y="10777"/>
                </a:lnTo>
                <a:lnTo>
                  <a:pt x="67614" y="16260"/>
                </a:lnTo>
                <a:lnTo>
                  <a:pt x="73110" y="29528"/>
                </a:lnTo>
                <a:lnTo>
                  <a:pt x="73595" y="36797"/>
                </a:lnTo>
                <a:lnTo>
                  <a:pt x="73110" y="44066"/>
                </a:lnTo>
                <a:lnTo>
                  <a:pt x="67614" y="57334"/>
                </a:lnTo>
                <a:lnTo>
                  <a:pt x="62817" y="62817"/>
                </a:lnTo>
                <a:lnTo>
                  <a:pt x="57334" y="67614"/>
                </a:lnTo>
                <a:lnTo>
                  <a:pt x="44066" y="73110"/>
                </a:lnTo>
                <a:lnTo>
                  <a:pt x="36797" y="73595"/>
                </a:lnTo>
                <a:lnTo>
                  <a:pt x="29528" y="7311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479" name="Shape 479"/>
          <p:cNvSpPr/>
          <p:nvPr/>
        </p:nvSpPr>
        <p:spPr>
          <a:xfrm>
            <a:off x="1768857" y="1973175"/>
            <a:ext cx="1881085" cy="4713985"/>
          </a:xfrm>
          <a:custGeom>
            <a:avLst/>
            <a:gdLst/>
            <a:ahLst/>
            <a:cxnLst/>
            <a:rect l="0" t="0" r="r" b="b"/>
            <a:pathLst>
              <a:path w="1881085" h="4713985">
                <a:moveTo>
                  <a:pt x="1809330" y="112232"/>
                </a:moveTo>
                <a:lnTo>
                  <a:pt x="1842447" y="112232"/>
                </a:lnTo>
                <a:quadBezTo>
                  <a:pt x="1881085" y="112232"/>
                  <a:pt x="1881085" y="73595"/>
                </a:quadBezTo>
                <a:lnTo>
                  <a:pt x="1881085" y="38637"/>
                </a:lnTo>
                <a:quadBezTo>
                  <a:pt x="1881085" y="0"/>
                  <a:pt x="1842447" y="0"/>
                </a:quadBezTo>
                <a:lnTo>
                  <a:pt x="1809330" y="0"/>
                </a:lnTo>
                <a:quadBezTo>
                  <a:pt x="1770692" y="0"/>
                  <a:pt x="1770692" y="38637"/>
                </a:quadBezTo>
                <a:lnTo>
                  <a:pt x="1770692" y="73595"/>
                </a:lnTo>
                <a:quadBezTo>
                  <a:pt x="1770692" y="112232"/>
                  <a:pt x="1809330" y="112232"/>
                </a:quadBez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480" name="Shape 480"/>
          <p:cNvSpPr/>
          <p:nvPr/>
        </p:nvSpPr>
        <p:spPr>
          <a:xfrm>
            <a:off x="3566817" y="2078048"/>
            <a:ext cx="3642" cy="172948"/>
          </a:xfrm>
          <a:custGeom>
            <a:avLst/>
            <a:gdLst/>
            <a:ahLst/>
            <a:cxnLst/>
            <a:rect l="0" t="0" r="r" b="b"/>
            <a:pathLst>
              <a:path w="3642" h="172948" fill="none">
                <a:moveTo>
                  <a:pt x="3642" y="0"/>
                </a:moveTo>
                <a:lnTo>
                  <a:pt x="0" y="172948"/>
                </a:lnTo>
              </a:path>
            </a:pathLst>
          </a:custGeom>
          <a:noFill/>
          <a:ln w="40477" cap="rnd">
            <a:solidFill>
              <a:srgbClr val="1F2126"/>
            </a:solidFill>
            <a:round/>
          </a:ln>
        </p:spPr>
      </p:sp>
      <p:sp>
        <p:nvSpPr>
          <p:cNvPr id="481" name="Shape 481"/>
          <p:cNvSpPr/>
          <p:nvPr/>
        </p:nvSpPr>
        <p:spPr>
          <a:xfrm>
            <a:off x="3619032" y="2078048"/>
            <a:ext cx="3642" cy="172948"/>
          </a:xfrm>
          <a:custGeom>
            <a:avLst/>
            <a:gdLst/>
            <a:ahLst/>
            <a:cxnLst/>
            <a:rect l="0" t="0" r="r" b="b"/>
            <a:pathLst>
              <a:path w="3642" h="172948" fill="none">
                <a:moveTo>
                  <a:pt x="0" y="0"/>
                </a:moveTo>
                <a:lnTo>
                  <a:pt x="3642" y="172948"/>
                </a:lnTo>
              </a:path>
            </a:pathLst>
          </a:custGeom>
          <a:noFill/>
          <a:ln w="40477" cap="rnd">
            <a:solidFill>
              <a:srgbClr val="1F2126"/>
            </a:solidFill>
            <a:round/>
          </a:ln>
        </p:spPr>
      </p:sp>
      <p:sp>
        <p:nvSpPr>
          <p:cNvPr id="482" name="Shape 482"/>
          <p:cNvSpPr/>
          <p:nvPr/>
        </p:nvSpPr>
        <p:spPr>
          <a:xfrm>
            <a:off x="9212789" y="2978594"/>
            <a:ext cx="41424" cy="36115"/>
          </a:xfrm>
          <a:custGeom>
            <a:avLst/>
            <a:gdLst/>
            <a:ahLst/>
            <a:cxnLst/>
            <a:rect l="0" t="0" r="r" b="b"/>
            <a:pathLst>
              <a:path w="41424" h="36115" fill="none">
                <a:moveTo>
                  <a:pt x="41424" y="0"/>
                </a:moveTo>
                <a:quadBezTo>
                  <a:pt x="16799" y="21468"/>
                  <a:pt x="0" y="36115"/>
                </a:quadBezTo>
              </a:path>
            </a:pathLst>
          </a:custGeom>
          <a:noFill/>
          <a:ln w="10083" cap="rnd">
            <a:solidFill>
              <a:srgbClr val="165A3C"/>
            </a:solidFill>
            <a:miter lim="800000"/>
          </a:ln>
        </p:spPr>
      </p:sp>
      <p:sp>
        <p:nvSpPr>
          <p:cNvPr id="483" name="Shape 483"/>
          <p:cNvSpPr/>
          <p:nvPr/>
        </p:nvSpPr>
        <p:spPr>
          <a:xfrm>
            <a:off x="1762806" y="2975655"/>
            <a:ext cx="7490595" cy="3726896"/>
          </a:xfrm>
          <a:custGeom>
            <a:avLst/>
            <a:gdLst/>
            <a:ahLst/>
            <a:cxnLst/>
            <a:rect l="0" t="0" r="r" b="b"/>
            <a:pathLst>
              <a:path w="7490595" h="3726896">
                <a:moveTo>
                  <a:pt x="7490595" y="30400"/>
                </a:moveTo>
                <a:lnTo>
                  <a:pt x="7449982" y="39054"/>
                </a:lnTo>
                <a:lnTo>
                  <a:pt x="7464091" y="0"/>
                </a:lnTo>
                <a:close/>
              </a:path>
            </a:pathLst>
          </a:custGeom>
          <a:solidFill>
            <a:srgbClr val="165A3C"/>
          </a:solidFill>
          <a:ln w="10083" cap="rnd">
            <a:solidFill>
              <a:srgbClr val="165A3C"/>
            </a:solidFill>
            <a:miter lim="800000"/>
          </a:ln>
        </p:spPr>
      </p:sp>
      <p:sp>
        <p:nvSpPr>
          <p:cNvPr id="484" name="Shape 484"/>
          <p:cNvSpPr/>
          <p:nvPr/>
        </p:nvSpPr>
        <p:spPr>
          <a:xfrm>
            <a:off x="9302445" y="2978395"/>
            <a:ext cx="41129" cy="36450"/>
          </a:xfrm>
          <a:custGeom>
            <a:avLst/>
            <a:gdLst/>
            <a:ahLst/>
            <a:cxnLst/>
            <a:rect l="0" t="0" r="r" b="b"/>
            <a:pathLst>
              <a:path w="41129" h="36450" fill="none">
                <a:moveTo>
                  <a:pt x="41129" y="0"/>
                </a:moveTo>
                <a:quadBezTo>
                  <a:pt x="16679" y="21668"/>
                  <a:pt x="0" y="36450"/>
                </a:quadBezTo>
              </a:path>
            </a:pathLst>
          </a:custGeom>
          <a:noFill/>
          <a:ln w="10083" cap="rnd">
            <a:solidFill>
              <a:srgbClr val="165A3C"/>
            </a:solidFill>
            <a:miter lim="800000"/>
          </a:ln>
        </p:spPr>
      </p:sp>
      <p:sp>
        <p:nvSpPr>
          <p:cNvPr id="485" name="Shape 485"/>
          <p:cNvSpPr/>
          <p:nvPr/>
        </p:nvSpPr>
        <p:spPr>
          <a:xfrm>
            <a:off x="1762806" y="2975678"/>
            <a:ext cx="7580180" cy="3726873"/>
          </a:xfrm>
          <a:custGeom>
            <a:avLst/>
            <a:gdLst/>
            <a:ahLst/>
            <a:cxnLst/>
            <a:rect l="0" t="0" r="r" b="b"/>
            <a:pathLst>
              <a:path w="7580180" h="3726873">
                <a:moveTo>
                  <a:pt x="7580180" y="30184"/>
                </a:moveTo>
                <a:lnTo>
                  <a:pt x="7539639" y="39167"/>
                </a:lnTo>
                <a:lnTo>
                  <a:pt x="7553429" y="0"/>
                </a:lnTo>
                <a:close/>
              </a:path>
            </a:pathLst>
          </a:custGeom>
          <a:solidFill>
            <a:srgbClr val="165A3C"/>
          </a:solidFill>
          <a:ln w="10083" cap="rnd">
            <a:solidFill>
              <a:srgbClr val="165A3C"/>
            </a:solidFill>
            <a:miter lim="800000"/>
          </a:ln>
        </p:spPr>
      </p:sp>
      <p:sp>
        <p:nvSpPr>
          <p:cNvPr id="486" name="Shape 486"/>
          <p:cNvSpPr/>
          <p:nvPr/>
        </p:nvSpPr>
        <p:spPr>
          <a:xfrm>
            <a:off x="9392103" y="2978198"/>
            <a:ext cx="40832" cy="36781"/>
          </a:xfrm>
          <a:custGeom>
            <a:avLst/>
            <a:gdLst/>
            <a:ahLst/>
            <a:cxnLst/>
            <a:rect l="0" t="0" r="r" b="b"/>
            <a:pathLst>
              <a:path w="40832" h="36781" fill="none">
                <a:moveTo>
                  <a:pt x="40832" y="0"/>
                </a:moveTo>
                <a:quadBezTo>
                  <a:pt x="16559" y="21864"/>
                  <a:pt x="0" y="36781"/>
                </a:quadBezTo>
              </a:path>
            </a:pathLst>
          </a:custGeom>
          <a:noFill/>
          <a:ln w="10083" cap="rnd">
            <a:solidFill>
              <a:srgbClr val="165A3C"/>
            </a:solidFill>
            <a:miter lim="800000"/>
          </a:ln>
        </p:spPr>
      </p:sp>
      <p:sp>
        <p:nvSpPr>
          <p:cNvPr id="487" name="Shape 487"/>
          <p:cNvSpPr/>
          <p:nvPr/>
        </p:nvSpPr>
        <p:spPr>
          <a:xfrm>
            <a:off x="1762806" y="2975702"/>
            <a:ext cx="7669764" cy="3726849"/>
          </a:xfrm>
          <a:custGeom>
            <a:avLst/>
            <a:gdLst/>
            <a:ahLst/>
            <a:cxnLst/>
            <a:rect l="0" t="0" r="r" b="b"/>
            <a:pathLst>
              <a:path w="7669764" h="3726849">
                <a:moveTo>
                  <a:pt x="7669764" y="29966"/>
                </a:moveTo>
                <a:lnTo>
                  <a:pt x="7629296" y="39277"/>
                </a:lnTo>
                <a:lnTo>
                  <a:pt x="7642770" y="0"/>
                </a:lnTo>
                <a:close/>
              </a:path>
            </a:pathLst>
          </a:custGeom>
          <a:solidFill>
            <a:srgbClr val="165A3C"/>
          </a:solidFill>
          <a:ln w="10083" cap="rnd">
            <a:solidFill>
              <a:srgbClr val="165A3C"/>
            </a:solidFill>
            <a:miter lim="800000"/>
          </a:ln>
        </p:spPr>
      </p:sp>
      <p:sp>
        <p:nvSpPr>
          <p:cNvPr id="488" name="Shape 488"/>
          <p:cNvSpPr/>
          <p:nvPr/>
        </p:nvSpPr>
        <p:spPr>
          <a:xfrm>
            <a:off x="9481760" y="2978004"/>
            <a:ext cx="40538" cy="37107"/>
          </a:xfrm>
          <a:custGeom>
            <a:avLst/>
            <a:gdLst/>
            <a:ahLst/>
            <a:cxnLst/>
            <a:rect l="0" t="0" r="r" b="b"/>
            <a:pathLst>
              <a:path w="40538" h="37107" fill="none">
                <a:moveTo>
                  <a:pt x="40538" y="0"/>
                </a:moveTo>
                <a:quadBezTo>
                  <a:pt x="16440" y="22058"/>
                  <a:pt x="0" y="37107"/>
                </a:quadBezTo>
              </a:path>
            </a:pathLst>
          </a:custGeom>
          <a:noFill/>
          <a:ln w="10083" cap="rnd">
            <a:solidFill>
              <a:srgbClr val="165A3C"/>
            </a:solidFill>
            <a:miter lim="800000"/>
          </a:ln>
        </p:spPr>
      </p:sp>
      <p:sp>
        <p:nvSpPr>
          <p:cNvPr id="489" name="Shape 489"/>
          <p:cNvSpPr/>
          <p:nvPr/>
        </p:nvSpPr>
        <p:spPr>
          <a:xfrm>
            <a:off x="1762806" y="2975728"/>
            <a:ext cx="7759345" cy="3726823"/>
          </a:xfrm>
          <a:custGeom>
            <a:avLst/>
            <a:gdLst/>
            <a:ahLst/>
            <a:cxnLst/>
            <a:rect l="0" t="0" r="r" b="b"/>
            <a:pathLst>
              <a:path w="7759345" h="3726823">
                <a:moveTo>
                  <a:pt x="7759345" y="29750"/>
                </a:moveTo>
                <a:lnTo>
                  <a:pt x="7718954" y="39384"/>
                </a:lnTo>
                <a:lnTo>
                  <a:pt x="7732113" y="0"/>
                </a:lnTo>
                <a:close/>
              </a:path>
            </a:pathLst>
          </a:custGeom>
          <a:solidFill>
            <a:srgbClr val="165A3C"/>
          </a:solidFill>
          <a:ln w="10083" cap="rnd">
            <a:solidFill>
              <a:srgbClr val="165A3C"/>
            </a:solidFill>
            <a:miter lim="800000"/>
          </a:ln>
        </p:spPr>
      </p:sp>
      <p:sp>
        <p:nvSpPr>
          <p:cNvPr id="490" name="Shape 490"/>
          <p:cNvSpPr/>
          <p:nvPr/>
        </p:nvSpPr>
        <p:spPr>
          <a:xfrm>
            <a:off x="9571417" y="2977815"/>
            <a:ext cx="40242" cy="37426"/>
          </a:xfrm>
          <a:custGeom>
            <a:avLst/>
            <a:gdLst/>
            <a:ahLst/>
            <a:cxnLst/>
            <a:rect l="0" t="0" r="r" b="b"/>
            <a:pathLst>
              <a:path w="40242" h="37426" fill="none">
                <a:moveTo>
                  <a:pt x="40242" y="0"/>
                </a:moveTo>
                <a:quadBezTo>
                  <a:pt x="16320" y="22247"/>
                  <a:pt x="0" y="37426"/>
                </a:quadBezTo>
              </a:path>
            </a:pathLst>
          </a:custGeom>
          <a:noFill/>
          <a:ln w="10083" cap="rnd">
            <a:solidFill>
              <a:srgbClr val="165A3C"/>
            </a:solidFill>
            <a:miter lim="800000"/>
          </a:ln>
        </p:spPr>
      </p:sp>
      <p:sp>
        <p:nvSpPr>
          <p:cNvPr id="491" name="Shape 491"/>
          <p:cNvSpPr/>
          <p:nvPr/>
        </p:nvSpPr>
        <p:spPr>
          <a:xfrm>
            <a:off x="1762806" y="2975754"/>
            <a:ext cx="7848925" cy="3726797"/>
          </a:xfrm>
          <a:custGeom>
            <a:avLst/>
            <a:gdLst/>
            <a:ahLst/>
            <a:cxnLst/>
            <a:rect l="0" t="0" r="r" b="b"/>
            <a:pathLst>
              <a:path w="7848925" h="3726797">
                <a:moveTo>
                  <a:pt x="7848925" y="29533"/>
                </a:moveTo>
                <a:lnTo>
                  <a:pt x="7808611" y="39487"/>
                </a:lnTo>
                <a:lnTo>
                  <a:pt x="7821458" y="0"/>
                </a:lnTo>
                <a:close/>
              </a:path>
            </a:pathLst>
          </a:custGeom>
          <a:solidFill>
            <a:srgbClr val="165A3C"/>
          </a:solidFill>
          <a:ln w="10083" cap="rnd">
            <a:solidFill>
              <a:srgbClr val="165A3C"/>
            </a:solidFill>
            <a:miter lim="800000"/>
          </a:ln>
        </p:spPr>
      </p:sp>
      <p:sp>
        <p:nvSpPr>
          <p:cNvPr id="492" name="Shape 492"/>
          <p:cNvSpPr/>
          <p:nvPr/>
        </p:nvSpPr>
        <p:spPr>
          <a:xfrm>
            <a:off x="9661072" y="2977630"/>
            <a:ext cx="39951" cy="37737"/>
          </a:xfrm>
          <a:custGeom>
            <a:avLst/>
            <a:gdLst/>
            <a:ahLst/>
            <a:cxnLst/>
            <a:rect l="0" t="0" r="r" b="b"/>
            <a:pathLst>
              <a:path w="39951" h="37737" fill="none">
                <a:moveTo>
                  <a:pt x="39951" y="0"/>
                </a:moveTo>
                <a:quadBezTo>
                  <a:pt x="16202" y="22433"/>
                  <a:pt x="0" y="37737"/>
                </a:quadBezTo>
              </a:path>
            </a:pathLst>
          </a:custGeom>
          <a:noFill/>
          <a:ln w="10083" cap="rnd">
            <a:solidFill>
              <a:srgbClr val="165A3C"/>
            </a:solidFill>
            <a:miter lim="800000"/>
          </a:ln>
        </p:spPr>
      </p:sp>
      <p:sp>
        <p:nvSpPr>
          <p:cNvPr id="493" name="Shape 493"/>
          <p:cNvSpPr/>
          <p:nvPr/>
        </p:nvSpPr>
        <p:spPr>
          <a:xfrm>
            <a:off x="1762806" y="2975782"/>
            <a:ext cx="7938501" cy="3726769"/>
          </a:xfrm>
          <a:custGeom>
            <a:avLst/>
            <a:gdLst/>
            <a:ahLst/>
            <a:cxnLst/>
            <a:rect l="0" t="0" r="r" b="b"/>
            <a:pathLst>
              <a:path w="7938501" h="3726769">
                <a:moveTo>
                  <a:pt x="7938501" y="29319"/>
                </a:moveTo>
                <a:lnTo>
                  <a:pt x="7898266" y="39585"/>
                </a:lnTo>
                <a:lnTo>
                  <a:pt x="7910806" y="0"/>
                </a:lnTo>
                <a:close/>
              </a:path>
            </a:pathLst>
          </a:custGeom>
          <a:solidFill>
            <a:srgbClr val="165A3C"/>
          </a:solidFill>
          <a:ln w="10083" cap="rnd">
            <a:solidFill>
              <a:srgbClr val="165A3C"/>
            </a:solidFill>
            <a:miter lim="800000"/>
          </a:ln>
        </p:spPr>
      </p:sp>
      <p:sp>
        <p:nvSpPr>
          <p:cNvPr id="494" name="Shape 494"/>
          <p:cNvSpPr/>
          <p:nvPr/>
        </p:nvSpPr>
        <p:spPr>
          <a:xfrm>
            <a:off x="1772687" y="5658084"/>
            <a:ext cx="5800666" cy="1059289"/>
          </a:xfrm>
          <a:custGeom>
            <a:avLst/>
            <a:gdLst/>
            <a:ahLst/>
            <a:cxnLst/>
            <a:rect l="0" t="0" r="r" b="b"/>
            <a:pathLst>
              <a:path w="5800666" h="1059289">
                <a:moveTo>
                  <a:pt x="5505334" y="136692"/>
                </a:moveTo>
                <a:lnTo>
                  <a:pt x="5775963" y="136692"/>
                </a:lnTo>
                <a:quadBezTo>
                  <a:pt x="5800666" y="136692"/>
                  <a:pt x="5800666" y="111988"/>
                </a:quadBezTo>
                <a:lnTo>
                  <a:pt x="5800666" y="24703"/>
                </a:lnTo>
                <a:quadBezTo>
                  <a:pt x="5800666" y="0"/>
                  <a:pt x="5775963" y="0"/>
                </a:quadBezTo>
                <a:lnTo>
                  <a:pt x="5505334" y="0"/>
                </a:lnTo>
                <a:quadBezTo>
                  <a:pt x="5480631" y="0"/>
                  <a:pt x="5480631" y="24703"/>
                </a:quadBezTo>
                <a:lnTo>
                  <a:pt x="5480631" y="111988"/>
                </a:lnTo>
                <a:quadBezTo>
                  <a:pt x="5480631" y="136692"/>
                  <a:pt x="5505334" y="136692"/>
                </a:quadBezTo>
                <a:close/>
              </a:path>
            </a:pathLst>
          </a:custGeom>
          <a:solidFill>
            <a:srgbClr val="000000">
              <a:alpha val="45000"/>
            </a:srgbClr>
          </a:solidFill>
          <a:ln>
            <a:noFill/>
          </a:ln>
        </p:spPr>
      </p:sp>
      <p:sp>
        <p:nvSpPr>
          <p:cNvPr id="495" name="Text 495"/>
          <p:cNvSpPr txBox="1"/>
          <p:nvPr/>
        </p:nvSpPr>
        <p:spPr>
          <a:xfrm>
            <a:off x="7075063" y="5682787"/>
            <a:ext cx="483468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48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2.01</a:t>
            </a:r>
          </a:p>
        </p:txBody>
      </p:sp>
      <p:sp>
        <p:nvSpPr>
          <p:cNvPr id="496" name="Shape 496"/>
          <p:cNvSpPr/>
          <p:nvPr/>
        </p:nvSpPr>
        <p:spPr>
          <a:xfrm>
            <a:off x="1772687" y="5658084"/>
            <a:ext cx="6671840" cy="1059289"/>
          </a:xfrm>
          <a:custGeom>
            <a:avLst/>
            <a:gdLst/>
            <a:ahLst/>
            <a:cxnLst/>
            <a:rect l="0" t="0" r="r" b="b"/>
            <a:pathLst>
              <a:path w="6671840" h="1059289">
                <a:moveTo>
                  <a:pt x="6473305" y="136692"/>
                </a:moveTo>
                <a:lnTo>
                  <a:pt x="6647136" y="136692"/>
                </a:lnTo>
                <a:quadBezTo>
                  <a:pt x="6671840" y="136692"/>
                  <a:pt x="6671840" y="111988"/>
                </a:quadBezTo>
                <a:lnTo>
                  <a:pt x="6671840" y="24703"/>
                </a:lnTo>
                <a:quadBezTo>
                  <a:pt x="6671840" y="0"/>
                  <a:pt x="6647136" y="0"/>
                </a:quadBezTo>
                <a:lnTo>
                  <a:pt x="6473305" y="0"/>
                </a:lnTo>
                <a:quadBezTo>
                  <a:pt x="6448602" y="0"/>
                  <a:pt x="6448602" y="24703"/>
                </a:quadBezTo>
                <a:lnTo>
                  <a:pt x="6448602" y="111988"/>
                </a:lnTo>
                <a:quadBezTo>
                  <a:pt x="6448602" y="136692"/>
                  <a:pt x="6473305" y="136692"/>
                </a:quadBezTo>
                <a:close/>
              </a:path>
            </a:pathLst>
          </a:custGeom>
          <a:solidFill>
            <a:srgbClr val="000000">
              <a:alpha val="45000"/>
            </a:srgbClr>
          </a:solidFill>
          <a:ln>
            <a:noFill/>
          </a:ln>
        </p:spPr>
      </p:sp>
      <p:sp>
        <p:nvSpPr>
          <p:cNvPr id="497" name="Text 497"/>
          <p:cNvSpPr txBox="1"/>
          <p:nvPr/>
        </p:nvSpPr>
        <p:spPr>
          <a:xfrm>
            <a:off x="8076913" y="5682787"/>
            <a:ext cx="352792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48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0.98</a:t>
            </a:r>
          </a:p>
        </p:txBody>
      </p:sp>
      <p:sp>
        <p:nvSpPr>
          <p:cNvPr id="498" name="Shape 498"/>
          <p:cNvSpPr/>
          <p:nvPr/>
        </p:nvSpPr>
        <p:spPr>
          <a:xfrm>
            <a:off x="1772687" y="5658084"/>
            <a:ext cx="7543014" cy="1059289"/>
          </a:xfrm>
          <a:custGeom>
            <a:avLst/>
            <a:gdLst/>
            <a:ahLst/>
            <a:cxnLst/>
            <a:rect l="0" t="0" r="r" b="b"/>
            <a:pathLst>
              <a:path w="7543014" h="1059289">
                <a:moveTo>
                  <a:pt x="7344479" y="136692"/>
                </a:moveTo>
                <a:lnTo>
                  <a:pt x="7518310" y="136692"/>
                </a:lnTo>
                <a:quadBezTo>
                  <a:pt x="7543014" y="136692"/>
                  <a:pt x="7543014" y="111988"/>
                </a:quadBezTo>
                <a:lnTo>
                  <a:pt x="7543014" y="24703"/>
                </a:lnTo>
                <a:quadBezTo>
                  <a:pt x="7543014" y="0"/>
                  <a:pt x="7518310" y="0"/>
                </a:quadBezTo>
                <a:lnTo>
                  <a:pt x="7344479" y="0"/>
                </a:lnTo>
                <a:quadBezTo>
                  <a:pt x="7319775" y="0"/>
                  <a:pt x="7319775" y="24703"/>
                </a:quadBezTo>
                <a:lnTo>
                  <a:pt x="7319775" y="111988"/>
                </a:lnTo>
                <a:quadBezTo>
                  <a:pt x="7319775" y="136692"/>
                  <a:pt x="7344479" y="136692"/>
                </a:quadBezTo>
                <a:close/>
              </a:path>
            </a:pathLst>
          </a:custGeom>
          <a:solidFill>
            <a:srgbClr val="000000">
              <a:alpha val="45000"/>
            </a:srgbClr>
          </a:solidFill>
          <a:ln>
            <a:noFill/>
          </a:ln>
        </p:spPr>
      </p:sp>
      <p:sp>
        <p:nvSpPr>
          <p:cNvPr id="499" name="Text 499"/>
          <p:cNvSpPr txBox="1"/>
          <p:nvPr/>
        </p:nvSpPr>
        <p:spPr>
          <a:xfrm>
            <a:off x="8948087" y="5682787"/>
            <a:ext cx="352792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48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0.41</a:t>
            </a:r>
          </a:p>
        </p:txBody>
      </p:sp>
      <p:sp>
        <p:nvSpPr>
          <p:cNvPr id="500" name="Shape 500"/>
          <p:cNvSpPr/>
          <p:nvPr/>
        </p:nvSpPr>
        <p:spPr>
          <a:xfrm>
            <a:off x="1772687" y="5658084"/>
            <a:ext cx="8414187" cy="1059289"/>
          </a:xfrm>
          <a:custGeom>
            <a:avLst/>
            <a:gdLst/>
            <a:ahLst/>
            <a:cxnLst/>
            <a:rect l="0" t="0" r="r" b="b"/>
            <a:pathLst>
              <a:path w="8414187" h="1059289">
                <a:moveTo>
                  <a:pt x="8167254" y="136692"/>
                </a:moveTo>
                <a:lnTo>
                  <a:pt x="8389484" y="136692"/>
                </a:lnTo>
                <a:quadBezTo>
                  <a:pt x="8414187" y="136692"/>
                  <a:pt x="8414187" y="111988"/>
                </a:quadBezTo>
                <a:lnTo>
                  <a:pt x="8414187" y="24703"/>
                </a:lnTo>
                <a:quadBezTo>
                  <a:pt x="8414187" y="0"/>
                  <a:pt x="8389484" y="0"/>
                </a:quadBezTo>
                <a:lnTo>
                  <a:pt x="8167254" y="0"/>
                </a:lnTo>
                <a:quadBezTo>
                  <a:pt x="8142551" y="0"/>
                  <a:pt x="8142551" y="24703"/>
                </a:quadBezTo>
                <a:lnTo>
                  <a:pt x="8142551" y="111988"/>
                </a:lnTo>
                <a:quadBezTo>
                  <a:pt x="8142551" y="136692"/>
                  <a:pt x="8167254" y="136692"/>
                </a:quadBezTo>
                <a:close/>
              </a:path>
            </a:pathLst>
          </a:custGeom>
          <a:solidFill>
            <a:srgbClr val="000000">
              <a:alpha val="45000"/>
            </a:srgbClr>
          </a:solidFill>
          <a:ln>
            <a:noFill/>
          </a:ln>
        </p:spPr>
      </p:sp>
      <p:sp>
        <p:nvSpPr>
          <p:cNvPr id="501" name="Text 501"/>
          <p:cNvSpPr txBox="1"/>
          <p:nvPr/>
        </p:nvSpPr>
        <p:spPr>
          <a:xfrm>
            <a:off x="9753923" y="5682787"/>
            <a:ext cx="418130" cy="10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48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0.066</a:t>
            </a:r>
          </a:p>
        </p:txBody>
      </p:sp>
      <p:sp>
        <p:nvSpPr>
          <p:cNvPr id="502" name="Shape 502"/>
          <p:cNvSpPr/>
          <p:nvPr/>
        </p:nvSpPr>
        <p:spPr>
          <a:xfrm>
            <a:off x="10008708" y="5882801"/>
            <a:ext cx="1" cy="151245"/>
          </a:xfrm>
          <a:custGeom>
            <a:avLst/>
            <a:gdLst/>
            <a:ahLst/>
            <a:cxnLst/>
            <a:rect l="0" t="0" r="r" b="b"/>
            <a:pathLst>
              <a:path w="1" h="151245" fill="none">
                <a:moveTo>
                  <a:pt x="0" y="151245"/>
                </a:moveTo>
                <a:lnTo>
                  <a:pt x="0" y="0"/>
                </a:lnTo>
              </a:path>
            </a:pathLst>
          </a:custGeom>
          <a:noFill/>
          <a:ln w="15124" cap="rnd">
            <a:solidFill>
              <a:srgbClr val="22855A"/>
            </a:solidFill>
            <a:round/>
          </a:ln>
        </p:spPr>
      </p:sp>
      <p:sp>
        <p:nvSpPr>
          <p:cNvPr id="503" name="Shape 503"/>
          <p:cNvSpPr/>
          <p:nvPr/>
        </p:nvSpPr>
        <p:spPr>
          <a:xfrm>
            <a:off x="4316591" y="2254846"/>
            <a:ext cx="154144" cy="75986"/>
          </a:xfrm>
          <a:custGeom>
            <a:avLst/>
            <a:gdLst/>
            <a:ahLst/>
            <a:cxnLst/>
            <a:rect l="0" t="0" r="r" b="b"/>
            <a:pathLst>
              <a:path w="154144" h="75986" fill="none">
                <a:moveTo>
                  <a:pt x="154144" y="0"/>
                </a:moveTo>
                <a:lnTo>
                  <a:pt x="0" y="75986"/>
                </a:lnTo>
              </a:path>
            </a:pathLst>
          </a:custGeom>
          <a:noFill/>
          <a:ln w="10755" cap="rnd">
            <a:solidFill>
              <a:srgbClr val="1F2126"/>
            </a:solidFill>
            <a:round/>
          </a:ln>
        </p:spPr>
      </p:sp>
      <p:sp>
        <p:nvSpPr>
          <p:cNvPr id="504" name="Shape 504"/>
          <p:cNvSpPr/>
          <p:nvPr/>
        </p:nvSpPr>
        <p:spPr>
          <a:xfrm>
            <a:off x="4349175" y="2212368"/>
            <a:ext cx="121560" cy="42478"/>
          </a:xfrm>
          <a:custGeom>
            <a:avLst/>
            <a:gdLst/>
            <a:ahLst/>
            <a:cxnLst/>
            <a:rect l="0" t="0" r="r" b="b"/>
            <a:pathLst>
              <a:path w="121560" h="42478" fill="none">
                <a:moveTo>
                  <a:pt x="121560" y="42478"/>
                </a:moveTo>
                <a:lnTo>
                  <a:pt x="0" y="0"/>
                </a:lnTo>
              </a:path>
            </a:pathLst>
          </a:custGeom>
          <a:noFill/>
          <a:ln w="10755" cap="rnd">
            <a:solidFill>
              <a:srgbClr val="1F2126"/>
            </a:solidFill>
            <a:round/>
          </a:ln>
        </p:spPr>
      </p:sp>
      <p:sp>
        <p:nvSpPr>
          <p:cNvPr id="505" name="Shape 505"/>
          <p:cNvSpPr/>
          <p:nvPr/>
        </p:nvSpPr>
        <p:spPr>
          <a:xfrm>
            <a:off x="4355759" y="2129503"/>
            <a:ext cx="114975" cy="125343"/>
          </a:xfrm>
          <a:custGeom>
            <a:avLst/>
            <a:gdLst/>
            <a:ahLst/>
            <a:cxnLst/>
            <a:rect l="0" t="0" r="r" b="b"/>
            <a:pathLst>
              <a:path w="114975" h="125343" fill="none">
                <a:moveTo>
                  <a:pt x="114975" y="125343"/>
                </a:moveTo>
                <a:lnTo>
                  <a:pt x="0" y="0"/>
                </a:lnTo>
              </a:path>
            </a:pathLst>
          </a:custGeom>
          <a:noFill/>
          <a:ln w="10755" cap="rnd">
            <a:solidFill>
              <a:srgbClr val="1F2126"/>
            </a:solidFill>
            <a:round/>
          </a:ln>
        </p:spPr>
      </p:sp>
      <p:sp>
        <p:nvSpPr>
          <p:cNvPr id="506" name="Shape 506"/>
          <p:cNvSpPr/>
          <p:nvPr/>
        </p:nvSpPr>
        <p:spPr>
          <a:xfrm>
            <a:off x="4322813" y="2248286"/>
            <a:ext cx="147922" cy="6560"/>
          </a:xfrm>
          <a:custGeom>
            <a:avLst/>
            <a:gdLst/>
            <a:ahLst/>
            <a:cxnLst/>
            <a:rect l="0" t="0" r="r" b="b"/>
            <a:pathLst>
              <a:path w="147922" h="6560" fill="none">
                <a:moveTo>
                  <a:pt x="147922" y="6560"/>
                </a:moveTo>
                <a:lnTo>
                  <a:pt x="0" y="0"/>
                </a:lnTo>
              </a:path>
            </a:pathLst>
          </a:custGeom>
          <a:noFill/>
          <a:ln w="10755" cap="rnd">
            <a:solidFill>
              <a:srgbClr val="1F2126"/>
            </a:solidFill>
            <a:round/>
          </a:ln>
        </p:spPr>
      </p:sp>
      <p:sp>
        <p:nvSpPr>
          <p:cNvPr id="507" name="Shape 507"/>
          <p:cNvSpPr/>
          <p:nvPr/>
        </p:nvSpPr>
        <p:spPr>
          <a:xfrm>
            <a:off x="1771318" y="2129503"/>
            <a:ext cx="2584441" cy="4558476"/>
          </a:xfrm>
          <a:custGeom>
            <a:avLst/>
            <a:gdLst/>
            <a:ahLst/>
            <a:cxnLst/>
            <a:rect l="0" t="0" r="r" b="b"/>
            <a:pathLst>
              <a:path w="2584441" h="4558476">
                <a:moveTo>
                  <a:pt x="2545272" y="201330"/>
                </a:moveTo>
                <a:lnTo>
                  <a:pt x="2577856" y="82865"/>
                </a:lnTo>
                <a:lnTo>
                  <a:pt x="2584441" y="0"/>
                </a:lnTo>
                <a:lnTo>
                  <a:pt x="2551494" y="118783"/>
                </a:lnTo>
                <a:close/>
              </a:path>
            </a:pathLst>
          </a:custGeom>
          <a:solidFill>
            <a:srgbClr val="F1F1F3"/>
          </a:solidFill>
          <a:ln w="13444" cap="flat">
            <a:solidFill>
              <a:srgbClr val="1F2126"/>
            </a:solidFill>
            <a:round/>
          </a:ln>
        </p:spPr>
      </p:sp>
      <p:sp>
        <p:nvSpPr>
          <p:cNvPr id="508" name="Shape 508"/>
          <p:cNvSpPr/>
          <p:nvPr/>
        </p:nvSpPr>
        <p:spPr>
          <a:xfrm>
            <a:off x="4525411" y="2654278"/>
            <a:ext cx="161991" cy="63173"/>
          </a:xfrm>
          <a:custGeom>
            <a:avLst/>
            <a:gdLst/>
            <a:ahLst/>
            <a:cxnLst/>
            <a:rect l="0" t="0" r="r" b="b"/>
            <a:pathLst>
              <a:path w="161991" h="63173" fill="none">
                <a:moveTo>
                  <a:pt x="161991" y="0"/>
                </a:moveTo>
                <a:lnTo>
                  <a:pt x="0" y="63173"/>
                </a:lnTo>
              </a:path>
            </a:pathLst>
          </a:custGeom>
          <a:noFill/>
          <a:ln w="13444" cap="rnd">
            <a:solidFill>
              <a:srgbClr val="2E5FBF"/>
            </a:solidFill>
            <a:round/>
          </a:ln>
        </p:spPr>
      </p:sp>
      <p:sp>
        <p:nvSpPr>
          <p:cNvPr id="509" name="Shape 509"/>
          <p:cNvSpPr/>
          <p:nvPr/>
        </p:nvSpPr>
        <p:spPr>
          <a:xfrm>
            <a:off x="4570206" y="2595191"/>
            <a:ext cx="117197" cy="59086"/>
          </a:xfrm>
          <a:custGeom>
            <a:avLst/>
            <a:gdLst/>
            <a:ahLst/>
            <a:cxnLst/>
            <a:rect l="0" t="0" r="r" b="b"/>
            <a:pathLst>
              <a:path w="117197" h="59086" fill="none">
                <a:moveTo>
                  <a:pt x="117197" y="59086"/>
                </a:moveTo>
                <a:lnTo>
                  <a:pt x="0" y="0"/>
                </a:lnTo>
              </a:path>
            </a:pathLst>
          </a:custGeom>
          <a:noFill/>
          <a:ln w="13444" cap="rnd">
            <a:solidFill>
              <a:srgbClr val="2E5FBF"/>
            </a:solidFill>
            <a:round/>
          </a:ln>
        </p:spPr>
      </p:sp>
      <p:sp>
        <p:nvSpPr>
          <p:cNvPr id="510" name="Shape 510"/>
          <p:cNvSpPr/>
          <p:nvPr/>
        </p:nvSpPr>
        <p:spPr>
          <a:xfrm>
            <a:off x="4580891" y="2516781"/>
            <a:ext cx="106512" cy="137497"/>
          </a:xfrm>
          <a:custGeom>
            <a:avLst/>
            <a:gdLst/>
            <a:ahLst/>
            <a:cxnLst/>
            <a:rect l="0" t="0" r="r" b="b"/>
            <a:pathLst>
              <a:path w="106512" h="137497" fill="none">
                <a:moveTo>
                  <a:pt x="106512" y="137497"/>
                </a:moveTo>
                <a:lnTo>
                  <a:pt x="0" y="0"/>
                </a:lnTo>
              </a:path>
            </a:pathLst>
          </a:custGeom>
          <a:noFill/>
          <a:ln w="13444" cap="rnd">
            <a:solidFill>
              <a:srgbClr val="2E5FBF"/>
            </a:solidFill>
            <a:round/>
          </a:ln>
        </p:spPr>
      </p:sp>
      <p:sp>
        <p:nvSpPr>
          <p:cNvPr id="511" name="Shape 511"/>
          <p:cNvSpPr/>
          <p:nvPr/>
        </p:nvSpPr>
        <p:spPr>
          <a:xfrm>
            <a:off x="4535615" y="2639537"/>
            <a:ext cx="151787" cy="14741"/>
          </a:xfrm>
          <a:custGeom>
            <a:avLst/>
            <a:gdLst/>
            <a:ahLst/>
            <a:cxnLst/>
            <a:rect l="0" t="0" r="r" b="b"/>
            <a:pathLst>
              <a:path w="151787" h="14741" fill="none">
                <a:moveTo>
                  <a:pt x="151787" y="14741"/>
                </a:moveTo>
                <a:lnTo>
                  <a:pt x="0" y="0"/>
                </a:lnTo>
              </a:path>
            </a:pathLst>
          </a:custGeom>
          <a:noFill/>
          <a:ln w="13444" cap="rnd">
            <a:solidFill>
              <a:srgbClr val="2E5FBF"/>
            </a:solidFill>
            <a:round/>
          </a:ln>
        </p:spPr>
      </p:sp>
      <p:sp>
        <p:nvSpPr>
          <p:cNvPr id="512" name="Shape 512"/>
          <p:cNvSpPr/>
          <p:nvPr/>
        </p:nvSpPr>
        <p:spPr>
          <a:xfrm>
            <a:off x="1772014" y="2516781"/>
            <a:ext cx="2808876" cy="4172487"/>
          </a:xfrm>
          <a:custGeom>
            <a:avLst/>
            <a:gdLst/>
            <a:ahLst/>
            <a:cxnLst/>
            <a:rect l="0" t="0" r="r" b="b"/>
            <a:pathLst>
              <a:path w="2808876" h="4172487">
                <a:moveTo>
                  <a:pt x="2753396" y="200670"/>
                </a:moveTo>
                <a:lnTo>
                  <a:pt x="2798191" y="78410"/>
                </a:lnTo>
                <a:lnTo>
                  <a:pt x="2808876" y="0"/>
                </a:lnTo>
                <a:lnTo>
                  <a:pt x="2763600" y="122755"/>
                </a:lnTo>
                <a:close/>
              </a:path>
            </a:pathLst>
          </a:custGeom>
          <a:solidFill>
            <a:srgbClr val="E4ECFA"/>
          </a:solidFill>
          <a:ln w="16805" cap="flat">
            <a:solidFill>
              <a:srgbClr val="2E5FBF"/>
            </a:solidFill>
            <a:round/>
          </a:ln>
        </p:spPr>
      </p:sp>
      <p:sp>
        <p:nvSpPr>
          <p:cNvPr id="513" name="Shape 513"/>
          <p:cNvSpPr/>
          <p:nvPr/>
        </p:nvSpPr>
        <p:spPr>
          <a:xfrm>
            <a:off x="1762806" y="1139139"/>
            <a:ext cx="1336448" cy="5563412"/>
          </a:xfrm>
          <a:custGeom>
            <a:avLst/>
            <a:gdLst/>
            <a:ahLst/>
            <a:cxnLst/>
            <a:rect l="0" t="0" r="r" b="b"/>
            <a:pathLst>
              <a:path w="1336448" h="5563412">
                <a:moveTo>
                  <a:pt x="852463" y="362989"/>
                </a:moveTo>
                <a:lnTo>
                  <a:pt x="1336448" y="362989"/>
                </a:lnTo>
                <a:lnTo>
                  <a:pt x="1336448" y="0"/>
                </a:lnTo>
                <a:lnTo>
                  <a:pt x="852463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514" name="Shape 514"/>
          <p:cNvSpPr/>
          <p:nvPr/>
        </p:nvSpPr>
        <p:spPr>
          <a:xfrm>
            <a:off x="1762806" y="1139139"/>
            <a:ext cx="2615351" cy="5563412"/>
          </a:xfrm>
          <a:custGeom>
            <a:avLst/>
            <a:gdLst/>
            <a:ahLst/>
            <a:cxnLst/>
            <a:rect l="0" t="0" r="r" b="b"/>
            <a:pathLst>
              <a:path w="2615351" h="5563412">
                <a:moveTo>
                  <a:pt x="2131365" y="362989"/>
                </a:moveTo>
                <a:lnTo>
                  <a:pt x="2615351" y="362989"/>
                </a:lnTo>
                <a:lnTo>
                  <a:pt x="2615351" y="0"/>
                </a:lnTo>
                <a:lnTo>
                  <a:pt x="2131365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515" name="Shape 515"/>
          <p:cNvSpPr/>
          <p:nvPr/>
        </p:nvSpPr>
        <p:spPr>
          <a:xfrm>
            <a:off x="1762806" y="1545410"/>
            <a:ext cx="3747880" cy="5157141"/>
          </a:xfrm>
          <a:custGeom>
            <a:avLst/>
            <a:gdLst/>
            <a:ahLst/>
            <a:cxnLst/>
            <a:rect l="0" t="0" r="r" b="b"/>
            <a:pathLst>
              <a:path w="3747880" h="5157141">
                <a:moveTo>
                  <a:pt x="3263895" y="362989"/>
                </a:moveTo>
                <a:lnTo>
                  <a:pt x="3747880" y="362989"/>
                </a:lnTo>
                <a:lnTo>
                  <a:pt x="3747880" y="0"/>
                </a:lnTo>
                <a:lnTo>
                  <a:pt x="3263895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pic>
        <p:nvPicPr>
          <p:cNvPr id="516" name="Picture 51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3647" y="1112520"/>
            <a:ext cx="483985" cy="362989"/>
          </a:xfrm>
          <a:prstGeom prst="rect">
            <a:avLst/>
          </a:prstGeom>
        </p:spPr>
      </p:pic>
      <p:pic>
        <p:nvPicPr>
          <p:cNvPr id="517" name="Picture 51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2176" y="1112520"/>
            <a:ext cx="483985" cy="362989"/>
          </a:xfrm>
          <a:prstGeom prst="rect">
            <a:avLst/>
          </a:prstGeom>
        </p:spPr>
      </p:pic>
      <p:pic>
        <p:nvPicPr>
          <p:cNvPr id="518" name="Picture 517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05508" y="1519874"/>
            <a:ext cx="483985" cy="362989"/>
          </a:xfrm>
          <a:prstGeom prst="rect">
            <a:avLst/>
          </a:prstGeom>
        </p:spPr>
      </p:pic>
      <p:sp>
        <p:nvSpPr>
          <p:cNvPr id="516" name="Shape 516"/>
          <p:cNvSpPr/>
          <p:nvPr/>
        </p:nvSpPr>
        <p:spPr>
          <a:xfrm>
            <a:off x="9740193" y="2973444"/>
            <a:ext cx="53238" cy="53238"/>
          </a:xfrm>
          <a:custGeom>
            <a:avLst/>
            <a:gdLst/>
            <a:ahLst/>
            <a:cxnLst/>
            <a:rect l="0" t="0" r="r" b="b"/>
            <a:pathLst>
              <a:path w="53238" h="53238">
                <a:moveTo>
                  <a:pt x="21360" y="52887"/>
                </a:moveTo>
                <a:lnTo>
                  <a:pt x="11762" y="48912"/>
                </a:lnTo>
                <a:lnTo>
                  <a:pt x="7796" y="45441"/>
                </a:lnTo>
                <a:lnTo>
                  <a:pt x="4326" y="41475"/>
                </a:lnTo>
                <a:lnTo>
                  <a:pt x="350" y="31877"/>
                </a:lnTo>
                <a:lnTo>
                  <a:pt x="0" y="26619"/>
                </a:lnTo>
                <a:lnTo>
                  <a:pt x="350" y="21360"/>
                </a:lnTo>
                <a:lnTo>
                  <a:pt x="4326" y="11762"/>
                </a:lnTo>
                <a:lnTo>
                  <a:pt x="7796" y="7796"/>
                </a:lnTo>
                <a:lnTo>
                  <a:pt x="11762" y="4326"/>
                </a:lnTo>
                <a:lnTo>
                  <a:pt x="21360" y="350"/>
                </a:lnTo>
                <a:lnTo>
                  <a:pt x="26619" y="0"/>
                </a:lnTo>
                <a:lnTo>
                  <a:pt x="31877" y="350"/>
                </a:lnTo>
                <a:lnTo>
                  <a:pt x="41475" y="4326"/>
                </a:lnTo>
                <a:lnTo>
                  <a:pt x="45441" y="7796"/>
                </a:lnTo>
                <a:lnTo>
                  <a:pt x="48912" y="11762"/>
                </a:lnTo>
                <a:lnTo>
                  <a:pt x="52887" y="21360"/>
                </a:lnTo>
                <a:lnTo>
                  <a:pt x="53238" y="26619"/>
                </a:lnTo>
                <a:lnTo>
                  <a:pt x="52887" y="31877"/>
                </a:lnTo>
                <a:lnTo>
                  <a:pt x="48912" y="41475"/>
                </a:lnTo>
                <a:lnTo>
                  <a:pt x="45441" y="45441"/>
                </a:lnTo>
                <a:lnTo>
                  <a:pt x="41475" y="48912"/>
                </a:lnTo>
                <a:lnTo>
                  <a:pt x="31877" y="52887"/>
                </a:lnTo>
                <a:lnTo>
                  <a:pt x="26619" y="53238"/>
                </a:lnTo>
                <a:lnTo>
                  <a:pt x="21360" y="52887"/>
                </a:lnTo>
                <a:close/>
              </a:path>
            </a:pathLst>
          </a:custGeom>
          <a:solidFill>
            <a:srgbClr val="1F2126"/>
          </a:solidFill>
          <a:ln w="8402" cap="flat">
            <a:solidFill>
              <a:srgbClr val="1F2126"/>
            </a:solidFill>
            <a:miter lim="800000"/>
          </a:ln>
        </p:spPr>
      </p:sp>
      <p:sp>
        <p:nvSpPr>
          <p:cNvPr id="517" name="Shape 517"/>
          <p:cNvSpPr/>
          <p:nvPr/>
        </p:nvSpPr>
        <p:spPr>
          <a:xfrm>
            <a:off x="9829730" y="2973444"/>
            <a:ext cx="53238" cy="53238"/>
          </a:xfrm>
          <a:custGeom>
            <a:avLst/>
            <a:gdLst/>
            <a:ahLst/>
            <a:cxnLst/>
            <a:rect l="0" t="0" r="r" b="b"/>
            <a:pathLst>
              <a:path w="53238" h="53238">
                <a:moveTo>
                  <a:pt x="21360" y="52887"/>
                </a:moveTo>
                <a:lnTo>
                  <a:pt x="11762" y="48912"/>
                </a:lnTo>
                <a:lnTo>
                  <a:pt x="7796" y="45441"/>
                </a:lnTo>
                <a:lnTo>
                  <a:pt x="4326" y="41475"/>
                </a:lnTo>
                <a:lnTo>
                  <a:pt x="350" y="31877"/>
                </a:lnTo>
                <a:lnTo>
                  <a:pt x="0" y="26619"/>
                </a:lnTo>
                <a:lnTo>
                  <a:pt x="350" y="21360"/>
                </a:lnTo>
                <a:lnTo>
                  <a:pt x="4326" y="11762"/>
                </a:lnTo>
                <a:lnTo>
                  <a:pt x="7796" y="7796"/>
                </a:lnTo>
                <a:lnTo>
                  <a:pt x="11762" y="4326"/>
                </a:lnTo>
                <a:lnTo>
                  <a:pt x="21360" y="350"/>
                </a:lnTo>
                <a:lnTo>
                  <a:pt x="26619" y="0"/>
                </a:lnTo>
                <a:lnTo>
                  <a:pt x="31877" y="350"/>
                </a:lnTo>
                <a:lnTo>
                  <a:pt x="41475" y="4326"/>
                </a:lnTo>
                <a:lnTo>
                  <a:pt x="45441" y="7796"/>
                </a:lnTo>
                <a:lnTo>
                  <a:pt x="48912" y="11762"/>
                </a:lnTo>
                <a:lnTo>
                  <a:pt x="52887" y="21360"/>
                </a:lnTo>
                <a:lnTo>
                  <a:pt x="53238" y="26619"/>
                </a:lnTo>
                <a:lnTo>
                  <a:pt x="52887" y="31877"/>
                </a:lnTo>
                <a:lnTo>
                  <a:pt x="48912" y="41475"/>
                </a:lnTo>
                <a:lnTo>
                  <a:pt x="45441" y="45441"/>
                </a:lnTo>
                <a:lnTo>
                  <a:pt x="41475" y="48912"/>
                </a:lnTo>
                <a:lnTo>
                  <a:pt x="31877" y="52887"/>
                </a:lnTo>
                <a:lnTo>
                  <a:pt x="26619" y="53238"/>
                </a:lnTo>
                <a:lnTo>
                  <a:pt x="21360" y="52887"/>
                </a:lnTo>
                <a:close/>
              </a:path>
            </a:pathLst>
          </a:custGeom>
          <a:solidFill>
            <a:srgbClr val="1F2126"/>
          </a:solidFill>
          <a:ln w="8402" cap="flat">
            <a:solidFill>
              <a:srgbClr val="1F2126"/>
            </a:solidFill>
            <a:miter lim="800000"/>
          </a:ln>
        </p:spPr>
      </p:sp>
      <p:sp>
        <p:nvSpPr>
          <p:cNvPr id="518" name="Shape 518"/>
          <p:cNvSpPr/>
          <p:nvPr/>
        </p:nvSpPr>
        <p:spPr>
          <a:xfrm>
            <a:off x="1762806" y="1112520"/>
            <a:ext cx="1314669" cy="5590032"/>
          </a:xfrm>
          <a:custGeom>
            <a:avLst/>
            <a:gdLst/>
            <a:ahLst/>
            <a:cxnLst/>
            <a:rect l="0" t="0" r="r" b="b"/>
            <a:pathLst>
              <a:path w="1314669" h="5590032" fill="none">
                <a:moveTo>
                  <a:pt x="830683" y="362989"/>
                </a:moveTo>
                <a:lnTo>
                  <a:pt x="1314669" y="362989"/>
                </a:lnTo>
                <a:lnTo>
                  <a:pt x="1314669" y="0"/>
                </a:lnTo>
                <a:lnTo>
                  <a:pt x="830683" y="0"/>
                </a:lnTo>
                <a:close/>
              </a:path>
            </a:pathLst>
          </a:custGeom>
          <a:noFill/>
          <a:ln w="16805" cap="flat">
            <a:solidFill>
              <a:srgbClr val="FFFFFF"/>
            </a:solidFill>
            <a:miter lim="800000"/>
          </a:ln>
        </p:spPr>
      </p:sp>
      <p:sp>
        <p:nvSpPr>
          <p:cNvPr id="519" name="Shape 519"/>
          <p:cNvSpPr/>
          <p:nvPr/>
        </p:nvSpPr>
        <p:spPr>
          <a:xfrm>
            <a:off x="1762806" y="1112520"/>
            <a:ext cx="2593571" cy="5590032"/>
          </a:xfrm>
          <a:custGeom>
            <a:avLst/>
            <a:gdLst/>
            <a:ahLst/>
            <a:cxnLst/>
            <a:rect l="0" t="0" r="r" b="b"/>
            <a:pathLst>
              <a:path w="2593571" h="5590032" fill="none">
                <a:moveTo>
                  <a:pt x="2109586" y="362989"/>
                </a:moveTo>
                <a:lnTo>
                  <a:pt x="2593571" y="362989"/>
                </a:lnTo>
                <a:lnTo>
                  <a:pt x="2593571" y="0"/>
                </a:lnTo>
                <a:lnTo>
                  <a:pt x="2109586" y="0"/>
                </a:lnTo>
                <a:close/>
              </a:path>
            </a:pathLst>
          </a:custGeom>
          <a:noFill/>
          <a:ln w="16805" cap="flat">
            <a:solidFill>
              <a:srgbClr val="FFFFFF"/>
            </a:solidFill>
            <a:miter lim="800000"/>
          </a:ln>
        </p:spPr>
      </p:sp>
      <p:sp>
        <p:nvSpPr>
          <p:cNvPr id="520" name="Shape 520"/>
          <p:cNvSpPr/>
          <p:nvPr/>
        </p:nvSpPr>
        <p:spPr>
          <a:xfrm>
            <a:off x="1762806" y="1518791"/>
            <a:ext cx="3726101" cy="5183760"/>
          </a:xfrm>
          <a:custGeom>
            <a:avLst/>
            <a:gdLst/>
            <a:ahLst/>
            <a:cxnLst/>
            <a:rect l="0" t="0" r="r" b="b"/>
            <a:pathLst>
              <a:path w="3726101" h="5183760" fill="none">
                <a:moveTo>
                  <a:pt x="3242116" y="362989"/>
                </a:moveTo>
                <a:lnTo>
                  <a:pt x="3726101" y="362989"/>
                </a:lnTo>
                <a:lnTo>
                  <a:pt x="3726101" y="0"/>
                </a:lnTo>
                <a:lnTo>
                  <a:pt x="3242116" y="0"/>
                </a:lnTo>
                <a:close/>
              </a:path>
            </a:pathLst>
          </a:custGeom>
          <a:noFill/>
          <a:ln w="16805" cap="flat">
            <a:solidFill>
              <a:srgbClr val="FFFFFF"/>
            </a:solidFill>
            <a:miter lim="800000"/>
          </a:ln>
        </p:spPr>
      </p:sp>
      <p:sp>
        <p:nvSpPr>
          <p:cNvPr id="521" name="Shape 521"/>
          <p:cNvSpPr/>
          <p:nvPr/>
        </p:nvSpPr>
        <p:spPr>
          <a:xfrm>
            <a:off x="9754833" y="2988084"/>
            <a:ext cx="23957" cy="23957"/>
          </a:xfrm>
          <a:custGeom>
            <a:avLst/>
            <a:gdLst/>
            <a:ahLst/>
            <a:cxnLst/>
            <a:rect l="0" t="0" r="r" b="b"/>
            <a:pathLst>
              <a:path w="23957" h="23957">
                <a:moveTo>
                  <a:pt x="9612" y="23799"/>
                </a:moveTo>
                <a:lnTo>
                  <a:pt x="5293" y="22010"/>
                </a:lnTo>
                <a:lnTo>
                  <a:pt x="3508" y="20448"/>
                </a:lnTo>
                <a:lnTo>
                  <a:pt x="1946" y="18663"/>
                </a:lnTo>
                <a:lnTo>
                  <a:pt x="157" y="14345"/>
                </a:lnTo>
                <a:lnTo>
                  <a:pt x="0" y="11978"/>
                </a:lnTo>
                <a:lnTo>
                  <a:pt x="157" y="9612"/>
                </a:lnTo>
                <a:lnTo>
                  <a:pt x="1946" y="5293"/>
                </a:lnTo>
                <a:lnTo>
                  <a:pt x="3508" y="3508"/>
                </a:lnTo>
                <a:lnTo>
                  <a:pt x="5293" y="1946"/>
                </a:lnTo>
                <a:lnTo>
                  <a:pt x="9612" y="157"/>
                </a:lnTo>
                <a:lnTo>
                  <a:pt x="11978" y="0"/>
                </a:lnTo>
                <a:lnTo>
                  <a:pt x="14345" y="157"/>
                </a:lnTo>
                <a:lnTo>
                  <a:pt x="18663" y="1946"/>
                </a:lnTo>
                <a:lnTo>
                  <a:pt x="20448" y="3508"/>
                </a:lnTo>
                <a:lnTo>
                  <a:pt x="22010" y="5293"/>
                </a:lnTo>
                <a:lnTo>
                  <a:pt x="23799" y="9612"/>
                </a:lnTo>
                <a:lnTo>
                  <a:pt x="23957" y="11978"/>
                </a:lnTo>
                <a:lnTo>
                  <a:pt x="23799" y="14345"/>
                </a:lnTo>
                <a:lnTo>
                  <a:pt x="22010" y="18663"/>
                </a:lnTo>
                <a:lnTo>
                  <a:pt x="20448" y="20448"/>
                </a:lnTo>
                <a:lnTo>
                  <a:pt x="18663" y="22010"/>
                </a:lnTo>
                <a:lnTo>
                  <a:pt x="14345" y="23799"/>
                </a:lnTo>
                <a:lnTo>
                  <a:pt x="11978" y="23957"/>
                </a:lnTo>
                <a:lnTo>
                  <a:pt x="9612" y="23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2" name="Shape 522"/>
          <p:cNvSpPr/>
          <p:nvPr/>
        </p:nvSpPr>
        <p:spPr>
          <a:xfrm>
            <a:off x="9844371" y="2988084"/>
            <a:ext cx="23957" cy="23957"/>
          </a:xfrm>
          <a:custGeom>
            <a:avLst/>
            <a:gdLst/>
            <a:ahLst/>
            <a:cxnLst/>
            <a:rect l="0" t="0" r="r" b="b"/>
            <a:pathLst>
              <a:path w="23957" h="23957">
                <a:moveTo>
                  <a:pt x="9612" y="23799"/>
                </a:moveTo>
                <a:lnTo>
                  <a:pt x="5293" y="22010"/>
                </a:lnTo>
                <a:lnTo>
                  <a:pt x="3508" y="20448"/>
                </a:lnTo>
                <a:lnTo>
                  <a:pt x="1946" y="18663"/>
                </a:lnTo>
                <a:lnTo>
                  <a:pt x="157" y="14345"/>
                </a:lnTo>
                <a:lnTo>
                  <a:pt x="0" y="11978"/>
                </a:lnTo>
                <a:lnTo>
                  <a:pt x="157" y="9612"/>
                </a:lnTo>
                <a:lnTo>
                  <a:pt x="1946" y="5293"/>
                </a:lnTo>
                <a:lnTo>
                  <a:pt x="3508" y="3508"/>
                </a:lnTo>
                <a:lnTo>
                  <a:pt x="5293" y="1946"/>
                </a:lnTo>
                <a:lnTo>
                  <a:pt x="9612" y="157"/>
                </a:lnTo>
                <a:lnTo>
                  <a:pt x="11978" y="0"/>
                </a:lnTo>
                <a:lnTo>
                  <a:pt x="14345" y="157"/>
                </a:lnTo>
                <a:lnTo>
                  <a:pt x="18663" y="1946"/>
                </a:lnTo>
                <a:lnTo>
                  <a:pt x="20448" y="3508"/>
                </a:lnTo>
                <a:lnTo>
                  <a:pt x="22010" y="5293"/>
                </a:lnTo>
                <a:lnTo>
                  <a:pt x="23799" y="9612"/>
                </a:lnTo>
                <a:lnTo>
                  <a:pt x="23957" y="11978"/>
                </a:lnTo>
                <a:lnTo>
                  <a:pt x="23799" y="14345"/>
                </a:lnTo>
                <a:lnTo>
                  <a:pt x="22010" y="18663"/>
                </a:lnTo>
                <a:lnTo>
                  <a:pt x="20448" y="20448"/>
                </a:lnTo>
                <a:lnTo>
                  <a:pt x="18663" y="22010"/>
                </a:lnTo>
                <a:lnTo>
                  <a:pt x="14345" y="23799"/>
                </a:lnTo>
                <a:lnTo>
                  <a:pt x="11978" y="23957"/>
                </a:lnTo>
                <a:lnTo>
                  <a:pt x="9612" y="23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3" name="Shape 523"/>
          <p:cNvSpPr/>
          <p:nvPr/>
        </p:nvSpPr>
        <p:spPr>
          <a:xfrm>
            <a:off x="1762806" y="2078796"/>
            <a:ext cx="4135655" cy="4623755"/>
          </a:xfrm>
          <a:custGeom>
            <a:avLst/>
            <a:gdLst/>
            <a:ahLst/>
            <a:cxnLst/>
            <a:rect l="0" t="0" r="r" b="b"/>
            <a:pathLst>
              <a:path w="4135655" h="4623755">
                <a:moveTo>
                  <a:pt x="3530673" y="453736"/>
                </a:moveTo>
                <a:lnTo>
                  <a:pt x="4135655" y="453736"/>
                </a:lnTo>
                <a:lnTo>
                  <a:pt x="4135655" y="0"/>
                </a:lnTo>
                <a:lnTo>
                  <a:pt x="3530673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524" name="Shape 524"/>
          <p:cNvSpPr/>
          <p:nvPr/>
        </p:nvSpPr>
        <p:spPr>
          <a:xfrm>
            <a:off x="1762806" y="2865416"/>
            <a:ext cx="4135655" cy="3837135"/>
          </a:xfrm>
          <a:custGeom>
            <a:avLst/>
            <a:gdLst/>
            <a:ahLst/>
            <a:cxnLst/>
            <a:rect l="0" t="0" r="r" b="b"/>
            <a:pathLst>
              <a:path w="4135655" h="3837135">
                <a:moveTo>
                  <a:pt x="3530673" y="453736"/>
                </a:moveTo>
                <a:lnTo>
                  <a:pt x="4135655" y="453736"/>
                </a:lnTo>
                <a:lnTo>
                  <a:pt x="4135655" y="0"/>
                </a:lnTo>
                <a:lnTo>
                  <a:pt x="3530673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pic>
        <p:nvPicPr>
          <p:cNvPr id="525" name="Picture 524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1700" y="2052258"/>
            <a:ext cx="604981" cy="451719"/>
          </a:xfrm>
          <a:prstGeom prst="rect">
            <a:avLst/>
          </a:prstGeom>
        </p:spPr>
      </p:pic>
      <p:pic>
        <p:nvPicPr>
          <p:cNvPr id="526" name="Picture 525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71700" y="2838734"/>
            <a:ext cx="604981" cy="455752"/>
          </a:xfrm>
          <a:prstGeom prst="rect">
            <a:avLst/>
          </a:prstGeom>
        </p:spPr>
      </p:pic>
      <p:sp>
        <p:nvSpPr>
          <p:cNvPr id="525" name="Shape 525"/>
          <p:cNvSpPr/>
          <p:nvPr/>
        </p:nvSpPr>
        <p:spPr>
          <a:xfrm>
            <a:off x="1762806" y="2052177"/>
            <a:ext cx="4113876" cy="4650374"/>
          </a:xfrm>
          <a:custGeom>
            <a:avLst/>
            <a:gdLst/>
            <a:ahLst/>
            <a:cxnLst/>
            <a:rect l="0" t="0" r="r" b="b"/>
            <a:pathLst>
              <a:path w="4113876" h="4650374" fill="none">
                <a:moveTo>
                  <a:pt x="3508894" y="453736"/>
                </a:moveTo>
                <a:lnTo>
                  <a:pt x="4113876" y="453736"/>
                </a:lnTo>
                <a:lnTo>
                  <a:pt x="4113876" y="0"/>
                </a:lnTo>
                <a:lnTo>
                  <a:pt x="3508894" y="0"/>
                </a:lnTo>
                <a:close/>
              </a:path>
            </a:pathLst>
          </a:custGeom>
          <a:noFill/>
          <a:ln w="16805" cap="flat">
            <a:solidFill>
              <a:srgbClr val="1F2126"/>
            </a:solidFill>
            <a:miter lim="800000"/>
          </a:ln>
        </p:spPr>
      </p:sp>
      <p:sp>
        <p:nvSpPr>
          <p:cNvPr id="526" name="Shape 526"/>
          <p:cNvSpPr/>
          <p:nvPr/>
        </p:nvSpPr>
        <p:spPr>
          <a:xfrm>
            <a:off x="1762806" y="2838797"/>
            <a:ext cx="4113876" cy="3863754"/>
          </a:xfrm>
          <a:custGeom>
            <a:avLst/>
            <a:gdLst/>
            <a:ahLst/>
            <a:cxnLst/>
            <a:rect l="0" t="0" r="r" b="b"/>
            <a:pathLst>
              <a:path w="4113876" h="3863754" fill="none">
                <a:moveTo>
                  <a:pt x="3508894" y="453736"/>
                </a:moveTo>
                <a:lnTo>
                  <a:pt x="4113876" y="453736"/>
                </a:lnTo>
                <a:lnTo>
                  <a:pt x="4113876" y="0"/>
                </a:lnTo>
                <a:lnTo>
                  <a:pt x="3508894" y="0"/>
                </a:lnTo>
                <a:close/>
              </a:path>
            </a:pathLst>
          </a:custGeom>
          <a:noFill/>
          <a:ln w="16805" cap="flat">
            <a:solidFill>
              <a:srgbClr val="2E5FBF"/>
            </a:solidFill>
            <a:miter lim="800000"/>
          </a:ln>
        </p:spPr>
      </p:sp>
      <p:sp>
        <p:nvSpPr>
          <p:cNvPr id="527" name="Shape 527"/>
          <p:cNvSpPr/>
          <p:nvPr/>
        </p:nvSpPr>
        <p:spPr>
          <a:xfrm>
            <a:off x="1762806" y="2880773"/>
            <a:ext cx="4110298" cy="3821778"/>
          </a:xfrm>
          <a:custGeom>
            <a:avLst/>
            <a:gdLst/>
            <a:ahLst/>
            <a:cxnLst/>
            <a:rect l="0" t="0" r="r" b="b"/>
            <a:pathLst>
              <a:path w="4110298" h="3821778" fill="none">
                <a:moveTo>
                  <a:pt x="3964769" y="330950"/>
                </a:moveTo>
                <a:lnTo>
                  <a:pt x="4110298" y="330950"/>
                </a:lnTo>
                <a:lnTo>
                  <a:pt x="4110298" y="0"/>
                </a:lnTo>
                <a:lnTo>
                  <a:pt x="3964769" y="0"/>
                </a:lnTo>
                <a:close/>
              </a:path>
            </a:pathLst>
          </a:custGeom>
          <a:noFill/>
          <a:ln w="11763" cap="flat">
            <a:solidFill>
              <a:srgbClr val="2E5FBF"/>
            </a:solidFill>
            <a:custDash>
              <a:ds d="200000" sp="120000"/>
            </a:custDash>
            <a:miter lim="800000"/>
          </a:ln>
        </p:spPr>
      </p:sp>
      <p:sp>
        <p:nvSpPr>
          <p:cNvPr id="528" name="Text 528"/>
          <p:cNvSpPr txBox="1"/>
          <p:nvPr/>
        </p:nvSpPr>
        <p:spPr>
          <a:xfrm>
            <a:off x="4529323" y="2186851"/>
            <a:ext cx="260229" cy="1365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860" i="1" dirty="0">
                <a:solidFill>
                  <a:srgbClr val="3E9A70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860" baseline="-25000" dirty="0">
                <a:solidFill>
                  <a:srgbClr val="3E9A70"/>
                </a:solidFill>
                <a:latin typeface="Times New Roman"/>
                <a:cs typeface="Times New Roman"/>
                <a:sym typeface="Cambria Math"/>
              </a:rPr>
              <a:t>1</a:t>
            </a:r>
          </a:p>
        </p:txBody>
      </p:sp>
      <p:sp>
        <p:nvSpPr>
          <p:cNvPr id="529" name="Text 529"/>
          <p:cNvSpPr txBox="1"/>
          <p:nvPr/>
        </p:nvSpPr>
        <p:spPr>
          <a:xfrm>
            <a:off x="4656726" y="2368119"/>
            <a:ext cx="260229" cy="1365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860" i="1" dirty="0">
                <a:solidFill>
                  <a:srgbClr val="5BB58B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860" baseline="-25000" dirty="0">
                <a:solidFill>
                  <a:srgbClr val="5BB58B"/>
                </a:solidFill>
                <a:latin typeface="Times New Roman"/>
                <a:cs typeface="Times New Roman"/>
                <a:sym typeface="Cambria Math"/>
              </a:rPr>
              <a:t>2</a:t>
            </a:r>
          </a:p>
        </p:txBody>
      </p:sp>
      <p:sp>
        <p:nvSpPr>
          <p:cNvPr id="530" name="Text 530"/>
          <p:cNvSpPr txBox="1"/>
          <p:nvPr/>
        </p:nvSpPr>
        <p:spPr>
          <a:xfrm>
            <a:off x="4735066" y="2492936"/>
            <a:ext cx="260229" cy="1365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860" i="1" dirty="0">
                <a:solidFill>
                  <a:srgbClr val="22855A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860" baseline="-25000" dirty="0">
                <a:solidFill>
                  <a:srgbClr val="22855A"/>
                </a:solidFill>
                <a:latin typeface="Times New Roman"/>
                <a:cs typeface="Times New Roman"/>
                <a:sym typeface="Cambria Math"/>
              </a:rPr>
              <a:t>3</a:t>
            </a:r>
          </a:p>
        </p:txBody>
      </p:sp>
      <p:sp>
        <p:nvSpPr>
          <p:cNvPr id="531" name="Text 531"/>
          <p:cNvSpPr txBox="1"/>
          <p:nvPr/>
        </p:nvSpPr>
        <p:spPr>
          <a:xfrm>
            <a:off x="5271700" y="1904831"/>
            <a:ext cx="559695" cy="117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1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start </a:t>
            </a:r>
            <a:r>
              <a:rPr lang="en-US" sz="741" b="1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741" b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26</a:t>
            </a:r>
          </a:p>
        </p:txBody>
      </p:sp>
      <p:sp>
        <p:nvSpPr>
          <p:cNvPr id="532" name="Text 532"/>
          <p:cNvSpPr txBox="1"/>
          <p:nvPr/>
        </p:nvSpPr>
        <p:spPr>
          <a:xfrm>
            <a:off x="5271700" y="2689098"/>
            <a:ext cx="848272" cy="117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1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end </a:t>
            </a:r>
            <a:r>
              <a:rPr lang="en-US" sz="741" b="1" i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741" b="1" i="1" baseline="-25000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g</a:t>
            </a:r>
            <a:r>
              <a:rPr lang="en-US" sz="741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 (</a:t>
            </a:r>
            <a:r>
              <a:rPr lang="en-US" sz="741" b="1" i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g</a:t>
            </a:r>
            <a:r>
              <a:rPr lang="en-US" sz="741" b="1" dirty="0">
                <a:solidFill>
                  <a:srgbClr val="1C3D80"/>
                </a:solidFill>
                <a:latin typeface="Times New Roman"/>
                <a:cs typeface="Times New Roman"/>
                <a:sym typeface="Cambria Math"/>
              </a:rPr>
              <a:t>=4</a:t>
            </a:r>
            <a:r>
              <a:rPr lang="en-US" sz="741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)</a:t>
            </a:r>
          </a:p>
        </p:txBody>
      </p:sp>
      <p:sp>
        <p:nvSpPr>
          <p:cNvPr id="533" name="Shape 533"/>
          <p:cNvSpPr/>
          <p:nvPr/>
        </p:nvSpPr>
        <p:spPr>
          <a:xfrm>
            <a:off x="5777465" y="3193316"/>
            <a:ext cx="77437" cy="77437"/>
          </a:xfrm>
          <a:custGeom>
            <a:avLst/>
            <a:gdLst/>
            <a:ahLst/>
            <a:cxnLst/>
            <a:rect l="0" t="0" r="r" b="b"/>
            <a:pathLst>
              <a:path w="77437" h="77437">
                <a:moveTo>
                  <a:pt x="31069" y="76927"/>
                </a:moveTo>
                <a:lnTo>
                  <a:pt x="17109" y="71145"/>
                </a:lnTo>
                <a:lnTo>
                  <a:pt x="11340" y="66097"/>
                </a:lnTo>
                <a:lnTo>
                  <a:pt x="6292" y="60328"/>
                </a:lnTo>
                <a:lnTo>
                  <a:pt x="509" y="46367"/>
                </a:lnTo>
                <a:lnTo>
                  <a:pt x="0" y="38718"/>
                </a:lnTo>
                <a:lnTo>
                  <a:pt x="509" y="31069"/>
                </a:lnTo>
                <a:lnTo>
                  <a:pt x="6292" y="17109"/>
                </a:lnTo>
                <a:lnTo>
                  <a:pt x="11340" y="11340"/>
                </a:lnTo>
                <a:lnTo>
                  <a:pt x="17109" y="6292"/>
                </a:lnTo>
                <a:lnTo>
                  <a:pt x="31069" y="509"/>
                </a:lnTo>
                <a:lnTo>
                  <a:pt x="38718" y="0"/>
                </a:lnTo>
                <a:lnTo>
                  <a:pt x="46367" y="509"/>
                </a:lnTo>
                <a:lnTo>
                  <a:pt x="60328" y="6292"/>
                </a:lnTo>
                <a:lnTo>
                  <a:pt x="66097" y="11340"/>
                </a:lnTo>
                <a:lnTo>
                  <a:pt x="71145" y="17109"/>
                </a:lnTo>
                <a:lnTo>
                  <a:pt x="76927" y="31069"/>
                </a:lnTo>
                <a:lnTo>
                  <a:pt x="77437" y="38718"/>
                </a:lnTo>
                <a:lnTo>
                  <a:pt x="76927" y="46367"/>
                </a:lnTo>
                <a:lnTo>
                  <a:pt x="71145" y="60328"/>
                </a:lnTo>
                <a:lnTo>
                  <a:pt x="66097" y="66097"/>
                </a:lnTo>
                <a:lnTo>
                  <a:pt x="60328" y="71145"/>
                </a:lnTo>
                <a:lnTo>
                  <a:pt x="46367" y="76927"/>
                </a:lnTo>
                <a:lnTo>
                  <a:pt x="38718" y="77437"/>
                </a:lnTo>
                <a:lnTo>
                  <a:pt x="31069" y="76927"/>
                </a:lnTo>
                <a:close/>
              </a:path>
            </a:pathLst>
          </a:custGeom>
          <a:solidFill>
            <a:srgbClr val="1F2126"/>
          </a:solidFill>
          <a:ln w="8402" cap="flat">
            <a:solidFill>
              <a:srgbClr val="1F2126"/>
            </a:solidFill>
            <a:miter lim="800000"/>
          </a:ln>
        </p:spPr>
      </p:sp>
      <p:sp>
        <p:nvSpPr>
          <p:cNvPr id="534" name="Shape 534"/>
          <p:cNvSpPr/>
          <p:nvPr/>
        </p:nvSpPr>
        <p:spPr>
          <a:xfrm>
            <a:off x="5798760" y="3214612"/>
            <a:ext cx="34846" cy="34846"/>
          </a:xfrm>
          <a:custGeom>
            <a:avLst/>
            <a:gdLst/>
            <a:ahLst/>
            <a:cxnLst/>
            <a:rect l="0" t="0" r="r" b="b"/>
            <a:pathLst>
              <a:path w="34846" h="34846">
                <a:moveTo>
                  <a:pt x="13981" y="34617"/>
                </a:moveTo>
                <a:lnTo>
                  <a:pt x="7699" y="32015"/>
                </a:lnTo>
                <a:lnTo>
                  <a:pt x="5103" y="29743"/>
                </a:lnTo>
                <a:lnTo>
                  <a:pt x="2831" y="27147"/>
                </a:lnTo>
                <a:lnTo>
                  <a:pt x="229" y="20865"/>
                </a:lnTo>
                <a:lnTo>
                  <a:pt x="0" y="17423"/>
                </a:lnTo>
                <a:lnTo>
                  <a:pt x="229" y="13981"/>
                </a:lnTo>
                <a:lnTo>
                  <a:pt x="2831" y="7699"/>
                </a:lnTo>
                <a:lnTo>
                  <a:pt x="5103" y="5103"/>
                </a:lnTo>
                <a:lnTo>
                  <a:pt x="7699" y="2831"/>
                </a:lnTo>
                <a:lnTo>
                  <a:pt x="13981" y="229"/>
                </a:lnTo>
                <a:lnTo>
                  <a:pt x="17423" y="0"/>
                </a:lnTo>
                <a:lnTo>
                  <a:pt x="20865" y="229"/>
                </a:lnTo>
                <a:lnTo>
                  <a:pt x="27147" y="2831"/>
                </a:lnTo>
                <a:lnTo>
                  <a:pt x="29743" y="5103"/>
                </a:lnTo>
                <a:lnTo>
                  <a:pt x="32015" y="7699"/>
                </a:lnTo>
                <a:lnTo>
                  <a:pt x="34617" y="13981"/>
                </a:lnTo>
                <a:lnTo>
                  <a:pt x="34846" y="17423"/>
                </a:lnTo>
                <a:lnTo>
                  <a:pt x="34617" y="20865"/>
                </a:lnTo>
                <a:lnTo>
                  <a:pt x="32015" y="27147"/>
                </a:lnTo>
                <a:lnTo>
                  <a:pt x="29743" y="29743"/>
                </a:lnTo>
                <a:lnTo>
                  <a:pt x="27147" y="32015"/>
                </a:lnTo>
                <a:lnTo>
                  <a:pt x="20865" y="34617"/>
                </a:lnTo>
                <a:lnTo>
                  <a:pt x="17423" y="34846"/>
                </a:lnTo>
                <a:lnTo>
                  <a:pt x="13981" y="346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126"/>
                </a:solidFill>
                <a:latin typeface="Arial"/>
              </a:rPr>
              <a:t>Data-generation pipeline</a:t>
            </a:r>
          </a:p>
        </p:txBody>
      </p:sp>
      <p:sp>
        <p:nvSpPr>
          <p:cNvPr id="4" name="Shape 4"/>
          <p:cNvSpPr/>
          <p:nvPr/>
        </p:nvSpPr>
        <p:spPr>
          <a:xfrm>
            <a:off x="1718605" y="713232"/>
            <a:ext cx="8751741" cy="5989320"/>
          </a:xfrm>
          <a:custGeom>
            <a:avLst/>
            <a:gdLst/>
            <a:ahLst/>
            <a:cxnLst/>
            <a:rect l="0" t="0" r="r" b="b"/>
            <a:pathLst>
              <a:path w="8751741" h="5989320">
                <a:moveTo>
                  <a:pt x="0" y="5989320"/>
                </a:moveTo>
                <a:lnTo>
                  <a:pt x="8751741" y="5989320"/>
                </a:lnTo>
                <a:lnTo>
                  <a:pt x="87517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719135" y="762124"/>
            <a:ext cx="2933014" cy="5930567"/>
          </a:xfrm>
          <a:custGeom>
            <a:avLst/>
            <a:gdLst/>
            <a:ahLst/>
            <a:cxnLst/>
            <a:rect l="0" t="0" r="r" b="b"/>
            <a:pathLst>
              <a:path w="2933014" h="5930567">
                <a:moveTo>
                  <a:pt x="158370" y="2982436"/>
                </a:moveTo>
                <a:lnTo>
                  <a:pt x="2823006" y="2982436"/>
                </a:lnTo>
                <a:quadBezTo>
                  <a:pt x="2933014" y="2982436"/>
                  <a:pt x="2933014" y="2872428"/>
                </a:quadBezTo>
                <a:lnTo>
                  <a:pt x="2933014" y="110007"/>
                </a:lnTo>
                <a:quadBezTo>
                  <a:pt x="2933014" y="0"/>
                  <a:pt x="2823006" y="0"/>
                </a:quadBezTo>
                <a:lnTo>
                  <a:pt x="158370" y="0"/>
                </a:lnTo>
                <a:quadBezTo>
                  <a:pt x="48362" y="0"/>
                  <a:pt x="48362" y="110007"/>
                </a:quadBezTo>
                <a:lnTo>
                  <a:pt x="48362" y="2872428"/>
                </a:lnTo>
                <a:quadBezTo>
                  <a:pt x="48362" y="2982436"/>
                  <a:pt x="158370" y="298243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728995" y="762124"/>
            <a:ext cx="5807806" cy="5930567"/>
          </a:xfrm>
          <a:custGeom>
            <a:avLst/>
            <a:gdLst/>
            <a:ahLst/>
            <a:cxnLst/>
            <a:rect l="0" t="0" r="r" b="b"/>
            <a:pathLst>
              <a:path w="5807806" h="5930567">
                <a:moveTo>
                  <a:pt x="3106501" y="2982436"/>
                </a:moveTo>
                <a:lnTo>
                  <a:pt x="5697799" y="2982436"/>
                </a:lnTo>
                <a:quadBezTo>
                  <a:pt x="5807806" y="2982436"/>
                  <a:pt x="5807806" y="2872428"/>
                </a:quadBezTo>
                <a:lnTo>
                  <a:pt x="5807806" y="110007"/>
                </a:lnTo>
                <a:quadBezTo>
                  <a:pt x="5807806" y="0"/>
                  <a:pt x="5697799" y="0"/>
                </a:quadBezTo>
                <a:lnTo>
                  <a:pt x="3106501" y="0"/>
                </a:lnTo>
                <a:quadBezTo>
                  <a:pt x="2996493" y="0"/>
                  <a:pt x="2996493" y="110007"/>
                </a:quadBezTo>
                <a:lnTo>
                  <a:pt x="2996493" y="2872428"/>
                </a:lnTo>
                <a:quadBezTo>
                  <a:pt x="2996493" y="2982436"/>
                  <a:pt x="3106501" y="298243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1738610" y="762124"/>
            <a:ext cx="8682843" cy="5930567"/>
          </a:xfrm>
          <a:custGeom>
            <a:avLst/>
            <a:gdLst/>
            <a:ahLst/>
            <a:cxnLst/>
            <a:rect l="0" t="0" r="r" b="b"/>
            <a:pathLst>
              <a:path w="8682843" h="5930567">
                <a:moveTo>
                  <a:pt x="5981537" y="2982436"/>
                </a:moveTo>
                <a:lnTo>
                  <a:pt x="8572835" y="2982436"/>
                </a:lnTo>
                <a:quadBezTo>
                  <a:pt x="8682843" y="2982436"/>
                  <a:pt x="8682843" y="2872428"/>
                </a:quadBezTo>
                <a:lnTo>
                  <a:pt x="8682843" y="110007"/>
                </a:lnTo>
                <a:quadBezTo>
                  <a:pt x="8682843" y="0"/>
                  <a:pt x="8572835" y="0"/>
                </a:quadBezTo>
                <a:lnTo>
                  <a:pt x="5981537" y="0"/>
                </a:lnTo>
                <a:quadBezTo>
                  <a:pt x="5871530" y="0"/>
                  <a:pt x="5871530" y="110007"/>
                </a:quadBezTo>
                <a:lnTo>
                  <a:pt x="5871530" y="2872428"/>
                </a:lnTo>
                <a:quadBezTo>
                  <a:pt x="5871530" y="2982436"/>
                  <a:pt x="5981537" y="298243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719135" y="3817899"/>
            <a:ext cx="4522018" cy="2882288"/>
          </a:xfrm>
          <a:custGeom>
            <a:avLst/>
            <a:gdLst/>
            <a:ahLst/>
            <a:cxnLst/>
            <a:rect l="0" t="0" r="r" b="b"/>
            <a:pathLst>
              <a:path w="4522018" h="2882288">
                <a:moveTo>
                  <a:pt x="158370" y="2175712"/>
                </a:moveTo>
                <a:lnTo>
                  <a:pt x="4412010" y="2175712"/>
                </a:lnTo>
                <a:quadBezTo>
                  <a:pt x="4522018" y="2175712"/>
                  <a:pt x="4522018" y="2065704"/>
                </a:quadBezTo>
                <a:lnTo>
                  <a:pt x="4522018" y="110007"/>
                </a:lnTo>
                <a:quadBezTo>
                  <a:pt x="4522018" y="0"/>
                  <a:pt x="4412010" y="0"/>
                </a:quadBezTo>
                <a:lnTo>
                  <a:pt x="158370" y="0"/>
                </a:lnTo>
                <a:quadBezTo>
                  <a:pt x="48362" y="0"/>
                  <a:pt x="48362" y="110007"/>
                </a:quadBezTo>
                <a:lnTo>
                  <a:pt x="48362" y="2065704"/>
                </a:lnTo>
                <a:quadBezTo>
                  <a:pt x="48362" y="2175712"/>
                  <a:pt x="158370" y="2175712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734291" y="3817899"/>
            <a:ext cx="8687162" cy="2882288"/>
          </a:xfrm>
          <a:custGeom>
            <a:avLst/>
            <a:gdLst/>
            <a:ahLst/>
            <a:cxnLst/>
            <a:rect l="0" t="0" r="r" b="b"/>
            <a:pathLst>
              <a:path w="8687162" h="2882288">
                <a:moveTo>
                  <a:pt x="4690207" y="2175712"/>
                </a:moveTo>
                <a:lnTo>
                  <a:pt x="8577154" y="2175712"/>
                </a:lnTo>
                <a:quadBezTo>
                  <a:pt x="8687162" y="2175712"/>
                  <a:pt x="8687162" y="2065704"/>
                </a:quadBezTo>
                <a:lnTo>
                  <a:pt x="8687162" y="110007"/>
                </a:lnTo>
                <a:quadBezTo>
                  <a:pt x="8687162" y="0"/>
                  <a:pt x="8577154" y="0"/>
                </a:quadBezTo>
                <a:lnTo>
                  <a:pt x="4690207" y="0"/>
                </a:lnTo>
                <a:quadBezTo>
                  <a:pt x="4580200" y="0"/>
                  <a:pt x="4580200" y="110007"/>
                </a:quadBezTo>
                <a:lnTo>
                  <a:pt x="4580200" y="2065704"/>
                </a:lnTo>
                <a:quadBezTo>
                  <a:pt x="4580200" y="2175712"/>
                  <a:pt x="4690207" y="2175712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719012" y="6140289"/>
            <a:ext cx="1564149" cy="562018"/>
          </a:xfrm>
          <a:custGeom>
            <a:avLst/>
            <a:gdLst/>
            <a:ahLst/>
            <a:cxnLst/>
            <a:rect l="0" t="0" r="r" b="b"/>
            <a:pathLst>
              <a:path w="1564149" h="562018">
                <a:moveTo>
                  <a:pt x="121823" y="488924"/>
                </a:moveTo>
                <a:lnTo>
                  <a:pt x="1466364" y="488924"/>
                </a:lnTo>
                <a:lnTo>
                  <a:pt x="1564149" y="244462"/>
                </a:lnTo>
                <a:lnTo>
                  <a:pt x="1466364" y="0"/>
                </a:lnTo>
                <a:lnTo>
                  <a:pt x="121823" y="0"/>
                </a:lnTo>
                <a:close/>
              </a:path>
            </a:pathLst>
          </a:custGeom>
          <a:solidFill>
            <a:srgbClr val="ECEEF1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723739" y="6140289"/>
            <a:ext cx="2977303" cy="562018"/>
          </a:xfrm>
          <a:custGeom>
            <a:avLst/>
            <a:gdLst/>
            <a:ahLst/>
            <a:cxnLst/>
            <a:rect l="0" t="0" r="r" b="b"/>
            <a:pathLst>
              <a:path w="2977303" h="562018">
                <a:moveTo>
                  <a:pt x="1534977" y="488924"/>
                </a:moveTo>
                <a:lnTo>
                  <a:pt x="2879518" y="488924"/>
                </a:lnTo>
                <a:lnTo>
                  <a:pt x="2977303" y="244462"/>
                </a:lnTo>
                <a:lnTo>
                  <a:pt x="2879518" y="0"/>
                </a:lnTo>
                <a:lnTo>
                  <a:pt x="1534977" y="0"/>
                </a:lnTo>
                <a:lnTo>
                  <a:pt x="1632761" y="244462"/>
                </a:lnTo>
                <a:close/>
              </a:path>
            </a:pathLst>
          </a:custGeom>
          <a:solidFill>
            <a:srgbClr val="ECEEF1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728465" y="6140289"/>
            <a:ext cx="4390456" cy="562018"/>
          </a:xfrm>
          <a:custGeom>
            <a:avLst/>
            <a:gdLst/>
            <a:ahLst/>
            <a:cxnLst/>
            <a:rect l="0" t="0" r="r" b="b"/>
            <a:pathLst>
              <a:path w="4390456" h="562018">
                <a:moveTo>
                  <a:pt x="2948130" y="488924"/>
                </a:moveTo>
                <a:lnTo>
                  <a:pt x="4292671" y="488924"/>
                </a:lnTo>
                <a:lnTo>
                  <a:pt x="4390456" y="244462"/>
                </a:lnTo>
                <a:lnTo>
                  <a:pt x="4292671" y="0"/>
                </a:lnTo>
                <a:lnTo>
                  <a:pt x="2948130" y="0"/>
                </a:lnTo>
                <a:lnTo>
                  <a:pt x="3045915" y="244462"/>
                </a:lnTo>
                <a:close/>
              </a:path>
            </a:pathLst>
          </a:custGeom>
          <a:solidFill>
            <a:srgbClr val="ECEEF1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1733191" y="6140289"/>
            <a:ext cx="5803610" cy="562018"/>
          </a:xfrm>
          <a:custGeom>
            <a:avLst/>
            <a:gdLst/>
            <a:ahLst/>
            <a:cxnLst/>
            <a:rect l="0" t="0" r="r" b="b"/>
            <a:pathLst>
              <a:path w="5803610" h="562018">
                <a:moveTo>
                  <a:pt x="4361284" y="488924"/>
                </a:moveTo>
                <a:lnTo>
                  <a:pt x="5705825" y="488924"/>
                </a:lnTo>
                <a:lnTo>
                  <a:pt x="5803610" y="244462"/>
                </a:lnTo>
                <a:lnTo>
                  <a:pt x="5705825" y="0"/>
                </a:lnTo>
                <a:lnTo>
                  <a:pt x="4361284" y="0"/>
                </a:lnTo>
                <a:lnTo>
                  <a:pt x="4459069" y="244462"/>
                </a:lnTo>
                <a:close/>
              </a:path>
            </a:pathLst>
          </a:custGeom>
          <a:solidFill>
            <a:srgbClr val="ECEEF1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1737917" y="6140289"/>
            <a:ext cx="7216763" cy="562018"/>
          </a:xfrm>
          <a:custGeom>
            <a:avLst/>
            <a:gdLst/>
            <a:ahLst/>
            <a:cxnLst/>
            <a:rect l="0" t="0" r="r" b="b"/>
            <a:pathLst>
              <a:path w="7216763" h="562018">
                <a:moveTo>
                  <a:pt x="5774437" y="488924"/>
                </a:moveTo>
                <a:lnTo>
                  <a:pt x="7118979" y="488924"/>
                </a:lnTo>
                <a:lnTo>
                  <a:pt x="7216763" y="244462"/>
                </a:lnTo>
                <a:lnTo>
                  <a:pt x="7118979" y="0"/>
                </a:lnTo>
                <a:lnTo>
                  <a:pt x="5774437" y="0"/>
                </a:lnTo>
                <a:lnTo>
                  <a:pt x="5872222" y="244462"/>
                </a:lnTo>
                <a:close/>
              </a:path>
            </a:pathLst>
          </a:custGeom>
          <a:solidFill>
            <a:srgbClr val="ECEEF1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1742644" y="6140289"/>
            <a:ext cx="8629917" cy="562018"/>
          </a:xfrm>
          <a:custGeom>
            <a:avLst/>
            <a:gdLst/>
            <a:ahLst/>
            <a:cxnLst/>
            <a:rect l="0" t="0" r="r" b="b"/>
            <a:pathLst>
              <a:path w="8629917" h="562018">
                <a:moveTo>
                  <a:pt x="7187591" y="488924"/>
                </a:moveTo>
                <a:lnTo>
                  <a:pt x="8532132" y="488924"/>
                </a:lnTo>
                <a:lnTo>
                  <a:pt x="8629917" y="244462"/>
                </a:lnTo>
                <a:lnTo>
                  <a:pt x="8532132" y="0"/>
                </a:lnTo>
                <a:lnTo>
                  <a:pt x="7187591" y="0"/>
                </a:lnTo>
                <a:lnTo>
                  <a:pt x="7285376" y="244462"/>
                </a:lnTo>
                <a:close/>
              </a:path>
            </a:pathLst>
          </a:custGeom>
          <a:solidFill>
            <a:srgbClr val="E0F2E8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8856897" y="1911096"/>
            <a:ext cx="1051186" cy="1"/>
          </a:xfrm>
          <a:custGeom>
            <a:avLst/>
            <a:gdLst/>
            <a:ahLst/>
            <a:cxnLst/>
            <a:rect l="0" t="0" r="r" b="b"/>
            <a:pathLst>
              <a:path w="1051186" h="1" fill="none">
                <a:moveTo>
                  <a:pt x="0" y="0"/>
                </a:moveTo>
                <a:lnTo>
                  <a:pt x="1051186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17" name="Shape 17"/>
          <p:cNvSpPr/>
          <p:nvPr/>
        </p:nvSpPr>
        <p:spPr>
          <a:xfrm>
            <a:off x="8856897" y="1859700"/>
            <a:ext cx="1039269" cy="51395"/>
          </a:xfrm>
          <a:custGeom>
            <a:avLst/>
            <a:gdLst/>
            <a:ahLst/>
            <a:cxnLst/>
            <a:rect l="0" t="0" r="r" b="b"/>
            <a:pathLst>
              <a:path w="1039269" h="51395" fill="none">
                <a:moveTo>
                  <a:pt x="0" y="51395"/>
                </a:moveTo>
                <a:lnTo>
                  <a:pt x="1039269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18" name="Shape 18"/>
          <p:cNvSpPr/>
          <p:nvPr/>
        </p:nvSpPr>
        <p:spPr>
          <a:xfrm>
            <a:off x="8856897" y="1811391"/>
            <a:ext cx="1005603" cy="99704"/>
          </a:xfrm>
          <a:custGeom>
            <a:avLst/>
            <a:gdLst/>
            <a:ahLst/>
            <a:cxnLst/>
            <a:rect l="0" t="0" r="r" b="b"/>
            <a:pathLst>
              <a:path w="1005603" h="99704" fill="none">
                <a:moveTo>
                  <a:pt x="0" y="99704"/>
                </a:moveTo>
                <a:lnTo>
                  <a:pt x="1005603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19" name="Shape 19"/>
          <p:cNvSpPr/>
          <p:nvPr/>
        </p:nvSpPr>
        <p:spPr>
          <a:xfrm>
            <a:off x="8856897" y="1768407"/>
            <a:ext cx="955496" cy="142688"/>
          </a:xfrm>
          <a:custGeom>
            <a:avLst/>
            <a:gdLst/>
            <a:ahLst/>
            <a:cxnLst/>
            <a:rect l="0" t="0" r="r" b="b"/>
            <a:pathLst>
              <a:path w="955496" h="142688" fill="none">
                <a:moveTo>
                  <a:pt x="0" y="142688"/>
                </a:moveTo>
                <a:lnTo>
                  <a:pt x="955496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20" name="Shape 20"/>
          <p:cNvSpPr/>
          <p:nvPr/>
        </p:nvSpPr>
        <p:spPr>
          <a:xfrm>
            <a:off x="8856897" y="1731777"/>
            <a:ext cx="895395" cy="179318"/>
          </a:xfrm>
          <a:custGeom>
            <a:avLst/>
            <a:gdLst/>
            <a:ahLst/>
            <a:cxnLst/>
            <a:rect l="0" t="0" r="r" b="b"/>
            <a:pathLst>
              <a:path w="895395" h="179318" fill="none">
                <a:moveTo>
                  <a:pt x="0" y="179318"/>
                </a:moveTo>
                <a:lnTo>
                  <a:pt x="895395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21" name="Shape 21"/>
          <p:cNvSpPr/>
          <p:nvPr/>
        </p:nvSpPr>
        <p:spPr>
          <a:xfrm>
            <a:off x="8856897" y="1701490"/>
            <a:ext cx="831047" cy="209605"/>
          </a:xfrm>
          <a:custGeom>
            <a:avLst/>
            <a:gdLst/>
            <a:ahLst/>
            <a:cxnLst/>
            <a:rect l="0" t="0" r="r" b="b"/>
            <a:pathLst>
              <a:path w="831047" h="209605" fill="none">
                <a:moveTo>
                  <a:pt x="0" y="209605"/>
                </a:moveTo>
                <a:lnTo>
                  <a:pt x="831047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22" name="Shape 22"/>
          <p:cNvSpPr/>
          <p:nvPr/>
        </p:nvSpPr>
        <p:spPr>
          <a:xfrm>
            <a:off x="8856897" y="1676903"/>
            <a:ext cx="766634" cy="234192"/>
          </a:xfrm>
          <a:custGeom>
            <a:avLst/>
            <a:gdLst/>
            <a:ahLst/>
            <a:cxnLst/>
            <a:rect l="0" t="0" r="r" b="b"/>
            <a:pathLst>
              <a:path w="766634" h="234192" fill="none">
                <a:moveTo>
                  <a:pt x="0" y="234192"/>
                </a:moveTo>
                <a:lnTo>
                  <a:pt x="766634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23" name="Shape 23"/>
          <p:cNvSpPr/>
          <p:nvPr/>
        </p:nvSpPr>
        <p:spPr>
          <a:xfrm>
            <a:off x="8856897" y="1657122"/>
            <a:ext cx="704739" cy="253973"/>
          </a:xfrm>
          <a:custGeom>
            <a:avLst/>
            <a:gdLst/>
            <a:ahLst/>
            <a:cxnLst/>
            <a:rect l="0" t="0" r="r" b="b"/>
            <a:pathLst>
              <a:path w="704739" h="253973" fill="none">
                <a:moveTo>
                  <a:pt x="0" y="253973"/>
                </a:moveTo>
                <a:lnTo>
                  <a:pt x="704739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24" name="Shape 24"/>
          <p:cNvSpPr/>
          <p:nvPr/>
        </p:nvSpPr>
        <p:spPr>
          <a:xfrm>
            <a:off x="1735383" y="2983062"/>
            <a:ext cx="5701188" cy="3708497"/>
          </a:xfrm>
          <a:custGeom>
            <a:avLst/>
            <a:gdLst/>
            <a:ahLst/>
            <a:cxnLst/>
            <a:rect l="0" t="0" r="r" b="b"/>
            <a:pathLst>
              <a:path w="5701188" h="3708497">
                <a:moveTo>
                  <a:pt x="5016695" y="421697"/>
                </a:moveTo>
                <a:lnTo>
                  <a:pt x="5652296" y="421697"/>
                </a:lnTo>
                <a:quadBezTo>
                  <a:pt x="5701188" y="421697"/>
                  <a:pt x="5701188" y="372804"/>
                </a:quadBezTo>
                <a:lnTo>
                  <a:pt x="5701188" y="48892"/>
                </a:lnTo>
                <a:quadBezTo>
                  <a:pt x="5701188" y="0"/>
                  <a:pt x="5652296" y="0"/>
                </a:quadBezTo>
                <a:lnTo>
                  <a:pt x="5016695" y="0"/>
                </a:lnTo>
                <a:quadBezTo>
                  <a:pt x="4967802" y="0"/>
                  <a:pt x="4967802" y="48892"/>
                </a:quadBezTo>
                <a:lnTo>
                  <a:pt x="4967802" y="372804"/>
                </a:lnTo>
                <a:quadBezTo>
                  <a:pt x="4967802" y="421697"/>
                  <a:pt x="5016695" y="421697"/>
                </a:quad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1735310" y="2956171"/>
            <a:ext cx="5679260" cy="3735298"/>
          </a:xfrm>
          <a:custGeom>
            <a:avLst/>
            <a:gdLst/>
            <a:ahLst/>
            <a:cxnLst/>
            <a:rect l="0" t="0" r="r" b="b"/>
            <a:pathLst>
              <a:path w="5679260" h="3735298">
                <a:moveTo>
                  <a:pt x="4994766" y="421697"/>
                </a:moveTo>
                <a:lnTo>
                  <a:pt x="5630368" y="421697"/>
                </a:lnTo>
                <a:quadBezTo>
                  <a:pt x="5679260" y="421697"/>
                  <a:pt x="5679260" y="372804"/>
                </a:quadBezTo>
                <a:lnTo>
                  <a:pt x="5679260" y="48892"/>
                </a:lnTo>
                <a:quadBezTo>
                  <a:pt x="5679260" y="0"/>
                  <a:pt x="5630368" y="0"/>
                </a:quadBezTo>
                <a:lnTo>
                  <a:pt x="4994766" y="0"/>
                </a:lnTo>
                <a:quadBezTo>
                  <a:pt x="4945874" y="0"/>
                  <a:pt x="4945874" y="48892"/>
                </a:quadBezTo>
                <a:lnTo>
                  <a:pt x="4945874" y="372804"/>
                </a:lnTo>
                <a:quadBezTo>
                  <a:pt x="4945874" y="421697"/>
                  <a:pt x="4994766" y="421697"/>
                </a:quadBezTo>
                <a:close/>
              </a:path>
            </a:pathLst>
          </a:custGeom>
          <a:solidFill>
            <a:srgbClr val="FFFFFF"/>
          </a:solidFill>
          <a:ln w="11883" cap="flat">
            <a:solidFill>
              <a:srgbClr val="22855A"/>
            </a:solidFill>
            <a:miter lim="800000"/>
          </a:ln>
        </p:spPr>
      </p:sp>
      <p:sp>
        <p:nvSpPr>
          <p:cNvPr id="26" name="Shape 26"/>
          <p:cNvSpPr/>
          <p:nvPr/>
        </p:nvSpPr>
        <p:spPr>
          <a:xfrm>
            <a:off x="7806565" y="1568805"/>
            <a:ext cx="2101518" cy="684581"/>
          </a:xfrm>
          <a:custGeom>
            <a:avLst/>
            <a:gdLst/>
            <a:ahLst/>
            <a:cxnLst/>
            <a:rect l="0" t="0" r="r" b="b"/>
            <a:pathLst>
              <a:path w="2101518" h="684581" fill="none">
                <a:moveTo>
                  <a:pt x="2101518" y="342290"/>
                </a:moveTo>
                <a:lnTo>
                  <a:pt x="2098107" y="314738"/>
                </a:lnTo>
                <a:lnTo>
                  <a:pt x="2088052" y="287678"/>
                </a:lnTo>
                <a:lnTo>
                  <a:pt x="2071860" y="261556"/>
                </a:lnTo>
                <a:lnTo>
                  <a:pt x="2050298" y="236747"/>
                </a:lnTo>
                <a:lnTo>
                  <a:pt x="2024298" y="213522"/>
                </a:lnTo>
                <a:lnTo>
                  <a:pt x="1994856" y="192056"/>
                </a:lnTo>
                <a:lnTo>
                  <a:pt x="1962942" y="172424"/>
                </a:lnTo>
                <a:lnTo>
                  <a:pt x="1929443" y="154624"/>
                </a:lnTo>
                <a:lnTo>
                  <a:pt x="1895120" y="138593"/>
                </a:lnTo>
                <a:lnTo>
                  <a:pt x="1860597" y="124229"/>
                </a:lnTo>
                <a:lnTo>
                  <a:pt x="1826361" y="111402"/>
                </a:lnTo>
                <a:lnTo>
                  <a:pt x="1792777" y="99975"/>
                </a:lnTo>
                <a:lnTo>
                  <a:pt x="1760105" y="89808"/>
                </a:lnTo>
                <a:lnTo>
                  <a:pt x="1728519" y="80764"/>
                </a:lnTo>
                <a:lnTo>
                  <a:pt x="1698123" y="72718"/>
                </a:lnTo>
                <a:lnTo>
                  <a:pt x="1668973" y="65553"/>
                </a:lnTo>
                <a:lnTo>
                  <a:pt x="1641082" y="59165"/>
                </a:lnTo>
                <a:lnTo>
                  <a:pt x="1614439" y="53461"/>
                </a:lnTo>
                <a:lnTo>
                  <a:pt x="1589010" y="48358"/>
                </a:lnTo>
                <a:lnTo>
                  <a:pt x="1564750" y="43786"/>
                </a:lnTo>
                <a:lnTo>
                  <a:pt x="1541605" y="39680"/>
                </a:lnTo>
                <a:lnTo>
                  <a:pt x="1519518" y="35986"/>
                </a:lnTo>
                <a:lnTo>
                  <a:pt x="1498429" y="32656"/>
                </a:lnTo>
                <a:lnTo>
                  <a:pt x="1478276" y="29648"/>
                </a:lnTo>
                <a:lnTo>
                  <a:pt x="1459001" y="26925"/>
                </a:lnTo>
                <a:lnTo>
                  <a:pt x="1440545" y="24456"/>
                </a:lnTo>
                <a:lnTo>
                  <a:pt x="1422856" y="22214"/>
                </a:lnTo>
                <a:lnTo>
                  <a:pt x="1405879" y="20173"/>
                </a:lnTo>
                <a:lnTo>
                  <a:pt x="1389567" y="18313"/>
                </a:lnTo>
                <a:lnTo>
                  <a:pt x="1373872" y="16615"/>
                </a:lnTo>
                <a:lnTo>
                  <a:pt x="1358752" y="15063"/>
                </a:lnTo>
                <a:lnTo>
                  <a:pt x="1344166" y="13643"/>
                </a:lnTo>
                <a:lnTo>
                  <a:pt x="1330077" y="12342"/>
                </a:lnTo>
                <a:lnTo>
                  <a:pt x="1316448" y="11149"/>
                </a:lnTo>
                <a:lnTo>
                  <a:pt x="1303247" y="10054"/>
                </a:lnTo>
                <a:lnTo>
                  <a:pt x="1290443" y="9048"/>
                </a:lnTo>
                <a:lnTo>
                  <a:pt x="1278008" y="8124"/>
                </a:lnTo>
                <a:lnTo>
                  <a:pt x="1265915" y="7275"/>
                </a:lnTo>
                <a:lnTo>
                  <a:pt x="1254139" y="6494"/>
                </a:lnTo>
                <a:lnTo>
                  <a:pt x="1242656" y="5776"/>
                </a:lnTo>
                <a:lnTo>
                  <a:pt x="1231445" y="5118"/>
                </a:lnTo>
                <a:lnTo>
                  <a:pt x="1220484" y="4513"/>
                </a:lnTo>
                <a:lnTo>
                  <a:pt x="1209755" y="3958"/>
                </a:lnTo>
                <a:lnTo>
                  <a:pt x="1199239" y="3450"/>
                </a:lnTo>
                <a:lnTo>
                  <a:pt x="1188919" y="2987"/>
                </a:lnTo>
                <a:lnTo>
                  <a:pt x="1178779" y="2564"/>
                </a:lnTo>
                <a:lnTo>
                  <a:pt x="1168803" y="2180"/>
                </a:lnTo>
                <a:lnTo>
                  <a:pt x="1158977" y="1832"/>
                </a:lnTo>
                <a:lnTo>
                  <a:pt x="1149285" y="1519"/>
                </a:lnTo>
                <a:lnTo>
                  <a:pt x="1139716" y="1238"/>
                </a:lnTo>
                <a:lnTo>
                  <a:pt x="1130256" y="990"/>
                </a:lnTo>
                <a:lnTo>
                  <a:pt x="1120892" y="771"/>
                </a:lnTo>
                <a:lnTo>
                  <a:pt x="1111613" y="581"/>
                </a:lnTo>
                <a:lnTo>
                  <a:pt x="1102407" y="419"/>
                </a:lnTo>
                <a:lnTo>
                  <a:pt x="1093262" y="284"/>
                </a:lnTo>
                <a:lnTo>
                  <a:pt x="1084168" y="176"/>
                </a:lnTo>
                <a:lnTo>
                  <a:pt x="1075113" y="94"/>
                </a:lnTo>
                <a:lnTo>
                  <a:pt x="1066088" y="37"/>
                </a:lnTo>
                <a:lnTo>
                  <a:pt x="1057080" y="6"/>
                </a:lnTo>
                <a:lnTo>
                  <a:pt x="1048081" y="0"/>
                </a:lnTo>
                <a:lnTo>
                  <a:pt x="1039079" y="18"/>
                </a:lnTo>
                <a:lnTo>
                  <a:pt x="1030064" y="62"/>
                </a:lnTo>
                <a:lnTo>
                  <a:pt x="1021025" y="132"/>
                </a:lnTo>
                <a:lnTo>
                  <a:pt x="1011952" y="227"/>
                </a:lnTo>
                <a:lnTo>
                  <a:pt x="1002834" y="348"/>
                </a:lnTo>
                <a:lnTo>
                  <a:pt x="993660" y="497"/>
                </a:lnTo>
                <a:lnTo>
                  <a:pt x="984419" y="672"/>
                </a:lnTo>
                <a:lnTo>
                  <a:pt x="975099" y="876"/>
                </a:lnTo>
                <a:lnTo>
                  <a:pt x="965688" y="1110"/>
                </a:lnTo>
                <a:lnTo>
                  <a:pt x="956175" y="1375"/>
                </a:lnTo>
                <a:lnTo>
                  <a:pt x="946546" y="1671"/>
                </a:lnTo>
                <a:lnTo>
                  <a:pt x="936789" y="2001"/>
                </a:lnTo>
                <a:lnTo>
                  <a:pt x="926890" y="2367"/>
                </a:lnTo>
                <a:lnTo>
                  <a:pt x="916834" y="2770"/>
                </a:lnTo>
                <a:lnTo>
                  <a:pt x="906606" y="3213"/>
                </a:lnTo>
                <a:lnTo>
                  <a:pt x="896190" y="3699"/>
                </a:lnTo>
                <a:lnTo>
                  <a:pt x="885570" y="4229"/>
                </a:lnTo>
                <a:lnTo>
                  <a:pt x="874727" y="4809"/>
                </a:lnTo>
                <a:lnTo>
                  <a:pt x="863644" y="5440"/>
                </a:lnTo>
                <a:lnTo>
                  <a:pt x="852299" y="6128"/>
                </a:lnTo>
                <a:lnTo>
                  <a:pt x="840672" y="6876"/>
                </a:lnTo>
                <a:lnTo>
                  <a:pt x="828741" y="7690"/>
                </a:lnTo>
                <a:lnTo>
                  <a:pt x="816480" y="8576"/>
                </a:lnTo>
                <a:lnTo>
                  <a:pt x="803864" y="9540"/>
                </a:lnTo>
                <a:lnTo>
                  <a:pt x="790866" y="10590"/>
                </a:lnTo>
                <a:lnTo>
                  <a:pt x="777455" y="11733"/>
                </a:lnTo>
                <a:lnTo>
                  <a:pt x="763600" y="12979"/>
                </a:lnTo>
                <a:lnTo>
                  <a:pt x="749266" y="14338"/>
                </a:lnTo>
                <a:lnTo>
                  <a:pt x="734418" y="15822"/>
                </a:lnTo>
                <a:lnTo>
                  <a:pt x="719016" y="17445"/>
                </a:lnTo>
                <a:lnTo>
                  <a:pt x="703018" y="19221"/>
                </a:lnTo>
                <a:lnTo>
                  <a:pt x="686380" y="21169"/>
                </a:lnTo>
                <a:lnTo>
                  <a:pt x="669053" y="23308"/>
                </a:lnTo>
                <a:lnTo>
                  <a:pt x="650988" y="25661"/>
                </a:lnTo>
                <a:lnTo>
                  <a:pt x="632129" y="28253"/>
                </a:lnTo>
                <a:lnTo>
                  <a:pt x="612423" y="31114"/>
                </a:lnTo>
                <a:lnTo>
                  <a:pt x="591809" y="34278"/>
                </a:lnTo>
                <a:lnTo>
                  <a:pt x="570228" y="37785"/>
                </a:lnTo>
                <a:lnTo>
                  <a:pt x="547620" y="41678"/>
                </a:lnTo>
                <a:lnTo>
                  <a:pt x="523925" y="46010"/>
                </a:lnTo>
                <a:lnTo>
                  <a:pt x="499087" y="50839"/>
                </a:lnTo>
                <a:lnTo>
                  <a:pt x="473055" y="56233"/>
                </a:lnTo>
                <a:lnTo>
                  <a:pt x="445791" y="62268"/>
                </a:lnTo>
                <a:lnTo>
                  <a:pt x="417271" y="69032"/>
                </a:lnTo>
                <a:lnTo>
                  <a:pt x="387494" y="76624"/>
                </a:lnTo>
                <a:lnTo>
                  <a:pt x="356493" y="85154"/>
                </a:lnTo>
                <a:lnTo>
                  <a:pt x="324347" y="94743"/>
                </a:lnTo>
                <a:lnTo>
                  <a:pt x="291193" y="105523"/>
                </a:lnTo>
                <a:lnTo>
                  <a:pt x="257244" y="117632"/>
                </a:lnTo>
                <a:lnTo>
                  <a:pt x="222811" y="131210"/>
                </a:lnTo>
                <a:lnTo>
                  <a:pt x="188319" y="146393"/>
                </a:lnTo>
                <a:lnTo>
                  <a:pt x="154321" y="163298"/>
                </a:lnTo>
                <a:lnTo>
                  <a:pt x="121512" y="182009"/>
                </a:lnTo>
                <a:lnTo>
                  <a:pt x="90716" y="202562"/>
                </a:lnTo>
                <a:lnTo>
                  <a:pt x="62870" y="224923"/>
                </a:lnTo>
                <a:lnTo>
                  <a:pt x="38967" y="248968"/>
                </a:lnTo>
                <a:lnTo>
                  <a:pt x="19982" y="274474"/>
                </a:lnTo>
                <a:lnTo>
                  <a:pt x="6776" y="301117"/>
                </a:lnTo>
                <a:lnTo>
                  <a:pt x="0" y="328483"/>
                </a:lnTo>
                <a:lnTo>
                  <a:pt x="0" y="356097"/>
                </a:lnTo>
                <a:lnTo>
                  <a:pt x="6776" y="383463"/>
                </a:lnTo>
                <a:lnTo>
                  <a:pt x="19982" y="410106"/>
                </a:lnTo>
                <a:lnTo>
                  <a:pt x="38967" y="435613"/>
                </a:lnTo>
                <a:lnTo>
                  <a:pt x="62870" y="459658"/>
                </a:lnTo>
                <a:lnTo>
                  <a:pt x="90716" y="482018"/>
                </a:lnTo>
                <a:lnTo>
                  <a:pt x="121512" y="502572"/>
                </a:lnTo>
                <a:lnTo>
                  <a:pt x="154321" y="521283"/>
                </a:lnTo>
                <a:lnTo>
                  <a:pt x="188319" y="538188"/>
                </a:lnTo>
                <a:lnTo>
                  <a:pt x="222811" y="553370"/>
                </a:lnTo>
                <a:lnTo>
                  <a:pt x="257244" y="566949"/>
                </a:lnTo>
                <a:lnTo>
                  <a:pt x="291193" y="579058"/>
                </a:lnTo>
                <a:lnTo>
                  <a:pt x="324347" y="589838"/>
                </a:lnTo>
                <a:lnTo>
                  <a:pt x="356493" y="599427"/>
                </a:lnTo>
                <a:lnTo>
                  <a:pt x="387494" y="607957"/>
                </a:lnTo>
                <a:lnTo>
                  <a:pt x="417271" y="615549"/>
                </a:lnTo>
                <a:lnTo>
                  <a:pt x="445791" y="622313"/>
                </a:lnTo>
                <a:lnTo>
                  <a:pt x="473055" y="628348"/>
                </a:lnTo>
                <a:lnTo>
                  <a:pt x="499087" y="633742"/>
                </a:lnTo>
                <a:lnTo>
                  <a:pt x="523925" y="638571"/>
                </a:lnTo>
                <a:lnTo>
                  <a:pt x="547620" y="642902"/>
                </a:lnTo>
                <a:lnTo>
                  <a:pt x="570228" y="646796"/>
                </a:lnTo>
                <a:lnTo>
                  <a:pt x="591809" y="650302"/>
                </a:lnTo>
                <a:lnTo>
                  <a:pt x="612423" y="653467"/>
                </a:lnTo>
                <a:lnTo>
                  <a:pt x="632129" y="656328"/>
                </a:lnTo>
                <a:lnTo>
                  <a:pt x="650988" y="658920"/>
                </a:lnTo>
                <a:lnTo>
                  <a:pt x="669053" y="661272"/>
                </a:lnTo>
                <a:lnTo>
                  <a:pt x="686380" y="663411"/>
                </a:lnTo>
                <a:lnTo>
                  <a:pt x="703018" y="665359"/>
                </a:lnTo>
                <a:lnTo>
                  <a:pt x="719016" y="667136"/>
                </a:lnTo>
                <a:lnTo>
                  <a:pt x="734418" y="668759"/>
                </a:lnTo>
                <a:lnTo>
                  <a:pt x="749266" y="670243"/>
                </a:lnTo>
                <a:lnTo>
                  <a:pt x="763600" y="671602"/>
                </a:lnTo>
                <a:lnTo>
                  <a:pt x="777455" y="672848"/>
                </a:lnTo>
                <a:lnTo>
                  <a:pt x="790866" y="673991"/>
                </a:lnTo>
                <a:lnTo>
                  <a:pt x="803864" y="675040"/>
                </a:lnTo>
                <a:lnTo>
                  <a:pt x="816480" y="676004"/>
                </a:lnTo>
                <a:lnTo>
                  <a:pt x="828741" y="676890"/>
                </a:lnTo>
                <a:lnTo>
                  <a:pt x="840672" y="677705"/>
                </a:lnTo>
                <a:lnTo>
                  <a:pt x="852299" y="678453"/>
                </a:lnTo>
                <a:lnTo>
                  <a:pt x="863644" y="679141"/>
                </a:lnTo>
                <a:lnTo>
                  <a:pt x="874727" y="679772"/>
                </a:lnTo>
                <a:lnTo>
                  <a:pt x="885570" y="680351"/>
                </a:lnTo>
                <a:lnTo>
                  <a:pt x="896190" y="680882"/>
                </a:lnTo>
                <a:lnTo>
                  <a:pt x="906606" y="681367"/>
                </a:lnTo>
                <a:lnTo>
                  <a:pt x="916834" y="681810"/>
                </a:lnTo>
                <a:lnTo>
                  <a:pt x="926890" y="682214"/>
                </a:lnTo>
                <a:lnTo>
                  <a:pt x="936789" y="682579"/>
                </a:lnTo>
                <a:lnTo>
                  <a:pt x="946546" y="682910"/>
                </a:lnTo>
                <a:lnTo>
                  <a:pt x="956175" y="683206"/>
                </a:lnTo>
                <a:lnTo>
                  <a:pt x="965688" y="683470"/>
                </a:lnTo>
                <a:lnTo>
                  <a:pt x="975099" y="683704"/>
                </a:lnTo>
                <a:lnTo>
                  <a:pt x="984419" y="683908"/>
                </a:lnTo>
                <a:lnTo>
                  <a:pt x="993660" y="684084"/>
                </a:lnTo>
                <a:lnTo>
                  <a:pt x="1002834" y="684232"/>
                </a:lnTo>
                <a:lnTo>
                  <a:pt x="1011952" y="684354"/>
                </a:lnTo>
                <a:lnTo>
                  <a:pt x="1021025" y="684449"/>
                </a:lnTo>
                <a:lnTo>
                  <a:pt x="1030064" y="684518"/>
                </a:lnTo>
                <a:lnTo>
                  <a:pt x="1039079" y="684562"/>
                </a:lnTo>
                <a:lnTo>
                  <a:pt x="1048081" y="684581"/>
                </a:lnTo>
                <a:lnTo>
                  <a:pt x="1057080" y="684575"/>
                </a:lnTo>
                <a:lnTo>
                  <a:pt x="1066088" y="684543"/>
                </a:lnTo>
                <a:lnTo>
                  <a:pt x="1075113" y="684487"/>
                </a:lnTo>
                <a:lnTo>
                  <a:pt x="1084168" y="684405"/>
                </a:lnTo>
                <a:lnTo>
                  <a:pt x="1093262" y="684296"/>
                </a:lnTo>
                <a:lnTo>
                  <a:pt x="1102407" y="684162"/>
                </a:lnTo>
                <a:lnTo>
                  <a:pt x="1111613" y="684000"/>
                </a:lnTo>
                <a:lnTo>
                  <a:pt x="1120892" y="683810"/>
                </a:lnTo>
                <a:lnTo>
                  <a:pt x="1130256" y="683591"/>
                </a:lnTo>
                <a:lnTo>
                  <a:pt x="1139716" y="683342"/>
                </a:lnTo>
                <a:lnTo>
                  <a:pt x="1149285" y="683062"/>
                </a:lnTo>
                <a:lnTo>
                  <a:pt x="1158977" y="682749"/>
                </a:lnTo>
                <a:lnTo>
                  <a:pt x="1168803" y="682401"/>
                </a:lnTo>
                <a:lnTo>
                  <a:pt x="1178779" y="682017"/>
                </a:lnTo>
                <a:lnTo>
                  <a:pt x="1188919" y="681594"/>
                </a:lnTo>
                <a:lnTo>
                  <a:pt x="1199239" y="681130"/>
                </a:lnTo>
                <a:lnTo>
                  <a:pt x="1209755" y="680622"/>
                </a:lnTo>
                <a:lnTo>
                  <a:pt x="1220484" y="680068"/>
                </a:lnTo>
                <a:lnTo>
                  <a:pt x="1231445" y="679463"/>
                </a:lnTo>
                <a:lnTo>
                  <a:pt x="1242656" y="678804"/>
                </a:lnTo>
                <a:lnTo>
                  <a:pt x="1254139" y="678087"/>
                </a:lnTo>
                <a:lnTo>
                  <a:pt x="1265915" y="677306"/>
                </a:lnTo>
                <a:lnTo>
                  <a:pt x="1278008" y="676457"/>
                </a:lnTo>
                <a:lnTo>
                  <a:pt x="1290443" y="675533"/>
                </a:lnTo>
                <a:lnTo>
                  <a:pt x="1303247" y="674527"/>
                </a:lnTo>
                <a:lnTo>
                  <a:pt x="1316448" y="673432"/>
                </a:lnTo>
                <a:lnTo>
                  <a:pt x="1330077" y="672238"/>
                </a:lnTo>
                <a:lnTo>
                  <a:pt x="1344166" y="670937"/>
                </a:lnTo>
                <a:lnTo>
                  <a:pt x="1358752" y="669517"/>
                </a:lnTo>
                <a:lnTo>
                  <a:pt x="1373872" y="667965"/>
                </a:lnTo>
                <a:lnTo>
                  <a:pt x="1389567" y="666268"/>
                </a:lnTo>
                <a:lnTo>
                  <a:pt x="1405879" y="664408"/>
                </a:lnTo>
                <a:lnTo>
                  <a:pt x="1422856" y="662367"/>
                </a:lnTo>
                <a:lnTo>
                  <a:pt x="1440545" y="660124"/>
                </a:lnTo>
                <a:lnTo>
                  <a:pt x="1459001" y="657656"/>
                </a:lnTo>
                <a:lnTo>
                  <a:pt x="1478276" y="654933"/>
                </a:lnTo>
                <a:lnTo>
                  <a:pt x="1498429" y="651925"/>
                </a:lnTo>
                <a:lnTo>
                  <a:pt x="1519518" y="648594"/>
                </a:lnTo>
                <a:lnTo>
                  <a:pt x="1541605" y="644900"/>
                </a:lnTo>
                <a:lnTo>
                  <a:pt x="1564750" y="640795"/>
                </a:lnTo>
                <a:lnTo>
                  <a:pt x="1589010" y="636222"/>
                </a:lnTo>
                <a:lnTo>
                  <a:pt x="1614439" y="631120"/>
                </a:lnTo>
                <a:lnTo>
                  <a:pt x="1641082" y="625416"/>
                </a:lnTo>
                <a:lnTo>
                  <a:pt x="1668973" y="619028"/>
                </a:lnTo>
                <a:lnTo>
                  <a:pt x="1698123" y="611863"/>
                </a:lnTo>
                <a:lnTo>
                  <a:pt x="1728519" y="603816"/>
                </a:lnTo>
                <a:lnTo>
                  <a:pt x="1760105" y="594773"/>
                </a:lnTo>
                <a:lnTo>
                  <a:pt x="1792777" y="584605"/>
                </a:lnTo>
                <a:lnTo>
                  <a:pt x="1826361" y="573178"/>
                </a:lnTo>
                <a:lnTo>
                  <a:pt x="1860597" y="560352"/>
                </a:lnTo>
                <a:lnTo>
                  <a:pt x="1895120" y="545987"/>
                </a:lnTo>
                <a:lnTo>
                  <a:pt x="1929443" y="529957"/>
                </a:lnTo>
                <a:lnTo>
                  <a:pt x="1962942" y="512157"/>
                </a:lnTo>
                <a:lnTo>
                  <a:pt x="1994856" y="492525"/>
                </a:lnTo>
                <a:lnTo>
                  <a:pt x="2024298" y="471058"/>
                </a:lnTo>
                <a:lnTo>
                  <a:pt x="2050298" y="447834"/>
                </a:lnTo>
                <a:lnTo>
                  <a:pt x="2071860" y="423024"/>
                </a:lnTo>
                <a:lnTo>
                  <a:pt x="2088052" y="396903"/>
                </a:lnTo>
                <a:lnTo>
                  <a:pt x="2098107" y="369842"/>
                </a:lnTo>
                <a:lnTo>
                  <a:pt x="2101518" y="342290"/>
                </a:lnTo>
              </a:path>
            </a:pathLst>
          </a:custGeom>
          <a:noFill/>
          <a:ln w="10185" cap="flat">
            <a:solidFill>
              <a:srgbClr val="B9BEC6"/>
            </a:solidFill>
            <a:custDash>
              <a:ds d="220000" sp="180000"/>
            </a:custDash>
            <a:round/>
          </a:ln>
        </p:spPr>
      </p:sp>
      <p:sp>
        <p:nvSpPr>
          <p:cNvPr id="27" name="Shape 27"/>
          <p:cNvSpPr/>
          <p:nvPr/>
        </p:nvSpPr>
        <p:spPr>
          <a:xfrm>
            <a:off x="6510061" y="4624624"/>
            <a:ext cx="3740269" cy="1"/>
          </a:xfrm>
          <a:custGeom>
            <a:avLst/>
            <a:gdLst/>
            <a:ahLst/>
            <a:cxnLst/>
            <a:rect l="0" t="0" r="r" b="b"/>
            <a:pathLst>
              <a:path w="3740269" h="1" fill="none">
                <a:moveTo>
                  <a:pt x="0" y="0"/>
                </a:moveTo>
                <a:lnTo>
                  <a:pt x="3740269" y="0"/>
                </a:lnTo>
              </a:path>
            </a:pathLst>
          </a:custGeom>
          <a:noFill/>
          <a:ln w="10185" cap="rnd">
            <a:solidFill>
              <a:srgbClr val="C3C6CC"/>
            </a:solidFill>
            <a:round/>
          </a:ln>
        </p:spPr>
      </p:sp>
      <p:sp>
        <p:nvSpPr>
          <p:cNvPr id="28" name="Shape 28"/>
          <p:cNvSpPr/>
          <p:nvPr/>
        </p:nvSpPr>
        <p:spPr>
          <a:xfrm>
            <a:off x="6510061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29" name="Shape 29"/>
          <p:cNvSpPr/>
          <p:nvPr/>
        </p:nvSpPr>
        <p:spPr>
          <a:xfrm>
            <a:off x="6630715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0" name="Shape 30"/>
          <p:cNvSpPr/>
          <p:nvPr/>
        </p:nvSpPr>
        <p:spPr>
          <a:xfrm>
            <a:off x="6751369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1" name="Shape 31"/>
          <p:cNvSpPr/>
          <p:nvPr/>
        </p:nvSpPr>
        <p:spPr>
          <a:xfrm>
            <a:off x="6872023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2" name="Shape 32"/>
          <p:cNvSpPr/>
          <p:nvPr/>
        </p:nvSpPr>
        <p:spPr>
          <a:xfrm>
            <a:off x="6992676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3" name="Shape 33"/>
          <p:cNvSpPr/>
          <p:nvPr/>
        </p:nvSpPr>
        <p:spPr>
          <a:xfrm>
            <a:off x="7113330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4" name="Shape 34"/>
          <p:cNvSpPr/>
          <p:nvPr/>
        </p:nvSpPr>
        <p:spPr>
          <a:xfrm>
            <a:off x="7233984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5" name="Shape 35"/>
          <p:cNvSpPr/>
          <p:nvPr/>
        </p:nvSpPr>
        <p:spPr>
          <a:xfrm>
            <a:off x="7354638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6" name="Shape 36"/>
          <p:cNvSpPr/>
          <p:nvPr/>
        </p:nvSpPr>
        <p:spPr>
          <a:xfrm>
            <a:off x="7475292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7" name="Shape 37"/>
          <p:cNvSpPr/>
          <p:nvPr/>
        </p:nvSpPr>
        <p:spPr>
          <a:xfrm>
            <a:off x="7595946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8" name="Shape 38"/>
          <p:cNvSpPr/>
          <p:nvPr/>
        </p:nvSpPr>
        <p:spPr>
          <a:xfrm>
            <a:off x="7716599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9" name="Shape 39"/>
          <p:cNvSpPr/>
          <p:nvPr/>
        </p:nvSpPr>
        <p:spPr>
          <a:xfrm>
            <a:off x="7837253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0" name="Shape 40"/>
          <p:cNvSpPr/>
          <p:nvPr/>
        </p:nvSpPr>
        <p:spPr>
          <a:xfrm>
            <a:off x="7957907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1" name="Shape 41"/>
          <p:cNvSpPr/>
          <p:nvPr/>
        </p:nvSpPr>
        <p:spPr>
          <a:xfrm>
            <a:off x="8078561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2" name="Shape 42"/>
          <p:cNvSpPr/>
          <p:nvPr/>
        </p:nvSpPr>
        <p:spPr>
          <a:xfrm>
            <a:off x="8199215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3" name="Shape 43"/>
          <p:cNvSpPr/>
          <p:nvPr/>
        </p:nvSpPr>
        <p:spPr>
          <a:xfrm>
            <a:off x="8319869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4" name="Shape 44"/>
          <p:cNvSpPr/>
          <p:nvPr/>
        </p:nvSpPr>
        <p:spPr>
          <a:xfrm>
            <a:off x="8440523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5" name="Shape 45"/>
          <p:cNvSpPr/>
          <p:nvPr/>
        </p:nvSpPr>
        <p:spPr>
          <a:xfrm>
            <a:off x="8561176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6" name="Shape 46"/>
          <p:cNvSpPr/>
          <p:nvPr/>
        </p:nvSpPr>
        <p:spPr>
          <a:xfrm>
            <a:off x="8681830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7" name="Shape 47"/>
          <p:cNvSpPr/>
          <p:nvPr/>
        </p:nvSpPr>
        <p:spPr>
          <a:xfrm>
            <a:off x="8802484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8" name="Shape 48"/>
          <p:cNvSpPr/>
          <p:nvPr/>
        </p:nvSpPr>
        <p:spPr>
          <a:xfrm>
            <a:off x="8923138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9" name="Shape 49"/>
          <p:cNvSpPr/>
          <p:nvPr/>
        </p:nvSpPr>
        <p:spPr>
          <a:xfrm>
            <a:off x="9043792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0" name="Shape 50"/>
          <p:cNvSpPr/>
          <p:nvPr/>
        </p:nvSpPr>
        <p:spPr>
          <a:xfrm>
            <a:off x="9164446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1" name="Shape 51"/>
          <p:cNvSpPr/>
          <p:nvPr/>
        </p:nvSpPr>
        <p:spPr>
          <a:xfrm>
            <a:off x="9285099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2" name="Shape 52"/>
          <p:cNvSpPr/>
          <p:nvPr/>
        </p:nvSpPr>
        <p:spPr>
          <a:xfrm>
            <a:off x="9405753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3" name="Shape 53"/>
          <p:cNvSpPr/>
          <p:nvPr/>
        </p:nvSpPr>
        <p:spPr>
          <a:xfrm>
            <a:off x="9526407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4" name="Shape 54"/>
          <p:cNvSpPr/>
          <p:nvPr/>
        </p:nvSpPr>
        <p:spPr>
          <a:xfrm>
            <a:off x="9647061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5" name="Shape 55"/>
          <p:cNvSpPr/>
          <p:nvPr/>
        </p:nvSpPr>
        <p:spPr>
          <a:xfrm>
            <a:off x="9767715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6" name="Shape 56"/>
          <p:cNvSpPr/>
          <p:nvPr/>
        </p:nvSpPr>
        <p:spPr>
          <a:xfrm>
            <a:off x="9888369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7" name="Shape 57"/>
          <p:cNvSpPr/>
          <p:nvPr/>
        </p:nvSpPr>
        <p:spPr>
          <a:xfrm>
            <a:off x="10009023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8" name="Shape 58"/>
          <p:cNvSpPr/>
          <p:nvPr/>
        </p:nvSpPr>
        <p:spPr>
          <a:xfrm>
            <a:off x="10129676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9" name="Shape 59"/>
          <p:cNvSpPr/>
          <p:nvPr/>
        </p:nvSpPr>
        <p:spPr>
          <a:xfrm>
            <a:off x="10250330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60" name="Shape 60"/>
          <p:cNvSpPr/>
          <p:nvPr/>
        </p:nvSpPr>
        <p:spPr>
          <a:xfrm>
            <a:off x="8856897" y="1911096"/>
            <a:ext cx="1051186" cy="1"/>
          </a:xfrm>
          <a:custGeom>
            <a:avLst/>
            <a:gdLst/>
            <a:ahLst/>
            <a:cxnLst/>
            <a:rect l="0" t="0" r="r" b="b"/>
            <a:pathLst>
              <a:path w="1051186" h="1" fill="none">
                <a:moveTo>
                  <a:pt x="0" y="0"/>
                </a:moveTo>
                <a:lnTo>
                  <a:pt x="1051186" y="0"/>
                </a:lnTo>
              </a:path>
            </a:pathLst>
          </a:custGeom>
          <a:noFill/>
          <a:ln w="8488" cap="rnd">
            <a:solidFill>
              <a:srgbClr val="61656D"/>
            </a:solidFill>
            <a:round/>
          </a:ln>
        </p:spPr>
      </p:sp>
      <p:sp>
        <p:nvSpPr>
          <p:cNvPr id="61" name="Shape 61"/>
          <p:cNvSpPr/>
          <p:nvPr/>
        </p:nvSpPr>
        <p:spPr>
          <a:xfrm>
            <a:off x="8856897" y="1568804"/>
            <a:ext cx="1" cy="342291"/>
          </a:xfrm>
          <a:custGeom>
            <a:avLst/>
            <a:gdLst/>
            <a:ahLst/>
            <a:cxnLst/>
            <a:rect l="0" t="0" r="r" b="b"/>
            <a:pathLst>
              <a:path w="1" h="342291" fill="none">
                <a:moveTo>
                  <a:pt x="0" y="34229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61656D"/>
            </a:solidFill>
            <a:round/>
          </a:ln>
        </p:spPr>
      </p:sp>
      <p:sp>
        <p:nvSpPr>
          <p:cNvPr id="62" name="Shape 62"/>
          <p:cNvSpPr/>
          <p:nvPr/>
        </p:nvSpPr>
        <p:spPr>
          <a:xfrm>
            <a:off x="8681830" y="4502492"/>
            <a:ext cx="965230" cy="122131"/>
          </a:xfrm>
          <a:custGeom>
            <a:avLst/>
            <a:gdLst/>
            <a:ahLst/>
            <a:cxnLst/>
            <a:rect l="0" t="0" r="r" b="b"/>
            <a:pathLst>
              <a:path w="965230" h="122131" fill="none">
                <a:moveTo>
                  <a:pt x="965230" y="122131"/>
                </a:moveTo>
                <a:lnTo>
                  <a:pt x="963665" y="112296"/>
                </a:lnTo>
                <a:lnTo>
                  <a:pt x="958981" y="102524"/>
                </a:lnTo>
                <a:lnTo>
                  <a:pt x="951206" y="92880"/>
                </a:lnTo>
                <a:lnTo>
                  <a:pt x="940393" y="83425"/>
                </a:lnTo>
                <a:lnTo>
                  <a:pt x="926611" y="74221"/>
                </a:lnTo>
                <a:lnTo>
                  <a:pt x="909950" y="65328"/>
                </a:lnTo>
                <a:lnTo>
                  <a:pt x="890517" y="56803"/>
                </a:lnTo>
                <a:lnTo>
                  <a:pt x="868438" y="48702"/>
                </a:lnTo>
                <a:lnTo>
                  <a:pt x="843858" y="41077"/>
                </a:lnTo>
                <a:lnTo>
                  <a:pt x="816934" y="33978"/>
                </a:lnTo>
                <a:lnTo>
                  <a:pt x="787843" y="27451"/>
                </a:lnTo>
                <a:lnTo>
                  <a:pt x="756772" y="21537"/>
                </a:lnTo>
                <a:lnTo>
                  <a:pt x="723923" y="16276"/>
                </a:lnTo>
                <a:lnTo>
                  <a:pt x="689509" y="11702"/>
                </a:lnTo>
                <a:lnTo>
                  <a:pt x="653753" y="7843"/>
                </a:lnTo>
                <a:lnTo>
                  <a:pt x="616887" y="4726"/>
                </a:lnTo>
                <a:lnTo>
                  <a:pt x="579150" y="2371"/>
                </a:lnTo>
                <a:lnTo>
                  <a:pt x="540788" y="792"/>
                </a:lnTo>
                <a:lnTo>
                  <a:pt x="502048" y="0"/>
                </a:lnTo>
                <a:lnTo>
                  <a:pt x="463182" y="0"/>
                </a:lnTo>
                <a:lnTo>
                  <a:pt x="424442" y="792"/>
                </a:lnTo>
                <a:lnTo>
                  <a:pt x="386079" y="2371"/>
                </a:lnTo>
                <a:lnTo>
                  <a:pt x="348343" y="4726"/>
                </a:lnTo>
                <a:lnTo>
                  <a:pt x="311477" y="7843"/>
                </a:lnTo>
                <a:lnTo>
                  <a:pt x="275721" y="11702"/>
                </a:lnTo>
                <a:lnTo>
                  <a:pt x="241307" y="16276"/>
                </a:lnTo>
                <a:lnTo>
                  <a:pt x="208458" y="21537"/>
                </a:lnTo>
                <a:lnTo>
                  <a:pt x="177387" y="27451"/>
                </a:lnTo>
                <a:lnTo>
                  <a:pt x="148295" y="33978"/>
                </a:lnTo>
                <a:lnTo>
                  <a:pt x="121372" y="41077"/>
                </a:lnTo>
                <a:lnTo>
                  <a:pt x="96792" y="48702"/>
                </a:lnTo>
                <a:lnTo>
                  <a:pt x="74713" y="56803"/>
                </a:lnTo>
                <a:lnTo>
                  <a:pt x="55280" y="65328"/>
                </a:lnTo>
                <a:lnTo>
                  <a:pt x="38619" y="74221"/>
                </a:lnTo>
                <a:lnTo>
                  <a:pt x="24837" y="83425"/>
                </a:lnTo>
                <a:lnTo>
                  <a:pt x="14023" y="92880"/>
                </a:lnTo>
                <a:lnTo>
                  <a:pt x="6249" y="102524"/>
                </a:lnTo>
                <a:lnTo>
                  <a:pt x="1564" y="112296"/>
                </a:lnTo>
                <a:lnTo>
                  <a:pt x="0" y="122131"/>
                </a:lnTo>
              </a:path>
            </a:pathLst>
          </a:custGeom>
          <a:noFill/>
          <a:ln w="16976" cap="rnd">
            <a:solidFill>
              <a:srgbClr val="A6D9BE"/>
            </a:solidFill>
            <a:round/>
          </a:ln>
        </p:spPr>
      </p:sp>
      <p:sp>
        <p:nvSpPr>
          <p:cNvPr id="63" name="Shape 63"/>
          <p:cNvSpPr/>
          <p:nvPr/>
        </p:nvSpPr>
        <p:spPr>
          <a:xfrm>
            <a:off x="7716599" y="4441426"/>
            <a:ext cx="965230" cy="183197"/>
          </a:xfrm>
          <a:custGeom>
            <a:avLst/>
            <a:gdLst/>
            <a:ahLst/>
            <a:cxnLst/>
            <a:rect l="0" t="0" r="r" b="b"/>
            <a:pathLst>
              <a:path w="965230" h="183197" fill="none">
                <a:moveTo>
                  <a:pt x="965230" y="183197"/>
                </a:moveTo>
                <a:lnTo>
                  <a:pt x="963665" y="168444"/>
                </a:lnTo>
                <a:lnTo>
                  <a:pt x="958981" y="153786"/>
                </a:lnTo>
                <a:lnTo>
                  <a:pt x="951206" y="139320"/>
                </a:lnTo>
                <a:lnTo>
                  <a:pt x="940393" y="125137"/>
                </a:lnTo>
                <a:lnTo>
                  <a:pt x="926611" y="111332"/>
                </a:lnTo>
                <a:lnTo>
                  <a:pt x="909950" y="97992"/>
                </a:lnTo>
                <a:lnTo>
                  <a:pt x="890517" y="85205"/>
                </a:lnTo>
                <a:lnTo>
                  <a:pt x="868438" y="73053"/>
                </a:lnTo>
                <a:lnTo>
                  <a:pt x="843858" y="61616"/>
                </a:lnTo>
                <a:lnTo>
                  <a:pt x="816934" y="50967"/>
                </a:lnTo>
                <a:lnTo>
                  <a:pt x="787843" y="41176"/>
                </a:lnTo>
                <a:lnTo>
                  <a:pt x="756772" y="32306"/>
                </a:lnTo>
                <a:lnTo>
                  <a:pt x="723923" y="24415"/>
                </a:lnTo>
                <a:lnTo>
                  <a:pt x="689509" y="17553"/>
                </a:lnTo>
                <a:lnTo>
                  <a:pt x="653753" y="11765"/>
                </a:lnTo>
                <a:lnTo>
                  <a:pt x="616887" y="7090"/>
                </a:lnTo>
                <a:lnTo>
                  <a:pt x="579150" y="3556"/>
                </a:lnTo>
                <a:lnTo>
                  <a:pt x="540788" y="1188"/>
                </a:lnTo>
                <a:lnTo>
                  <a:pt x="502048" y="0"/>
                </a:lnTo>
                <a:lnTo>
                  <a:pt x="463182" y="0"/>
                </a:lnTo>
                <a:lnTo>
                  <a:pt x="424442" y="1188"/>
                </a:lnTo>
                <a:lnTo>
                  <a:pt x="386079" y="3556"/>
                </a:lnTo>
                <a:lnTo>
                  <a:pt x="348343" y="7090"/>
                </a:lnTo>
                <a:lnTo>
                  <a:pt x="311477" y="11765"/>
                </a:lnTo>
                <a:lnTo>
                  <a:pt x="275721" y="17553"/>
                </a:lnTo>
                <a:lnTo>
                  <a:pt x="241307" y="24415"/>
                </a:lnTo>
                <a:lnTo>
                  <a:pt x="208458" y="32306"/>
                </a:lnTo>
                <a:lnTo>
                  <a:pt x="177387" y="41176"/>
                </a:lnTo>
                <a:lnTo>
                  <a:pt x="148295" y="50967"/>
                </a:lnTo>
                <a:lnTo>
                  <a:pt x="121372" y="61616"/>
                </a:lnTo>
                <a:lnTo>
                  <a:pt x="96792" y="73053"/>
                </a:lnTo>
                <a:lnTo>
                  <a:pt x="74713" y="85205"/>
                </a:lnTo>
                <a:lnTo>
                  <a:pt x="55280" y="97992"/>
                </a:lnTo>
                <a:lnTo>
                  <a:pt x="38619" y="111332"/>
                </a:lnTo>
                <a:lnTo>
                  <a:pt x="24837" y="125137"/>
                </a:lnTo>
                <a:lnTo>
                  <a:pt x="14023" y="139320"/>
                </a:lnTo>
                <a:lnTo>
                  <a:pt x="6249" y="153786"/>
                </a:lnTo>
                <a:lnTo>
                  <a:pt x="1564" y="168444"/>
                </a:lnTo>
                <a:lnTo>
                  <a:pt x="0" y="183197"/>
                </a:lnTo>
              </a:path>
            </a:pathLst>
          </a:custGeom>
          <a:noFill/>
          <a:ln w="16976" cap="rnd">
            <a:solidFill>
              <a:srgbClr val="5BB58B"/>
            </a:solidFill>
            <a:round/>
          </a:ln>
        </p:spPr>
      </p:sp>
      <p:sp>
        <p:nvSpPr>
          <p:cNvPr id="64" name="Shape 64"/>
          <p:cNvSpPr/>
          <p:nvPr/>
        </p:nvSpPr>
        <p:spPr>
          <a:xfrm>
            <a:off x="6992676" y="4380360"/>
            <a:ext cx="723923" cy="244263"/>
          </a:xfrm>
          <a:custGeom>
            <a:avLst/>
            <a:gdLst/>
            <a:ahLst/>
            <a:cxnLst/>
            <a:rect l="0" t="0" r="r" b="b"/>
            <a:pathLst>
              <a:path w="723923" h="244263" fill="none">
                <a:moveTo>
                  <a:pt x="723923" y="244263"/>
                </a:moveTo>
                <a:lnTo>
                  <a:pt x="722749" y="224592"/>
                </a:lnTo>
                <a:lnTo>
                  <a:pt x="719235" y="205049"/>
                </a:lnTo>
                <a:lnTo>
                  <a:pt x="713405" y="185760"/>
                </a:lnTo>
                <a:lnTo>
                  <a:pt x="705295" y="166850"/>
                </a:lnTo>
                <a:lnTo>
                  <a:pt x="694958" y="148442"/>
                </a:lnTo>
                <a:lnTo>
                  <a:pt x="682462" y="130656"/>
                </a:lnTo>
                <a:lnTo>
                  <a:pt x="667887" y="113607"/>
                </a:lnTo>
                <a:lnTo>
                  <a:pt x="651329" y="97405"/>
                </a:lnTo>
                <a:lnTo>
                  <a:pt x="632893" y="82155"/>
                </a:lnTo>
                <a:lnTo>
                  <a:pt x="612701" y="67957"/>
                </a:lnTo>
                <a:lnTo>
                  <a:pt x="590882" y="54902"/>
                </a:lnTo>
                <a:lnTo>
                  <a:pt x="567579" y="43075"/>
                </a:lnTo>
                <a:lnTo>
                  <a:pt x="542942" y="32553"/>
                </a:lnTo>
                <a:lnTo>
                  <a:pt x="517131" y="23404"/>
                </a:lnTo>
                <a:lnTo>
                  <a:pt x="490314" y="15687"/>
                </a:lnTo>
                <a:lnTo>
                  <a:pt x="462665" y="9453"/>
                </a:lnTo>
                <a:lnTo>
                  <a:pt x="434363" y="4742"/>
                </a:lnTo>
                <a:lnTo>
                  <a:pt x="405591" y="1584"/>
                </a:lnTo>
                <a:lnTo>
                  <a:pt x="376536" y="0"/>
                </a:lnTo>
                <a:lnTo>
                  <a:pt x="347386" y="0"/>
                </a:lnTo>
                <a:lnTo>
                  <a:pt x="318331" y="1584"/>
                </a:lnTo>
                <a:lnTo>
                  <a:pt x="289559" y="4742"/>
                </a:lnTo>
                <a:lnTo>
                  <a:pt x="261257" y="9453"/>
                </a:lnTo>
                <a:lnTo>
                  <a:pt x="233608" y="15687"/>
                </a:lnTo>
                <a:lnTo>
                  <a:pt x="206791" y="23404"/>
                </a:lnTo>
                <a:lnTo>
                  <a:pt x="180980" y="32553"/>
                </a:lnTo>
                <a:lnTo>
                  <a:pt x="156343" y="43075"/>
                </a:lnTo>
                <a:lnTo>
                  <a:pt x="133040" y="54902"/>
                </a:lnTo>
                <a:lnTo>
                  <a:pt x="111221" y="67957"/>
                </a:lnTo>
                <a:lnTo>
                  <a:pt x="91029" y="82155"/>
                </a:lnTo>
                <a:lnTo>
                  <a:pt x="72594" y="97405"/>
                </a:lnTo>
                <a:lnTo>
                  <a:pt x="56035" y="113607"/>
                </a:lnTo>
                <a:lnTo>
                  <a:pt x="41460" y="130656"/>
                </a:lnTo>
                <a:lnTo>
                  <a:pt x="28964" y="148442"/>
                </a:lnTo>
                <a:lnTo>
                  <a:pt x="18627" y="166850"/>
                </a:lnTo>
                <a:lnTo>
                  <a:pt x="10517" y="185760"/>
                </a:lnTo>
                <a:lnTo>
                  <a:pt x="4687" y="205049"/>
                </a:lnTo>
                <a:lnTo>
                  <a:pt x="1173" y="224592"/>
                </a:lnTo>
                <a:lnTo>
                  <a:pt x="0" y="244263"/>
                </a:lnTo>
              </a:path>
            </a:pathLst>
          </a:custGeom>
          <a:noFill/>
          <a:ln w="16976" cap="rnd">
            <a:solidFill>
              <a:srgbClr val="22855A"/>
            </a:solidFill>
            <a:round/>
          </a:ln>
        </p:spPr>
      </p:sp>
      <p:sp>
        <p:nvSpPr>
          <p:cNvPr id="65" name="Shape 65"/>
          <p:cNvSpPr/>
          <p:nvPr/>
        </p:nvSpPr>
        <p:spPr>
          <a:xfrm>
            <a:off x="6644515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66" name="Shape 66"/>
          <p:cNvSpPr/>
          <p:nvPr/>
        </p:nvSpPr>
        <p:spPr>
          <a:xfrm>
            <a:off x="1718605" y="5215407"/>
            <a:ext cx="4993565" cy="1487144"/>
          </a:xfrm>
          <a:custGeom>
            <a:avLst/>
            <a:gdLst/>
            <a:ahLst/>
            <a:cxnLst/>
            <a:rect l="0" t="0" r="r" b="b"/>
            <a:pathLst>
              <a:path w="4993565" h="1487144">
                <a:moveTo>
                  <a:pt x="4956896" y="0"/>
                </a:moveTo>
                <a:lnTo>
                  <a:pt x="4993565" y="20371"/>
                </a:lnTo>
                <a:lnTo>
                  <a:pt x="4956896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67" name="Shape 67"/>
          <p:cNvSpPr/>
          <p:nvPr/>
        </p:nvSpPr>
        <p:spPr>
          <a:xfrm>
            <a:off x="6843141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68" name="Shape 68"/>
          <p:cNvSpPr/>
          <p:nvPr/>
        </p:nvSpPr>
        <p:spPr>
          <a:xfrm>
            <a:off x="1718605" y="5215407"/>
            <a:ext cx="5192190" cy="1487144"/>
          </a:xfrm>
          <a:custGeom>
            <a:avLst/>
            <a:gdLst/>
            <a:ahLst/>
            <a:cxnLst/>
            <a:rect l="0" t="0" r="r" b="b"/>
            <a:pathLst>
              <a:path w="5192190" h="1487144">
                <a:moveTo>
                  <a:pt x="5155521" y="0"/>
                </a:moveTo>
                <a:lnTo>
                  <a:pt x="5192190" y="20371"/>
                </a:lnTo>
                <a:lnTo>
                  <a:pt x="5155521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69" name="Shape 69"/>
          <p:cNvSpPr/>
          <p:nvPr/>
        </p:nvSpPr>
        <p:spPr>
          <a:xfrm>
            <a:off x="7041766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70" name="Shape 70"/>
          <p:cNvSpPr/>
          <p:nvPr/>
        </p:nvSpPr>
        <p:spPr>
          <a:xfrm>
            <a:off x="1718605" y="5215407"/>
            <a:ext cx="5390816" cy="1487144"/>
          </a:xfrm>
          <a:custGeom>
            <a:avLst/>
            <a:gdLst/>
            <a:ahLst/>
            <a:cxnLst/>
            <a:rect l="0" t="0" r="r" b="b"/>
            <a:pathLst>
              <a:path w="5390816" h="1487144">
                <a:moveTo>
                  <a:pt x="5354146" y="0"/>
                </a:moveTo>
                <a:lnTo>
                  <a:pt x="5390816" y="20371"/>
                </a:lnTo>
                <a:lnTo>
                  <a:pt x="5354146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71" name="Shape 71"/>
          <p:cNvSpPr/>
          <p:nvPr/>
        </p:nvSpPr>
        <p:spPr>
          <a:xfrm>
            <a:off x="7240391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72" name="Shape 72"/>
          <p:cNvSpPr/>
          <p:nvPr/>
        </p:nvSpPr>
        <p:spPr>
          <a:xfrm>
            <a:off x="1718605" y="5215407"/>
            <a:ext cx="5589441" cy="1487144"/>
          </a:xfrm>
          <a:custGeom>
            <a:avLst/>
            <a:gdLst/>
            <a:ahLst/>
            <a:cxnLst/>
            <a:rect l="0" t="0" r="r" b="b"/>
            <a:pathLst>
              <a:path w="5589441" h="1487144">
                <a:moveTo>
                  <a:pt x="5552772" y="0"/>
                </a:moveTo>
                <a:lnTo>
                  <a:pt x="5589441" y="20371"/>
                </a:lnTo>
                <a:lnTo>
                  <a:pt x="5552772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73" name="Shape 73"/>
          <p:cNvSpPr/>
          <p:nvPr/>
        </p:nvSpPr>
        <p:spPr>
          <a:xfrm>
            <a:off x="7439017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74" name="Shape 74"/>
          <p:cNvSpPr/>
          <p:nvPr/>
        </p:nvSpPr>
        <p:spPr>
          <a:xfrm>
            <a:off x="1718605" y="5215407"/>
            <a:ext cx="5788066" cy="1487144"/>
          </a:xfrm>
          <a:custGeom>
            <a:avLst/>
            <a:gdLst/>
            <a:ahLst/>
            <a:cxnLst/>
            <a:rect l="0" t="0" r="r" b="b"/>
            <a:pathLst>
              <a:path w="5788066" h="1487144">
                <a:moveTo>
                  <a:pt x="5751397" y="0"/>
                </a:moveTo>
                <a:lnTo>
                  <a:pt x="5788066" y="20371"/>
                </a:lnTo>
                <a:lnTo>
                  <a:pt x="5751397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75" name="Shape 75"/>
          <p:cNvSpPr/>
          <p:nvPr/>
        </p:nvSpPr>
        <p:spPr>
          <a:xfrm>
            <a:off x="7637642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76" name="Shape 76"/>
          <p:cNvSpPr/>
          <p:nvPr/>
        </p:nvSpPr>
        <p:spPr>
          <a:xfrm>
            <a:off x="1718605" y="5215407"/>
            <a:ext cx="5986692" cy="1487144"/>
          </a:xfrm>
          <a:custGeom>
            <a:avLst/>
            <a:gdLst/>
            <a:ahLst/>
            <a:cxnLst/>
            <a:rect l="0" t="0" r="r" b="b"/>
            <a:pathLst>
              <a:path w="5986692" h="1487144">
                <a:moveTo>
                  <a:pt x="5950023" y="0"/>
                </a:moveTo>
                <a:lnTo>
                  <a:pt x="5986692" y="20371"/>
                </a:lnTo>
                <a:lnTo>
                  <a:pt x="5950023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77" name="Shape 77"/>
          <p:cNvSpPr/>
          <p:nvPr/>
        </p:nvSpPr>
        <p:spPr>
          <a:xfrm>
            <a:off x="7836268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78" name="Shape 78"/>
          <p:cNvSpPr/>
          <p:nvPr/>
        </p:nvSpPr>
        <p:spPr>
          <a:xfrm>
            <a:off x="1718605" y="5215407"/>
            <a:ext cx="6185317" cy="1487144"/>
          </a:xfrm>
          <a:custGeom>
            <a:avLst/>
            <a:gdLst/>
            <a:ahLst/>
            <a:cxnLst/>
            <a:rect l="0" t="0" r="r" b="b"/>
            <a:pathLst>
              <a:path w="6185317" h="1487144">
                <a:moveTo>
                  <a:pt x="6148648" y="0"/>
                </a:moveTo>
                <a:lnTo>
                  <a:pt x="6185317" y="20371"/>
                </a:lnTo>
                <a:lnTo>
                  <a:pt x="6148648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79" name="Shape 79"/>
          <p:cNvSpPr/>
          <p:nvPr/>
        </p:nvSpPr>
        <p:spPr>
          <a:xfrm>
            <a:off x="8034893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80" name="Shape 80"/>
          <p:cNvSpPr/>
          <p:nvPr/>
        </p:nvSpPr>
        <p:spPr>
          <a:xfrm>
            <a:off x="1718605" y="5215407"/>
            <a:ext cx="6383943" cy="1487144"/>
          </a:xfrm>
          <a:custGeom>
            <a:avLst/>
            <a:gdLst/>
            <a:ahLst/>
            <a:cxnLst/>
            <a:rect l="0" t="0" r="r" b="b"/>
            <a:pathLst>
              <a:path w="6383943" h="1487144">
                <a:moveTo>
                  <a:pt x="6347273" y="0"/>
                </a:moveTo>
                <a:lnTo>
                  <a:pt x="6383943" y="20371"/>
                </a:lnTo>
                <a:lnTo>
                  <a:pt x="6347273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81" name="Shape 81"/>
          <p:cNvSpPr/>
          <p:nvPr/>
        </p:nvSpPr>
        <p:spPr>
          <a:xfrm>
            <a:off x="1718605" y="1229046"/>
            <a:ext cx="4324533" cy="5473505"/>
          </a:xfrm>
          <a:custGeom>
            <a:avLst/>
            <a:gdLst/>
            <a:ahLst/>
            <a:cxnLst/>
            <a:rect l="0" t="0" r="r" b="b"/>
            <a:pathLst>
              <a:path w="4324533" h="5473505">
                <a:moveTo>
                  <a:pt x="3151115" y="880063"/>
                </a:moveTo>
                <a:lnTo>
                  <a:pt x="4324533" y="880063"/>
                </a:lnTo>
                <a:lnTo>
                  <a:pt x="4324533" y="0"/>
                </a:lnTo>
                <a:lnTo>
                  <a:pt x="3151115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82" name="Shape 82"/>
          <p:cNvSpPr/>
          <p:nvPr/>
        </p:nvSpPr>
        <p:spPr>
          <a:xfrm>
            <a:off x="1718605" y="2983062"/>
            <a:ext cx="3713378" cy="3719489"/>
          </a:xfrm>
          <a:custGeom>
            <a:avLst/>
            <a:gdLst/>
            <a:ahLst/>
            <a:cxnLst/>
            <a:rect l="0" t="0" r="r" b="b"/>
            <a:pathLst>
              <a:path w="3713378" h="3719489">
                <a:moveTo>
                  <a:pt x="3151115" y="421697"/>
                </a:moveTo>
                <a:lnTo>
                  <a:pt x="3713378" y="421697"/>
                </a:lnTo>
                <a:lnTo>
                  <a:pt x="3713378" y="0"/>
                </a:lnTo>
                <a:lnTo>
                  <a:pt x="3151115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83" name="Shape 83"/>
          <p:cNvSpPr/>
          <p:nvPr/>
        </p:nvSpPr>
        <p:spPr>
          <a:xfrm>
            <a:off x="1718605" y="2983062"/>
            <a:ext cx="4324533" cy="3719489"/>
          </a:xfrm>
          <a:custGeom>
            <a:avLst/>
            <a:gdLst/>
            <a:ahLst/>
            <a:cxnLst/>
            <a:rect l="0" t="0" r="r" b="b"/>
            <a:pathLst>
              <a:path w="4324533" h="3719489">
                <a:moveTo>
                  <a:pt x="3762270" y="421697"/>
                </a:moveTo>
                <a:lnTo>
                  <a:pt x="4324533" y="421697"/>
                </a:lnTo>
                <a:lnTo>
                  <a:pt x="4324533" y="0"/>
                </a:lnTo>
                <a:lnTo>
                  <a:pt x="376227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84" name="Shape 84"/>
          <p:cNvSpPr/>
          <p:nvPr/>
        </p:nvSpPr>
        <p:spPr>
          <a:xfrm>
            <a:off x="1718605" y="2983062"/>
            <a:ext cx="4935688" cy="3719489"/>
          </a:xfrm>
          <a:custGeom>
            <a:avLst/>
            <a:gdLst/>
            <a:ahLst/>
            <a:cxnLst/>
            <a:rect l="0" t="0" r="r" b="b"/>
            <a:pathLst>
              <a:path w="4935688" h="3719489">
                <a:moveTo>
                  <a:pt x="4373425" y="421697"/>
                </a:moveTo>
                <a:lnTo>
                  <a:pt x="4935688" y="421697"/>
                </a:lnTo>
                <a:lnTo>
                  <a:pt x="4935688" y="0"/>
                </a:lnTo>
                <a:lnTo>
                  <a:pt x="4373425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pic>
        <p:nvPicPr>
          <p:cNvPr id="85" name="Picture 8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28" y="1177709"/>
            <a:ext cx="431882" cy="321875"/>
          </a:xfrm>
          <a:prstGeom prst="rect">
            <a:avLst/>
          </a:prstGeom>
        </p:spPr>
      </p:pic>
      <p:pic>
        <p:nvPicPr>
          <p:cNvPr id="86" name="Picture 8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909" y="1177709"/>
            <a:ext cx="431882" cy="321875"/>
          </a:xfrm>
          <a:prstGeom prst="rect">
            <a:avLst/>
          </a:prstGeom>
        </p:spPr>
      </p:pic>
      <p:pic>
        <p:nvPicPr>
          <p:cNvPr id="87" name="Picture 8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164" y="1177709"/>
            <a:ext cx="427808" cy="321875"/>
          </a:xfrm>
          <a:prstGeom prst="rect">
            <a:avLst/>
          </a:prstGeom>
        </p:spPr>
      </p:pic>
      <p:pic>
        <p:nvPicPr>
          <p:cNvPr id="88" name="Picture 8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344" y="1177709"/>
            <a:ext cx="431882" cy="321875"/>
          </a:xfrm>
          <a:prstGeom prst="rect">
            <a:avLst/>
          </a:prstGeom>
        </p:spPr>
      </p:pic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599" y="1177709"/>
            <a:ext cx="427808" cy="321875"/>
          </a:xfrm>
          <a:prstGeom prst="rect">
            <a:avLst/>
          </a:prstGeom>
        </p:spPr>
      </p:pic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8779" y="1177709"/>
            <a:ext cx="431882" cy="321875"/>
          </a:xfrm>
          <a:prstGeom prst="rect">
            <a:avLst/>
          </a:prstGeom>
        </p:spPr>
      </p:pic>
      <p:pic>
        <p:nvPicPr>
          <p:cNvPr id="91" name="Picture 9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9728" y="1519956"/>
            <a:ext cx="431882" cy="321875"/>
          </a:xfrm>
          <a:prstGeom prst="rect">
            <a:avLst/>
          </a:prstGeom>
        </p:spPr>
      </p:pic>
      <p:pic>
        <p:nvPicPr>
          <p:cNvPr id="92" name="Picture 91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7909" y="1519956"/>
            <a:ext cx="431882" cy="321875"/>
          </a:xfrm>
          <a:prstGeom prst="rect">
            <a:avLst/>
          </a:prstGeom>
        </p:spPr>
      </p:pic>
      <p:pic>
        <p:nvPicPr>
          <p:cNvPr id="93" name="Picture 9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0164" y="1519956"/>
            <a:ext cx="427808" cy="321875"/>
          </a:xfrm>
          <a:prstGeom prst="rect">
            <a:avLst/>
          </a:prstGeom>
        </p:spPr>
      </p:pic>
      <p:pic>
        <p:nvPicPr>
          <p:cNvPr id="94" name="Picture 93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8344" y="1519956"/>
            <a:ext cx="431882" cy="321875"/>
          </a:xfrm>
          <a:prstGeom prst="rect">
            <a:avLst/>
          </a:prstGeom>
        </p:spPr>
      </p:pic>
      <p:pic>
        <p:nvPicPr>
          <p:cNvPr id="95" name="Picture 94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0599" y="1519956"/>
            <a:ext cx="427808" cy="321875"/>
          </a:xfrm>
          <a:prstGeom prst="rect">
            <a:avLst/>
          </a:prstGeom>
        </p:spPr>
      </p:pic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38779" y="1519956"/>
            <a:ext cx="431882" cy="321875"/>
          </a:xfrm>
          <a:prstGeom prst="rect">
            <a:avLst/>
          </a:prstGeom>
        </p:spPr>
      </p:pic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89728" y="1862203"/>
            <a:ext cx="431882" cy="321875"/>
          </a:xfrm>
          <a:prstGeom prst="rect">
            <a:avLst/>
          </a:prstGeom>
        </p:spPr>
      </p:pic>
      <p:pic>
        <p:nvPicPr>
          <p:cNvPr id="98" name="Picture 97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7909" y="1862203"/>
            <a:ext cx="431882" cy="321875"/>
          </a:xfrm>
          <a:prstGeom prst="rect">
            <a:avLst/>
          </a:prstGeom>
        </p:spPr>
      </p:pic>
      <p:pic>
        <p:nvPicPr>
          <p:cNvPr id="99" name="Picture 98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0164" y="1862203"/>
            <a:ext cx="427808" cy="321875"/>
          </a:xfrm>
          <a:prstGeom prst="rect">
            <a:avLst/>
          </a:prstGeom>
        </p:spPr>
      </p:pic>
      <p:pic>
        <p:nvPicPr>
          <p:cNvPr id="100" name="Picture 99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38344" y="1862203"/>
            <a:ext cx="431882" cy="321875"/>
          </a:xfrm>
          <a:prstGeom prst="rect">
            <a:avLst/>
          </a:prstGeom>
        </p:spPr>
      </p:pic>
      <p:pic>
        <p:nvPicPr>
          <p:cNvPr id="101" name="Picture 100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90599" y="1862203"/>
            <a:ext cx="427808" cy="321875"/>
          </a:xfrm>
          <a:prstGeom prst="rect">
            <a:avLst/>
          </a:prstGeom>
        </p:spPr>
      </p:pic>
      <p:pic>
        <p:nvPicPr>
          <p:cNvPr id="102" name="Picture 101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38779" y="1862203"/>
            <a:ext cx="431882" cy="321875"/>
          </a:xfrm>
          <a:prstGeom prst="rect">
            <a:avLst/>
          </a:prstGeom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38621" y="2497804"/>
            <a:ext cx="146677" cy="488924"/>
          </a:xfrm>
          <a:prstGeom prst="rect">
            <a:avLst/>
          </a:prstGeom>
        </p:spPr>
      </p:pic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83083" y="2497804"/>
            <a:ext cx="138528" cy="488924"/>
          </a:xfrm>
          <a:prstGeom prst="rect">
            <a:avLst/>
          </a:prstGeom>
        </p:spPr>
      </p:pic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15322" y="2497804"/>
            <a:ext cx="154825" cy="488924"/>
          </a:xfrm>
          <a:prstGeom prst="rect">
            <a:avLst/>
          </a:prstGeom>
        </p:spPr>
      </p:pic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35338" y="2497804"/>
            <a:ext cx="187420" cy="488924"/>
          </a:xfrm>
          <a:prstGeom prst="rect">
            <a:avLst/>
          </a:prstGeom>
        </p:spPr>
      </p:pic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63502" y="2497804"/>
            <a:ext cx="211867" cy="488924"/>
          </a:xfrm>
          <a:prstGeom prst="rect">
            <a:avLst/>
          </a:prstGeom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20187" y="2497804"/>
            <a:ext cx="179272" cy="488924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80947" y="2497804"/>
            <a:ext cx="138528" cy="488924"/>
          </a:xfrm>
          <a:prstGeom prst="rect">
            <a:avLst/>
          </a:prstGeom>
        </p:spPr>
      </p:pic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596888" y="2497804"/>
            <a:ext cx="183346" cy="488924"/>
          </a:xfrm>
          <a:prstGeom prst="rect">
            <a:avLst/>
          </a:prstGeom>
        </p:spPr>
      </p:pic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53573" y="2497804"/>
            <a:ext cx="146677" cy="488924"/>
          </a:xfrm>
          <a:prstGeom prst="rect">
            <a:avLst/>
          </a:prstGeom>
        </p:spPr>
      </p:pic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73589" y="2497804"/>
            <a:ext cx="187420" cy="488924"/>
          </a:xfrm>
          <a:prstGeom prst="rect">
            <a:avLst/>
          </a:prstGeom>
        </p:spPr>
      </p:pic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05828" y="2497804"/>
            <a:ext cx="203718" cy="488924"/>
          </a:xfrm>
          <a:prstGeom prst="rect">
            <a:avLst/>
          </a:prstGeom>
        </p:spPr>
      </p:pic>
      <p:pic>
        <p:nvPicPr>
          <p:cNvPr id="114" name="Picture 113" descr="image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47719" y="1202156"/>
            <a:ext cx="1173417" cy="880063"/>
          </a:xfrm>
          <a:prstGeom prst="rect">
            <a:avLst/>
          </a:prstGeom>
        </p:spPr>
      </p:pic>
      <p:sp>
        <p:nvSpPr>
          <p:cNvPr id="85" name="Shape 85"/>
          <p:cNvSpPr/>
          <p:nvPr/>
        </p:nvSpPr>
        <p:spPr>
          <a:xfrm>
            <a:off x="1718605" y="2037238"/>
            <a:ext cx="4860883" cy="4665313"/>
          </a:xfrm>
          <a:custGeom>
            <a:avLst/>
            <a:gdLst/>
            <a:ahLst/>
            <a:cxnLst/>
            <a:rect l="0" t="0" r="r" b="b"/>
            <a:pathLst>
              <a:path w="4860883" h="4665313">
                <a:moveTo>
                  <a:pt x="4737674" y="123208"/>
                </a:moveTo>
                <a:lnTo>
                  <a:pt x="4860883" y="123208"/>
                </a:lnTo>
                <a:lnTo>
                  <a:pt x="4860883" y="0"/>
                </a:lnTo>
                <a:lnTo>
                  <a:pt x="4737674" y="0"/>
                </a:lnTo>
                <a:close/>
              </a:path>
            </a:pathLst>
          </a:custGeom>
          <a:solidFill>
            <a:srgbClr val="D3E8DA"/>
          </a:solidFill>
          <a:ln>
            <a:noFill/>
          </a:ln>
        </p:spPr>
      </p:sp>
      <p:sp>
        <p:nvSpPr>
          <p:cNvPr id="86" name="Shape 86"/>
          <p:cNvSpPr/>
          <p:nvPr/>
        </p:nvSpPr>
        <p:spPr>
          <a:xfrm>
            <a:off x="1718605" y="2037238"/>
            <a:ext cx="4997781" cy="4665313"/>
          </a:xfrm>
          <a:custGeom>
            <a:avLst/>
            <a:gdLst/>
            <a:ahLst/>
            <a:cxnLst/>
            <a:rect l="0" t="0" r="r" b="b"/>
            <a:pathLst>
              <a:path w="4997781" h="4665313">
                <a:moveTo>
                  <a:pt x="4874573" y="123208"/>
                </a:moveTo>
                <a:lnTo>
                  <a:pt x="4997781" y="123208"/>
                </a:lnTo>
                <a:lnTo>
                  <a:pt x="4997781" y="0"/>
                </a:lnTo>
                <a:lnTo>
                  <a:pt x="4874573" y="0"/>
                </a:lnTo>
                <a:close/>
              </a:path>
            </a:pathLst>
          </a:custGeom>
          <a:solidFill>
            <a:srgbClr val="E6E8EC"/>
          </a:solidFill>
          <a:ln>
            <a:noFill/>
          </a:ln>
        </p:spPr>
      </p:sp>
      <p:sp>
        <p:nvSpPr>
          <p:cNvPr id="87" name="Shape 87"/>
          <p:cNvSpPr/>
          <p:nvPr/>
        </p:nvSpPr>
        <p:spPr>
          <a:xfrm>
            <a:off x="1718605" y="2037238"/>
            <a:ext cx="5134680" cy="4665313"/>
          </a:xfrm>
          <a:custGeom>
            <a:avLst/>
            <a:gdLst/>
            <a:ahLst/>
            <a:cxnLst/>
            <a:rect l="0" t="0" r="r" b="b"/>
            <a:pathLst>
              <a:path w="5134680" h="4665313">
                <a:moveTo>
                  <a:pt x="5011471" y="123208"/>
                </a:moveTo>
                <a:lnTo>
                  <a:pt x="5134680" y="123208"/>
                </a:lnTo>
                <a:lnTo>
                  <a:pt x="5134680" y="0"/>
                </a:lnTo>
                <a:lnTo>
                  <a:pt x="5011471" y="0"/>
                </a:lnTo>
                <a:close/>
              </a:path>
            </a:pathLst>
          </a:custGeom>
          <a:solidFill>
            <a:srgbClr val="D7EADF"/>
          </a:solidFill>
          <a:ln>
            <a:noFill/>
          </a:ln>
        </p:spPr>
      </p:sp>
      <p:sp>
        <p:nvSpPr>
          <p:cNvPr id="88" name="Shape 88"/>
          <p:cNvSpPr/>
          <p:nvPr/>
        </p:nvSpPr>
        <p:spPr>
          <a:xfrm>
            <a:off x="1718605" y="2037238"/>
            <a:ext cx="5271579" cy="4665313"/>
          </a:xfrm>
          <a:custGeom>
            <a:avLst/>
            <a:gdLst/>
            <a:ahLst/>
            <a:cxnLst/>
            <a:rect l="0" t="0" r="r" b="b"/>
            <a:pathLst>
              <a:path w="5271579" h="4665313">
                <a:moveTo>
                  <a:pt x="5148370" y="123208"/>
                </a:moveTo>
                <a:lnTo>
                  <a:pt x="5271579" y="123208"/>
                </a:lnTo>
                <a:lnTo>
                  <a:pt x="5271579" y="0"/>
                </a:lnTo>
                <a:lnTo>
                  <a:pt x="5148370" y="0"/>
                </a:lnTo>
                <a:close/>
              </a:path>
            </a:pathLst>
          </a:custGeom>
          <a:solidFill>
            <a:srgbClr val="DAEBE1"/>
          </a:solidFill>
          <a:ln>
            <a:noFill/>
          </a:ln>
        </p:spPr>
      </p:sp>
      <p:sp>
        <p:nvSpPr>
          <p:cNvPr id="89" name="Shape 89"/>
          <p:cNvSpPr/>
          <p:nvPr/>
        </p:nvSpPr>
        <p:spPr>
          <a:xfrm>
            <a:off x="1718605" y="2037238"/>
            <a:ext cx="5408478" cy="4665313"/>
          </a:xfrm>
          <a:custGeom>
            <a:avLst/>
            <a:gdLst/>
            <a:ahLst/>
            <a:cxnLst/>
            <a:rect l="0" t="0" r="r" b="b"/>
            <a:pathLst>
              <a:path w="5408478" h="4665313">
                <a:moveTo>
                  <a:pt x="5285269" y="123208"/>
                </a:moveTo>
                <a:lnTo>
                  <a:pt x="5408478" y="123208"/>
                </a:lnTo>
                <a:lnTo>
                  <a:pt x="5408478" y="0"/>
                </a:lnTo>
                <a:lnTo>
                  <a:pt x="5285269" y="0"/>
                </a:lnTo>
                <a:close/>
              </a:path>
            </a:pathLst>
          </a:custGeom>
          <a:solidFill>
            <a:srgbClr val="DFEEE6"/>
          </a:solidFill>
          <a:ln>
            <a:noFill/>
          </a:ln>
        </p:spPr>
      </p:sp>
      <p:sp>
        <p:nvSpPr>
          <p:cNvPr id="90" name="Shape 90"/>
          <p:cNvSpPr/>
          <p:nvPr/>
        </p:nvSpPr>
        <p:spPr>
          <a:xfrm>
            <a:off x="1718605" y="2037238"/>
            <a:ext cx="5545376" cy="4665313"/>
          </a:xfrm>
          <a:custGeom>
            <a:avLst/>
            <a:gdLst/>
            <a:ahLst/>
            <a:cxnLst/>
            <a:rect l="0" t="0" r="r" b="b"/>
            <a:pathLst>
              <a:path w="5545376" h="4665313">
                <a:moveTo>
                  <a:pt x="5422168" y="123208"/>
                </a:moveTo>
                <a:lnTo>
                  <a:pt x="5545376" y="123208"/>
                </a:lnTo>
                <a:lnTo>
                  <a:pt x="5545376" y="0"/>
                </a:lnTo>
                <a:lnTo>
                  <a:pt x="5422168" y="0"/>
                </a:lnTo>
                <a:close/>
              </a:path>
            </a:pathLst>
          </a:custGeom>
          <a:solidFill>
            <a:srgbClr val="D3E8DB"/>
          </a:solidFill>
          <a:ln>
            <a:noFill/>
          </a:ln>
        </p:spPr>
      </p:sp>
      <p:sp>
        <p:nvSpPr>
          <p:cNvPr id="91" name="Shape 91"/>
          <p:cNvSpPr/>
          <p:nvPr/>
        </p:nvSpPr>
        <p:spPr>
          <a:xfrm>
            <a:off x="1718605" y="2037238"/>
            <a:ext cx="5682275" cy="4665313"/>
          </a:xfrm>
          <a:custGeom>
            <a:avLst/>
            <a:gdLst/>
            <a:ahLst/>
            <a:cxnLst/>
            <a:rect l="0" t="0" r="r" b="b"/>
            <a:pathLst>
              <a:path w="5682275" h="4665313">
                <a:moveTo>
                  <a:pt x="5559066" y="123208"/>
                </a:moveTo>
                <a:lnTo>
                  <a:pt x="5682275" y="123208"/>
                </a:lnTo>
                <a:lnTo>
                  <a:pt x="5682275" y="0"/>
                </a:lnTo>
                <a:lnTo>
                  <a:pt x="5559066" y="0"/>
                </a:lnTo>
                <a:close/>
              </a:path>
            </a:pathLst>
          </a:custGeom>
          <a:solidFill>
            <a:srgbClr val="D8EADF"/>
          </a:solidFill>
          <a:ln>
            <a:noFill/>
          </a:ln>
        </p:spPr>
      </p:sp>
      <p:sp>
        <p:nvSpPr>
          <p:cNvPr id="92" name="Shape 92"/>
          <p:cNvSpPr/>
          <p:nvPr/>
        </p:nvSpPr>
        <p:spPr>
          <a:xfrm>
            <a:off x="1718605" y="1900339"/>
            <a:ext cx="4860883" cy="4802212"/>
          </a:xfrm>
          <a:custGeom>
            <a:avLst/>
            <a:gdLst/>
            <a:ahLst/>
            <a:cxnLst/>
            <a:rect l="0" t="0" r="r" b="b"/>
            <a:pathLst>
              <a:path w="4860883" h="4802212">
                <a:moveTo>
                  <a:pt x="4737674" y="123208"/>
                </a:moveTo>
                <a:lnTo>
                  <a:pt x="4860883" y="123208"/>
                </a:lnTo>
                <a:lnTo>
                  <a:pt x="4860883" y="0"/>
                </a:lnTo>
                <a:lnTo>
                  <a:pt x="4737674" y="0"/>
                </a:lnTo>
                <a:close/>
              </a:path>
            </a:pathLst>
          </a:custGeom>
          <a:solidFill>
            <a:srgbClr val="EEF5F4"/>
          </a:solidFill>
          <a:ln>
            <a:noFill/>
          </a:ln>
        </p:spPr>
      </p:sp>
      <p:sp>
        <p:nvSpPr>
          <p:cNvPr id="93" name="Shape 93"/>
          <p:cNvSpPr/>
          <p:nvPr/>
        </p:nvSpPr>
        <p:spPr>
          <a:xfrm>
            <a:off x="1718605" y="1900339"/>
            <a:ext cx="4997781" cy="4802212"/>
          </a:xfrm>
          <a:custGeom>
            <a:avLst/>
            <a:gdLst/>
            <a:ahLst/>
            <a:cxnLst/>
            <a:rect l="0" t="0" r="r" b="b"/>
            <a:pathLst>
              <a:path w="4997781" h="4802212">
                <a:moveTo>
                  <a:pt x="4874573" y="123208"/>
                </a:moveTo>
                <a:lnTo>
                  <a:pt x="4997781" y="123208"/>
                </a:lnTo>
                <a:lnTo>
                  <a:pt x="4997781" y="0"/>
                </a:lnTo>
                <a:lnTo>
                  <a:pt x="4874573" y="0"/>
                </a:lnTo>
                <a:close/>
              </a:path>
            </a:pathLst>
          </a:custGeom>
          <a:solidFill>
            <a:srgbClr val="E8F2EE"/>
          </a:solidFill>
          <a:ln>
            <a:noFill/>
          </a:ln>
        </p:spPr>
      </p:sp>
      <p:sp>
        <p:nvSpPr>
          <p:cNvPr id="94" name="Shape 94"/>
          <p:cNvSpPr/>
          <p:nvPr/>
        </p:nvSpPr>
        <p:spPr>
          <a:xfrm>
            <a:off x="1718605" y="1900339"/>
            <a:ext cx="5134680" cy="4802212"/>
          </a:xfrm>
          <a:custGeom>
            <a:avLst/>
            <a:gdLst/>
            <a:ahLst/>
            <a:cxnLst/>
            <a:rect l="0" t="0" r="r" b="b"/>
            <a:pathLst>
              <a:path w="5134680" h="4802212">
                <a:moveTo>
                  <a:pt x="5011471" y="123208"/>
                </a:moveTo>
                <a:lnTo>
                  <a:pt x="5134680" y="123208"/>
                </a:lnTo>
                <a:lnTo>
                  <a:pt x="5134680" y="0"/>
                </a:lnTo>
                <a:lnTo>
                  <a:pt x="5011471" y="0"/>
                </a:lnTo>
                <a:close/>
              </a:path>
            </a:pathLst>
          </a:custGeom>
          <a:solidFill>
            <a:srgbClr val="B7DAC1"/>
          </a:solidFill>
          <a:ln>
            <a:noFill/>
          </a:ln>
        </p:spPr>
      </p:sp>
      <p:sp>
        <p:nvSpPr>
          <p:cNvPr id="95" name="Shape 95"/>
          <p:cNvSpPr/>
          <p:nvPr/>
        </p:nvSpPr>
        <p:spPr>
          <a:xfrm>
            <a:off x="1718605" y="1900339"/>
            <a:ext cx="5271579" cy="4802212"/>
          </a:xfrm>
          <a:custGeom>
            <a:avLst/>
            <a:gdLst/>
            <a:ahLst/>
            <a:cxnLst/>
            <a:rect l="0" t="0" r="r" b="b"/>
            <a:pathLst>
              <a:path w="5271579" h="4802212">
                <a:moveTo>
                  <a:pt x="5148370" y="123208"/>
                </a:moveTo>
                <a:lnTo>
                  <a:pt x="5271579" y="123208"/>
                </a:lnTo>
                <a:lnTo>
                  <a:pt x="5271579" y="0"/>
                </a:lnTo>
                <a:lnTo>
                  <a:pt x="5148370" y="0"/>
                </a:lnTo>
                <a:close/>
              </a:path>
            </a:pathLst>
          </a:custGeom>
          <a:solidFill>
            <a:srgbClr val="B4D8BE"/>
          </a:solidFill>
          <a:ln>
            <a:noFill/>
          </a:ln>
        </p:spPr>
      </p:sp>
      <p:sp>
        <p:nvSpPr>
          <p:cNvPr id="96" name="Shape 96"/>
          <p:cNvSpPr/>
          <p:nvPr/>
        </p:nvSpPr>
        <p:spPr>
          <a:xfrm>
            <a:off x="1718605" y="1900339"/>
            <a:ext cx="5408478" cy="4802212"/>
          </a:xfrm>
          <a:custGeom>
            <a:avLst/>
            <a:gdLst/>
            <a:ahLst/>
            <a:cxnLst/>
            <a:rect l="0" t="0" r="r" b="b"/>
            <a:pathLst>
              <a:path w="5408478" h="4802212">
                <a:moveTo>
                  <a:pt x="5285269" y="123208"/>
                </a:moveTo>
                <a:lnTo>
                  <a:pt x="5408478" y="123208"/>
                </a:lnTo>
                <a:lnTo>
                  <a:pt x="5408478" y="0"/>
                </a:lnTo>
                <a:lnTo>
                  <a:pt x="5285269" y="0"/>
                </a:lnTo>
                <a:close/>
              </a:path>
            </a:pathLst>
          </a:custGeom>
          <a:solidFill>
            <a:srgbClr val="B8DAC2"/>
          </a:solidFill>
          <a:ln>
            <a:noFill/>
          </a:ln>
        </p:spPr>
      </p:sp>
      <p:sp>
        <p:nvSpPr>
          <p:cNvPr id="97" name="Shape 97"/>
          <p:cNvSpPr/>
          <p:nvPr/>
        </p:nvSpPr>
        <p:spPr>
          <a:xfrm>
            <a:off x="1718605" y="1900339"/>
            <a:ext cx="5545376" cy="4802212"/>
          </a:xfrm>
          <a:custGeom>
            <a:avLst/>
            <a:gdLst/>
            <a:ahLst/>
            <a:cxnLst/>
            <a:rect l="0" t="0" r="r" b="b"/>
            <a:pathLst>
              <a:path w="5545376" h="4802212">
                <a:moveTo>
                  <a:pt x="5422168" y="123208"/>
                </a:moveTo>
                <a:lnTo>
                  <a:pt x="5545376" y="123208"/>
                </a:lnTo>
                <a:lnTo>
                  <a:pt x="5545376" y="0"/>
                </a:lnTo>
                <a:lnTo>
                  <a:pt x="5422168" y="0"/>
                </a:lnTo>
                <a:close/>
              </a:path>
            </a:pathLst>
          </a:custGeom>
          <a:solidFill>
            <a:srgbClr val="B4D8BE"/>
          </a:solidFill>
          <a:ln>
            <a:noFill/>
          </a:ln>
        </p:spPr>
      </p:sp>
      <p:sp>
        <p:nvSpPr>
          <p:cNvPr id="98" name="Shape 98"/>
          <p:cNvSpPr/>
          <p:nvPr/>
        </p:nvSpPr>
        <p:spPr>
          <a:xfrm>
            <a:off x="1718605" y="1900339"/>
            <a:ext cx="5682275" cy="4802212"/>
          </a:xfrm>
          <a:custGeom>
            <a:avLst/>
            <a:gdLst/>
            <a:ahLst/>
            <a:cxnLst/>
            <a:rect l="0" t="0" r="r" b="b"/>
            <a:pathLst>
              <a:path w="5682275" h="4802212">
                <a:moveTo>
                  <a:pt x="5559066" y="123208"/>
                </a:moveTo>
                <a:lnTo>
                  <a:pt x="5682275" y="123208"/>
                </a:lnTo>
                <a:lnTo>
                  <a:pt x="5682275" y="0"/>
                </a:lnTo>
                <a:lnTo>
                  <a:pt x="5559066" y="0"/>
                </a:lnTo>
                <a:close/>
              </a:path>
            </a:pathLst>
          </a:custGeom>
          <a:solidFill>
            <a:srgbClr val="AED5B9"/>
          </a:solidFill>
          <a:ln>
            <a:noFill/>
          </a:ln>
        </p:spPr>
      </p:sp>
      <p:sp>
        <p:nvSpPr>
          <p:cNvPr id="99" name="Shape 99"/>
          <p:cNvSpPr/>
          <p:nvPr/>
        </p:nvSpPr>
        <p:spPr>
          <a:xfrm>
            <a:off x="1718605" y="1763440"/>
            <a:ext cx="4860883" cy="4939111"/>
          </a:xfrm>
          <a:custGeom>
            <a:avLst/>
            <a:gdLst/>
            <a:ahLst/>
            <a:cxnLst/>
            <a:rect l="0" t="0" r="r" b="b"/>
            <a:pathLst>
              <a:path w="4860883" h="4939111">
                <a:moveTo>
                  <a:pt x="4737674" y="123208"/>
                </a:moveTo>
                <a:lnTo>
                  <a:pt x="4860883" y="123208"/>
                </a:lnTo>
                <a:lnTo>
                  <a:pt x="4860883" y="0"/>
                </a:lnTo>
                <a:lnTo>
                  <a:pt x="4737674" y="0"/>
                </a:lnTo>
                <a:close/>
              </a:path>
            </a:pathLst>
          </a:custGeom>
          <a:solidFill>
            <a:srgbClr val="CBE4D4"/>
          </a:solidFill>
          <a:ln>
            <a:noFill/>
          </a:ln>
        </p:spPr>
      </p:sp>
      <p:sp>
        <p:nvSpPr>
          <p:cNvPr id="100" name="Shape 100"/>
          <p:cNvSpPr/>
          <p:nvPr/>
        </p:nvSpPr>
        <p:spPr>
          <a:xfrm>
            <a:off x="1718605" y="1763440"/>
            <a:ext cx="4997781" cy="4939111"/>
          </a:xfrm>
          <a:custGeom>
            <a:avLst/>
            <a:gdLst/>
            <a:ahLst/>
            <a:cxnLst/>
            <a:rect l="0" t="0" r="r" b="b"/>
            <a:pathLst>
              <a:path w="4997781" h="4939111">
                <a:moveTo>
                  <a:pt x="4874573" y="123208"/>
                </a:moveTo>
                <a:lnTo>
                  <a:pt x="4997781" y="123208"/>
                </a:lnTo>
                <a:lnTo>
                  <a:pt x="4997781" y="0"/>
                </a:lnTo>
                <a:lnTo>
                  <a:pt x="4874573" y="0"/>
                </a:lnTo>
                <a:close/>
              </a:path>
            </a:pathLst>
          </a:custGeom>
          <a:solidFill>
            <a:srgbClr val="E6E8EC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1718605" y="1763440"/>
            <a:ext cx="5134680" cy="4939111"/>
          </a:xfrm>
          <a:custGeom>
            <a:avLst/>
            <a:gdLst/>
            <a:ahLst/>
            <a:cxnLst/>
            <a:rect l="0" t="0" r="r" b="b"/>
            <a:pathLst>
              <a:path w="5134680" h="4939111">
                <a:moveTo>
                  <a:pt x="5011471" y="123208"/>
                </a:moveTo>
                <a:lnTo>
                  <a:pt x="5134680" y="123208"/>
                </a:lnTo>
                <a:lnTo>
                  <a:pt x="5134680" y="0"/>
                </a:lnTo>
                <a:lnTo>
                  <a:pt x="5011471" y="0"/>
                </a:lnTo>
                <a:close/>
              </a:path>
            </a:pathLst>
          </a:custGeom>
          <a:solidFill>
            <a:srgbClr val="BADBC4"/>
          </a:solidFill>
          <a:ln>
            <a:noFill/>
          </a:ln>
        </p:spPr>
      </p:sp>
      <p:sp>
        <p:nvSpPr>
          <p:cNvPr id="102" name="Shape 102"/>
          <p:cNvSpPr/>
          <p:nvPr/>
        </p:nvSpPr>
        <p:spPr>
          <a:xfrm>
            <a:off x="1718605" y="1763440"/>
            <a:ext cx="5271579" cy="4939111"/>
          </a:xfrm>
          <a:custGeom>
            <a:avLst/>
            <a:gdLst/>
            <a:ahLst/>
            <a:cxnLst/>
            <a:rect l="0" t="0" r="r" b="b"/>
            <a:pathLst>
              <a:path w="5271579" h="4939111">
                <a:moveTo>
                  <a:pt x="5148370" y="123208"/>
                </a:moveTo>
                <a:lnTo>
                  <a:pt x="5271579" y="123208"/>
                </a:lnTo>
                <a:lnTo>
                  <a:pt x="5271579" y="0"/>
                </a:lnTo>
                <a:lnTo>
                  <a:pt x="5148370" y="0"/>
                </a:lnTo>
                <a:close/>
              </a:path>
            </a:pathLst>
          </a:custGeom>
          <a:solidFill>
            <a:srgbClr val="94C8A1"/>
          </a:solidFill>
          <a:ln>
            <a:noFill/>
          </a:ln>
        </p:spPr>
      </p:sp>
      <p:sp>
        <p:nvSpPr>
          <p:cNvPr id="103" name="Shape 103"/>
          <p:cNvSpPr/>
          <p:nvPr/>
        </p:nvSpPr>
        <p:spPr>
          <a:xfrm>
            <a:off x="1718605" y="1763440"/>
            <a:ext cx="5408478" cy="4939111"/>
          </a:xfrm>
          <a:custGeom>
            <a:avLst/>
            <a:gdLst/>
            <a:ahLst/>
            <a:cxnLst/>
            <a:rect l="0" t="0" r="r" b="b"/>
            <a:pathLst>
              <a:path w="5408478" h="4939111">
                <a:moveTo>
                  <a:pt x="5285269" y="123208"/>
                </a:moveTo>
                <a:lnTo>
                  <a:pt x="5408478" y="123208"/>
                </a:lnTo>
                <a:lnTo>
                  <a:pt x="5408478" y="0"/>
                </a:lnTo>
                <a:lnTo>
                  <a:pt x="5285269" y="0"/>
                </a:lnTo>
                <a:close/>
              </a:path>
            </a:pathLst>
          </a:custGeom>
          <a:solidFill>
            <a:srgbClr val="76B985"/>
          </a:solidFill>
          <a:ln>
            <a:noFill/>
          </a:ln>
        </p:spPr>
      </p:sp>
      <p:sp>
        <p:nvSpPr>
          <p:cNvPr id="104" name="Shape 104"/>
          <p:cNvSpPr/>
          <p:nvPr/>
        </p:nvSpPr>
        <p:spPr>
          <a:xfrm>
            <a:off x="1718605" y="1763440"/>
            <a:ext cx="5545376" cy="4939111"/>
          </a:xfrm>
          <a:custGeom>
            <a:avLst/>
            <a:gdLst/>
            <a:ahLst/>
            <a:cxnLst/>
            <a:rect l="0" t="0" r="r" b="b"/>
            <a:pathLst>
              <a:path w="5545376" h="4939111">
                <a:moveTo>
                  <a:pt x="5422168" y="123208"/>
                </a:moveTo>
                <a:lnTo>
                  <a:pt x="5545376" y="123208"/>
                </a:lnTo>
                <a:lnTo>
                  <a:pt x="5545376" y="0"/>
                </a:lnTo>
                <a:lnTo>
                  <a:pt x="5422168" y="0"/>
                </a:lnTo>
                <a:close/>
              </a:path>
            </a:pathLst>
          </a:custGeom>
          <a:solidFill>
            <a:srgbClr val="94C8A1"/>
          </a:solidFill>
          <a:ln>
            <a:noFill/>
          </a:ln>
        </p:spPr>
      </p:sp>
      <p:sp>
        <p:nvSpPr>
          <p:cNvPr id="105" name="Shape 105"/>
          <p:cNvSpPr/>
          <p:nvPr/>
        </p:nvSpPr>
        <p:spPr>
          <a:xfrm>
            <a:off x="1718605" y="1763440"/>
            <a:ext cx="5682275" cy="4939111"/>
          </a:xfrm>
          <a:custGeom>
            <a:avLst/>
            <a:gdLst/>
            <a:ahLst/>
            <a:cxnLst/>
            <a:rect l="0" t="0" r="r" b="b"/>
            <a:pathLst>
              <a:path w="5682275" h="4939111">
                <a:moveTo>
                  <a:pt x="5559066" y="123208"/>
                </a:moveTo>
                <a:lnTo>
                  <a:pt x="5682275" y="123208"/>
                </a:lnTo>
                <a:lnTo>
                  <a:pt x="5682275" y="0"/>
                </a:lnTo>
                <a:lnTo>
                  <a:pt x="5559066" y="0"/>
                </a:lnTo>
                <a:close/>
              </a:path>
            </a:pathLst>
          </a:custGeom>
          <a:solidFill>
            <a:srgbClr val="9FCEAB"/>
          </a:solidFill>
          <a:ln>
            <a:noFill/>
          </a:ln>
        </p:spPr>
      </p:sp>
      <p:sp>
        <p:nvSpPr>
          <p:cNvPr id="106" name="Shape 106"/>
          <p:cNvSpPr/>
          <p:nvPr/>
        </p:nvSpPr>
        <p:spPr>
          <a:xfrm>
            <a:off x="1718605" y="1626542"/>
            <a:ext cx="4860883" cy="5076009"/>
          </a:xfrm>
          <a:custGeom>
            <a:avLst/>
            <a:gdLst/>
            <a:ahLst/>
            <a:cxnLst/>
            <a:rect l="0" t="0" r="r" b="b"/>
            <a:pathLst>
              <a:path w="4860883" h="5076009">
                <a:moveTo>
                  <a:pt x="4737674" y="123208"/>
                </a:moveTo>
                <a:lnTo>
                  <a:pt x="4860883" y="123208"/>
                </a:lnTo>
                <a:lnTo>
                  <a:pt x="4860883" y="0"/>
                </a:lnTo>
                <a:lnTo>
                  <a:pt x="4737674" y="0"/>
                </a:lnTo>
                <a:close/>
              </a:path>
            </a:pathLst>
          </a:custGeom>
          <a:solidFill>
            <a:srgbClr val="E1EFE8"/>
          </a:solidFill>
          <a:ln>
            <a:noFill/>
          </a:ln>
        </p:spPr>
      </p:sp>
      <p:sp>
        <p:nvSpPr>
          <p:cNvPr id="107" name="Shape 107"/>
          <p:cNvSpPr/>
          <p:nvPr/>
        </p:nvSpPr>
        <p:spPr>
          <a:xfrm>
            <a:off x="1718605" y="1626542"/>
            <a:ext cx="4997781" cy="5076009"/>
          </a:xfrm>
          <a:custGeom>
            <a:avLst/>
            <a:gdLst/>
            <a:ahLst/>
            <a:cxnLst/>
            <a:rect l="0" t="0" r="r" b="b"/>
            <a:pathLst>
              <a:path w="4997781" h="5076009">
                <a:moveTo>
                  <a:pt x="4874573" y="123208"/>
                </a:moveTo>
                <a:lnTo>
                  <a:pt x="4997781" y="123208"/>
                </a:lnTo>
                <a:lnTo>
                  <a:pt x="4997781" y="0"/>
                </a:lnTo>
                <a:lnTo>
                  <a:pt x="4874573" y="0"/>
                </a:lnTo>
                <a:close/>
              </a:path>
            </a:pathLst>
          </a:custGeom>
          <a:solidFill>
            <a:srgbClr val="B9DBC3"/>
          </a:solidFill>
          <a:ln>
            <a:noFill/>
          </a:ln>
        </p:spPr>
      </p:sp>
      <p:sp>
        <p:nvSpPr>
          <p:cNvPr id="108" name="Shape 108"/>
          <p:cNvSpPr/>
          <p:nvPr/>
        </p:nvSpPr>
        <p:spPr>
          <a:xfrm>
            <a:off x="1718605" y="1626542"/>
            <a:ext cx="5134680" cy="5076009"/>
          </a:xfrm>
          <a:custGeom>
            <a:avLst/>
            <a:gdLst/>
            <a:ahLst/>
            <a:cxnLst/>
            <a:rect l="0" t="0" r="r" b="b"/>
            <a:pathLst>
              <a:path w="5134680" h="5076009">
                <a:moveTo>
                  <a:pt x="5011471" y="123208"/>
                </a:moveTo>
                <a:lnTo>
                  <a:pt x="5134680" y="123208"/>
                </a:lnTo>
                <a:lnTo>
                  <a:pt x="5134680" y="0"/>
                </a:lnTo>
                <a:lnTo>
                  <a:pt x="5011471" y="0"/>
                </a:lnTo>
                <a:close/>
              </a:path>
            </a:pathLst>
          </a:custGeom>
          <a:solidFill>
            <a:srgbClr val="B4D8BE"/>
          </a:solidFill>
          <a:ln>
            <a:noFill/>
          </a:ln>
        </p:spPr>
      </p:sp>
      <p:sp>
        <p:nvSpPr>
          <p:cNvPr id="109" name="Shape 109"/>
          <p:cNvSpPr/>
          <p:nvPr/>
        </p:nvSpPr>
        <p:spPr>
          <a:xfrm>
            <a:off x="1718605" y="1626542"/>
            <a:ext cx="5271579" cy="5076009"/>
          </a:xfrm>
          <a:custGeom>
            <a:avLst/>
            <a:gdLst/>
            <a:ahLst/>
            <a:cxnLst/>
            <a:rect l="0" t="0" r="r" b="b"/>
            <a:pathLst>
              <a:path w="5271579" h="5076009">
                <a:moveTo>
                  <a:pt x="5148370" y="123208"/>
                </a:moveTo>
                <a:lnTo>
                  <a:pt x="5271579" y="123208"/>
                </a:lnTo>
                <a:lnTo>
                  <a:pt x="5271579" y="0"/>
                </a:lnTo>
                <a:lnTo>
                  <a:pt x="5148370" y="0"/>
                </a:lnTo>
                <a:close/>
              </a:path>
            </a:pathLst>
          </a:custGeom>
          <a:solidFill>
            <a:srgbClr val="6CB47C"/>
          </a:solidFill>
          <a:ln>
            <a:noFill/>
          </a:ln>
        </p:spPr>
      </p:sp>
      <p:sp>
        <p:nvSpPr>
          <p:cNvPr id="110" name="Shape 110"/>
          <p:cNvSpPr/>
          <p:nvPr/>
        </p:nvSpPr>
        <p:spPr>
          <a:xfrm>
            <a:off x="1718605" y="1626542"/>
            <a:ext cx="5408478" cy="5076009"/>
          </a:xfrm>
          <a:custGeom>
            <a:avLst/>
            <a:gdLst/>
            <a:ahLst/>
            <a:cxnLst/>
            <a:rect l="0" t="0" r="r" b="b"/>
            <a:pathLst>
              <a:path w="5408478" h="5076009">
                <a:moveTo>
                  <a:pt x="5285269" y="123208"/>
                </a:moveTo>
                <a:lnTo>
                  <a:pt x="5408478" y="123208"/>
                </a:lnTo>
                <a:lnTo>
                  <a:pt x="5408478" y="0"/>
                </a:lnTo>
                <a:lnTo>
                  <a:pt x="5285269" y="0"/>
                </a:lnTo>
                <a:close/>
              </a:path>
            </a:pathLst>
          </a:custGeom>
          <a:solidFill>
            <a:srgbClr val="59AB6B"/>
          </a:solidFill>
          <a:ln>
            <a:noFill/>
          </a:ln>
        </p:spPr>
      </p:sp>
      <p:sp>
        <p:nvSpPr>
          <p:cNvPr id="111" name="Shape 111"/>
          <p:cNvSpPr/>
          <p:nvPr/>
        </p:nvSpPr>
        <p:spPr>
          <a:xfrm>
            <a:off x="1718605" y="1626542"/>
            <a:ext cx="5545376" cy="5076009"/>
          </a:xfrm>
          <a:custGeom>
            <a:avLst/>
            <a:gdLst/>
            <a:ahLst/>
            <a:cxnLst/>
            <a:rect l="0" t="0" r="r" b="b"/>
            <a:pathLst>
              <a:path w="5545376" h="5076009">
                <a:moveTo>
                  <a:pt x="5422168" y="123208"/>
                </a:moveTo>
                <a:lnTo>
                  <a:pt x="5545376" y="123208"/>
                </a:lnTo>
                <a:lnTo>
                  <a:pt x="5545376" y="0"/>
                </a:lnTo>
                <a:lnTo>
                  <a:pt x="5422168" y="0"/>
                </a:lnTo>
                <a:close/>
              </a:path>
            </a:pathLst>
          </a:custGeom>
          <a:solidFill>
            <a:srgbClr val="65B176"/>
          </a:solidFill>
          <a:ln>
            <a:noFill/>
          </a:ln>
        </p:spPr>
      </p:sp>
      <p:sp>
        <p:nvSpPr>
          <p:cNvPr id="112" name="Shape 112"/>
          <p:cNvSpPr/>
          <p:nvPr/>
        </p:nvSpPr>
        <p:spPr>
          <a:xfrm>
            <a:off x="1718605" y="1626542"/>
            <a:ext cx="5682275" cy="5076009"/>
          </a:xfrm>
          <a:custGeom>
            <a:avLst/>
            <a:gdLst/>
            <a:ahLst/>
            <a:cxnLst/>
            <a:rect l="0" t="0" r="r" b="b"/>
            <a:pathLst>
              <a:path w="5682275" h="5076009">
                <a:moveTo>
                  <a:pt x="5559066" y="123208"/>
                </a:moveTo>
                <a:lnTo>
                  <a:pt x="5682275" y="123208"/>
                </a:lnTo>
                <a:lnTo>
                  <a:pt x="5682275" y="0"/>
                </a:lnTo>
                <a:lnTo>
                  <a:pt x="5559066" y="0"/>
                </a:lnTo>
                <a:close/>
              </a:path>
            </a:pathLst>
          </a:custGeom>
          <a:solidFill>
            <a:srgbClr val="77BA86"/>
          </a:solidFill>
          <a:ln>
            <a:noFill/>
          </a:ln>
        </p:spPr>
      </p:sp>
      <p:sp>
        <p:nvSpPr>
          <p:cNvPr id="113" name="Shape 113"/>
          <p:cNvSpPr/>
          <p:nvPr/>
        </p:nvSpPr>
        <p:spPr>
          <a:xfrm>
            <a:off x="1718605" y="1489643"/>
            <a:ext cx="4860883" cy="5212908"/>
          </a:xfrm>
          <a:custGeom>
            <a:avLst/>
            <a:gdLst/>
            <a:ahLst/>
            <a:cxnLst/>
            <a:rect l="0" t="0" r="r" b="b"/>
            <a:pathLst>
              <a:path w="4860883" h="5212908">
                <a:moveTo>
                  <a:pt x="4737674" y="123208"/>
                </a:moveTo>
                <a:lnTo>
                  <a:pt x="4860883" y="123208"/>
                </a:lnTo>
                <a:lnTo>
                  <a:pt x="4860883" y="0"/>
                </a:lnTo>
                <a:lnTo>
                  <a:pt x="4737674" y="0"/>
                </a:lnTo>
                <a:close/>
              </a:path>
            </a:pathLst>
          </a:custGeom>
          <a:solidFill>
            <a:srgbClr val="CAE3D3"/>
          </a:solidFill>
          <a:ln>
            <a:noFill/>
          </a:ln>
        </p:spPr>
      </p:sp>
      <p:sp>
        <p:nvSpPr>
          <p:cNvPr id="114" name="Shape 114"/>
          <p:cNvSpPr/>
          <p:nvPr/>
        </p:nvSpPr>
        <p:spPr>
          <a:xfrm>
            <a:off x="1718605" y="1489643"/>
            <a:ext cx="4997781" cy="5212908"/>
          </a:xfrm>
          <a:custGeom>
            <a:avLst/>
            <a:gdLst/>
            <a:ahLst/>
            <a:cxnLst/>
            <a:rect l="0" t="0" r="r" b="b"/>
            <a:pathLst>
              <a:path w="4997781" h="5212908">
                <a:moveTo>
                  <a:pt x="4874573" y="123208"/>
                </a:moveTo>
                <a:lnTo>
                  <a:pt x="4997781" y="123208"/>
                </a:lnTo>
                <a:lnTo>
                  <a:pt x="4997781" y="0"/>
                </a:lnTo>
                <a:lnTo>
                  <a:pt x="4874573" y="0"/>
                </a:lnTo>
                <a:close/>
              </a:path>
            </a:pathLst>
          </a:custGeom>
          <a:solidFill>
            <a:srgbClr val="D9EBE0"/>
          </a:solidFill>
          <a:ln>
            <a:noFill/>
          </a:ln>
        </p:spPr>
      </p:sp>
      <p:sp>
        <p:nvSpPr>
          <p:cNvPr id="115" name="Shape 115"/>
          <p:cNvSpPr/>
          <p:nvPr/>
        </p:nvSpPr>
        <p:spPr>
          <a:xfrm>
            <a:off x="1718605" y="1489643"/>
            <a:ext cx="5134680" cy="5212908"/>
          </a:xfrm>
          <a:custGeom>
            <a:avLst/>
            <a:gdLst/>
            <a:ahLst/>
            <a:cxnLst/>
            <a:rect l="0" t="0" r="r" b="b"/>
            <a:pathLst>
              <a:path w="5134680" h="5212908">
                <a:moveTo>
                  <a:pt x="5011471" y="123208"/>
                </a:moveTo>
                <a:lnTo>
                  <a:pt x="5134680" y="123208"/>
                </a:lnTo>
                <a:lnTo>
                  <a:pt x="5134680" y="0"/>
                </a:lnTo>
                <a:lnTo>
                  <a:pt x="5011471" y="0"/>
                </a:lnTo>
                <a:close/>
              </a:path>
            </a:pathLst>
          </a:custGeom>
          <a:solidFill>
            <a:srgbClr val="E6E8EC"/>
          </a:solidFill>
          <a:ln>
            <a:noFill/>
          </a:ln>
        </p:spPr>
      </p:sp>
      <p:sp>
        <p:nvSpPr>
          <p:cNvPr id="116" name="Shape 116"/>
          <p:cNvSpPr/>
          <p:nvPr/>
        </p:nvSpPr>
        <p:spPr>
          <a:xfrm>
            <a:off x="1718605" y="1489643"/>
            <a:ext cx="5271579" cy="5212908"/>
          </a:xfrm>
          <a:custGeom>
            <a:avLst/>
            <a:gdLst/>
            <a:ahLst/>
            <a:cxnLst/>
            <a:rect l="0" t="0" r="r" b="b"/>
            <a:pathLst>
              <a:path w="5271579" h="5212908">
                <a:moveTo>
                  <a:pt x="5148370" y="123208"/>
                </a:moveTo>
                <a:lnTo>
                  <a:pt x="5271579" y="123208"/>
                </a:lnTo>
                <a:lnTo>
                  <a:pt x="5271579" y="0"/>
                </a:lnTo>
                <a:lnTo>
                  <a:pt x="5148370" y="0"/>
                </a:lnTo>
                <a:close/>
              </a:path>
            </a:pathLst>
          </a:custGeom>
          <a:solidFill>
            <a:srgbClr val="82BF90"/>
          </a:solidFill>
          <a:ln>
            <a:noFill/>
          </a:ln>
        </p:spPr>
      </p:sp>
      <p:sp>
        <p:nvSpPr>
          <p:cNvPr id="117" name="Shape 117"/>
          <p:cNvSpPr/>
          <p:nvPr/>
        </p:nvSpPr>
        <p:spPr>
          <a:xfrm>
            <a:off x="1718605" y="1489643"/>
            <a:ext cx="5408478" cy="5212908"/>
          </a:xfrm>
          <a:custGeom>
            <a:avLst/>
            <a:gdLst/>
            <a:ahLst/>
            <a:cxnLst/>
            <a:rect l="0" t="0" r="r" b="b"/>
            <a:pathLst>
              <a:path w="5408478" h="5212908">
                <a:moveTo>
                  <a:pt x="5285269" y="123208"/>
                </a:moveTo>
                <a:lnTo>
                  <a:pt x="5408478" y="123208"/>
                </a:lnTo>
                <a:lnTo>
                  <a:pt x="5408478" y="0"/>
                </a:lnTo>
                <a:lnTo>
                  <a:pt x="5285269" y="0"/>
                </a:lnTo>
                <a:close/>
              </a:path>
            </a:pathLst>
          </a:custGeom>
          <a:solidFill>
            <a:srgbClr val="59AB6B"/>
          </a:solidFill>
          <a:ln>
            <a:noFill/>
          </a:ln>
        </p:spPr>
      </p:sp>
      <p:sp>
        <p:nvSpPr>
          <p:cNvPr id="118" name="Shape 118"/>
          <p:cNvSpPr/>
          <p:nvPr/>
        </p:nvSpPr>
        <p:spPr>
          <a:xfrm>
            <a:off x="1718605" y="1489643"/>
            <a:ext cx="5545376" cy="5212908"/>
          </a:xfrm>
          <a:custGeom>
            <a:avLst/>
            <a:gdLst/>
            <a:ahLst/>
            <a:cxnLst/>
            <a:rect l="0" t="0" r="r" b="b"/>
            <a:pathLst>
              <a:path w="5545376" h="5212908">
                <a:moveTo>
                  <a:pt x="5422168" y="123208"/>
                </a:moveTo>
                <a:lnTo>
                  <a:pt x="5545376" y="123208"/>
                </a:lnTo>
                <a:lnTo>
                  <a:pt x="5545376" y="0"/>
                </a:lnTo>
                <a:lnTo>
                  <a:pt x="5422168" y="0"/>
                </a:lnTo>
                <a:close/>
              </a:path>
            </a:pathLst>
          </a:custGeom>
          <a:solidFill>
            <a:srgbClr val="59AB6B"/>
          </a:solidFill>
          <a:ln>
            <a:noFill/>
          </a:ln>
        </p:spPr>
      </p:sp>
      <p:sp>
        <p:nvSpPr>
          <p:cNvPr id="119" name="Shape 119"/>
          <p:cNvSpPr/>
          <p:nvPr/>
        </p:nvSpPr>
        <p:spPr>
          <a:xfrm>
            <a:off x="1718605" y="1489643"/>
            <a:ext cx="5682275" cy="5212908"/>
          </a:xfrm>
          <a:custGeom>
            <a:avLst/>
            <a:gdLst/>
            <a:ahLst/>
            <a:cxnLst/>
            <a:rect l="0" t="0" r="r" b="b"/>
            <a:pathLst>
              <a:path w="5682275" h="5212908">
                <a:moveTo>
                  <a:pt x="5559066" y="123208"/>
                </a:moveTo>
                <a:lnTo>
                  <a:pt x="5682275" y="123208"/>
                </a:lnTo>
                <a:lnTo>
                  <a:pt x="5682275" y="0"/>
                </a:lnTo>
                <a:lnTo>
                  <a:pt x="5559066" y="0"/>
                </a:lnTo>
                <a:close/>
              </a:path>
            </a:pathLst>
          </a:custGeom>
          <a:solidFill>
            <a:srgbClr val="8EC59C"/>
          </a:solidFill>
          <a:ln>
            <a:noFill/>
          </a:ln>
        </p:spPr>
      </p:sp>
      <p:sp>
        <p:nvSpPr>
          <p:cNvPr id="120" name="Shape 120"/>
          <p:cNvSpPr/>
          <p:nvPr/>
        </p:nvSpPr>
        <p:spPr>
          <a:xfrm>
            <a:off x="1718605" y="1352744"/>
            <a:ext cx="4860883" cy="5349807"/>
          </a:xfrm>
          <a:custGeom>
            <a:avLst/>
            <a:gdLst/>
            <a:ahLst/>
            <a:cxnLst/>
            <a:rect l="0" t="0" r="r" b="b"/>
            <a:pathLst>
              <a:path w="4860883" h="5349807">
                <a:moveTo>
                  <a:pt x="4737674" y="123208"/>
                </a:moveTo>
                <a:lnTo>
                  <a:pt x="4860883" y="123208"/>
                </a:lnTo>
                <a:lnTo>
                  <a:pt x="4860883" y="0"/>
                </a:lnTo>
                <a:lnTo>
                  <a:pt x="4737674" y="0"/>
                </a:lnTo>
                <a:close/>
              </a:path>
            </a:pathLst>
          </a:custGeom>
          <a:solidFill>
            <a:srgbClr val="E1EFE7"/>
          </a:solidFill>
          <a:ln>
            <a:noFill/>
          </a:ln>
        </p:spPr>
      </p:sp>
      <p:sp>
        <p:nvSpPr>
          <p:cNvPr id="121" name="Shape 121"/>
          <p:cNvSpPr/>
          <p:nvPr/>
        </p:nvSpPr>
        <p:spPr>
          <a:xfrm>
            <a:off x="1718605" y="1352744"/>
            <a:ext cx="4997781" cy="5349807"/>
          </a:xfrm>
          <a:custGeom>
            <a:avLst/>
            <a:gdLst/>
            <a:ahLst/>
            <a:cxnLst/>
            <a:rect l="0" t="0" r="r" b="b"/>
            <a:pathLst>
              <a:path w="4997781" h="5349807">
                <a:moveTo>
                  <a:pt x="4874573" y="123208"/>
                </a:moveTo>
                <a:lnTo>
                  <a:pt x="4997781" y="123208"/>
                </a:lnTo>
                <a:lnTo>
                  <a:pt x="4997781" y="0"/>
                </a:lnTo>
                <a:lnTo>
                  <a:pt x="4874573" y="0"/>
                </a:lnTo>
                <a:close/>
              </a:path>
            </a:pathLst>
          </a:custGeom>
          <a:solidFill>
            <a:srgbClr val="C1DFCB"/>
          </a:solidFill>
          <a:ln>
            <a:noFill/>
          </a:ln>
        </p:spPr>
      </p:sp>
      <p:sp>
        <p:nvSpPr>
          <p:cNvPr id="122" name="Shape 122"/>
          <p:cNvSpPr/>
          <p:nvPr/>
        </p:nvSpPr>
        <p:spPr>
          <a:xfrm>
            <a:off x="1718605" y="1352744"/>
            <a:ext cx="5134680" cy="5349807"/>
          </a:xfrm>
          <a:custGeom>
            <a:avLst/>
            <a:gdLst/>
            <a:ahLst/>
            <a:cxnLst/>
            <a:rect l="0" t="0" r="r" b="b"/>
            <a:pathLst>
              <a:path w="5134680" h="5349807">
                <a:moveTo>
                  <a:pt x="5011471" y="123208"/>
                </a:moveTo>
                <a:lnTo>
                  <a:pt x="5134680" y="123208"/>
                </a:lnTo>
                <a:lnTo>
                  <a:pt x="5134680" y="0"/>
                </a:lnTo>
                <a:lnTo>
                  <a:pt x="5011471" y="0"/>
                </a:lnTo>
                <a:close/>
              </a:path>
            </a:pathLst>
          </a:custGeom>
          <a:solidFill>
            <a:srgbClr val="B8DAC2"/>
          </a:solidFill>
          <a:ln>
            <a:noFill/>
          </a:ln>
        </p:spPr>
      </p:sp>
      <p:sp>
        <p:nvSpPr>
          <p:cNvPr id="123" name="Shape 123"/>
          <p:cNvSpPr/>
          <p:nvPr/>
        </p:nvSpPr>
        <p:spPr>
          <a:xfrm>
            <a:off x="1718605" y="1352744"/>
            <a:ext cx="5271579" cy="5349807"/>
          </a:xfrm>
          <a:custGeom>
            <a:avLst/>
            <a:gdLst/>
            <a:ahLst/>
            <a:cxnLst/>
            <a:rect l="0" t="0" r="r" b="b"/>
            <a:pathLst>
              <a:path w="5271579" h="5349807">
                <a:moveTo>
                  <a:pt x="5148370" y="123208"/>
                </a:moveTo>
                <a:lnTo>
                  <a:pt x="5271579" y="123208"/>
                </a:lnTo>
                <a:lnTo>
                  <a:pt x="5271579" y="0"/>
                </a:lnTo>
                <a:lnTo>
                  <a:pt x="5148370" y="0"/>
                </a:lnTo>
                <a:close/>
              </a:path>
            </a:pathLst>
          </a:custGeom>
          <a:solidFill>
            <a:srgbClr val="99CBA6"/>
          </a:solidFill>
          <a:ln>
            <a:noFill/>
          </a:ln>
        </p:spPr>
      </p:sp>
      <p:sp>
        <p:nvSpPr>
          <p:cNvPr id="124" name="Shape 124"/>
          <p:cNvSpPr/>
          <p:nvPr/>
        </p:nvSpPr>
        <p:spPr>
          <a:xfrm>
            <a:off x="1718605" y="1352744"/>
            <a:ext cx="5408478" cy="5349807"/>
          </a:xfrm>
          <a:custGeom>
            <a:avLst/>
            <a:gdLst/>
            <a:ahLst/>
            <a:cxnLst/>
            <a:rect l="0" t="0" r="r" b="b"/>
            <a:pathLst>
              <a:path w="5408478" h="5349807">
                <a:moveTo>
                  <a:pt x="5285269" y="123208"/>
                </a:moveTo>
                <a:lnTo>
                  <a:pt x="5408478" y="123208"/>
                </a:lnTo>
                <a:lnTo>
                  <a:pt x="5408478" y="0"/>
                </a:lnTo>
                <a:lnTo>
                  <a:pt x="5285269" y="0"/>
                </a:lnTo>
                <a:close/>
              </a:path>
            </a:pathLst>
          </a:custGeom>
          <a:solidFill>
            <a:srgbClr val="E6E8EC"/>
          </a:solidFill>
          <a:ln>
            <a:noFill/>
          </a:ln>
        </p:spPr>
      </p:sp>
      <p:sp>
        <p:nvSpPr>
          <p:cNvPr id="125" name="Shape 125"/>
          <p:cNvSpPr/>
          <p:nvPr/>
        </p:nvSpPr>
        <p:spPr>
          <a:xfrm>
            <a:off x="1718605" y="1352744"/>
            <a:ext cx="5545376" cy="5349807"/>
          </a:xfrm>
          <a:custGeom>
            <a:avLst/>
            <a:gdLst/>
            <a:ahLst/>
            <a:cxnLst/>
            <a:rect l="0" t="0" r="r" b="b"/>
            <a:pathLst>
              <a:path w="5545376" h="5349807">
                <a:moveTo>
                  <a:pt x="5422168" y="123208"/>
                </a:moveTo>
                <a:lnTo>
                  <a:pt x="5545376" y="123208"/>
                </a:lnTo>
                <a:lnTo>
                  <a:pt x="5545376" y="0"/>
                </a:lnTo>
                <a:lnTo>
                  <a:pt x="5422168" y="0"/>
                </a:lnTo>
                <a:close/>
              </a:path>
            </a:pathLst>
          </a:custGeom>
          <a:solidFill>
            <a:srgbClr val="7BBC8A"/>
          </a:solidFill>
          <a:ln>
            <a:noFill/>
          </a:ln>
        </p:spPr>
      </p:sp>
      <p:sp>
        <p:nvSpPr>
          <p:cNvPr id="126" name="Shape 126"/>
          <p:cNvSpPr/>
          <p:nvPr/>
        </p:nvSpPr>
        <p:spPr>
          <a:xfrm>
            <a:off x="1718605" y="1352744"/>
            <a:ext cx="5682275" cy="5349807"/>
          </a:xfrm>
          <a:custGeom>
            <a:avLst/>
            <a:gdLst/>
            <a:ahLst/>
            <a:cxnLst/>
            <a:rect l="0" t="0" r="r" b="b"/>
            <a:pathLst>
              <a:path w="5682275" h="5349807">
                <a:moveTo>
                  <a:pt x="5559066" y="123208"/>
                </a:moveTo>
                <a:lnTo>
                  <a:pt x="5682275" y="123208"/>
                </a:lnTo>
                <a:lnTo>
                  <a:pt x="5682275" y="0"/>
                </a:lnTo>
                <a:lnTo>
                  <a:pt x="5559066" y="0"/>
                </a:lnTo>
                <a:close/>
              </a:path>
            </a:pathLst>
          </a:custGeom>
          <a:solidFill>
            <a:srgbClr val="90C69D"/>
          </a:solidFill>
          <a:ln>
            <a:noFill/>
          </a:ln>
        </p:spPr>
      </p:sp>
      <p:sp>
        <p:nvSpPr>
          <p:cNvPr id="127" name="Shape 127"/>
          <p:cNvSpPr/>
          <p:nvPr/>
        </p:nvSpPr>
        <p:spPr>
          <a:xfrm>
            <a:off x="1718605" y="1215845"/>
            <a:ext cx="4860883" cy="5486706"/>
          </a:xfrm>
          <a:custGeom>
            <a:avLst/>
            <a:gdLst/>
            <a:ahLst/>
            <a:cxnLst/>
            <a:rect l="0" t="0" r="r" b="b"/>
            <a:pathLst>
              <a:path w="4860883" h="5486706">
                <a:moveTo>
                  <a:pt x="4737674" y="123208"/>
                </a:moveTo>
                <a:lnTo>
                  <a:pt x="4860883" y="123208"/>
                </a:lnTo>
                <a:lnTo>
                  <a:pt x="4860883" y="0"/>
                </a:lnTo>
                <a:lnTo>
                  <a:pt x="4737674" y="0"/>
                </a:lnTo>
                <a:close/>
              </a:path>
            </a:pathLst>
          </a:custGeom>
          <a:solidFill>
            <a:srgbClr val="E7F2ED"/>
          </a:solidFill>
          <a:ln>
            <a:noFill/>
          </a:ln>
        </p:spPr>
      </p:sp>
      <p:sp>
        <p:nvSpPr>
          <p:cNvPr id="128" name="Shape 128"/>
          <p:cNvSpPr/>
          <p:nvPr/>
        </p:nvSpPr>
        <p:spPr>
          <a:xfrm>
            <a:off x="1718605" y="1215845"/>
            <a:ext cx="4997781" cy="5486706"/>
          </a:xfrm>
          <a:custGeom>
            <a:avLst/>
            <a:gdLst/>
            <a:ahLst/>
            <a:cxnLst/>
            <a:rect l="0" t="0" r="r" b="b"/>
            <a:pathLst>
              <a:path w="4997781" h="5486706">
                <a:moveTo>
                  <a:pt x="4874573" y="123208"/>
                </a:moveTo>
                <a:lnTo>
                  <a:pt x="4997781" y="123208"/>
                </a:lnTo>
                <a:lnTo>
                  <a:pt x="4997781" y="0"/>
                </a:lnTo>
                <a:lnTo>
                  <a:pt x="4874573" y="0"/>
                </a:lnTo>
                <a:close/>
              </a:path>
            </a:pathLst>
          </a:custGeom>
          <a:solidFill>
            <a:srgbClr val="DCECE3"/>
          </a:solidFill>
          <a:ln>
            <a:noFill/>
          </a:ln>
        </p:spPr>
      </p:sp>
      <p:sp>
        <p:nvSpPr>
          <p:cNvPr id="129" name="Shape 129"/>
          <p:cNvSpPr/>
          <p:nvPr/>
        </p:nvSpPr>
        <p:spPr>
          <a:xfrm>
            <a:off x="1718605" y="1215845"/>
            <a:ext cx="5134680" cy="5486706"/>
          </a:xfrm>
          <a:custGeom>
            <a:avLst/>
            <a:gdLst/>
            <a:ahLst/>
            <a:cxnLst/>
            <a:rect l="0" t="0" r="r" b="b"/>
            <a:pathLst>
              <a:path w="5134680" h="5486706">
                <a:moveTo>
                  <a:pt x="5011471" y="123208"/>
                </a:moveTo>
                <a:lnTo>
                  <a:pt x="5134680" y="123208"/>
                </a:lnTo>
                <a:lnTo>
                  <a:pt x="5134680" y="0"/>
                </a:lnTo>
                <a:lnTo>
                  <a:pt x="5011471" y="0"/>
                </a:lnTo>
                <a:close/>
              </a:path>
            </a:pathLst>
          </a:custGeom>
          <a:solidFill>
            <a:srgbClr val="BBDCC5"/>
          </a:solidFill>
          <a:ln>
            <a:noFill/>
          </a:ln>
        </p:spPr>
      </p:sp>
      <p:sp>
        <p:nvSpPr>
          <p:cNvPr id="130" name="Shape 130"/>
          <p:cNvSpPr/>
          <p:nvPr/>
        </p:nvSpPr>
        <p:spPr>
          <a:xfrm>
            <a:off x="1718605" y="1215845"/>
            <a:ext cx="5271579" cy="5486706"/>
          </a:xfrm>
          <a:custGeom>
            <a:avLst/>
            <a:gdLst/>
            <a:ahLst/>
            <a:cxnLst/>
            <a:rect l="0" t="0" r="r" b="b"/>
            <a:pathLst>
              <a:path w="5271579" h="5486706">
                <a:moveTo>
                  <a:pt x="5148370" y="123208"/>
                </a:moveTo>
                <a:lnTo>
                  <a:pt x="5271579" y="123208"/>
                </a:lnTo>
                <a:lnTo>
                  <a:pt x="5271579" y="0"/>
                </a:lnTo>
                <a:lnTo>
                  <a:pt x="5148370" y="0"/>
                </a:lnTo>
                <a:close/>
              </a:path>
            </a:pathLst>
          </a:custGeom>
          <a:solidFill>
            <a:srgbClr val="B3D8BD"/>
          </a:solidFill>
          <a:ln>
            <a:noFill/>
          </a:ln>
        </p:spPr>
      </p:sp>
      <p:sp>
        <p:nvSpPr>
          <p:cNvPr id="131" name="Shape 131"/>
          <p:cNvSpPr/>
          <p:nvPr/>
        </p:nvSpPr>
        <p:spPr>
          <a:xfrm>
            <a:off x="1718605" y="1215845"/>
            <a:ext cx="5408478" cy="5486706"/>
          </a:xfrm>
          <a:custGeom>
            <a:avLst/>
            <a:gdLst/>
            <a:ahLst/>
            <a:cxnLst/>
            <a:rect l="0" t="0" r="r" b="b"/>
            <a:pathLst>
              <a:path w="5408478" h="5486706">
                <a:moveTo>
                  <a:pt x="5285269" y="123208"/>
                </a:moveTo>
                <a:lnTo>
                  <a:pt x="5408478" y="123208"/>
                </a:lnTo>
                <a:lnTo>
                  <a:pt x="5408478" y="0"/>
                </a:lnTo>
                <a:lnTo>
                  <a:pt x="5285269" y="0"/>
                </a:lnTo>
                <a:close/>
              </a:path>
            </a:pathLst>
          </a:custGeom>
          <a:solidFill>
            <a:srgbClr val="A5D1B1"/>
          </a:solidFill>
          <a:ln>
            <a:noFill/>
          </a:ln>
        </p:spPr>
      </p:sp>
      <p:sp>
        <p:nvSpPr>
          <p:cNvPr id="132" name="Shape 132"/>
          <p:cNvSpPr/>
          <p:nvPr/>
        </p:nvSpPr>
        <p:spPr>
          <a:xfrm>
            <a:off x="1718605" y="1215845"/>
            <a:ext cx="5545376" cy="5486706"/>
          </a:xfrm>
          <a:custGeom>
            <a:avLst/>
            <a:gdLst/>
            <a:ahLst/>
            <a:cxnLst/>
            <a:rect l="0" t="0" r="r" b="b"/>
            <a:pathLst>
              <a:path w="5545376" h="5486706">
                <a:moveTo>
                  <a:pt x="5422168" y="123208"/>
                </a:moveTo>
                <a:lnTo>
                  <a:pt x="5545376" y="123208"/>
                </a:lnTo>
                <a:lnTo>
                  <a:pt x="5545376" y="0"/>
                </a:lnTo>
                <a:lnTo>
                  <a:pt x="5422168" y="0"/>
                </a:lnTo>
                <a:close/>
              </a:path>
            </a:pathLst>
          </a:custGeom>
          <a:solidFill>
            <a:srgbClr val="B3D8BE"/>
          </a:solidFill>
          <a:ln>
            <a:noFill/>
          </a:ln>
        </p:spPr>
      </p:sp>
      <p:sp>
        <p:nvSpPr>
          <p:cNvPr id="133" name="Shape 133"/>
          <p:cNvSpPr/>
          <p:nvPr/>
        </p:nvSpPr>
        <p:spPr>
          <a:xfrm>
            <a:off x="1718605" y="1215845"/>
            <a:ext cx="5682275" cy="5486706"/>
          </a:xfrm>
          <a:custGeom>
            <a:avLst/>
            <a:gdLst/>
            <a:ahLst/>
            <a:cxnLst/>
            <a:rect l="0" t="0" r="r" b="b"/>
            <a:pathLst>
              <a:path w="5682275" h="5486706">
                <a:moveTo>
                  <a:pt x="5559066" y="123208"/>
                </a:moveTo>
                <a:lnTo>
                  <a:pt x="5682275" y="123208"/>
                </a:lnTo>
                <a:lnTo>
                  <a:pt x="5682275" y="0"/>
                </a:lnTo>
                <a:lnTo>
                  <a:pt x="5559066" y="0"/>
                </a:lnTo>
                <a:close/>
              </a:path>
            </a:pathLst>
          </a:custGeom>
          <a:solidFill>
            <a:srgbClr val="E6E8EC"/>
          </a:solidFill>
          <a:ln>
            <a:noFill/>
          </a:ln>
        </p:spPr>
      </p:sp>
      <p:pic>
        <p:nvPicPr>
          <p:cNvPr id="134" name="Picture 133" descr="image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847719" y="2958208"/>
            <a:ext cx="562262" cy="419659"/>
          </a:xfrm>
          <a:prstGeom prst="rect">
            <a:avLst/>
          </a:prstGeom>
        </p:spPr>
      </p:pic>
      <p:pic>
        <p:nvPicPr>
          <p:cNvPr id="135" name="Picture 134" descr="image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58874" y="2958208"/>
            <a:ext cx="562262" cy="419659"/>
          </a:xfrm>
          <a:prstGeom prst="rect">
            <a:avLst/>
          </a:prstGeom>
        </p:spPr>
      </p:pic>
      <p:pic>
        <p:nvPicPr>
          <p:cNvPr id="136" name="Picture 135" descr="image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070029" y="2958208"/>
            <a:ext cx="562262" cy="419659"/>
          </a:xfrm>
          <a:prstGeom prst="rect">
            <a:avLst/>
          </a:prstGeom>
        </p:spPr>
      </p:pic>
      <p:sp>
        <p:nvSpPr>
          <p:cNvPr id="134" name="Shape 134"/>
          <p:cNvSpPr/>
          <p:nvPr/>
        </p:nvSpPr>
        <p:spPr>
          <a:xfrm>
            <a:off x="9517709" y="1644895"/>
            <a:ext cx="390374" cy="266200"/>
          </a:xfrm>
          <a:custGeom>
            <a:avLst/>
            <a:gdLst/>
            <a:ahLst/>
            <a:cxnLst/>
            <a:rect l="0" t="0" r="r" b="b"/>
            <a:pathLst>
              <a:path w="390374" h="266200" fill="none">
                <a:moveTo>
                  <a:pt x="390374" y="266200"/>
                </a:moveTo>
                <a:lnTo>
                  <a:pt x="389619" y="253223"/>
                </a:lnTo>
                <a:lnTo>
                  <a:pt x="387360" y="240298"/>
                </a:lnTo>
                <a:lnTo>
                  <a:pt x="383625" y="227476"/>
                </a:lnTo>
                <a:lnTo>
                  <a:pt x="378457" y="214805"/>
                </a:lnTo>
                <a:lnTo>
                  <a:pt x="371913" y="202331"/>
                </a:lnTo>
                <a:lnTo>
                  <a:pt x="364064" y="190097"/>
                </a:lnTo>
                <a:lnTo>
                  <a:pt x="354993" y="178141"/>
                </a:lnTo>
                <a:lnTo>
                  <a:pt x="344791" y="166495"/>
                </a:lnTo>
                <a:lnTo>
                  <a:pt x="333556" y="155189"/>
                </a:lnTo>
                <a:lnTo>
                  <a:pt x="321391" y="144245"/>
                </a:lnTo>
                <a:lnTo>
                  <a:pt x="308399" y="133681"/>
                </a:lnTo>
                <a:lnTo>
                  <a:pt x="294684" y="123511"/>
                </a:lnTo>
                <a:lnTo>
                  <a:pt x="280349" y="113744"/>
                </a:lnTo>
                <a:lnTo>
                  <a:pt x="265492" y="104383"/>
                </a:lnTo>
                <a:lnTo>
                  <a:pt x="250207" y="95430"/>
                </a:lnTo>
                <a:lnTo>
                  <a:pt x="234583" y="86882"/>
                </a:lnTo>
                <a:lnTo>
                  <a:pt x="218702" y="78733"/>
                </a:lnTo>
                <a:lnTo>
                  <a:pt x="202639" y="70976"/>
                </a:lnTo>
                <a:lnTo>
                  <a:pt x="186462" y="63600"/>
                </a:lnTo>
                <a:lnTo>
                  <a:pt x="170235" y="56595"/>
                </a:lnTo>
                <a:lnTo>
                  <a:pt x="154012" y="49947"/>
                </a:lnTo>
                <a:lnTo>
                  <a:pt x="137841" y="43642"/>
                </a:lnTo>
                <a:lnTo>
                  <a:pt x="121765" y="37667"/>
                </a:lnTo>
                <a:lnTo>
                  <a:pt x="105822" y="32007"/>
                </a:lnTo>
                <a:lnTo>
                  <a:pt x="90042" y="26648"/>
                </a:lnTo>
                <a:lnTo>
                  <a:pt x="74452" y="21574"/>
                </a:lnTo>
                <a:lnTo>
                  <a:pt x="59074" y="16772"/>
                </a:lnTo>
                <a:lnTo>
                  <a:pt x="43927" y="12227"/>
                </a:lnTo>
                <a:lnTo>
                  <a:pt x="29025" y="7925"/>
                </a:lnTo>
                <a:lnTo>
                  <a:pt x="14379" y="3854"/>
                </a:lnTo>
                <a:lnTo>
                  <a:pt x="0" y="0"/>
                </a:lnTo>
              </a:path>
            </a:pathLst>
          </a:custGeom>
          <a:noFill/>
          <a:ln w="18674" cap="rnd">
            <a:solidFill>
              <a:srgbClr val="1F2126"/>
            </a:solidFill>
            <a:round/>
          </a:ln>
        </p:spPr>
      </p:sp>
      <p:sp>
        <p:nvSpPr>
          <p:cNvPr id="135" name="Shape 135"/>
          <p:cNvSpPr/>
          <p:nvPr/>
        </p:nvSpPr>
        <p:spPr>
          <a:xfrm>
            <a:off x="1718605" y="2821717"/>
            <a:ext cx="7016060" cy="3880834"/>
          </a:xfrm>
          <a:custGeom>
            <a:avLst/>
            <a:gdLst/>
            <a:ahLst/>
            <a:cxnLst/>
            <a:rect l="0" t="0" r="r" b="b"/>
            <a:pathLst>
              <a:path w="7016060" h="3880834">
                <a:moveTo>
                  <a:pt x="6013766" y="85561"/>
                </a:moveTo>
                <a:lnTo>
                  <a:pt x="7016060" y="85561"/>
                </a:lnTo>
                <a:lnTo>
                  <a:pt x="7016060" y="0"/>
                </a:lnTo>
                <a:lnTo>
                  <a:pt x="6013766" y="0"/>
                </a:lnTo>
                <a:close/>
              </a:path>
            </a:pathLst>
          </a:custGeom>
          <a:solidFill>
            <a:srgbClr val="D5D9E0"/>
          </a:solidFill>
          <a:ln>
            <a:noFill/>
          </a:ln>
        </p:spPr>
      </p:sp>
      <p:sp>
        <p:nvSpPr>
          <p:cNvPr id="136" name="Shape 136"/>
          <p:cNvSpPr/>
          <p:nvPr/>
        </p:nvSpPr>
        <p:spPr>
          <a:xfrm>
            <a:off x="1718605" y="2962282"/>
            <a:ext cx="6909705" cy="3740269"/>
          </a:xfrm>
          <a:custGeom>
            <a:avLst/>
            <a:gdLst/>
            <a:ahLst/>
            <a:cxnLst/>
            <a:rect l="0" t="0" r="r" b="b"/>
            <a:pathLst>
              <a:path w="6909705" h="3740269">
                <a:moveTo>
                  <a:pt x="6013766" y="85561"/>
                </a:moveTo>
                <a:lnTo>
                  <a:pt x="6909705" y="85561"/>
                </a:lnTo>
                <a:lnTo>
                  <a:pt x="6909705" y="0"/>
                </a:lnTo>
                <a:lnTo>
                  <a:pt x="6013766" y="0"/>
                </a:lnTo>
                <a:close/>
              </a:path>
            </a:pathLst>
          </a:custGeom>
          <a:solidFill>
            <a:srgbClr val="D5D9E0"/>
          </a:solidFill>
          <a:ln>
            <a:noFill/>
          </a:ln>
        </p:spPr>
      </p:sp>
      <p:sp>
        <p:nvSpPr>
          <p:cNvPr id="137" name="Shape 137"/>
          <p:cNvSpPr/>
          <p:nvPr/>
        </p:nvSpPr>
        <p:spPr>
          <a:xfrm>
            <a:off x="1718605" y="3102848"/>
            <a:ext cx="6125498" cy="3599703"/>
          </a:xfrm>
          <a:custGeom>
            <a:avLst/>
            <a:gdLst/>
            <a:ahLst/>
            <a:cxnLst/>
            <a:rect l="0" t="0" r="r" b="b"/>
            <a:pathLst>
              <a:path w="6125498" h="3599703">
                <a:moveTo>
                  <a:pt x="6013766" y="85561"/>
                </a:moveTo>
                <a:lnTo>
                  <a:pt x="6125498" y="85561"/>
                </a:lnTo>
                <a:lnTo>
                  <a:pt x="6125498" y="0"/>
                </a:lnTo>
                <a:lnTo>
                  <a:pt x="6013766" y="0"/>
                </a:lnTo>
                <a:close/>
              </a:path>
            </a:pathLst>
          </a:custGeom>
          <a:solidFill>
            <a:srgbClr val="D5D9E0"/>
          </a:solidFill>
          <a:ln>
            <a:noFill/>
          </a:ln>
        </p:spPr>
      </p:sp>
      <p:sp>
        <p:nvSpPr>
          <p:cNvPr id="138" name="Shape 138"/>
          <p:cNvSpPr/>
          <p:nvPr/>
        </p:nvSpPr>
        <p:spPr>
          <a:xfrm>
            <a:off x="1718605" y="3243414"/>
            <a:ext cx="6077067" cy="3459137"/>
          </a:xfrm>
          <a:custGeom>
            <a:avLst/>
            <a:gdLst/>
            <a:ahLst/>
            <a:cxnLst/>
            <a:rect l="0" t="0" r="r" b="b"/>
            <a:pathLst>
              <a:path w="6077067" h="3459137">
                <a:moveTo>
                  <a:pt x="6013766" y="85561"/>
                </a:moveTo>
                <a:lnTo>
                  <a:pt x="6077067" y="85561"/>
                </a:lnTo>
                <a:lnTo>
                  <a:pt x="6077067" y="0"/>
                </a:lnTo>
                <a:lnTo>
                  <a:pt x="6013766" y="0"/>
                </a:lnTo>
                <a:close/>
              </a:path>
            </a:pathLst>
          </a:custGeom>
          <a:solidFill>
            <a:srgbClr val="D5D9E0"/>
          </a:solidFill>
          <a:ln>
            <a:noFill/>
          </a:ln>
        </p:spPr>
      </p:sp>
      <p:sp>
        <p:nvSpPr>
          <p:cNvPr id="139" name="Shape 139"/>
          <p:cNvSpPr/>
          <p:nvPr/>
        </p:nvSpPr>
        <p:spPr>
          <a:xfrm>
            <a:off x="1718605" y="3383979"/>
            <a:ext cx="6044722" cy="3318572"/>
          </a:xfrm>
          <a:custGeom>
            <a:avLst/>
            <a:gdLst/>
            <a:ahLst/>
            <a:cxnLst/>
            <a:rect l="0" t="0" r="r" b="b"/>
            <a:pathLst>
              <a:path w="6044722" h="3318572">
                <a:moveTo>
                  <a:pt x="6013766" y="85561"/>
                </a:moveTo>
                <a:lnTo>
                  <a:pt x="6044722" y="85561"/>
                </a:lnTo>
                <a:lnTo>
                  <a:pt x="6044722" y="0"/>
                </a:lnTo>
                <a:lnTo>
                  <a:pt x="6013766" y="0"/>
                </a:lnTo>
                <a:close/>
              </a:path>
            </a:pathLst>
          </a:custGeom>
          <a:solidFill>
            <a:srgbClr val="D5D9E0"/>
          </a:solidFill>
          <a:ln>
            <a:noFill/>
          </a:ln>
        </p:spPr>
      </p:sp>
      <p:pic>
        <p:nvPicPr>
          <p:cNvPr id="140" name="Picture 139" descr="image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89728" y="4575732"/>
            <a:ext cx="435957" cy="330023"/>
          </a:xfrm>
          <a:prstGeom prst="rect">
            <a:avLst/>
          </a:prstGeom>
        </p:spPr>
      </p:pic>
      <p:pic>
        <p:nvPicPr>
          <p:cNvPr id="141" name="Picture 140" descr="image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362355" y="4575732"/>
            <a:ext cx="440031" cy="330023"/>
          </a:xfrm>
          <a:prstGeom prst="rect">
            <a:avLst/>
          </a:prstGeom>
        </p:spPr>
      </p:pic>
      <p:pic>
        <p:nvPicPr>
          <p:cNvPr id="142" name="Picture 141" descr="image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839056" y="4575732"/>
            <a:ext cx="435957" cy="330023"/>
          </a:xfrm>
          <a:prstGeom prst="rect">
            <a:avLst/>
          </a:prstGeom>
        </p:spPr>
      </p:pic>
      <p:pic>
        <p:nvPicPr>
          <p:cNvPr id="143" name="Picture 142" descr="image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11683" y="4575732"/>
            <a:ext cx="435957" cy="330023"/>
          </a:xfrm>
          <a:prstGeom prst="rect">
            <a:avLst/>
          </a:prstGeom>
        </p:spPr>
      </p:pic>
      <p:pic>
        <p:nvPicPr>
          <p:cNvPr id="144" name="Picture 143" descr="image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784309" y="4575732"/>
            <a:ext cx="440031" cy="330023"/>
          </a:xfrm>
          <a:prstGeom prst="rect">
            <a:avLst/>
          </a:prstGeom>
        </p:spPr>
      </p:pic>
      <p:pic>
        <p:nvPicPr>
          <p:cNvPr id="145" name="Picture 144" descr="image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261010" y="4575732"/>
            <a:ext cx="435957" cy="330023"/>
          </a:xfrm>
          <a:prstGeom prst="rect">
            <a:avLst/>
          </a:prstGeom>
        </p:spPr>
      </p:pic>
      <p:pic>
        <p:nvPicPr>
          <p:cNvPr id="146" name="Picture 145" descr="image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733637" y="4575732"/>
            <a:ext cx="435957" cy="330023"/>
          </a:xfrm>
          <a:prstGeom prst="rect">
            <a:avLst/>
          </a:prstGeom>
        </p:spPr>
      </p:pic>
      <p:pic>
        <p:nvPicPr>
          <p:cNvPr id="147" name="Picture 146" descr="image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206263" y="4575732"/>
            <a:ext cx="440031" cy="330023"/>
          </a:xfrm>
          <a:prstGeom prst="rect">
            <a:avLst/>
          </a:prstGeom>
        </p:spPr>
      </p:pic>
      <p:pic>
        <p:nvPicPr>
          <p:cNvPr id="148" name="Picture 147" descr="image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682964" y="4575732"/>
            <a:ext cx="435957" cy="330023"/>
          </a:xfrm>
          <a:prstGeom prst="rect">
            <a:avLst/>
          </a:prstGeom>
        </p:spPr>
      </p:pic>
      <p:sp>
        <p:nvSpPr>
          <p:cNvPr id="140" name="Shape 140"/>
          <p:cNvSpPr/>
          <p:nvPr/>
        </p:nvSpPr>
        <p:spPr>
          <a:xfrm>
            <a:off x="6617624" y="2061684"/>
            <a:ext cx="74316" cy="74316"/>
          </a:xfrm>
          <a:custGeom>
            <a:avLst/>
            <a:gdLst/>
            <a:ahLst/>
            <a:cxnLst/>
            <a:rect l="0" t="0" r="r" b="b"/>
            <a:pathLst>
              <a:path w="74316" h="74316" fill="none">
                <a:moveTo>
                  <a:pt x="0" y="74316"/>
                </a:moveTo>
                <a:lnTo>
                  <a:pt x="74316" y="0"/>
                </a:lnTo>
              </a:path>
            </a:pathLst>
          </a:custGeom>
          <a:noFill/>
          <a:ln w="6790" cap="rnd">
            <a:solidFill>
              <a:srgbClr val="C3C6CC"/>
            </a:solidFill>
            <a:round/>
          </a:ln>
        </p:spPr>
      </p:sp>
      <p:sp>
        <p:nvSpPr>
          <p:cNvPr id="141" name="Shape 141"/>
          <p:cNvSpPr/>
          <p:nvPr/>
        </p:nvSpPr>
        <p:spPr>
          <a:xfrm>
            <a:off x="6617624" y="1787887"/>
            <a:ext cx="74316" cy="74316"/>
          </a:xfrm>
          <a:custGeom>
            <a:avLst/>
            <a:gdLst/>
            <a:ahLst/>
            <a:cxnLst/>
            <a:rect l="0" t="0" r="r" b="b"/>
            <a:pathLst>
              <a:path w="74316" h="74316" fill="none">
                <a:moveTo>
                  <a:pt x="0" y="74316"/>
                </a:moveTo>
                <a:lnTo>
                  <a:pt x="74316" y="0"/>
                </a:lnTo>
              </a:path>
            </a:pathLst>
          </a:custGeom>
          <a:noFill/>
          <a:ln w="6790" cap="rnd">
            <a:solidFill>
              <a:srgbClr val="C3C6CC"/>
            </a:solidFill>
            <a:round/>
          </a:ln>
        </p:spPr>
      </p:sp>
      <p:sp>
        <p:nvSpPr>
          <p:cNvPr id="142" name="Shape 142"/>
          <p:cNvSpPr/>
          <p:nvPr/>
        </p:nvSpPr>
        <p:spPr>
          <a:xfrm>
            <a:off x="6754523" y="1514089"/>
            <a:ext cx="74316" cy="74316"/>
          </a:xfrm>
          <a:custGeom>
            <a:avLst/>
            <a:gdLst/>
            <a:ahLst/>
            <a:cxnLst/>
            <a:rect l="0" t="0" r="r" b="b"/>
            <a:pathLst>
              <a:path w="74316" h="74316" fill="none">
                <a:moveTo>
                  <a:pt x="0" y="74316"/>
                </a:moveTo>
                <a:lnTo>
                  <a:pt x="74316" y="0"/>
                </a:lnTo>
              </a:path>
            </a:pathLst>
          </a:custGeom>
          <a:noFill/>
          <a:ln w="6790" cap="rnd">
            <a:solidFill>
              <a:srgbClr val="C3C6CC"/>
            </a:solidFill>
            <a:round/>
          </a:ln>
        </p:spPr>
      </p:sp>
      <p:sp>
        <p:nvSpPr>
          <p:cNvPr id="143" name="Shape 143"/>
          <p:cNvSpPr/>
          <p:nvPr/>
        </p:nvSpPr>
        <p:spPr>
          <a:xfrm>
            <a:off x="7028320" y="1377190"/>
            <a:ext cx="74316" cy="74316"/>
          </a:xfrm>
          <a:custGeom>
            <a:avLst/>
            <a:gdLst/>
            <a:ahLst/>
            <a:cxnLst/>
            <a:rect l="0" t="0" r="r" b="b"/>
            <a:pathLst>
              <a:path w="74316" h="74316" fill="none">
                <a:moveTo>
                  <a:pt x="0" y="74316"/>
                </a:moveTo>
                <a:lnTo>
                  <a:pt x="74316" y="0"/>
                </a:lnTo>
              </a:path>
            </a:pathLst>
          </a:custGeom>
          <a:noFill/>
          <a:ln w="6790" cap="rnd">
            <a:solidFill>
              <a:srgbClr val="C3C6CC"/>
            </a:solidFill>
            <a:round/>
          </a:ln>
        </p:spPr>
      </p:sp>
      <p:sp>
        <p:nvSpPr>
          <p:cNvPr id="144" name="Shape 144"/>
          <p:cNvSpPr/>
          <p:nvPr/>
        </p:nvSpPr>
        <p:spPr>
          <a:xfrm>
            <a:off x="7302118" y="1240292"/>
            <a:ext cx="74316" cy="74316"/>
          </a:xfrm>
          <a:custGeom>
            <a:avLst/>
            <a:gdLst/>
            <a:ahLst/>
            <a:cxnLst/>
            <a:rect l="0" t="0" r="r" b="b"/>
            <a:pathLst>
              <a:path w="74316" h="74316" fill="none">
                <a:moveTo>
                  <a:pt x="0" y="74316"/>
                </a:moveTo>
                <a:lnTo>
                  <a:pt x="74316" y="0"/>
                </a:lnTo>
              </a:path>
            </a:pathLst>
          </a:custGeom>
          <a:noFill/>
          <a:ln w="6790" cap="rnd">
            <a:solidFill>
              <a:srgbClr val="C3C6CC"/>
            </a:solidFill>
            <a:round/>
          </a:ln>
        </p:spPr>
      </p:sp>
      <p:sp>
        <p:nvSpPr>
          <p:cNvPr id="145" name="Shape 145"/>
          <p:cNvSpPr/>
          <p:nvPr/>
        </p:nvSpPr>
        <p:spPr>
          <a:xfrm>
            <a:off x="1718605" y="4575732"/>
            <a:ext cx="1556408" cy="2126819"/>
          </a:xfrm>
          <a:custGeom>
            <a:avLst/>
            <a:gdLst/>
            <a:ahLst/>
            <a:cxnLst/>
            <a:rect l="0" t="0" r="r" b="b"/>
            <a:pathLst>
              <a:path w="1556408" h="2126819" fill="none">
                <a:moveTo>
                  <a:pt x="1119092" y="327986"/>
                </a:moveTo>
                <a:lnTo>
                  <a:pt x="1556408" y="327986"/>
                </a:lnTo>
                <a:lnTo>
                  <a:pt x="1556408" y="0"/>
                </a:lnTo>
                <a:lnTo>
                  <a:pt x="1119092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146" name="Shape 146"/>
          <p:cNvSpPr/>
          <p:nvPr/>
        </p:nvSpPr>
        <p:spPr>
          <a:xfrm>
            <a:off x="1718605" y="4575732"/>
            <a:ext cx="2030393" cy="2126819"/>
          </a:xfrm>
          <a:custGeom>
            <a:avLst/>
            <a:gdLst/>
            <a:ahLst/>
            <a:cxnLst/>
            <a:rect l="0" t="0" r="r" b="b"/>
            <a:pathLst>
              <a:path w="2030393" h="2126819" fill="none">
                <a:moveTo>
                  <a:pt x="1593077" y="327986"/>
                </a:moveTo>
                <a:lnTo>
                  <a:pt x="2030393" y="327986"/>
                </a:lnTo>
                <a:lnTo>
                  <a:pt x="2030393" y="0"/>
                </a:lnTo>
                <a:lnTo>
                  <a:pt x="1593077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147" name="Shape 147"/>
          <p:cNvSpPr/>
          <p:nvPr/>
        </p:nvSpPr>
        <p:spPr>
          <a:xfrm>
            <a:off x="1718605" y="4575732"/>
            <a:ext cx="2504377" cy="2126819"/>
          </a:xfrm>
          <a:custGeom>
            <a:avLst/>
            <a:gdLst/>
            <a:ahLst/>
            <a:cxnLst/>
            <a:rect l="0" t="0" r="r" b="b"/>
            <a:pathLst>
              <a:path w="2504377" h="2126819" fill="none">
                <a:moveTo>
                  <a:pt x="2067062" y="327986"/>
                </a:moveTo>
                <a:lnTo>
                  <a:pt x="2504377" y="327986"/>
                </a:lnTo>
                <a:lnTo>
                  <a:pt x="2504377" y="0"/>
                </a:lnTo>
                <a:lnTo>
                  <a:pt x="2067062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148" name="Shape 148"/>
          <p:cNvSpPr/>
          <p:nvPr/>
        </p:nvSpPr>
        <p:spPr>
          <a:xfrm>
            <a:off x="1718605" y="4575732"/>
            <a:ext cx="2978362" cy="2126819"/>
          </a:xfrm>
          <a:custGeom>
            <a:avLst/>
            <a:gdLst/>
            <a:ahLst/>
            <a:cxnLst/>
            <a:rect l="0" t="0" r="r" b="b"/>
            <a:pathLst>
              <a:path w="2978362" h="2126819" fill="none">
                <a:moveTo>
                  <a:pt x="2541047" y="327986"/>
                </a:moveTo>
                <a:lnTo>
                  <a:pt x="2978362" y="327986"/>
                </a:lnTo>
                <a:lnTo>
                  <a:pt x="2978362" y="0"/>
                </a:lnTo>
                <a:lnTo>
                  <a:pt x="2541047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149" name="Shape 149"/>
          <p:cNvSpPr/>
          <p:nvPr/>
        </p:nvSpPr>
        <p:spPr>
          <a:xfrm>
            <a:off x="1718605" y="4575732"/>
            <a:ext cx="3452347" cy="2126819"/>
          </a:xfrm>
          <a:custGeom>
            <a:avLst/>
            <a:gdLst/>
            <a:ahLst/>
            <a:cxnLst/>
            <a:rect l="0" t="0" r="r" b="b"/>
            <a:pathLst>
              <a:path w="3452347" h="2126819" fill="none">
                <a:moveTo>
                  <a:pt x="3015031" y="327986"/>
                </a:moveTo>
                <a:lnTo>
                  <a:pt x="3452347" y="327986"/>
                </a:lnTo>
                <a:lnTo>
                  <a:pt x="3452347" y="0"/>
                </a:lnTo>
                <a:lnTo>
                  <a:pt x="3015031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150" name="Shape 150"/>
          <p:cNvSpPr/>
          <p:nvPr/>
        </p:nvSpPr>
        <p:spPr>
          <a:xfrm>
            <a:off x="1718605" y="4575732"/>
            <a:ext cx="3926332" cy="2126819"/>
          </a:xfrm>
          <a:custGeom>
            <a:avLst/>
            <a:gdLst/>
            <a:ahLst/>
            <a:cxnLst/>
            <a:rect l="0" t="0" r="r" b="b"/>
            <a:pathLst>
              <a:path w="3926332" h="2126819" fill="none">
                <a:moveTo>
                  <a:pt x="3489016" y="327986"/>
                </a:moveTo>
                <a:lnTo>
                  <a:pt x="3926332" y="327986"/>
                </a:lnTo>
                <a:lnTo>
                  <a:pt x="3926332" y="0"/>
                </a:lnTo>
                <a:lnTo>
                  <a:pt x="3489016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151" name="Shape 151"/>
          <p:cNvSpPr/>
          <p:nvPr/>
        </p:nvSpPr>
        <p:spPr>
          <a:xfrm>
            <a:off x="1718605" y="4575732"/>
            <a:ext cx="4400316" cy="2126819"/>
          </a:xfrm>
          <a:custGeom>
            <a:avLst/>
            <a:gdLst/>
            <a:ahLst/>
            <a:cxnLst/>
            <a:rect l="0" t="0" r="r" b="b"/>
            <a:pathLst>
              <a:path w="4400316" h="2126819" fill="none">
                <a:moveTo>
                  <a:pt x="3963001" y="327986"/>
                </a:moveTo>
                <a:lnTo>
                  <a:pt x="4400316" y="327986"/>
                </a:lnTo>
                <a:lnTo>
                  <a:pt x="4400316" y="0"/>
                </a:lnTo>
                <a:lnTo>
                  <a:pt x="3963001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152" name="Shape 152"/>
          <p:cNvSpPr/>
          <p:nvPr/>
        </p:nvSpPr>
        <p:spPr>
          <a:xfrm>
            <a:off x="9892203" y="1895215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53" name="Shape 153"/>
          <p:cNvSpPr/>
          <p:nvPr/>
        </p:nvSpPr>
        <p:spPr>
          <a:xfrm>
            <a:off x="9891448" y="1882239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54" name="Shape 154"/>
          <p:cNvSpPr/>
          <p:nvPr/>
        </p:nvSpPr>
        <p:spPr>
          <a:xfrm>
            <a:off x="9889189" y="1869313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55" name="Shape 155"/>
          <p:cNvSpPr/>
          <p:nvPr/>
        </p:nvSpPr>
        <p:spPr>
          <a:xfrm>
            <a:off x="9885455" y="1856491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56" name="Shape 156"/>
          <p:cNvSpPr/>
          <p:nvPr/>
        </p:nvSpPr>
        <p:spPr>
          <a:xfrm>
            <a:off x="9880286" y="1843820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57" name="Shape 157"/>
          <p:cNvSpPr/>
          <p:nvPr/>
        </p:nvSpPr>
        <p:spPr>
          <a:xfrm>
            <a:off x="9873742" y="1831347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58" name="Shape 158"/>
          <p:cNvSpPr/>
          <p:nvPr/>
        </p:nvSpPr>
        <p:spPr>
          <a:xfrm>
            <a:off x="9865893" y="1819113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59" name="Shape 159"/>
          <p:cNvSpPr/>
          <p:nvPr/>
        </p:nvSpPr>
        <p:spPr>
          <a:xfrm>
            <a:off x="9856822" y="1807156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60" name="Shape 160"/>
          <p:cNvSpPr/>
          <p:nvPr/>
        </p:nvSpPr>
        <p:spPr>
          <a:xfrm>
            <a:off x="9846620" y="1795511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61" name="Shape 161"/>
          <p:cNvSpPr/>
          <p:nvPr/>
        </p:nvSpPr>
        <p:spPr>
          <a:xfrm>
            <a:off x="9835385" y="1784204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62" name="Shape 162"/>
          <p:cNvSpPr/>
          <p:nvPr/>
        </p:nvSpPr>
        <p:spPr>
          <a:xfrm>
            <a:off x="9823220" y="1773260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63" name="Shape 163"/>
          <p:cNvSpPr/>
          <p:nvPr/>
        </p:nvSpPr>
        <p:spPr>
          <a:xfrm>
            <a:off x="9810228" y="1762697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64" name="Shape 164"/>
          <p:cNvSpPr/>
          <p:nvPr/>
        </p:nvSpPr>
        <p:spPr>
          <a:xfrm>
            <a:off x="9796513" y="1752527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65" name="Shape 165"/>
          <p:cNvSpPr/>
          <p:nvPr/>
        </p:nvSpPr>
        <p:spPr>
          <a:xfrm>
            <a:off x="9782178" y="1742759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66" name="Shape 166"/>
          <p:cNvSpPr/>
          <p:nvPr/>
        </p:nvSpPr>
        <p:spPr>
          <a:xfrm>
            <a:off x="9767321" y="1733399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67" name="Shape 167"/>
          <p:cNvSpPr/>
          <p:nvPr/>
        </p:nvSpPr>
        <p:spPr>
          <a:xfrm>
            <a:off x="9752036" y="1724445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68" name="Shape 168"/>
          <p:cNvSpPr/>
          <p:nvPr/>
        </p:nvSpPr>
        <p:spPr>
          <a:xfrm>
            <a:off x="9736412" y="1715897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69" name="Shape 169"/>
          <p:cNvSpPr/>
          <p:nvPr/>
        </p:nvSpPr>
        <p:spPr>
          <a:xfrm>
            <a:off x="9720531" y="1707749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70" name="Shape 170"/>
          <p:cNvSpPr/>
          <p:nvPr/>
        </p:nvSpPr>
        <p:spPr>
          <a:xfrm>
            <a:off x="9704468" y="1699991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71" name="Shape 171"/>
          <p:cNvSpPr/>
          <p:nvPr/>
        </p:nvSpPr>
        <p:spPr>
          <a:xfrm>
            <a:off x="9688291" y="1692616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72" name="Shape 172"/>
          <p:cNvSpPr/>
          <p:nvPr/>
        </p:nvSpPr>
        <p:spPr>
          <a:xfrm>
            <a:off x="9672064" y="1685610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73" name="Shape 173"/>
          <p:cNvSpPr/>
          <p:nvPr/>
        </p:nvSpPr>
        <p:spPr>
          <a:xfrm>
            <a:off x="9655841" y="1678962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74" name="Shape 174"/>
          <p:cNvSpPr/>
          <p:nvPr/>
        </p:nvSpPr>
        <p:spPr>
          <a:xfrm>
            <a:off x="9639670" y="1672658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75" name="Shape 175"/>
          <p:cNvSpPr/>
          <p:nvPr/>
        </p:nvSpPr>
        <p:spPr>
          <a:xfrm>
            <a:off x="9623594" y="1666683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76" name="Shape 176"/>
          <p:cNvSpPr/>
          <p:nvPr/>
        </p:nvSpPr>
        <p:spPr>
          <a:xfrm>
            <a:off x="9607651" y="1661023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77" name="Shape 177"/>
          <p:cNvSpPr/>
          <p:nvPr/>
        </p:nvSpPr>
        <p:spPr>
          <a:xfrm>
            <a:off x="9591871" y="1655663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78" name="Shape 178"/>
          <p:cNvSpPr/>
          <p:nvPr/>
        </p:nvSpPr>
        <p:spPr>
          <a:xfrm>
            <a:off x="9576281" y="1650590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79" name="Shape 179"/>
          <p:cNvSpPr/>
          <p:nvPr/>
        </p:nvSpPr>
        <p:spPr>
          <a:xfrm>
            <a:off x="9560903" y="1645787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80" name="Shape 180"/>
          <p:cNvSpPr/>
          <p:nvPr/>
        </p:nvSpPr>
        <p:spPr>
          <a:xfrm>
            <a:off x="9545756" y="1641242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81" name="Shape 181"/>
          <p:cNvSpPr/>
          <p:nvPr/>
        </p:nvSpPr>
        <p:spPr>
          <a:xfrm>
            <a:off x="9530854" y="1636940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82" name="Shape 182"/>
          <p:cNvSpPr/>
          <p:nvPr/>
        </p:nvSpPr>
        <p:spPr>
          <a:xfrm>
            <a:off x="9516209" y="1632869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83" name="Shape 183"/>
          <p:cNvSpPr/>
          <p:nvPr/>
        </p:nvSpPr>
        <p:spPr>
          <a:xfrm>
            <a:off x="9501829" y="1629015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pic>
        <p:nvPicPr>
          <p:cNvPr id="184" name="Picture 183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028257" y="2937836"/>
            <a:ext cx="211867" cy="488924"/>
          </a:xfrm>
          <a:prstGeom prst="rect">
            <a:avLst/>
          </a:prstGeom>
        </p:spPr>
      </p:pic>
      <p:pic>
        <p:nvPicPr>
          <p:cNvPr id="185" name="Picture 184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301240" y="2937836"/>
            <a:ext cx="146677" cy="488924"/>
          </a:xfrm>
          <a:prstGeom prst="rect">
            <a:avLst/>
          </a:prstGeom>
        </p:spPr>
      </p:pic>
      <p:pic>
        <p:nvPicPr>
          <p:cNvPr id="186" name="Picture 185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492735" y="2937836"/>
            <a:ext cx="240387" cy="488924"/>
          </a:xfrm>
          <a:prstGeom prst="rect">
            <a:avLst/>
          </a:prstGeom>
        </p:spPr>
      </p:pic>
      <p:pic>
        <p:nvPicPr>
          <p:cNvPr id="187" name="Picture 186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745346" y="2937836"/>
            <a:ext cx="215941" cy="488924"/>
          </a:xfrm>
          <a:prstGeom prst="rect">
            <a:avLst/>
          </a:prstGeom>
        </p:spPr>
      </p:pic>
      <p:pic>
        <p:nvPicPr>
          <p:cNvPr id="188" name="Picture 187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969436" y="2937836"/>
            <a:ext cx="244462" cy="488924"/>
          </a:xfrm>
          <a:prstGeom prst="rect">
            <a:avLst/>
          </a:prstGeom>
        </p:spPr>
      </p:pic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238344" y="2937836"/>
            <a:ext cx="187420" cy="488924"/>
          </a:xfrm>
          <a:prstGeom prst="rect">
            <a:avLst/>
          </a:prstGeom>
        </p:spPr>
      </p:pic>
      <p:pic>
        <p:nvPicPr>
          <p:cNvPr id="190" name="Picture 189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433914" y="2937836"/>
            <a:ext cx="272982" cy="488924"/>
          </a:xfrm>
          <a:prstGeom prst="rect">
            <a:avLst/>
          </a:prstGeom>
        </p:spPr>
      </p:pic>
      <p:pic>
        <p:nvPicPr>
          <p:cNvPr id="191" name="Picture 190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698748" y="2937836"/>
            <a:ext cx="228164" cy="488924"/>
          </a:xfrm>
          <a:prstGeom prst="rect">
            <a:avLst/>
          </a:prstGeom>
        </p:spPr>
      </p:pic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955433" y="2937836"/>
            <a:ext cx="191495" cy="488924"/>
          </a:xfrm>
          <a:prstGeom prst="rect">
            <a:avLst/>
          </a:prstGeom>
        </p:spPr>
      </p:pic>
      <p:pic>
        <p:nvPicPr>
          <p:cNvPr id="193" name="Picture 192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208043" y="2937836"/>
            <a:ext cx="162974" cy="488924"/>
          </a:xfrm>
          <a:prstGeom prst="rect">
            <a:avLst/>
          </a:prstGeom>
        </p:spPr>
      </p:pic>
      <p:pic>
        <p:nvPicPr>
          <p:cNvPr id="194" name="Picture 193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436208" y="2937836"/>
            <a:ext cx="187420" cy="488924"/>
          </a:xfrm>
          <a:prstGeom prst="rect">
            <a:avLst/>
          </a:prstGeom>
        </p:spPr>
      </p:pic>
      <p:sp>
        <p:nvSpPr>
          <p:cNvPr id="184" name="Shape 184"/>
          <p:cNvSpPr/>
          <p:nvPr/>
        </p:nvSpPr>
        <p:spPr>
          <a:xfrm>
            <a:off x="7026365" y="1649032"/>
            <a:ext cx="78227" cy="78227"/>
          </a:xfrm>
          <a:custGeom>
            <a:avLst/>
            <a:gdLst/>
            <a:ahLst/>
            <a:cxnLst/>
            <a:rect l="0" t="0" r="r" b="b"/>
            <a:pathLst>
              <a:path w="78227" h="78227">
                <a:moveTo>
                  <a:pt x="31387" y="77712"/>
                </a:moveTo>
                <a:lnTo>
                  <a:pt x="17284" y="71871"/>
                </a:lnTo>
                <a:lnTo>
                  <a:pt x="11456" y="66771"/>
                </a:lnTo>
                <a:lnTo>
                  <a:pt x="6356" y="60943"/>
                </a:lnTo>
                <a:lnTo>
                  <a:pt x="515" y="46840"/>
                </a:lnTo>
                <a:lnTo>
                  <a:pt x="0" y="39113"/>
                </a:lnTo>
                <a:lnTo>
                  <a:pt x="515" y="31387"/>
                </a:lnTo>
                <a:lnTo>
                  <a:pt x="6356" y="17284"/>
                </a:lnTo>
                <a:lnTo>
                  <a:pt x="11456" y="11456"/>
                </a:lnTo>
                <a:lnTo>
                  <a:pt x="17284" y="6356"/>
                </a:lnTo>
                <a:lnTo>
                  <a:pt x="31387" y="515"/>
                </a:lnTo>
                <a:lnTo>
                  <a:pt x="39113" y="0"/>
                </a:lnTo>
                <a:lnTo>
                  <a:pt x="46840" y="515"/>
                </a:lnTo>
                <a:lnTo>
                  <a:pt x="60943" y="6356"/>
                </a:lnTo>
                <a:lnTo>
                  <a:pt x="66771" y="11456"/>
                </a:lnTo>
                <a:lnTo>
                  <a:pt x="71871" y="17284"/>
                </a:lnTo>
                <a:lnTo>
                  <a:pt x="77712" y="31387"/>
                </a:lnTo>
                <a:lnTo>
                  <a:pt x="78227" y="39113"/>
                </a:lnTo>
                <a:lnTo>
                  <a:pt x="77712" y="46840"/>
                </a:lnTo>
                <a:lnTo>
                  <a:pt x="71871" y="60943"/>
                </a:lnTo>
                <a:lnTo>
                  <a:pt x="66771" y="66771"/>
                </a:lnTo>
                <a:lnTo>
                  <a:pt x="60943" y="71871"/>
                </a:lnTo>
                <a:lnTo>
                  <a:pt x="46840" y="77712"/>
                </a:lnTo>
                <a:lnTo>
                  <a:pt x="39113" y="78227"/>
                </a:lnTo>
                <a:lnTo>
                  <a:pt x="31387" y="77712"/>
                </a:lnTo>
                <a:close/>
              </a:path>
            </a:pathLst>
          </a:custGeom>
          <a:solidFill>
            <a:srgbClr val="22855A"/>
          </a:solidFill>
          <a:ln w="10185" cap="flat">
            <a:solidFill>
              <a:srgbClr val="FFFFFF"/>
            </a:solidFill>
            <a:miter lim="800000"/>
          </a:ln>
        </p:spPr>
      </p:sp>
      <p:sp>
        <p:nvSpPr>
          <p:cNvPr id="185" name="Shape 185"/>
          <p:cNvSpPr/>
          <p:nvPr/>
        </p:nvSpPr>
        <p:spPr>
          <a:xfrm>
            <a:off x="7163264" y="1512133"/>
            <a:ext cx="78227" cy="78227"/>
          </a:xfrm>
          <a:custGeom>
            <a:avLst/>
            <a:gdLst/>
            <a:ahLst/>
            <a:cxnLst/>
            <a:rect l="0" t="0" r="r" b="b"/>
            <a:pathLst>
              <a:path w="78227" h="78227">
                <a:moveTo>
                  <a:pt x="31387" y="77712"/>
                </a:moveTo>
                <a:lnTo>
                  <a:pt x="17284" y="71871"/>
                </a:lnTo>
                <a:lnTo>
                  <a:pt x="11456" y="66771"/>
                </a:lnTo>
                <a:lnTo>
                  <a:pt x="6356" y="60943"/>
                </a:lnTo>
                <a:lnTo>
                  <a:pt x="515" y="46840"/>
                </a:lnTo>
                <a:lnTo>
                  <a:pt x="0" y="39113"/>
                </a:lnTo>
                <a:lnTo>
                  <a:pt x="515" y="31387"/>
                </a:lnTo>
                <a:lnTo>
                  <a:pt x="6356" y="17284"/>
                </a:lnTo>
                <a:lnTo>
                  <a:pt x="11456" y="11456"/>
                </a:lnTo>
                <a:lnTo>
                  <a:pt x="17284" y="6356"/>
                </a:lnTo>
                <a:lnTo>
                  <a:pt x="31387" y="515"/>
                </a:lnTo>
                <a:lnTo>
                  <a:pt x="39113" y="0"/>
                </a:lnTo>
                <a:lnTo>
                  <a:pt x="46840" y="515"/>
                </a:lnTo>
                <a:lnTo>
                  <a:pt x="60943" y="6356"/>
                </a:lnTo>
                <a:lnTo>
                  <a:pt x="66771" y="11456"/>
                </a:lnTo>
                <a:lnTo>
                  <a:pt x="71871" y="17284"/>
                </a:lnTo>
                <a:lnTo>
                  <a:pt x="77712" y="31387"/>
                </a:lnTo>
                <a:lnTo>
                  <a:pt x="78227" y="39113"/>
                </a:lnTo>
                <a:lnTo>
                  <a:pt x="77712" y="46840"/>
                </a:lnTo>
                <a:lnTo>
                  <a:pt x="71871" y="60943"/>
                </a:lnTo>
                <a:lnTo>
                  <a:pt x="66771" y="66771"/>
                </a:lnTo>
                <a:lnTo>
                  <a:pt x="60943" y="71871"/>
                </a:lnTo>
                <a:lnTo>
                  <a:pt x="46840" y="77712"/>
                </a:lnTo>
                <a:lnTo>
                  <a:pt x="39113" y="78227"/>
                </a:lnTo>
                <a:lnTo>
                  <a:pt x="31387" y="77712"/>
                </a:lnTo>
                <a:close/>
              </a:path>
            </a:pathLst>
          </a:custGeom>
          <a:solidFill>
            <a:srgbClr val="22855A"/>
          </a:solidFill>
          <a:ln w="10185" cap="flat">
            <a:solidFill>
              <a:srgbClr val="FFFFFF"/>
            </a:solidFill>
            <a:miter lim="800000"/>
          </a:ln>
        </p:spPr>
      </p:sp>
      <p:sp>
        <p:nvSpPr>
          <p:cNvPr id="186" name="Shape 186"/>
          <p:cNvSpPr/>
          <p:nvPr/>
        </p:nvSpPr>
        <p:spPr>
          <a:xfrm>
            <a:off x="7300162" y="1649032"/>
            <a:ext cx="78227" cy="78227"/>
          </a:xfrm>
          <a:custGeom>
            <a:avLst/>
            <a:gdLst/>
            <a:ahLst/>
            <a:cxnLst/>
            <a:rect l="0" t="0" r="r" b="b"/>
            <a:pathLst>
              <a:path w="78227" h="78227">
                <a:moveTo>
                  <a:pt x="31387" y="77712"/>
                </a:moveTo>
                <a:lnTo>
                  <a:pt x="17284" y="71871"/>
                </a:lnTo>
                <a:lnTo>
                  <a:pt x="11456" y="66771"/>
                </a:lnTo>
                <a:lnTo>
                  <a:pt x="6356" y="60943"/>
                </a:lnTo>
                <a:lnTo>
                  <a:pt x="515" y="46840"/>
                </a:lnTo>
                <a:lnTo>
                  <a:pt x="0" y="39113"/>
                </a:lnTo>
                <a:lnTo>
                  <a:pt x="515" y="31387"/>
                </a:lnTo>
                <a:lnTo>
                  <a:pt x="6356" y="17284"/>
                </a:lnTo>
                <a:lnTo>
                  <a:pt x="11456" y="11456"/>
                </a:lnTo>
                <a:lnTo>
                  <a:pt x="17284" y="6356"/>
                </a:lnTo>
                <a:lnTo>
                  <a:pt x="31387" y="515"/>
                </a:lnTo>
                <a:lnTo>
                  <a:pt x="39113" y="0"/>
                </a:lnTo>
                <a:lnTo>
                  <a:pt x="46840" y="515"/>
                </a:lnTo>
                <a:lnTo>
                  <a:pt x="60943" y="6356"/>
                </a:lnTo>
                <a:lnTo>
                  <a:pt x="66771" y="11456"/>
                </a:lnTo>
                <a:lnTo>
                  <a:pt x="71871" y="17284"/>
                </a:lnTo>
                <a:lnTo>
                  <a:pt x="77712" y="31387"/>
                </a:lnTo>
                <a:lnTo>
                  <a:pt x="78227" y="39113"/>
                </a:lnTo>
                <a:lnTo>
                  <a:pt x="77712" y="46840"/>
                </a:lnTo>
                <a:lnTo>
                  <a:pt x="71871" y="60943"/>
                </a:lnTo>
                <a:lnTo>
                  <a:pt x="66771" y="66771"/>
                </a:lnTo>
                <a:lnTo>
                  <a:pt x="60943" y="71871"/>
                </a:lnTo>
                <a:lnTo>
                  <a:pt x="46840" y="77712"/>
                </a:lnTo>
                <a:lnTo>
                  <a:pt x="39113" y="78227"/>
                </a:lnTo>
                <a:lnTo>
                  <a:pt x="31387" y="77712"/>
                </a:lnTo>
                <a:close/>
              </a:path>
            </a:pathLst>
          </a:custGeom>
          <a:solidFill>
            <a:srgbClr val="22855A"/>
          </a:solidFill>
          <a:ln w="10185" cap="flat">
            <a:solidFill>
              <a:srgbClr val="FFFFFF"/>
            </a:solidFill>
            <a:miter lim="800000"/>
          </a:ln>
        </p:spPr>
      </p:sp>
      <p:sp>
        <p:nvSpPr>
          <p:cNvPr id="187" name="Shape 187"/>
          <p:cNvSpPr/>
          <p:nvPr/>
        </p:nvSpPr>
        <p:spPr>
          <a:xfrm>
            <a:off x="1745903" y="1859758"/>
            <a:ext cx="8266076" cy="4826821"/>
          </a:xfrm>
          <a:custGeom>
            <a:avLst/>
            <a:gdLst/>
            <a:ahLst/>
            <a:cxnLst/>
            <a:rect l="0" t="0" r="r" b="b"/>
            <a:pathLst>
              <a:path w="8266076" h="4826821">
                <a:moveTo>
                  <a:pt x="8162180" y="51337"/>
                </a:moveTo>
                <a:lnTo>
                  <a:pt x="8266076" y="102674"/>
                </a:lnTo>
                <a:lnTo>
                  <a:pt x="8266076" y="0"/>
                </a:lnTo>
                <a:close/>
              </a:path>
            </a:pathLst>
          </a:custGeom>
          <a:solidFill>
            <a:srgbClr val="FFFFFF"/>
          </a:solidFill>
          <a:ln w="11883" cap="flat">
            <a:solidFill>
              <a:srgbClr val="1F2126"/>
            </a:solidFill>
            <a:miter lim="800000"/>
          </a:ln>
        </p:spPr>
      </p:sp>
      <p:sp>
        <p:nvSpPr>
          <p:cNvPr id="188" name="Shape 188"/>
          <p:cNvSpPr/>
          <p:nvPr/>
        </p:nvSpPr>
        <p:spPr>
          <a:xfrm>
            <a:off x="1744602" y="1558455"/>
            <a:ext cx="7888659" cy="5127238"/>
          </a:xfrm>
          <a:custGeom>
            <a:avLst/>
            <a:gdLst/>
            <a:ahLst/>
            <a:cxnLst/>
            <a:rect l="0" t="0" r="r" b="b"/>
            <a:pathLst>
              <a:path w="7888659" h="5127238">
                <a:moveTo>
                  <a:pt x="7773106" y="86440"/>
                </a:moveTo>
                <a:lnTo>
                  <a:pt x="7888659" y="95236"/>
                </a:lnTo>
                <a:lnTo>
                  <a:pt x="7850294" y="0"/>
                </a:lnTo>
                <a:close/>
              </a:path>
            </a:pathLst>
          </a:custGeom>
          <a:solidFill>
            <a:srgbClr val="FFFFFF"/>
          </a:solidFill>
          <a:ln w="11883" cap="flat">
            <a:solidFill>
              <a:srgbClr val="1F2126"/>
            </a:solidFill>
            <a:miter lim="800000"/>
          </a:ln>
        </p:spPr>
      </p:sp>
      <p:sp>
        <p:nvSpPr>
          <p:cNvPr id="189" name="Shape 189"/>
          <p:cNvSpPr/>
          <p:nvPr/>
        </p:nvSpPr>
        <p:spPr>
          <a:xfrm>
            <a:off x="1718605" y="4886334"/>
            <a:ext cx="282420" cy="1816217"/>
          </a:xfrm>
          <a:custGeom>
            <a:avLst/>
            <a:gdLst/>
            <a:ahLst/>
            <a:cxnLst/>
            <a:rect l="0" t="0" r="r" b="b"/>
            <a:pathLst>
              <a:path w="282420" h="1816217" fill="none">
                <a:moveTo>
                  <a:pt x="176397" y="16956"/>
                </a:moveTo>
                <a:lnTo>
                  <a:pt x="282420" y="16956"/>
                </a:lnTo>
                <a:lnTo>
                  <a:pt x="282420" y="0"/>
                </a:lnTo>
                <a:lnTo>
                  <a:pt x="176397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90" name="Shape 190"/>
          <p:cNvSpPr/>
          <p:nvPr/>
        </p:nvSpPr>
        <p:spPr>
          <a:xfrm>
            <a:off x="1718605" y="4833011"/>
            <a:ext cx="806635" cy="1869540"/>
          </a:xfrm>
          <a:custGeom>
            <a:avLst/>
            <a:gdLst/>
            <a:ahLst/>
            <a:cxnLst/>
            <a:rect l="0" t="0" r="r" b="b"/>
            <a:pathLst>
              <a:path w="806635" h="1869540" fill="none">
                <a:moveTo>
                  <a:pt x="698277" y="70279"/>
                </a:moveTo>
                <a:lnTo>
                  <a:pt x="806635" y="70279"/>
                </a:lnTo>
                <a:lnTo>
                  <a:pt x="806635" y="0"/>
                </a:lnTo>
                <a:lnTo>
                  <a:pt x="698277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91" name="Shape 191"/>
          <p:cNvSpPr/>
          <p:nvPr/>
        </p:nvSpPr>
        <p:spPr>
          <a:xfrm>
            <a:off x="1718605" y="4774841"/>
            <a:ext cx="1333491" cy="1927710"/>
          </a:xfrm>
          <a:custGeom>
            <a:avLst/>
            <a:gdLst/>
            <a:ahLst/>
            <a:cxnLst/>
            <a:rect l="0" t="0" r="r" b="b"/>
            <a:pathLst>
              <a:path w="1333491" h="1927710" fill="none">
                <a:moveTo>
                  <a:pt x="1211682" y="128449"/>
                </a:moveTo>
                <a:lnTo>
                  <a:pt x="1333491" y="128449"/>
                </a:lnTo>
                <a:lnTo>
                  <a:pt x="1333491" y="0"/>
                </a:lnTo>
                <a:lnTo>
                  <a:pt x="1211682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92" name="Shape 192"/>
          <p:cNvSpPr/>
          <p:nvPr/>
        </p:nvSpPr>
        <p:spPr>
          <a:xfrm>
            <a:off x="1718605" y="4713460"/>
            <a:ext cx="1860553" cy="1989091"/>
          </a:xfrm>
          <a:custGeom>
            <a:avLst/>
            <a:gdLst/>
            <a:ahLst/>
            <a:cxnLst/>
            <a:rect l="0" t="0" r="r" b="b"/>
            <a:pathLst>
              <a:path w="1860553" h="1989091" fill="none">
                <a:moveTo>
                  <a:pt x="1720519" y="189831"/>
                </a:moveTo>
                <a:lnTo>
                  <a:pt x="1860553" y="189831"/>
                </a:lnTo>
                <a:lnTo>
                  <a:pt x="1860553" y="0"/>
                </a:lnTo>
                <a:lnTo>
                  <a:pt x="1720519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93" name="Shape 193"/>
          <p:cNvSpPr/>
          <p:nvPr/>
        </p:nvSpPr>
        <p:spPr>
          <a:xfrm>
            <a:off x="1718605" y="4649866"/>
            <a:ext cx="2385040" cy="2052685"/>
          </a:xfrm>
          <a:custGeom>
            <a:avLst/>
            <a:gdLst/>
            <a:ahLst/>
            <a:cxnLst/>
            <a:rect l="0" t="0" r="r" b="b"/>
            <a:pathLst>
              <a:path w="2385040" h="2052685" fill="none">
                <a:moveTo>
                  <a:pt x="2226840" y="253425"/>
                </a:moveTo>
                <a:lnTo>
                  <a:pt x="2385040" y="253425"/>
                </a:lnTo>
                <a:lnTo>
                  <a:pt x="2385040" y="0"/>
                </a:lnTo>
                <a:lnTo>
                  <a:pt x="2226840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94" name="Shape 194"/>
          <p:cNvSpPr/>
          <p:nvPr/>
        </p:nvSpPr>
        <p:spPr>
          <a:xfrm>
            <a:off x="1718605" y="4584402"/>
            <a:ext cx="2904662" cy="2118149"/>
          </a:xfrm>
          <a:custGeom>
            <a:avLst/>
            <a:gdLst/>
            <a:ahLst/>
            <a:cxnLst/>
            <a:rect l="0" t="0" r="r" b="b"/>
            <a:pathLst>
              <a:path w="2904662" h="2118149" fill="none">
                <a:moveTo>
                  <a:pt x="2731524" y="318888"/>
                </a:moveTo>
                <a:lnTo>
                  <a:pt x="2904662" y="318888"/>
                </a:lnTo>
                <a:lnTo>
                  <a:pt x="2904662" y="0"/>
                </a:lnTo>
                <a:lnTo>
                  <a:pt x="2731524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95" name="Shape 195"/>
          <p:cNvSpPr/>
          <p:nvPr/>
        </p:nvSpPr>
        <p:spPr>
          <a:xfrm>
            <a:off x="1718605" y="4575732"/>
            <a:ext cx="3417608" cy="2126819"/>
          </a:xfrm>
          <a:custGeom>
            <a:avLst/>
            <a:gdLst/>
            <a:ahLst/>
            <a:cxnLst/>
            <a:rect l="0" t="0" r="r" b="b"/>
            <a:pathLst>
              <a:path w="3417608" h="2126819" fill="none">
                <a:moveTo>
                  <a:pt x="3235009" y="327559"/>
                </a:moveTo>
                <a:lnTo>
                  <a:pt x="3417608" y="327559"/>
                </a:lnTo>
                <a:lnTo>
                  <a:pt x="3417608" y="0"/>
                </a:lnTo>
                <a:lnTo>
                  <a:pt x="3235009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96" name="Shape 196"/>
          <p:cNvSpPr/>
          <p:nvPr/>
        </p:nvSpPr>
        <p:spPr>
          <a:xfrm>
            <a:off x="1718605" y="4575732"/>
            <a:ext cx="3925904" cy="2126819"/>
          </a:xfrm>
          <a:custGeom>
            <a:avLst/>
            <a:gdLst/>
            <a:ahLst/>
            <a:cxnLst/>
            <a:rect l="0" t="0" r="r" b="b"/>
            <a:pathLst>
              <a:path w="3925904" h="2126819" fill="none">
                <a:moveTo>
                  <a:pt x="3737682" y="327559"/>
                </a:moveTo>
                <a:lnTo>
                  <a:pt x="3925904" y="327559"/>
                </a:lnTo>
                <a:lnTo>
                  <a:pt x="3925904" y="0"/>
                </a:lnTo>
                <a:lnTo>
                  <a:pt x="3737682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97" name="Shape 197"/>
          <p:cNvSpPr/>
          <p:nvPr/>
        </p:nvSpPr>
        <p:spPr>
          <a:xfrm>
            <a:off x="1718605" y="4575732"/>
            <a:ext cx="4399889" cy="2126819"/>
          </a:xfrm>
          <a:custGeom>
            <a:avLst/>
            <a:gdLst/>
            <a:ahLst/>
            <a:cxnLst/>
            <a:rect l="0" t="0" r="r" b="b"/>
            <a:pathLst>
              <a:path w="4399889" h="2126819" fill="none">
                <a:moveTo>
                  <a:pt x="4232928" y="327559"/>
                </a:moveTo>
                <a:lnTo>
                  <a:pt x="4399889" y="327559"/>
                </a:lnTo>
                <a:lnTo>
                  <a:pt x="4399889" y="0"/>
                </a:lnTo>
                <a:lnTo>
                  <a:pt x="4232928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98" name="Shape 198"/>
          <p:cNvSpPr/>
          <p:nvPr/>
        </p:nvSpPr>
        <p:spPr>
          <a:xfrm>
            <a:off x="9621596" y="4599159"/>
            <a:ext cx="50929" cy="50929"/>
          </a:xfrm>
          <a:custGeom>
            <a:avLst/>
            <a:gdLst/>
            <a:ahLst/>
            <a:cxnLst/>
            <a:rect l="0" t="0" r="r" b="b"/>
            <a:pathLst>
              <a:path w="50929" h="50929">
                <a:moveTo>
                  <a:pt x="20434" y="50594"/>
                </a:moveTo>
                <a:lnTo>
                  <a:pt x="11252" y="46791"/>
                </a:lnTo>
                <a:lnTo>
                  <a:pt x="7458" y="43471"/>
                </a:lnTo>
                <a:lnTo>
                  <a:pt x="4138" y="39676"/>
                </a:lnTo>
                <a:lnTo>
                  <a:pt x="335" y="30495"/>
                </a:lnTo>
                <a:lnTo>
                  <a:pt x="0" y="25464"/>
                </a:lnTo>
                <a:lnTo>
                  <a:pt x="335" y="20434"/>
                </a:lnTo>
                <a:lnTo>
                  <a:pt x="4138" y="11252"/>
                </a:lnTo>
                <a:lnTo>
                  <a:pt x="7458" y="7458"/>
                </a:lnTo>
                <a:lnTo>
                  <a:pt x="11252" y="4138"/>
                </a:lnTo>
                <a:lnTo>
                  <a:pt x="20434" y="335"/>
                </a:lnTo>
                <a:lnTo>
                  <a:pt x="25464" y="0"/>
                </a:lnTo>
                <a:lnTo>
                  <a:pt x="30495" y="335"/>
                </a:lnTo>
                <a:lnTo>
                  <a:pt x="39676" y="4138"/>
                </a:lnTo>
                <a:lnTo>
                  <a:pt x="43471" y="7458"/>
                </a:lnTo>
                <a:lnTo>
                  <a:pt x="46791" y="11252"/>
                </a:lnTo>
                <a:lnTo>
                  <a:pt x="50594" y="20434"/>
                </a:lnTo>
                <a:lnTo>
                  <a:pt x="50929" y="25464"/>
                </a:lnTo>
                <a:lnTo>
                  <a:pt x="50594" y="30495"/>
                </a:lnTo>
                <a:lnTo>
                  <a:pt x="46791" y="39676"/>
                </a:lnTo>
                <a:lnTo>
                  <a:pt x="43471" y="43471"/>
                </a:lnTo>
                <a:lnTo>
                  <a:pt x="39676" y="46791"/>
                </a:lnTo>
                <a:lnTo>
                  <a:pt x="30495" y="50594"/>
                </a:lnTo>
                <a:lnTo>
                  <a:pt x="25464" y="50929"/>
                </a:lnTo>
                <a:lnTo>
                  <a:pt x="20434" y="50594"/>
                </a:lnTo>
                <a:close/>
              </a:path>
            </a:pathLst>
          </a:custGeom>
          <a:solidFill>
            <a:srgbClr val="A6D9BE"/>
          </a:solidFill>
          <a:ln>
            <a:noFill/>
          </a:ln>
        </p:spPr>
      </p:sp>
      <p:sp>
        <p:nvSpPr>
          <p:cNvPr id="199" name="Shape 199"/>
          <p:cNvSpPr/>
          <p:nvPr/>
        </p:nvSpPr>
        <p:spPr>
          <a:xfrm>
            <a:off x="8656365" y="4599159"/>
            <a:ext cx="50929" cy="50929"/>
          </a:xfrm>
          <a:custGeom>
            <a:avLst/>
            <a:gdLst/>
            <a:ahLst/>
            <a:cxnLst/>
            <a:rect l="0" t="0" r="r" b="b"/>
            <a:pathLst>
              <a:path w="50929" h="50929">
                <a:moveTo>
                  <a:pt x="20434" y="50594"/>
                </a:moveTo>
                <a:lnTo>
                  <a:pt x="11252" y="46791"/>
                </a:lnTo>
                <a:lnTo>
                  <a:pt x="7458" y="43471"/>
                </a:lnTo>
                <a:lnTo>
                  <a:pt x="4138" y="39676"/>
                </a:lnTo>
                <a:lnTo>
                  <a:pt x="335" y="30495"/>
                </a:lnTo>
                <a:lnTo>
                  <a:pt x="0" y="25464"/>
                </a:lnTo>
                <a:lnTo>
                  <a:pt x="335" y="20434"/>
                </a:lnTo>
                <a:lnTo>
                  <a:pt x="4138" y="11252"/>
                </a:lnTo>
                <a:lnTo>
                  <a:pt x="7458" y="7458"/>
                </a:lnTo>
                <a:lnTo>
                  <a:pt x="11252" y="4138"/>
                </a:lnTo>
                <a:lnTo>
                  <a:pt x="20434" y="335"/>
                </a:lnTo>
                <a:lnTo>
                  <a:pt x="25464" y="0"/>
                </a:lnTo>
                <a:lnTo>
                  <a:pt x="30495" y="335"/>
                </a:lnTo>
                <a:lnTo>
                  <a:pt x="39676" y="4138"/>
                </a:lnTo>
                <a:lnTo>
                  <a:pt x="43471" y="7458"/>
                </a:lnTo>
                <a:lnTo>
                  <a:pt x="46791" y="11252"/>
                </a:lnTo>
                <a:lnTo>
                  <a:pt x="50594" y="20434"/>
                </a:lnTo>
                <a:lnTo>
                  <a:pt x="50929" y="25464"/>
                </a:lnTo>
                <a:lnTo>
                  <a:pt x="50594" y="30495"/>
                </a:lnTo>
                <a:lnTo>
                  <a:pt x="46791" y="39676"/>
                </a:lnTo>
                <a:lnTo>
                  <a:pt x="43471" y="43471"/>
                </a:lnTo>
                <a:lnTo>
                  <a:pt x="39676" y="46791"/>
                </a:lnTo>
                <a:lnTo>
                  <a:pt x="30495" y="50594"/>
                </a:lnTo>
                <a:lnTo>
                  <a:pt x="25464" y="50929"/>
                </a:lnTo>
                <a:lnTo>
                  <a:pt x="20434" y="50594"/>
                </a:lnTo>
                <a:close/>
              </a:path>
            </a:pathLst>
          </a:custGeom>
          <a:solidFill>
            <a:srgbClr val="5BB58B"/>
          </a:solidFill>
          <a:ln>
            <a:noFill/>
          </a:ln>
        </p:spPr>
      </p:sp>
      <p:sp>
        <p:nvSpPr>
          <p:cNvPr id="200" name="Shape 200"/>
          <p:cNvSpPr/>
          <p:nvPr/>
        </p:nvSpPr>
        <p:spPr>
          <a:xfrm>
            <a:off x="7691135" y="4599159"/>
            <a:ext cx="50929" cy="50929"/>
          </a:xfrm>
          <a:custGeom>
            <a:avLst/>
            <a:gdLst/>
            <a:ahLst/>
            <a:cxnLst/>
            <a:rect l="0" t="0" r="r" b="b"/>
            <a:pathLst>
              <a:path w="50929" h="50929">
                <a:moveTo>
                  <a:pt x="20434" y="50594"/>
                </a:moveTo>
                <a:lnTo>
                  <a:pt x="11252" y="46791"/>
                </a:lnTo>
                <a:lnTo>
                  <a:pt x="7458" y="43471"/>
                </a:lnTo>
                <a:lnTo>
                  <a:pt x="4138" y="39676"/>
                </a:lnTo>
                <a:lnTo>
                  <a:pt x="335" y="30495"/>
                </a:lnTo>
                <a:lnTo>
                  <a:pt x="0" y="25464"/>
                </a:lnTo>
                <a:lnTo>
                  <a:pt x="335" y="20434"/>
                </a:lnTo>
                <a:lnTo>
                  <a:pt x="4138" y="11252"/>
                </a:lnTo>
                <a:lnTo>
                  <a:pt x="7458" y="7458"/>
                </a:lnTo>
                <a:lnTo>
                  <a:pt x="11252" y="4138"/>
                </a:lnTo>
                <a:lnTo>
                  <a:pt x="20434" y="335"/>
                </a:lnTo>
                <a:lnTo>
                  <a:pt x="25464" y="0"/>
                </a:lnTo>
                <a:lnTo>
                  <a:pt x="30495" y="335"/>
                </a:lnTo>
                <a:lnTo>
                  <a:pt x="39676" y="4138"/>
                </a:lnTo>
                <a:lnTo>
                  <a:pt x="43471" y="7458"/>
                </a:lnTo>
                <a:lnTo>
                  <a:pt x="46791" y="11252"/>
                </a:lnTo>
                <a:lnTo>
                  <a:pt x="50594" y="20434"/>
                </a:lnTo>
                <a:lnTo>
                  <a:pt x="50929" y="25464"/>
                </a:lnTo>
                <a:lnTo>
                  <a:pt x="50594" y="30495"/>
                </a:lnTo>
                <a:lnTo>
                  <a:pt x="46791" y="39676"/>
                </a:lnTo>
                <a:lnTo>
                  <a:pt x="43471" y="43471"/>
                </a:lnTo>
                <a:lnTo>
                  <a:pt x="39676" y="46791"/>
                </a:lnTo>
                <a:lnTo>
                  <a:pt x="30495" y="50594"/>
                </a:lnTo>
                <a:lnTo>
                  <a:pt x="25464" y="50929"/>
                </a:lnTo>
                <a:lnTo>
                  <a:pt x="20434" y="50594"/>
                </a:lnTo>
                <a:close/>
              </a:path>
            </a:pathLst>
          </a:custGeom>
          <a:solidFill>
            <a:srgbClr val="22855A"/>
          </a:solidFill>
          <a:ln>
            <a:noFill/>
          </a:ln>
        </p:spPr>
      </p:sp>
      <p:sp>
        <p:nvSpPr>
          <p:cNvPr id="201" name="Shape 201"/>
          <p:cNvSpPr/>
          <p:nvPr/>
        </p:nvSpPr>
        <p:spPr>
          <a:xfrm>
            <a:off x="6524729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202" name="Shape 202"/>
          <p:cNvSpPr/>
          <p:nvPr/>
        </p:nvSpPr>
        <p:spPr>
          <a:xfrm>
            <a:off x="6723354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203" name="Shape 203"/>
          <p:cNvSpPr/>
          <p:nvPr/>
        </p:nvSpPr>
        <p:spPr>
          <a:xfrm>
            <a:off x="6921980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204" name="Shape 204"/>
          <p:cNvSpPr/>
          <p:nvPr/>
        </p:nvSpPr>
        <p:spPr>
          <a:xfrm>
            <a:off x="7120605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205" name="Shape 205"/>
          <p:cNvSpPr/>
          <p:nvPr/>
        </p:nvSpPr>
        <p:spPr>
          <a:xfrm>
            <a:off x="7319230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206" name="Shape 206"/>
          <p:cNvSpPr/>
          <p:nvPr/>
        </p:nvSpPr>
        <p:spPr>
          <a:xfrm>
            <a:off x="7517856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207" name="Shape 207"/>
          <p:cNvSpPr/>
          <p:nvPr/>
        </p:nvSpPr>
        <p:spPr>
          <a:xfrm>
            <a:off x="7716481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E4ECFA"/>
          </a:solidFill>
          <a:ln w="10185" cap="flat">
            <a:solidFill>
              <a:srgbClr val="2E5FBF"/>
            </a:solidFill>
            <a:miter lim="800000"/>
          </a:ln>
        </p:spPr>
      </p:sp>
      <p:sp>
        <p:nvSpPr>
          <p:cNvPr id="208" name="Shape 208"/>
          <p:cNvSpPr/>
          <p:nvPr/>
        </p:nvSpPr>
        <p:spPr>
          <a:xfrm>
            <a:off x="7915107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E4ECFA"/>
          </a:solidFill>
          <a:ln w="10185" cap="flat">
            <a:solidFill>
              <a:srgbClr val="2E5FBF"/>
            </a:solidFill>
            <a:miter lim="800000"/>
          </a:ln>
        </p:spPr>
      </p:sp>
      <p:sp>
        <p:nvSpPr>
          <p:cNvPr id="209" name="Shape 209"/>
          <p:cNvSpPr/>
          <p:nvPr/>
        </p:nvSpPr>
        <p:spPr>
          <a:xfrm>
            <a:off x="8113732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E4ECFA"/>
          </a:solidFill>
          <a:ln w="10185" cap="flat">
            <a:solidFill>
              <a:srgbClr val="2E5FBF"/>
            </a:solidFill>
            <a:miter lim="800000"/>
          </a:ln>
        </p:spPr>
      </p:sp>
      <p:sp>
        <p:nvSpPr>
          <p:cNvPr id="210" name="Shape 210"/>
          <p:cNvSpPr/>
          <p:nvPr/>
        </p:nvSpPr>
        <p:spPr>
          <a:xfrm>
            <a:off x="1859171" y="853797"/>
            <a:ext cx="207792" cy="207792"/>
          </a:xfrm>
          <a:custGeom>
            <a:avLst/>
            <a:gdLst/>
            <a:ahLst/>
            <a:cxnLst/>
            <a:rect l="0" t="0" r="r" b="b"/>
            <a:pathLst>
              <a:path w="207792" h="207792">
                <a:moveTo>
                  <a:pt x="93598" y="207450"/>
                </a:moveTo>
                <a:lnTo>
                  <a:pt x="73628" y="203458"/>
                </a:lnTo>
                <a:lnTo>
                  <a:pt x="54898" y="195700"/>
                </a:lnTo>
                <a:lnTo>
                  <a:pt x="37953" y="184401"/>
                </a:lnTo>
                <a:lnTo>
                  <a:pt x="30430" y="177362"/>
                </a:lnTo>
                <a:lnTo>
                  <a:pt x="23391" y="169838"/>
                </a:lnTo>
                <a:lnTo>
                  <a:pt x="12092" y="152894"/>
                </a:lnTo>
                <a:lnTo>
                  <a:pt x="4334" y="134164"/>
                </a:lnTo>
                <a:lnTo>
                  <a:pt x="342" y="114193"/>
                </a:lnTo>
                <a:lnTo>
                  <a:pt x="0" y="103896"/>
                </a:lnTo>
                <a:lnTo>
                  <a:pt x="342" y="93598"/>
                </a:lnTo>
                <a:lnTo>
                  <a:pt x="4334" y="73628"/>
                </a:lnTo>
                <a:lnTo>
                  <a:pt x="12092" y="54898"/>
                </a:lnTo>
                <a:lnTo>
                  <a:pt x="23391" y="37953"/>
                </a:lnTo>
                <a:lnTo>
                  <a:pt x="30430" y="30430"/>
                </a:lnTo>
                <a:lnTo>
                  <a:pt x="37953" y="23391"/>
                </a:lnTo>
                <a:lnTo>
                  <a:pt x="54898" y="12092"/>
                </a:lnTo>
                <a:lnTo>
                  <a:pt x="73628" y="4334"/>
                </a:lnTo>
                <a:lnTo>
                  <a:pt x="93598" y="342"/>
                </a:lnTo>
                <a:lnTo>
                  <a:pt x="103896" y="0"/>
                </a:lnTo>
                <a:lnTo>
                  <a:pt x="114193" y="342"/>
                </a:lnTo>
                <a:lnTo>
                  <a:pt x="134164" y="4334"/>
                </a:lnTo>
                <a:lnTo>
                  <a:pt x="152894" y="12092"/>
                </a:lnTo>
                <a:lnTo>
                  <a:pt x="169838" y="23391"/>
                </a:lnTo>
                <a:lnTo>
                  <a:pt x="177362" y="30430"/>
                </a:lnTo>
                <a:lnTo>
                  <a:pt x="184401" y="37953"/>
                </a:lnTo>
                <a:lnTo>
                  <a:pt x="195700" y="54898"/>
                </a:lnTo>
                <a:lnTo>
                  <a:pt x="203458" y="73628"/>
                </a:lnTo>
                <a:lnTo>
                  <a:pt x="207450" y="93598"/>
                </a:lnTo>
                <a:lnTo>
                  <a:pt x="207792" y="103896"/>
                </a:lnTo>
                <a:lnTo>
                  <a:pt x="207450" y="114193"/>
                </a:lnTo>
                <a:lnTo>
                  <a:pt x="203458" y="134164"/>
                </a:lnTo>
                <a:lnTo>
                  <a:pt x="195700" y="152894"/>
                </a:lnTo>
                <a:lnTo>
                  <a:pt x="184401" y="169838"/>
                </a:lnTo>
                <a:lnTo>
                  <a:pt x="177362" y="177362"/>
                </a:lnTo>
                <a:lnTo>
                  <a:pt x="169838" y="184401"/>
                </a:lnTo>
                <a:lnTo>
                  <a:pt x="152894" y="195700"/>
                </a:lnTo>
                <a:lnTo>
                  <a:pt x="134164" y="203458"/>
                </a:lnTo>
                <a:lnTo>
                  <a:pt x="114193" y="207450"/>
                </a:lnTo>
                <a:lnTo>
                  <a:pt x="103896" y="207792"/>
                </a:lnTo>
                <a:lnTo>
                  <a:pt x="93598" y="20745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11" name="Text 211"/>
          <p:cNvSpPr txBox="1"/>
          <p:nvPr/>
        </p:nvSpPr>
        <p:spPr>
          <a:xfrm>
            <a:off x="1870594" y="898378"/>
            <a:ext cx="184946" cy="148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3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a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2134190" y="887513"/>
            <a:ext cx="640190" cy="1655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4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Assets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3858492" y="912706"/>
            <a:ext cx="646979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BlenderKit</a:t>
            </a:r>
          </a:p>
        </p:txBody>
      </p:sp>
      <p:sp>
        <p:nvSpPr>
          <p:cNvPr id="214" name="Text 214"/>
          <p:cNvSpPr txBox="1"/>
          <p:nvPr/>
        </p:nvSpPr>
        <p:spPr>
          <a:xfrm>
            <a:off x="1889728" y="2269640"/>
            <a:ext cx="1696438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9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91 indoor &amp; outdoor scenes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1889728" y="3550197"/>
            <a:ext cx="3464385" cy="1124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08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102 human subjects · front calibrated on a 12-view turntable</a:t>
            </a:r>
          </a:p>
        </p:txBody>
      </p:sp>
      <p:sp>
        <p:nvSpPr>
          <p:cNvPr id="216" name="Shape 216"/>
          <p:cNvSpPr/>
          <p:nvPr/>
        </p:nvSpPr>
        <p:spPr>
          <a:xfrm>
            <a:off x="4817161" y="853797"/>
            <a:ext cx="207792" cy="207792"/>
          </a:xfrm>
          <a:custGeom>
            <a:avLst/>
            <a:gdLst/>
            <a:ahLst/>
            <a:cxnLst/>
            <a:rect l="0" t="0" r="r" b="b"/>
            <a:pathLst>
              <a:path w="207792" h="207792">
                <a:moveTo>
                  <a:pt x="93598" y="207450"/>
                </a:moveTo>
                <a:lnTo>
                  <a:pt x="73628" y="203458"/>
                </a:lnTo>
                <a:lnTo>
                  <a:pt x="54898" y="195700"/>
                </a:lnTo>
                <a:lnTo>
                  <a:pt x="37953" y="184401"/>
                </a:lnTo>
                <a:lnTo>
                  <a:pt x="30430" y="177362"/>
                </a:lnTo>
                <a:lnTo>
                  <a:pt x="23391" y="169838"/>
                </a:lnTo>
                <a:lnTo>
                  <a:pt x="12092" y="152894"/>
                </a:lnTo>
                <a:lnTo>
                  <a:pt x="4334" y="134164"/>
                </a:lnTo>
                <a:lnTo>
                  <a:pt x="342" y="114193"/>
                </a:lnTo>
                <a:lnTo>
                  <a:pt x="0" y="103896"/>
                </a:lnTo>
                <a:lnTo>
                  <a:pt x="342" y="93598"/>
                </a:lnTo>
                <a:lnTo>
                  <a:pt x="4334" y="73628"/>
                </a:lnTo>
                <a:lnTo>
                  <a:pt x="12092" y="54898"/>
                </a:lnTo>
                <a:lnTo>
                  <a:pt x="23391" y="37953"/>
                </a:lnTo>
                <a:lnTo>
                  <a:pt x="30430" y="30430"/>
                </a:lnTo>
                <a:lnTo>
                  <a:pt x="37953" y="23391"/>
                </a:lnTo>
                <a:lnTo>
                  <a:pt x="54898" y="12092"/>
                </a:lnTo>
                <a:lnTo>
                  <a:pt x="73628" y="4334"/>
                </a:lnTo>
                <a:lnTo>
                  <a:pt x="93598" y="342"/>
                </a:lnTo>
                <a:lnTo>
                  <a:pt x="103896" y="0"/>
                </a:lnTo>
                <a:lnTo>
                  <a:pt x="114193" y="342"/>
                </a:lnTo>
                <a:lnTo>
                  <a:pt x="134164" y="4334"/>
                </a:lnTo>
                <a:lnTo>
                  <a:pt x="152894" y="12092"/>
                </a:lnTo>
                <a:lnTo>
                  <a:pt x="169838" y="23391"/>
                </a:lnTo>
                <a:lnTo>
                  <a:pt x="177362" y="30430"/>
                </a:lnTo>
                <a:lnTo>
                  <a:pt x="184401" y="37953"/>
                </a:lnTo>
                <a:lnTo>
                  <a:pt x="195700" y="54898"/>
                </a:lnTo>
                <a:lnTo>
                  <a:pt x="203458" y="73628"/>
                </a:lnTo>
                <a:lnTo>
                  <a:pt x="207450" y="93598"/>
                </a:lnTo>
                <a:lnTo>
                  <a:pt x="207792" y="103896"/>
                </a:lnTo>
                <a:lnTo>
                  <a:pt x="207450" y="114193"/>
                </a:lnTo>
                <a:lnTo>
                  <a:pt x="203458" y="134164"/>
                </a:lnTo>
                <a:lnTo>
                  <a:pt x="195700" y="152894"/>
                </a:lnTo>
                <a:lnTo>
                  <a:pt x="184401" y="169838"/>
                </a:lnTo>
                <a:lnTo>
                  <a:pt x="177362" y="177362"/>
                </a:lnTo>
                <a:lnTo>
                  <a:pt x="169838" y="184401"/>
                </a:lnTo>
                <a:lnTo>
                  <a:pt x="152894" y="195700"/>
                </a:lnTo>
                <a:lnTo>
                  <a:pt x="134164" y="203458"/>
                </a:lnTo>
                <a:lnTo>
                  <a:pt x="114193" y="207450"/>
                </a:lnTo>
                <a:lnTo>
                  <a:pt x="103896" y="207792"/>
                </a:lnTo>
                <a:lnTo>
                  <a:pt x="93598" y="20745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17" name="Text 217"/>
          <p:cNvSpPr txBox="1"/>
          <p:nvPr/>
        </p:nvSpPr>
        <p:spPr>
          <a:xfrm>
            <a:off x="4825834" y="898378"/>
            <a:ext cx="190447" cy="148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3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b</a:t>
            </a:r>
          </a:p>
        </p:txBody>
      </p:sp>
      <p:sp>
        <p:nvSpPr>
          <p:cNvPr id="218" name="Text 218"/>
          <p:cNvSpPr txBox="1"/>
          <p:nvPr/>
        </p:nvSpPr>
        <p:spPr>
          <a:xfrm>
            <a:off x="5092181" y="887513"/>
            <a:ext cx="1971028" cy="1655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4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VLM-guided placement</a:t>
            </a:r>
          </a:p>
        </p:txBody>
      </p:sp>
      <p:sp>
        <p:nvSpPr>
          <p:cNvPr id="219" name="Shape 219"/>
          <p:cNvSpPr/>
          <p:nvPr/>
        </p:nvSpPr>
        <p:spPr>
          <a:xfrm>
            <a:off x="1718605" y="1700369"/>
            <a:ext cx="3714496" cy="5002182"/>
          </a:xfrm>
          <a:custGeom>
            <a:avLst/>
            <a:gdLst/>
            <a:ahLst/>
            <a:cxnLst/>
            <a:rect l="0" t="0" r="r" b="b"/>
            <a:pathLst>
              <a:path w="3714496" h="5002182" fill="none">
                <a:moveTo>
                  <a:pt x="3245129" y="369626"/>
                </a:moveTo>
                <a:lnTo>
                  <a:pt x="3714496" y="369626"/>
                </a:lnTo>
                <a:lnTo>
                  <a:pt x="3714496" y="0"/>
                </a:lnTo>
                <a:lnTo>
                  <a:pt x="3245129" y="0"/>
                </a:lnTo>
                <a:close/>
              </a:path>
            </a:pathLst>
          </a:custGeom>
          <a:noFill/>
          <a:ln w="18674" cap="flat">
            <a:solidFill>
              <a:srgbClr val="D06A1E"/>
            </a:solidFill>
            <a:custDash>
              <a:ds d="250000" sp="150000"/>
            </a:custDash>
            <a:miter lim="800000"/>
          </a:ln>
        </p:spPr>
      </p:sp>
      <p:sp>
        <p:nvSpPr>
          <p:cNvPr id="220" name="Text 220"/>
          <p:cNvSpPr txBox="1"/>
          <p:nvPr/>
        </p:nvSpPr>
        <p:spPr>
          <a:xfrm>
            <a:off x="4847719" y="2162293"/>
            <a:ext cx="1134710" cy="108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8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VLM marks where a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4847719" y="2283582"/>
            <a:ext cx="905498" cy="108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8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person belongs</a:t>
            </a:r>
          </a:p>
        </p:txBody>
      </p:sp>
      <p:sp>
        <p:nvSpPr>
          <p:cNvPr id="222" name="Text 222"/>
          <p:cNvSpPr txBox="1"/>
          <p:nvPr/>
        </p:nvSpPr>
        <p:spPr>
          <a:xfrm>
            <a:off x="4847719" y="2421817"/>
            <a:ext cx="1454936" cy="997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2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Gemini 2.5 Flash, per scene</a:t>
            </a:r>
          </a:p>
        </p:txBody>
      </p:sp>
      <p:sp>
        <p:nvSpPr>
          <p:cNvPr id="223" name="Text 223"/>
          <p:cNvSpPr txBox="1"/>
          <p:nvPr/>
        </p:nvSpPr>
        <p:spPr>
          <a:xfrm>
            <a:off x="6456279" y="2231952"/>
            <a:ext cx="1077385" cy="108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8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ray-cast floor cells</a:t>
            </a:r>
          </a:p>
        </p:txBody>
      </p:sp>
      <p:sp>
        <p:nvSpPr>
          <p:cNvPr id="224" name="Text 224"/>
          <p:cNvSpPr txBox="1"/>
          <p:nvPr/>
        </p:nvSpPr>
        <p:spPr>
          <a:xfrm>
            <a:off x="6456279" y="2378082"/>
            <a:ext cx="1285025" cy="997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2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slope ≤ 12°, flat, visible;</a:t>
            </a:r>
          </a:p>
        </p:txBody>
      </p:sp>
      <p:sp>
        <p:nvSpPr>
          <p:cNvPr id="225" name="Text 225"/>
          <p:cNvSpPr txBox="1"/>
          <p:nvPr/>
        </p:nvSpPr>
        <p:spPr>
          <a:xfrm>
            <a:off x="6456279" y="2497367"/>
            <a:ext cx="1228389" cy="997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2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keep top-3, spread out</a:t>
            </a:r>
          </a:p>
        </p:txBody>
      </p:sp>
      <p:sp>
        <p:nvSpPr>
          <p:cNvPr id="226" name="Text 226"/>
          <p:cNvSpPr txBox="1"/>
          <p:nvPr/>
        </p:nvSpPr>
        <p:spPr>
          <a:xfrm>
            <a:off x="6727481" y="2984522"/>
            <a:ext cx="640792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VLM judge</a:t>
            </a:r>
          </a:p>
        </p:txBody>
      </p:sp>
      <p:sp>
        <p:nvSpPr>
          <p:cNvPr id="227" name="Text 227"/>
          <p:cNvSpPr txBox="1"/>
          <p:nvPr/>
        </p:nvSpPr>
        <p:spPr>
          <a:xfrm>
            <a:off x="6771011" y="3069795"/>
            <a:ext cx="838978" cy="891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6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grounded · visible</a:t>
            </a:r>
          </a:p>
        </p:txBody>
      </p:sp>
      <p:sp>
        <p:nvSpPr>
          <p:cNvPr id="228" name="Text 228"/>
          <p:cNvSpPr txBox="1"/>
          <p:nvPr/>
        </p:nvSpPr>
        <p:spPr>
          <a:xfrm>
            <a:off x="6818440" y="3177867"/>
            <a:ext cx="710922" cy="891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6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scale · context</a:t>
            </a:r>
          </a:p>
        </p:txBody>
      </p:sp>
      <p:sp>
        <p:nvSpPr>
          <p:cNvPr id="229" name="Text 229"/>
          <p:cNvSpPr txBox="1"/>
          <p:nvPr/>
        </p:nvSpPr>
        <p:spPr>
          <a:xfrm>
            <a:off x="6832541" y="3273717"/>
            <a:ext cx="672849" cy="891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6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keep if ≥ 7/10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4847719" y="3461189"/>
            <a:ext cx="2676282" cy="1039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55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place, render up to 6 orbit views; else move &amp; retry</a:t>
            </a:r>
          </a:p>
        </p:txBody>
      </p:sp>
      <p:sp>
        <p:nvSpPr>
          <p:cNvPr id="231" name="Shape 231"/>
          <p:cNvSpPr/>
          <p:nvPr/>
        </p:nvSpPr>
        <p:spPr>
          <a:xfrm>
            <a:off x="7701813" y="853797"/>
            <a:ext cx="207792" cy="207792"/>
          </a:xfrm>
          <a:custGeom>
            <a:avLst/>
            <a:gdLst/>
            <a:ahLst/>
            <a:cxnLst/>
            <a:rect l="0" t="0" r="r" b="b"/>
            <a:pathLst>
              <a:path w="207792" h="207792">
                <a:moveTo>
                  <a:pt x="93598" y="207450"/>
                </a:moveTo>
                <a:lnTo>
                  <a:pt x="73628" y="203458"/>
                </a:lnTo>
                <a:lnTo>
                  <a:pt x="54898" y="195700"/>
                </a:lnTo>
                <a:lnTo>
                  <a:pt x="37953" y="184401"/>
                </a:lnTo>
                <a:lnTo>
                  <a:pt x="30430" y="177362"/>
                </a:lnTo>
                <a:lnTo>
                  <a:pt x="23391" y="169838"/>
                </a:lnTo>
                <a:lnTo>
                  <a:pt x="12092" y="152894"/>
                </a:lnTo>
                <a:lnTo>
                  <a:pt x="4334" y="134164"/>
                </a:lnTo>
                <a:lnTo>
                  <a:pt x="342" y="114193"/>
                </a:lnTo>
                <a:lnTo>
                  <a:pt x="0" y="103896"/>
                </a:lnTo>
                <a:lnTo>
                  <a:pt x="342" y="93598"/>
                </a:lnTo>
                <a:lnTo>
                  <a:pt x="4334" y="73628"/>
                </a:lnTo>
                <a:lnTo>
                  <a:pt x="12092" y="54898"/>
                </a:lnTo>
                <a:lnTo>
                  <a:pt x="23391" y="37953"/>
                </a:lnTo>
                <a:lnTo>
                  <a:pt x="30430" y="30430"/>
                </a:lnTo>
                <a:lnTo>
                  <a:pt x="37953" y="23391"/>
                </a:lnTo>
                <a:lnTo>
                  <a:pt x="54898" y="12092"/>
                </a:lnTo>
                <a:lnTo>
                  <a:pt x="73628" y="4334"/>
                </a:lnTo>
                <a:lnTo>
                  <a:pt x="93598" y="342"/>
                </a:lnTo>
                <a:lnTo>
                  <a:pt x="103896" y="0"/>
                </a:lnTo>
                <a:lnTo>
                  <a:pt x="114193" y="342"/>
                </a:lnTo>
                <a:lnTo>
                  <a:pt x="134164" y="4334"/>
                </a:lnTo>
                <a:lnTo>
                  <a:pt x="152894" y="12092"/>
                </a:lnTo>
                <a:lnTo>
                  <a:pt x="169838" y="23391"/>
                </a:lnTo>
                <a:lnTo>
                  <a:pt x="177362" y="30430"/>
                </a:lnTo>
                <a:lnTo>
                  <a:pt x="184401" y="37953"/>
                </a:lnTo>
                <a:lnTo>
                  <a:pt x="195700" y="54898"/>
                </a:lnTo>
                <a:lnTo>
                  <a:pt x="203458" y="73628"/>
                </a:lnTo>
                <a:lnTo>
                  <a:pt x="207450" y="93598"/>
                </a:lnTo>
                <a:lnTo>
                  <a:pt x="207792" y="103896"/>
                </a:lnTo>
                <a:lnTo>
                  <a:pt x="207450" y="114193"/>
                </a:lnTo>
                <a:lnTo>
                  <a:pt x="203458" y="134164"/>
                </a:lnTo>
                <a:lnTo>
                  <a:pt x="195700" y="152894"/>
                </a:lnTo>
                <a:lnTo>
                  <a:pt x="184401" y="169838"/>
                </a:lnTo>
                <a:lnTo>
                  <a:pt x="177362" y="177362"/>
                </a:lnTo>
                <a:lnTo>
                  <a:pt x="169838" y="184401"/>
                </a:lnTo>
                <a:lnTo>
                  <a:pt x="152894" y="195700"/>
                </a:lnTo>
                <a:lnTo>
                  <a:pt x="134164" y="203458"/>
                </a:lnTo>
                <a:lnTo>
                  <a:pt x="114193" y="207450"/>
                </a:lnTo>
                <a:lnTo>
                  <a:pt x="103896" y="207792"/>
                </a:lnTo>
                <a:lnTo>
                  <a:pt x="93598" y="20745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32" name="Text 232"/>
          <p:cNvSpPr txBox="1"/>
          <p:nvPr/>
        </p:nvSpPr>
        <p:spPr>
          <a:xfrm>
            <a:off x="7718737" y="898378"/>
            <a:ext cx="173945" cy="148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3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c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7976833" y="887513"/>
            <a:ext cx="1714916" cy="1655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4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Camera trajectories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8899183" y="1982804"/>
            <a:ext cx="861495" cy="1103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95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a</a:t>
            </a:r>
            <a:r>
              <a:rPr lang="en-US" sz="695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=‖</a:t>
            </a:r>
            <a:r>
              <a:rPr lang="en-US" sz="695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C</a:t>
            </a:r>
            <a:r>
              <a:rPr lang="en-US" sz="695" i="1" baseline="-25000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far</a:t>
            </a:r>
            <a:r>
              <a:rPr lang="en-US" sz="695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-</a:t>
            </a:r>
            <a:r>
              <a:rPr lang="en-US" sz="695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695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‖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8668283" y="1689563"/>
            <a:ext cx="151944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749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b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9702328" y="1996827"/>
            <a:ext cx="745987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8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C</a:t>
            </a:r>
            <a:r>
              <a:rPr lang="en-US" sz="668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far</a:t>
            </a:r>
            <a:r>
              <a:rPr lang="en-US" sz="66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 = vertex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9765640" y="2128395"/>
            <a:ext cx="575045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(frame 0)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9639940" y="1483618"/>
            <a:ext cx="916499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8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C</a:t>
            </a:r>
            <a:r>
              <a:rPr lang="en-US" sz="668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near</a:t>
            </a:r>
            <a:r>
              <a:rPr lang="en-US" sz="66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 (frame 31)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9332492" y="1732790"/>
            <a:ext cx="5204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Δθ</a:t>
            </a:r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 equal</a:t>
            </a:r>
          </a:p>
        </p:txBody>
      </p:sp>
      <p:sp>
        <p:nvSpPr>
          <p:cNvPr id="240" name="Shape 240"/>
          <p:cNvSpPr/>
          <p:nvPr/>
        </p:nvSpPr>
        <p:spPr>
          <a:xfrm>
            <a:off x="8820227" y="1874426"/>
            <a:ext cx="73338" cy="73338"/>
          </a:xfrm>
          <a:custGeom>
            <a:avLst/>
            <a:gdLst/>
            <a:ahLst/>
            <a:cxnLst/>
            <a:rect l="0" t="0" r="r" b="b"/>
            <a:pathLst>
              <a:path w="73338" h="73338">
                <a:moveTo>
                  <a:pt x="29425" y="72855"/>
                </a:moveTo>
                <a:lnTo>
                  <a:pt x="16203" y="67379"/>
                </a:lnTo>
                <a:lnTo>
                  <a:pt x="10740" y="62598"/>
                </a:lnTo>
                <a:lnTo>
                  <a:pt x="5959" y="57134"/>
                </a:lnTo>
                <a:lnTo>
                  <a:pt x="482" y="43913"/>
                </a:lnTo>
                <a:lnTo>
                  <a:pt x="0" y="36669"/>
                </a:lnTo>
                <a:lnTo>
                  <a:pt x="482" y="29425"/>
                </a:lnTo>
                <a:lnTo>
                  <a:pt x="5959" y="16203"/>
                </a:lnTo>
                <a:lnTo>
                  <a:pt x="10740" y="10740"/>
                </a:lnTo>
                <a:lnTo>
                  <a:pt x="16203" y="5959"/>
                </a:lnTo>
                <a:lnTo>
                  <a:pt x="29425" y="482"/>
                </a:lnTo>
                <a:lnTo>
                  <a:pt x="36669" y="0"/>
                </a:lnTo>
                <a:lnTo>
                  <a:pt x="43913" y="482"/>
                </a:lnTo>
                <a:lnTo>
                  <a:pt x="57134" y="5959"/>
                </a:lnTo>
                <a:lnTo>
                  <a:pt x="62598" y="10740"/>
                </a:lnTo>
                <a:lnTo>
                  <a:pt x="67379" y="16203"/>
                </a:lnTo>
                <a:lnTo>
                  <a:pt x="72855" y="29425"/>
                </a:lnTo>
                <a:lnTo>
                  <a:pt x="73338" y="36669"/>
                </a:lnTo>
                <a:lnTo>
                  <a:pt x="72855" y="43913"/>
                </a:lnTo>
                <a:lnTo>
                  <a:pt x="67379" y="57134"/>
                </a:lnTo>
                <a:lnTo>
                  <a:pt x="62598" y="62598"/>
                </a:lnTo>
                <a:lnTo>
                  <a:pt x="57134" y="67379"/>
                </a:lnTo>
                <a:lnTo>
                  <a:pt x="43913" y="72855"/>
                </a:lnTo>
                <a:lnTo>
                  <a:pt x="36669" y="73338"/>
                </a:lnTo>
                <a:lnTo>
                  <a:pt x="29425" y="72855"/>
                </a:lnTo>
                <a:close/>
              </a:path>
            </a:pathLst>
          </a:custGeom>
          <a:solidFill>
            <a:srgbClr val="2E5FBF"/>
          </a:solidFill>
          <a:ln>
            <a:noFill/>
          </a:ln>
        </p:spPr>
      </p:sp>
      <p:sp>
        <p:nvSpPr>
          <p:cNvPr id="241" name="Text 241"/>
          <p:cNvSpPr txBox="1"/>
          <p:nvPr/>
        </p:nvSpPr>
        <p:spPr>
          <a:xfrm>
            <a:off x="8454362" y="1983857"/>
            <a:ext cx="568857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O = centre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8021078" y="2089417"/>
            <a:ext cx="115378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(look-at, 0.75 × height)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7732371" y="1188320"/>
            <a:ext cx="316066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ellipse centred at O with C_far as its vertex; b is solved so it passes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7732371" y="1310143"/>
            <a:ext cx="3648821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through C_near. Endpoints: azimuth ~ U[0°, 360°), distance ~ logU[0.8, 8] m.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7732371" y="2648386"/>
            <a:ext cx="1354812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8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rejected (of 393k pairs)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9353159" y="2648386"/>
            <a:ext cx="946064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kept 75k · 19 %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8771335" y="2824008"/>
            <a:ext cx="1162985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152k  subject off frame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8664980" y="2964574"/>
            <a:ext cx="1117865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135k  camera blocked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7880773" y="3105140"/>
            <a:ext cx="1304792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17k  arc midpoint blocked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7832342" y="3245705"/>
            <a:ext cx="1329458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10k  endpoints &lt; 15° apart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7799997" y="3386271"/>
            <a:ext cx="1135913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5k  degenerate look-at</a:t>
            </a:r>
          </a:p>
        </p:txBody>
      </p:sp>
      <p:sp>
        <p:nvSpPr>
          <p:cNvPr id="252" name="Shape 252"/>
          <p:cNvSpPr/>
          <p:nvPr/>
        </p:nvSpPr>
        <p:spPr>
          <a:xfrm>
            <a:off x="1859171" y="3909573"/>
            <a:ext cx="207792" cy="207792"/>
          </a:xfrm>
          <a:custGeom>
            <a:avLst/>
            <a:gdLst/>
            <a:ahLst/>
            <a:cxnLst/>
            <a:rect l="0" t="0" r="r" b="b"/>
            <a:pathLst>
              <a:path w="207792" h="207792">
                <a:moveTo>
                  <a:pt x="93598" y="207450"/>
                </a:moveTo>
                <a:lnTo>
                  <a:pt x="73628" y="203458"/>
                </a:lnTo>
                <a:lnTo>
                  <a:pt x="54898" y="195700"/>
                </a:lnTo>
                <a:lnTo>
                  <a:pt x="37953" y="184401"/>
                </a:lnTo>
                <a:lnTo>
                  <a:pt x="30430" y="177362"/>
                </a:lnTo>
                <a:lnTo>
                  <a:pt x="23391" y="169838"/>
                </a:lnTo>
                <a:lnTo>
                  <a:pt x="12092" y="152894"/>
                </a:lnTo>
                <a:lnTo>
                  <a:pt x="4334" y="134164"/>
                </a:lnTo>
                <a:lnTo>
                  <a:pt x="342" y="114193"/>
                </a:lnTo>
                <a:lnTo>
                  <a:pt x="0" y="103896"/>
                </a:lnTo>
                <a:lnTo>
                  <a:pt x="342" y="93598"/>
                </a:lnTo>
                <a:lnTo>
                  <a:pt x="4334" y="73628"/>
                </a:lnTo>
                <a:lnTo>
                  <a:pt x="12092" y="54898"/>
                </a:lnTo>
                <a:lnTo>
                  <a:pt x="23391" y="37953"/>
                </a:lnTo>
                <a:lnTo>
                  <a:pt x="30430" y="30430"/>
                </a:lnTo>
                <a:lnTo>
                  <a:pt x="37953" y="23391"/>
                </a:lnTo>
                <a:lnTo>
                  <a:pt x="54898" y="12092"/>
                </a:lnTo>
                <a:lnTo>
                  <a:pt x="73628" y="4334"/>
                </a:lnTo>
                <a:lnTo>
                  <a:pt x="93598" y="342"/>
                </a:lnTo>
                <a:lnTo>
                  <a:pt x="103896" y="0"/>
                </a:lnTo>
                <a:lnTo>
                  <a:pt x="114193" y="342"/>
                </a:lnTo>
                <a:lnTo>
                  <a:pt x="134164" y="4334"/>
                </a:lnTo>
                <a:lnTo>
                  <a:pt x="152894" y="12092"/>
                </a:lnTo>
                <a:lnTo>
                  <a:pt x="169838" y="23391"/>
                </a:lnTo>
                <a:lnTo>
                  <a:pt x="177362" y="30430"/>
                </a:lnTo>
                <a:lnTo>
                  <a:pt x="184401" y="37953"/>
                </a:lnTo>
                <a:lnTo>
                  <a:pt x="195700" y="54898"/>
                </a:lnTo>
                <a:lnTo>
                  <a:pt x="203458" y="73628"/>
                </a:lnTo>
                <a:lnTo>
                  <a:pt x="207450" y="93598"/>
                </a:lnTo>
                <a:lnTo>
                  <a:pt x="207792" y="103896"/>
                </a:lnTo>
                <a:lnTo>
                  <a:pt x="207450" y="114193"/>
                </a:lnTo>
                <a:lnTo>
                  <a:pt x="203458" y="134164"/>
                </a:lnTo>
                <a:lnTo>
                  <a:pt x="195700" y="152894"/>
                </a:lnTo>
                <a:lnTo>
                  <a:pt x="184401" y="169838"/>
                </a:lnTo>
                <a:lnTo>
                  <a:pt x="177362" y="177362"/>
                </a:lnTo>
                <a:lnTo>
                  <a:pt x="169838" y="184401"/>
                </a:lnTo>
                <a:lnTo>
                  <a:pt x="152894" y="195700"/>
                </a:lnTo>
                <a:lnTo>
                  <a:pt x="134164" y="203458"/>
                </a:lnTo>
                <a:lnTo>
                  <a:pt x="114193" y="207450"/>
                </a:lnTo>
                <a:lnTo>
                  <a:pt x="103896" y="207792"/>
                </a:lnTo>
                <a:lnTo>
                  <a:pt x="93598" y="20745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53" name="Text 253"/>
          <p:cNvSpPr txBox="1"/>
          <p:nvPr/>
        </p:nvSpPr>
        <p:spPr>
          <a:xfrm>
            <a:off x="1867843" y="3954153"/>
            <a:ext cx="190447" cy="148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3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d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2134190" y="3943288"/>
            <a:ext cx="2107421" cy="1655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4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Render &amp; hindsight label</a:t>
            </a:r>
          </a:p>
        </p:txBody>
      </p:sp>
      <p:sp>
        <p:nvSpPr>
          <p:cNvPr id="255" name="Text 255"/>
          <p:cNvSpPr txBox="1"/>
          <p:nvPr/>
        </p:nvSpPr>
        <p:spPr>
          <a:xfrm>
            <a:off x="1960909" y="4422468"/>
            <a:ext cx="29495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0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1881153" y="4974205"/>
            <a:ext cx="454466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1%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1856874" y="5120475"/>
            <a:ext cx="503024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too small</a:t>
            </a:r>
          </a:p>
        </p:txBody>
      </p:sp>
      <p:sp>
        <p:nvSpPr>
          <p:cNvPr id="258" name="Text 258"/>
          <p:cNvSpPr txBox="1"/>
          <p:nvPr/>
        </p:nvSpPr>
        <p:spPr>
          <a:xfrm>
            <a:off x="2434894" y="4422468"/>
            <a:ext cx="29495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4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2355138" y="4974205"/>
            <a:ext cx="454466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5%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2330859" y="5120475"/>
            <a:ext cx="503024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too small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2908878" y="4422468"/>
            <a:ext cx="29495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8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2798870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11%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2727666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3352611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12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3272855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19%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3201651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3826596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16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3746840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28%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3675635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270" name="Text 270"/>
          <p:cNvSpPr txBox="1"/>
          <p:nvPr/>
        </p:nvSpPr>
        <p:spPr>
          <a:xfrm>
            <a:off x="4300580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20</a:t>
            </a:r>
          </a:p>
        </p:txBody>
      </p:sp>
      <p:sp>
        <p:nvSpPr>
          <p:cNvPr id="271" name="Text 271"/>
          <p:cNvSpPr txBox="1"/>
          <p:nvPr/>
        </p:nvSpPr>
        <p:spPr>
          <a:xfrm>
            <a:off x="4220825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39%</a:t>
            </a:r>
          </a:p>
        </p:txBody>
      </p:sp>
      <p:sp>
        <p:nvSpPr>
          <p:cNvPr id="272" name="Text 272"/>
          <p:cNvSpPr txBox="1"/>
          <p:nvPr/>
        </p:nvSpPr>
        <p:spPr>
          <a:xfrm>
            <a:off x="4149620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273" name="Text 273"/>
          <p:cNvSpPr txBox="1"/>
          <p:nvPr/>
        </p:nvSpPr>
        <p:spPr>
          <a:xfrm>
            <a:off x="4774565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24</a:t>
            </a:r>
          </a:p>
        </p:txBody>
      </p:sp>
      <p:sp>
        <p:nvSpPr>
          <p:cNvPr id="274" name="Text 274"/>
          <p:cNvSpPr txBox="1"/>
          <p:nvPr/>
        </p:nvSpPr>
        <p:spPr>
          <a:xfrm>
            <a:off x="4694809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42%</a:t>
            </a:r>
          </a:p>
        </p:txBody>
      </p:sp>
      <p:sp>
        <p:nvSpPr>
          <p:cNvPr id="275" name="Text 275"/>
          <p:cNvSpPr txBox="1"/>
          <p:nvPr/>
        </p:nvSpPr>
        <p:spPr>
          <a:xfrm>
            <a:off x="4623605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276" name="Text 276"/>
          <p:cNvSpPr txBox="1"/>
          <p:nvPr/>
        </p:nvSpPr>
        <p:spPr>
          <a:xfrm>
            <a:off x="5248550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28</a:t>
            </a:r>
          </a:p>
        </p:txBody>
      </p:sp>
      <p:sp>
        <p:nvSpPr>
          <p:cNvPr id="277" name="Text 277"/>
          <p:cNvSpPr txBox="1"/>
          <p:nvPr/>
        </p:nvSpPr>
        <p:spPr>
          <a:xfrm>
            <a:off x="5168794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43%</a:t>
            </a:r>
          </a:p>
        </p:txBody>
      </p:sp>
      <p:sp>
        <p:nvSpPr>
          <p:cNvPr id="278" name="Text 278"/>
          <p:cNvSpPr txBox="1"/>
          <p:nvPr/>
        </p:nvSpPr>
        <p:spPr>
          <a:xfrm>
            <a:off x="5097590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279" name="Text 279"/>
          <p:cNvSpPr txBox="1"/>
          <p:nvPr/>
        </p:nvSpPr>
        <p:spPr>
          <a:xfrm>
            <a:off x="5722534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31</a:t>
            </a:r>
          </a:p>
        </p:txBody>
      </p:sp>
      <p:sp>
        <p:nvSpPr>
          <p:cNvPr id="280" name="Text 280"/>
          <p:cNvSpPr txBox="1"/>
          <p:nvPr/>
        </p:nvSpPr>
        <p:spPr>
          <a:xfrm>
            <a:off x="5642779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38%</a:t>
            </a:r>
          </a:p>
        </p:txBody>
      </p:sp>
      <p:sp>
        <p:nvSpPr>
          <p:cNvPr id="281" name="Text 281"/>
          <p:cNvSpPr txBox="1"/>
          <p:nvPr/>
        </p:nvSpPr>
        <p:spPr>
          <a:xfrm>
            <a:off x="5571574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282" name="Text 282"/>
          <p:cNvSpPr txBox="1"/>
          <p:nvPr/>
        </p:nvSpPr>
        <p:spPr>
          <a:xfrm>
            <a:off x="1889728" y="5399976"/>
            <a:ext cx="4273373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Each frame is rendered (Cycles, 1024×768) and the subject mesh is projected into it,</a:t>
            </a:r>
          </a:p>
        </p:txBody>
      </p:sp>
      <p:sp>
        <p:nvSpPr>
          <p:cNvPr id="283" name="Text 283"/>
          <p:cNvSpPr txBox="1"/>
          <p:nvPr/>
        </p:nvSpPr>
        <p:spPr>
          <a:xfrm>
            <a:off x="1889728" y="5537690"/>
            <a:ext cx="5062594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so its box, bearing, elevation and occupancy are exact — no detector, no annotator. A frame can serve</a:t>
            </a:r>
          </a:p>
        </p:txBody>
      </p:sp>
      <p:sp>
        <p:nvSpPr>
          <p:cNvPr id="284" name="Text 284"/>
          <p:cNvSpPr txBox="1"/>
          <p:nvPr/>
        </p:nvSpPr>
        <p:spPr>
          <a:xfrm>
            <a:off x="1889728" y="5675403"/>
            <a:ext cx="3436883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as a goal if occupancy is 10–80 % and ≥ 35 % of the body is visible.</a:t>
            </a:r>
          </a:p>
        </p:txBody>
      </p:sp>
      <p:sp>
        <p:nvSpPr>
          <p:cNvPr id="285" name="Shape 285"/>
          <p:cNvSpPr/>
          <p:nvPr/>
        </p:nvSpPr>
        <p:spPr>
          <a:xfrm>
            <a:off x="6406165" y="3909573"/>
            <a:ext cx="207792" cy="207792"/>
          </a:xfrm>
          <a:custGeom>
            <a:avLst/>
            <a:gdLst/>
            <a:ahLst/>
            <a:cxnLst/>
            <a:rect l="0" t="0" r="r" b="b"/>
            <a:pathLst>
              <a:path w="207792" h="207792">
                <a:moveTo>
                  <a:pt x="93598" y="207450"/>
                </a:moveTo>
                <a:lnTo>
                  <a:pt x="73628" y="203458"/>
                </a:lnTo>
                <a:lnTo>
                  <a:pt x="54898" y="195700"/>
                </a:lnTo>
                <a:lnTo>
                  <a:pt x="37953" y="184401"/>
                </a:lnTo>
                <a:lnTo>
                  <a:pt x="30430" y="177362"/>
                </a:lnTo>
                <a:lnTo>
                  <a:pt x="23391" y="169838"/>
                </a:lnTo>
                <a:lnTo>
                  <a:pt x="12092" y="152894"/>
                </a:lnTo>
                <a:lnTo>
                  <a:pt x="4334" y="134164"/>
                </a:lnTo>
                <a:lnTo>
                  <a:pt x="342" y="114193"/>
                </a:lnTo>
                <a:lnTo>
                  <a:pt x="0" y="103896"/>
                </a:lnTo>
                <a:lnTo>
                  <a:pt x="342" y="93598"/>
                </a:lnTo>
                <a:lnTo>
                  <a:pt x="4334" y="73628"/>
                </a:lnTo>
                <a:lnTo>
                  <a:pt x="12092" y="54898"/>
                </a:lnTo>
                <a:lnTo>
                  <a:pt x="23391" y="37953"/>
                </a:lnTo>
                <a:lnTo>
                  <a:pt x="30430" y="30430"/>
                </a:lnTo>
                <a:lnTo>
                  <a:pt x="37953" y="23391"/>
                </a:lnTo>
                <a:lnTo>
                  <a:pt x="54898" y="12092"/>
                </a:lnTo>
                <a:lnTo>
                  <a:pt x="73628" y="4334"/>
                </a:lnTo>
                <a:lnTo>
                  <a:pt x="93598" y="342"/>
                </a:lnTo>
                <a:lnTo>
                  <a:pt x="103896" y="0"/>
                </a:lnTo>
                <a:lnTo>
                  <a:pt x="114193" y="342"/>
                </a:lnTo>
                <a:lnTo>
                  <a:pt x="134164" y="4334"/>
                </a:lnTo>
                <a:lnTo>
                  <a:pt x="152894" y="12092"/>
                </a:lnTo>
                <a:lnTo>
                  <a:pt x="169838" y="23391"/>
                </a:lnTo>
                <a:lnTo>
                  <a:pt x="177362" y="30430"/>
                </a:lnTo>
                <a:lnTo>
                  <a:pt x="184401" y="37953"/>
                </a:lnTo>
                <a:lnTo>
                  <a:pt x="195700" y="54898"/>
                </a:lnTo>
                <a:lnTo>
                  <a:pt x="203458" y="73628"/>
                </a:lnTo>
                <a:lnTo>
                  <a:pt x="207450" y="93598"/>
                </a:lnTo>
                <a:lnTo>
                  <a:pt x="207792" y="103896"/>
                </a:lnTo>
                <a:lnTo>
                  <a:pt x="207450" y="114193"/>
                </a:lnTo>
                <a:lnTo>
                  <a:pt x="203458" y="134164"/>
                </a:lnTo>
                <a:lnTo>
                  <a:pt x="195700" y="152894"/>
                </a:lnTo>
                <a:lnTo>
                  <a:pt x="184401" y="169838"/>
                </a:lnTo>
                <a:lnTo>
                  <a:pt x="177362" y="177362"/>
                </a:lnTo>
                <a:lnTo>
                  <a:pt x="169838" y="184401"/>
                </a:lnTo>
                <a:lnTo>
                  <a:pt x="152894" y="195700"/>
                </a:lnTo>
                <a:lnTo>
                  <a:pt x="134164" y="203458"/>
                </a:lnTo>
                <a:lnTo>
                  <a:pt x="114193" y="207450"/>
                </a:lnTo>
                <a:lnTo>
                  <a:pt x="103896" y="207792"/>
                </a:lnTo>
                <a:lnTo>
                  <a:pt x="93598" y="20745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86" name="Text 286"/>
          <p:cNvSpPr txBox="1"/>
          <p:nvPr/>
        </p:nvSpPr>
        <p:spPr>
          <a:xfrm>
            <a:off x="6420338" y="3954153"/>
            <a:ext cx="179446" cy="148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3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e</a:t>
            </a:r>
          </a:p>
        </p:txBody>
      </p:sp>
      <p:sp>
        <p:nvSpPr>
          <p:cNvPr id="287" name="Text 287"/>
          <p:cNvSpPr txBox="1"/>
          <p:nvPr/>
        </p:nvSpPr>
        <p:spPr>
          <a:xfrm>
            <a:off x="6681184" y="3943288"/>
            <a:ext cx="2221640" cy="1655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4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Windows → action chunks</a:t>
            </a:r>
          </a:p>
        </p:txBody>
      </p:sp>
      <p:sp>
        <p:nvSpPr>
          <p:cNvPr id="288" name="Text 288"/>
          <p:cNvSpPr txBox="1"/>
          <p:nvPr/>
        </p:nvSpPr>
        <p:spPr>
          <a:xfrm>
            <a:off x="6434089" y="4694703"/>
            <a:ext cx="151944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0</a:t>
            </a:r>
          </a:p>
        </p:txBody>
      </p:sp>
      <p:sp>
        <p:nvSpPr>
          <p:cNvPr id="289" name="Text 289"/>
          <p:cNvSpPr txBox="1"/>
          <p:nvPr/>
        </p:nvSpPr>
        <p:spPr>
          <a:xfrm>
            <a:off x="6916704" y="4694703"/>
            <a:ext cx="151944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4</a:t>
            </a:r>
          </a:p>
        </p:txBody>
      </p:sp>
      <p:sp>
        <p:nvSpPr>
          <p:cNvPr id="290" name="Text 290"/>
          <p:cNvSpPr txBox="1"/>
          <p:nvPr/>
        </p:nvSpPr>
        <p:spPr>
          <a:xfrm>
            <a:off x="7399320" y="4694703"/>
            <a:ext cx="151944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8</a:t>
            </a:r>
          </a:p>
        </p:txBody>
      </p:sp>
      <p:sp>
        <p:nvSpPr>
          <p:cNvPr id="291" name="Text 291"/>
          <p:cNvSpPr txBox="1"/>
          <p:nvPr/>
        </p:nvSpPr>
        <p:spPr>
          <a:xfrm>
            <a:off x="7851683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12</a:t>
            </a:r>
          </a:p>
        </p:txBody>
      </p:sp>
      <p:sp>
        <p:nvSpPr>
          <p:cNvPr id="292" name="Text 292"/>
          <p:cNvSpPr txBox="1"/>
          <p:nvPr/>
        </p:nvSpPr>
        <p:spPr>
          <a:xfrm>
            <a:off x="8334298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16</a:t>
            </a:r>
          </a:p>
        </p:txBody>
      </p:sp>
      <p:sp>
        <p:nvSpPr>
          <p:cNvPr id="293" name="Text 293"/>
          <p:cNvSpPr txBox="1"/>
          <p:nvPr/>
        </p:nvSpPr>
        <p:spPr>
          <a:xfrm>
            <a:off x="8816914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20</a:t>
            </a:r>
          </a:p>
        </p:txBody>
      </p:sp>
      <p:sp>
        <p:nvSpPr>
          <p:cNvPr id="294" name="Text 294"/>
          <p:cNvSpPr txBox="1"/>
          <p:nvPr/>
        </p:nvSpPr>
        <p:spPr>
          <a:xfrm>
            <a:off x="9299529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24</a:t>
            </a:r>
          </a:p>
        </p:txBody>
      </p:sp>
      <p:sp>
        <p:nvSpPr>
          <p:cNvPr id="295" name="Text 295"/>
          <p:cNvSpPr txBox="1"/>
          <p:nvPr/>
        </p:nvSpPr>
        <p:spPr>
          <a:xfrm>
            <a:off x="9782144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28</a:t>
            </a:r>
          </a:p>
        </p:txBody>
      </p:sp>
      <p:sp>
        <p:nvSpPr>
          <p:cNvPr id="296" name="Text 296"/>
          <p:cNvSpPr txBox="1"/>
          <p:nvPr/>
        </p:nvSpPr>
        <p:spPr>
          <a:xfrm>
            <a:off x="10144106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31</a:t>
            </a:r>
          </a:p>
        </p:txBody>
      </p:sp>
      <p:sp>
        <p:nvSpPr>
          <p:cNvPr id="297" name="Text 297"/>
          <p:cNvSpPr txBox="1"/>
          <p:nvPr/>
        </p:nvSpPr>
        <p:spPr>
          <a:xfrm>
            <a:off x="9889801" y="4816934"/>
            <a:ext cx="36052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frame</a:t>
            </a:r>
          </a:p>
        </p:txBody>
      </p:sp>
      <p:sp>
        <p:nvSpPr>
          <p:cNvPr id="298" name="Text 298"/>
          <p:cNvSpPr txBox="1"/>
          <p:nvPr/>
        </p:nvSpPr>
        <p:spPr>
          <a:xfrm>
            <a:off x="9044470" y="4353543"/>
            <a:ext cx="239950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49" i="1" dirty="0">
                <a:solidFill>
                  <a:srgbClr val="3E9A70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749" baseline="-25000" dirty="0">
                <a:solidFill>
                  <a:srgbClr val="3E9A70"/>
                </a:solidFill>
                <a:latin typeface="Times New Roman"/>
                <a:cs typeface="Times New Roman"/>
                <a:sym typeface="Cambria Math"/>
              </a:rPr>
              <a:t>1</a:t>
            </a:r>
          </a:p>
        </p:txBody>
      </p:sp>
      <p:sp>
        <p:nvSpPr>
          <p:cNvPr id="299" name="Text 299"/>
          <p:cNvSpPr txBox="1"/>
          <p:nvPr/>
        </p:nvSpPr>
        <p:spPr>
          <a:xfrm>
            <a:off x="8079239" y="4292427"/>
            <a:ext cx="239950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49" i="1" dirty="0">
                <a:solidFill>
                  <a:srgbClr val="5BB58B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749" baseline="-25000" dirty="0">
                <a:solidFill>
                  <a:srgbClr val="5BB58B"/>
                </a:solidFill>
                <a:latin typeface="Times New Roman"/>
                <a:cs typeface="Times New Roman"/>
                <a:sym typeface="Cambria Math"/>
              </a:rPr>
              <a:t>2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7234663" y="4231312"/>
            <a:ext cx="239950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49" i="1" dirty="0">
                <a:solidFill>
                  <a:srgbClr val="22855A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749" baseline="-25000" dirty="0">
                <a:solidFill>
                  <a:srgbClr val="22855A"/>
                </a:solidFill>
                <a:latin typeface="Times New Roman"/>
                <a:cs typeface="Times New Roman"/>
                <a:sym typeface="Cambria Math"/>
              </a:rPr>
              <a:t>3</a:t>
            </a:r>
          </a:p>
        </p:txBody>
      </p:sp>
      <p:sp>
        <p:nvSpPr>
          <p:cNvPr id="301" name="Shape 301"/>
          <p:cNvSpPr/>
          <p:nvPr/>
        </p:nvSpPr>
        <p:spPr>
          <a:xfrm>
            <a:off x="1718605" y="4573695"/>
            <a:ext cx="5322508" cy="2126819"/>
          </a:xfrm>
          <a:custGeom>
            <a:avLst/>
            <a:gdLst/>
            <a:ahLst/>
            <a:cxnLst/>
            <a:rect l="0" t="0" r="r" b="b"/>
            <a:pathLst>
              <a:path w="5322508" h="2126819">
                <a:moveTo>
                  <a:pt x="5274071" y="0"/>
                </a:moveTo>
                <a:lnTo>
                  <a:pt x="5262636" y="35191"/>
                </a:lnTo>
                <a:lnTo>
                  <a:pt x="5225634" y="35191"/>
                </a:lnTo>
                <a:lnTo>
                  <a:pt x="5255570" y="56941"/>
                </a:lnTo>
                <a:lnTo>
                  <a:pt x="5244135" y="92132"/>
                </a:lnTo>
                <a:lnTo>
                  <a:pt x="5274071" y="70382"/>
                </a:lnTo>
                <a:lnTo>
                  <a:pt x="5304007" y="92132"/>
                </a:lnTo>
                <a:lnTo>
                  <a:pt x="5292572" y="56941"/>
                </a:lnTo>
                <a:lnTo>
                  <a:pt x="5322508" y="35191"/>
                </a:lnTo>
                <a:lnTo>
                  <a:pt x="5285505" y="35191"/>
                </a:lnTo>
                <a:close/>
              </a:path>
            </a:pathLst>
          </a:custGeom>
          <a:solidFill>
            <a:srgbClr val="2E5FBF"/>
          </a:solidFill>
          <a:ln>
            <a:noFill/>
          </a:ln>
        </p:spPr>
      </p:sp>
      <p:sp>
        <p:nvSpPr>
          <p:cNvPr id="302" name="Text 302"/>
          <p:cNvSpPr txBox="1"/>
          <p:nvPr/>
        </p:nvSpPr>
        <p:spPr>
          <a:xfrm>
            <a:off x="6626293" y="4467354"/>
            <a:ext cx="305267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42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goal</a:t>
            </a:r>
          </a:p>
        </p:txBody>
      </p:sp>
      <p:sp>
        <p:nvSpPr>
          <p:cNvPr id="303" name="Text 303"/>
          <p:cNvSpPr txBox="1"/>
          <p:nvPr/>
        </p:nvSpPr>
        <p:spPr>
          <a:xfrm>
            <a:off x="6510061" y="4166750"/>
            <a:ext cx="4046826" cy="997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2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pick a goal frame g, then starts s with |g − s| ≤ 32; each walks 8 frames toward g</a:t>
            </a:r>
          </a:p>
        </p:txBody>
      </p:sp>
      <p:sp>
        <p:nvSpPr>
          <p:cNvPr id="304" name="Text 304"/>
          <p:cNvSpPr txBox="1"/>
          <p:nvPr/>
        </p:nvSpPr>
        <p:spPr>
          <a:xfrm>
            <a:off x="6477175" y="5195290"/>
            <a:ext cx="212448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10</a:t>
            </a:r>
          </a:p>
        </p:txBody>
      </p:sp>
      <p:sp>
        <p:nvSpPr>
          <p:cNvPr id="305" name="Text 305"/>
          <p:cNvSpPr txBox="1"/>
          <p:nvPr/>
        </p:nvSpPr>
        <p:spPr>
          <a:xfrm>
            <a:off x="6706053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9</a:t>
            </a:r>
          </a:p>
        </p:txBody>
      </p:sp>
      <p:sp>
        <p:nvSpPr>
          <p:cNvPr id="306" name="Text 306"/>
          <p:cNvSpPr txBox="1"/>
          <p:nvPr/>
        </p:nvSpPr>
        <p:spPr>
          <a:xfrm>
            <a:off x="6904678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8</a:t>
            </a:r>
          </a:p>
        </p:txBody>
      </p:sp>
      <p:sp>
        <p:nvSpPr>
          <p:cNvPr id="307" name="Text 307"/>
          <p:cNvSpPr txBox="1"/>
          <p:nvPr/>
        </p:nvSpPr>
        <p:spPr>
          <a:xfrm>
            <a:off x="7103304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7</a:t>
            </a:r>
          </a:p>
        </p:txBody>
      </p:sp>
      <p:sp>
        <p:nvSpPr>
          <p:cNvPr id="308" name="Text 308"/>
          <p:cNvSpPr txBox="1"/>
          <p:nvPr/>
        </p:nvSpPr>
        <p:spPr>
          <a:xfrm>
            <a:off x="7301929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6</a:t>
            </a:r>
          </a:p>
        </p:txBody>
      </p:sp>
      <p:sp>
        <p:nvSpPr>
          <p:cNvPr id="309" name="Text 309"/>
          <p:cNvSpPr txBox="1"/>
          <p:nvPr/>
        </p:nvSpPr>
        <p:spPr>
          <a:xfrm>
            <a:off x="7500554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5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7699180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4</a:t>
            </a:r>
          </a:p>
        </p:txBody>
      </p:sp>
      <p:sp>
        <p:nvSpPr>
          <p:cNvPr id="311" name="Text 311"/>
          <p:cNvSpPr txBox="1"/>
          <p:nvPr/>
        </p:nvSpPr>
        <p:spPr>
          <a:xfrm>
            <a:off x="7897805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4</a:t>
            </a:r>
          </a:p>
        </p:txBody>
      </p:sp>
      <p:sp>
        <p:nvSpPr>
          <p:cNvPr id="312" name="Text 312"/>
          <p:cNvSpPr txBox="1"/>
          <p:nvPr/>
        </p:nvSpPr>
        <p:spPr>
          <a:xfrm>
            <a:off x="8096431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4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6510061" y="5032791"/>
            <a:ext cx="1692055" cy="1039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55" b="1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655" b="1" baseline="-25000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3</a:t>
            </a:r>
            <a:r>
              <a:rPr lang="en-US" sz="655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: 9 keyframes (clamped at g)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6510061" y="5383382"/>
            <a:ext cx="2264096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a</a:t>
            </a:r>
            <a:r>
              <a:rPr lang="en-US" sz="615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k</a:t>
            </a:r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: pose change </a:t>
            </a:r>
            <a:r>
              <a:rPr lang="en-US" sz="615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k</a:t>
            </a:r>
            <a:r>
              <a:rPr lang="en-US" sz="615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→ </a:t>
            </a:r>
            <a:r>
              <a:rPr lang="en-US" sz="615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k</a:t>
            </a:r>
            <a:r>
              <a:rPr lang="en-US" sz="615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+1</a:t>
            </a:r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 in the camera frame,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6510061" y="5510281"/>
            <a:ext cx="216508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(Δ </a:t>
            </a:r>
            <a:r>
              <a:rPr lang="en-US" sz="615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t</a:t>
            </a:r>
            <a:r>
              <a:rPr lang="en-US" sz="615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, </a:t>
            </a:r>
            <a:r>
              <a:rPr lang="en-US" sz="615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R</a:t>
            </a:r>
            <a:r>
              <a:rPr lang="en-US" sz="615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6</a:t>
            </a:r>
            <a:r>
              <a:rPr lang="en-US" sz="615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D</a:t>
            </a:r>
            <a:r>
              <a:rPr lang="en-US" sz="615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)</a:t>
            </a:r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 + shoot, latched once g is reached</a:t>
            </a:r>
          </a:p>
        </p:txBody>
      </p:sp>
      <p:sp>
        <p:nvSpPr>
          <p:cNvPr id="316" name="Shape 316"/>
          <p:cNvSpPr/>
          <p:nvPr/>
        </p:nvSpPr>
        <p:spPr>
          <a:xfrm>
            <a:off x="1718605" y="5003540"/>
            <a:ext cx="7057716" cy="1699011"/>
          </a:xfrm>
          <a:custGeom>
            <a:avLst/>
            <a:gdLst/>
            <a:ahLst/>
            <a:cxnLst/>
            <a:rect l="0" t="0" r="r" b="b"/>
            <a:pathLst>
              <a:path w="7057716" h="1699011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752982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17" name="Shape 317"/>
          <p:cNvSpPr/>
          <p:nvPr/>
        </p:nvSpPr>
        <p:spPr>
          <a:xfrm>
            <a:off x="1718605" y="5042654"/>
            <a:ext cx="7057716" cy="1659897"/>
          </a:xfrm>
          <a:custGeom>
            <a:avLst/>
            <a:gdLst/>
            <a:ahLst/>
            <a:cxnLst/>
            <a:rect l="0" t="0" r="r" b="b"/>
            <a:pathLst>
              <a:path w="7057716" h="1659897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3A924C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18" name="Shape 318"/>
          <p:cNvSpPr/>
          <p:nvPr/>
        </p:nvSpPr>
        <p:spPr>
          <a:xfrm>
            <a:off x="1718605" y="5081768"/>
            <a:ext cx="7057716" cy="1620783"/>
          </a:xfrm>
          <a:custGeom>
            <a:avLst/>
            <a:gdLst/>
            <a:ahLst/>
            <a:cxnLst/>
            <a:rect l="0" t="0" r="r" b="b"/>
            <a:pathLst>
              <a:path w="7057716" h="1620783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8A529A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19" name="Shape 319"/>
          <p:cNvSpPr/>
          <p:nvPr/>
        </p:nvSpPr>
        <p:spPr>
          <a:xfrm>
            <a:off x="1718605" y="5145328"/>
            <a:ext cx="7057716" cy="1557223"/>
          </a:xfrm>
          <a:custGeom>
            <a:avLst/>
            <a:gdLst/>
            <a:ahLst/>
            <a:cxnLst/>
            <a:rect l="0" t="0" r="r" b="b"/>
            <a:pathLst>
              <a:path w="7057716" h="1557223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20" name="Shape 320"/>
          <p:cNvSpPr/>
          <p:nvPr/>
        </p:nvSpPr>
        <p:spPr>
          <a:xfrm>
            <a:off x="1718605" y="5184442"/>
            <a:ext cx="7057716" cy="1518109"/>
          </a:xfrm>
          <a:custGeom>
            <a:avLst/>
            <a:gdLst/>
            <a:ahLst/>
            <a:cxnLst/>
            <a:rect l="0" t="0" r="r" b="b"/>
            <a:pathLst>
              <a:path w="7057716" h="1518109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21" name="Shape 321"/>
          <p:cNvSpPr/>
          <p:nvPr/>
        </p:nvSpPr>
        <p:spPr>
          <a:xfrm>
            <a:off x="1718605" y="5223556"/>
            <a:ext cx="7057716" cy="1478995"/>
          </a:xfrm>
          <a:custGeom>
            <a:avLst/>
            <a:gdLst/>
            <a:ahLst/>
            <a:cxnLst/>
            <a:rect l="0" t="0" r="r" b="b"/>
            <a:pathLst>
              <a:path w="7057716" h="1478995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22" name="Shape 322"/>
          <p:cNvSpPr/>
          <p:nvPr/>
        </p:nvSpPr>
        <p:spPr>
          <a:xfrm>
            <a:off x="1718605" y="5262670"/>
            <a:ext cx="7057716" cy="1439881"/>
          </a:xfrm>
          <a:custGeom>
            <a:avLst/>
            <a:gdLst/>
            <a:ahLst/>
            <a:cxnLst/>
            <a:rect l="0" t="0" r="r" b="b"/>
            <a:pathLst>
              <a:path w="7057716" h="1439881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23" name="Shape 323"/>
          <p:cNvSpPr/>
          <p:nvPr/>
        </p:nvSpPr>
        <p:spPr>
          <a:xfrm>
            <a:off x="1718605" y="5301784"/>
            <a:ext cx="7057716" cy="1400767"/>
          </a:xfrm>
          <a:custGeom>
            <a:avLst/>
            <a:gdLst/>
            <a:ahLst/>
            <a:cxnLst/>
            <a:rect l="0" t="0" r="r" b="b"/>
            <a:pathLst>
              <a:path w="7057716" h="1400767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24" name="Shape 324"/>
          <p:cNvSpPr/>
          <p:nvPr/>
        </p:nvSpPr>
        <p:spPr>
          <a:xfrm>
            <a:off x="1718605" y="5340898"/>
            <a:ext cx="7057716" cy="1361653"/>
          </a:xfrm>
          <a:custGeom>
            <a:avLst/>
            <a:gdLst/>
            <a:ahLst/>
            <a:cxnLst/>
            <a:rect l="0" t="0" r="r" b="b"/>
            <a:pathLst>
              <a:path w="7057716" h="1361653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25" name="Shape 325"/>
          <p:cNvSpPr/>
          <p:nvPr/>
        </p:nvSpPr>
        <p:spPr>
          <a:xfrm>
            <a:off x="1718605" y="5404458"/>
            <a:ext cx="7057716" cy="1298093"/>
          </a:xfrm>
          <a:custGeom>
            <a:avLst/>
            <a:gdLst/>
            <a:ahLst/>
            <a:cxnLst/>
            <a:rect l="0" t="0" r="r" b="b"/>
            <a:pathLst>
              <a:path w="7057716" h="1298093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326" name="Shape 326"/>
          <p:cNvSpPr/>
          <p:nvPr/>
        </p:nvSpPr>
        <p:spPr>
          <a:xfrm>
            <a:off x="1718605" y="5003540"/>
            <a:ext cx="7194615" cy="1699011"/>
          </a:xfrm>
          <a:custGeom>
            <a:avLst/>
            <a:gdLst/>
            <a:ahLst/>
            <a:cxnLst/>
            <a:rect l="0" t="0" r="r" b="b"/>
            <a:pathLst>
              <a:path w="7194615" h="1699011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752982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27" name="Shape 327"/>
          <p:cNvSpPr/>
          <p:nvPr/>
        </p:nvSpPr>
        <p:spPr>
          <a:xfrm>
            <a:off x="1718605" y="5042654"/>
            <a:ext cx="7194615" cy="1659897"/>
          </a:xfrm>
          <a:custGeom>
            <a:avLst/>
            <a:gdLst/>
            <a:ahLst/>
            <a:cxnLst/>
            <a:rect l="0" t="0" r="r" b="b"/>
            <a:pathLst>
              <a:path w="7194615" h="1659897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358E48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28" name="Shape 328"/>
          <p:cNvSpPr/>
          <p:nvPr/>
        </p:nvSpPr>
        <p:spPr>
          <a:xfrm>
            <a:off x="1718605" y="5081768"/>
            <a:ext cx="7194615" cy="1620783"/>
          </a:xfrm>
          <a:custGeom>
            <a:avLst/>
            <a:gdLst/>
            <a:ahLst/>
            <a:cxnLst/>
            <a:rect l="0" t="0" r="r" b="b"/>
            <a:pathLst>
              <a:path w="7194615" h="1620783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966BA8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29" name="Shape 329"/>
          <p:cNvSpPr/>
          <p:nvPr/>
        </p:nvSpPr>
        <p:spPr>
          <a:xfrm>
            <a:off x="1718605" y="5145328"/>
            <a:ext cx="7194615" cy="1557223"/>
          </a:xfrm>
          <a:custGeom>
            <a:avLst/>
            <a:gdLst/>
            <a:ahLst/>
            <a:cxnLst/>
            <a:rect l="0" t="0" r="r" b="b"/>
            <a:pathLst>
              <a:path w="7194615" h="1557223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30" name="Shape 330"/>
          <p:cNvSpPr/>
          <p:nvPr/>
        </p:nvSpPr>
        <p:spPr>
          <a:xfrm>
            <a:off x="1718605" y="5184442"/>
            <a:ext cx="7194615" cy="1518109"/>
          </a:xfrm>
          <a:custGeom>
            <a:avLst/>
            <a:gdLst/>
            <a:ahLst/>
            <a:cxnLst/>
            <a:rect l="0" t="0" r="r" b="b"/>
            <a:pathLst>
              <a:path w="7194615" h="1518109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31" name="Shape 331"/>
          <p:cNvSpPr/>
          <p:nvPr/>
        </p:nvSpPr>
        <p:spPr>
          <a:xfrm>
            <a:off x="1718605" y="5223556"/>
            <a:ext cx="7194615" cy="1478995"/>
          </a:xfrm>
          <a:custGeom>
            <a:avLst/>
            <a:gdLst/>
            <a:ahLst/>
            <a:cxnLst/>
            <a:rect l="0" t="0" r="r" b="b"/>
            <a:pathLst>
              <a:path w="7194615" h="1478995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32" name="Shape 332"/>
          <p:cNvSpPr/>
          <p:nvPr/>
        </p:nvSpPr>
        <p:spPr>
          <a:xfrm>
            <a:off x="1718605" y="5262670"/>
            <a:ext cx="7194615" cy="1439881"/>
          </a:xfrm>
          <a:custGeom>
            <a:avLst/>
            <a:gdLst/>
            <a:ahLst/>
            <a:cxnLst/>
            <a:rect l="0" t="0" r="r" b="b"/>
            <a:pathLst>
              <a:path w="7194615" h="1439881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33" name="Shape 333"/>
          <p:cNvSpPr/>
          <p:nvPr/>
        </p:nvSpPr>
        <p:spPr>
          <a:xfrm>
            <a:off x="1718605" y="5301784"/>
            <a:ext cx="7194615" cy="1400767"/>
          </a:xfrm>
          <a:custGeom>
            <a:avLst/>
            <a:gdLst/>
            <a:ahLst/>
            <a:cxnLst/>
            <a:rect l="0" t="0" r="r" b="b"/>
            <a:pathLst>
              <a:path w="7194615" h="1400767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34" name="Shape 334"/>
          <p:cNvSpPr/>
          <p:nvPr/>
        </p:nvSpPr>
        <p:spPr>
          <a:xfrm>
            <a:off x="1718605" y="5340898"/>
            <a:ext cx="7194615" cy="1361653"/>
          </a:xfrm>
          <a:custGeom>
            <a:avLst/>
            <a:gdLst/>
            <a:ahLst/>
            <a:cxnLst/>
            <a:rect l="0" t="0" r="r" b="b"/>
            <a:pathLst>
              <a:path w="7194615" h="1361653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35" name="Shape 335"/>
          <p:cNvSpPr/>
          <p:nvPr/>
        </p:nvSpPr>
        <p:spPr>
          <a:xfrm>
            <a:off x="1718605" y="5404458"/>
            <a:ext cx="7194615" cy="1298093"/>
          </a:xfrm>
          <a:custGeom>
            <a:avLst/>
            <a:gdLst/>
            <a:ahLst/>
            <a:cxnLst/>
            <a:rect l="0" t="0" r="r" b="b"/>
            <a:pathLst>
              <a:path w="7194615" h="1298093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336" name="Shape 336"/>
          <p:cNvSpPr/>
          <p:nvPr/>
        </p:nvSpPr>
        <p:spPr>
          <a:xfrm>
            <a:off x="1718605" y="5003540"/>
            <a:ext cx="7331514" cy="1699011"/>
          </a:xfrm>
          <a:custGeom>
            <a:avLst/>
            <a:gdLst/>
            <a:ahLst/>
            <a:cxnLst/>
            <a:rect l="0" t="0" r="r" b="b"/>
            <a:pathLst>
              <a:path w="7331514" h="1699011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752982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37" name="Shape 337"/>
          <p:cNvSpPr/>
          <p:nvPr/>
        </p:nvSpPr>
        <p:spPr>
          <a:xfrm>
            <a:off x="1718605" y="5042654"/>
            <a:ext cx="7331514" cy="1659897"/>
          </a:xfrm>
          <a:custGeom>
            <a:avLst/>
            <a:gdLst/>
            <a:ahLst/>
            <a:cxnLst/>
            <a:rect l="0" t="0" r="r" b="b"/>
            <a:pathLst>
              <a:path w="7331514" h="1659897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328C4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38" name="Shape 338"/>
          <p:cNvSpPr/>
          <p:nvPr/>
        </p:nvSpPr>
        <p:spPr>
          <a:xfrm>
            <a:off x="1718605" y="5081768"/>
            <a:ext cx="7331514" cy="1620783"/>
          </a:xfrm>
          <a:custGeom>
            <a:avLst/>
            <a:gdLst/>
            <a:ahLst/>
            <a:cxnLst/>
            <a:rect l="0" t="0" r="r" b="b"/>
            <a:pathLst>
              <a:path w="7331514" h="1620783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A681B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39" name="Shape 339"/>
          <p:cNvSpPr/>
          <p:nvPr/>
        </p:nvSpPr>
        <p:spPr>
          <a:xfrm>
            <a:off x="1718605" y="5145328"/>
            <a:ext cx="7331514" cy="1557223"/>
          </a:xfrm>
          <a:custGeom>
            <a:avLst/>
            <a:gdLst/>
            <a:ahLst/>
            <a:cxnLst/>
            <a:rect l="0" t="0" r="r" b="b"/>
            <a:pathLst>
              <a:path w="7331514" h="1557223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40" name="Shape 340"/>
          <p:cNvSpPr/>
          <p:nvPr/>
        </p:nvSpPr>
        <p:spPr>
          <a:xfrm>
            <a:off x="1718605" y="5184442"/>
            <a:ext cx="7331514" cy="1518109"/>
          </a:xfrm>
          <a:custGeom>
            <a:avLst/>
            <a:gdLst/>
            <a:ahLst/>
            <a:cxnLst/>
            <a:rect l="0" t="0" r="r" b="b"/>
            <a:pathLst>
              <a:path w="7331514" h="1518109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41" name="Shape 341"/>
          <p:cNvSpPr/>
          <p:nvPr/>
        </p:nvSpPr>
        <p:spPr>
          <a:xfrm>
            <a:off x="1718605" y="5223556"/>
            <a:ext cx="7331514" cy="1478995"/>
          </a:xfrm>
          <a:custGeom>
            <a:avLst/>
            <a:gdLst/>
            <a:ahLst/>
            <a:cxnLst/>
            <a:rect l="0" t="0" r="r" b="b"/>
            <a:pathLst>
              <a:path w="7331514" h="1478995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42" name="Shape 342"/>
          <p:cNvSpPr/>
          <p:nvPr/>
        </p:nvSpPr>
        <p:spPr>
          <a:xfrm>
            <a:off x="1718605" y="5262670"/>
            <a:ext cx="7331514" cy="1439881"/>
          </a:xfrm>
          <a:custGeom>
            <a:avLst/>
            <a:gdLst/>
            <a:ahLst/>
            <a:cxnLst/>
            <a:rect l="0" t="0" r="r" b="b"/>
            <a:pathLst>
              <a:path w="7331514" h="1439881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43" name="Shape 343"/>
          <p:cNvSpPr/>
          <p:nvPr/>
        </p:nvSpPr>
        <p:spPr>
          <a:xfrm>
            <a:off x="1718605" y="5301784"/>
            <a:ext cx="7331514" cy="1400767"/>
          </a:xfrm>
          <a:custGeom>
            <a:avLst/>
            <a:gdLst/>
            <a:ahLst/>
            <a:cxnLst/>
            <a:rect l="0" t="0" r="r" b="b"/>
            <a:pathLst>
              <a:path w="7331514" h="1400767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44" name="Shape 344"/>
          <p:cNvSpPr/>
          <p:nvPr/>
        </p:nvSpPr>
        <p:spPr>
          <a:xfrm>
            <a:off x="1718605" y="5340898"/>
            <a:ext cx="7331514" cy="1361653"/>
          </a:xfrm>
          <a:custGeom>
            <a:avLst/>
            <a:gdLst/>
            <a:ahLst/>
            <a:cxnLst/>
            <a:rect l="0" t="0" r="r" b="b"/>
            <a:pathLst>
              <a:path w="7331514" h="1361653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45" name="Shape 345"/>
          <p:cNvSpPr/>
          <p:nvPr/>
        </p:nvSpPr>
        <p:spPr>
          <a:xfrm>
            <a:off x="1718605" y="5404458"/>
            <a:ext cx="7331514" cy="1298093"/>
          </a:xfrm>
          <a:custGeom>
            <a:avLst/>
            <a:gdLst/>
            <a:ahLst/>
            <a:cxnLst/>
            <a:rect l="0" t="0" r="r" b="b"/>
            <a:pathLst>
              <a:path w="7331514" h="1298093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346" name="Shape 346"/>
          <p:cNvSpPr/>
          <p:nvPr/>
        </p:nvSpPr>
        <p:spPr>
          <a:xfrm>
            <a:off x="1718605" y="5003540"/>
            <a:ext cx="7468413" cy="1699011"/>
          </a:xfrm>
          <a:custGeom>
            <a:avLst/>
            <a:gdLst/>
            <a:ahLst/>
            <a:cxnLst/>
            <a:rect l="0" t="0" r="r" b="b"/>
            <a:pathLst>
              <a:path w="7468413" h="1699011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772B84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47" name="Shape 347"/>
          <p:cNvSpPr/>
          <p:nvPr/>
        </p:nvSpPr>
        <p:spPr>
          <a:xfrm>
            <a:off x="1718605" y="5042654"/>
            <a:ext cx="7468413" cy="1659897"/>
          </a:xfrm>
          <a:custGeom>
            <a:avLst/>
            <a:gdLst/>
            <a:ahLst/>
            <a:cxnLst/>
            <a:rect l="0" t="0" r="r" b="b"/>
            <a:pathLst>
              <a:path w="7468413" h="1659897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328C4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48" name="Shape 348"/>
          <p:cNvSpPr/>
          <p:nvPr/>
        </p:nvSpPr>
        <p:spPr>
          <a:xfrm>
            <a:off x="1718605" y="5081768"/>
            <a:ext cx="7468413" cy="1620783"/>
          </a:xfrm>
          <a:custGeom>
            <a:avLst/>
            <a:gdLst/>
            <a:ahLst/>
            <a:cxnLst/>
            <a:rect l="0" t="0" r="r" b="b"/>
            <a:pathLst>
              <a:path w="7468413" h="1620783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B99AC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49" name="Shape 349"/>
          <p:cNvSpPr/>
          <p:nvPr/>
        </p:nvSpPr>
        <p:spPr>
          <a:xfrm>
            <a:off x="1718605" y="5145328"/>
            <a:ext cx="7468413" cy="1557223"/>
          </a:xfrm>
          <a:custGeom>
            <a:avLst/>
            <a:gdLst/>
            <a:ahLst/>
            <a:cxnLst/>
            <a:rect l="0" t="0" r="r" b="b"/>
            <a:pathLst>
              <a:path w="7468413" h="1557223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50" name="Shape 350"/>
          <p:cNvSpPr/>
          <p:nvPr/>
        </p:nvSpPr>
        <p:spPr>
          <a:xfrm>
            <a:off x="1718605" y="5184442"/>
            <a:ext cx="7468413" cy="1518109"/>
          </a:xfrm>
          <a:custGeom>
            <a:avLst/>
            <a:gdLst/>
            <a:ahLst/>
            <a:cxnLst/>
            <a:rect l="0" t="0" r="r" b="b"/>
            <a:pathLst>
              <a:path w="7468413" h="1518109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51" name="Shape 351"/>
          <p:cNvSpPr/>
          <p:nvPr/>
        </p:nvSpPr>
        <p:spPr>
          <a:xfrm>
            <a:off x="1718605" y="5223556"/>
            <a:ext cx="7468413" cy="1478995"/>
          </a:xfrm>
          <a:custGeom>
            <a:avLst/>
            <a:gdLst/>
            <a:ahLst/>
            <a:cxnLst/>
            <a:rect l="0" t="0" r="r" b="b"/>
            <a:pathLst>
              <a:path w="7468413" h="1478995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52" name="Shape 352"/>
          <p:cNvSpPr/>
          <p:nvPr/>
        </p:nvSpPr>
        <p:spPr>
          <a:xfrm>
            <a:off x="1718605" y="5262670"/>
            <a:ext cx="7468413" cy="1439881"/>
          </a:xfrm>
          <a:custGeom>
            <a:avLst/>
            <a:gdLst/>
            <a:ahLst/>
            <a:cxnLst/>
            <a:rect l="0" t="0" r="r" b="b"/>
            <a:pathLst>
              <a:path w="7468413" h="1439881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53" name="Shape 353"/>
          <p:cNvSpPr/>
          <p:nvPr/>
        </p:nvSpPr>
        <p:spPr>
          <a:xfrm>
            <a:off x="1718605" y="5301784"/>
            <a:ext cx="7468413" cy="1400767"/>
          </a:xfrm>
          <a:custGeom>
            <a:avLst/>
            <a:gdLst/>
            <a:ahLst/>
            <a:cxnLst/>
            <a:rect l="0" t="0" r="r" b="b"/>
            <a:pathLst>
              <a:path w="7468413" h="1400767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54" name="Shape 354"/>
          <p:cNvSpPr/>
          <p:nvPr/>
        </p:nvSpPr>
        <p:spPr>
          <a:xfrm>
            <a:off x="1718605" y="5340898"/>
            <a:ext cx="7468413" cy="1361653"/>
          </a:xfrm>
          <a:custGeom>
            <a:avLst/>
            <a:gdLst/>
            <a:ahLst/>
            <a:cxnLst/>
            <a:rect l="0" t="0" r="r" b="b"/>
            <a:pathLst>
              <a:path w="7468413" h="1361653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55" name="Shape 355"/>
          <p:cNvSpPr/>
          <p:nvPr/>
        </p:nvSpPr>
        <p:spPr>
          <a:xfrm>
            <a:off x="1718605" y="5404458"/>
            <a:ext cx="7468413" cy="1298093"/>
          </a:xfrm>
          <a:custGeom>
            <a:avLst/>
            <a:gdLst/>
            <a:ahLst/>
            <a:cxnLst/>
            <a:rect l="0" t="0" r="r" b="b"/>
            <a:pathLst>
              <a:path w="7468413" h="1298093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356" name="Shape 356"/>
          <p:cNvSpPr/>
          <p:nvPr/>
        </p:nvSpPr>
        <p:spPr>
          <a:xfrm>
            <a:off x="1718605" y="5003540"/>
            <a:ext cx="7605311" cy="1699011"/>
          </a:xfrm>
          <a:custGeom>
            <a:avLst/>
            <a:gdLst/>
            <a:ahLst/>
            <a:cxnLst/>
            <a:rect l="0" t="0" r="r" b="b"/>
            <a:pathLst>
              <a:path w="7605311" h="1699011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782E85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57" name="Shape 357"/>
          <p:cNvSpPr/>
          <p:nvPr/>
        </p:nvSpPr>
        <p:spPr>
          <a:xfrm>
            <a:off x="1718605" y="5042654"/>
            <a:ext cx="7605311" cy="1659897"/>
          </a:xfrm>
          <a:custGeom>
            <a:avLst/>
            <a:gdLst/>
            <a:ahLst/>
            <a:cxnLst/>
            <a:rect l="0" t="0" r="r" b="b"/>
            <a:pathLst>
              <a:path w="7605311" h="1659897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308A45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58" name="Shape 358"/>
          <p:cNvSpPr/>
          <p:nvPr/>
        </p:nvSpPr>
        <p:spPr>
          <a:xfrm>
            <a:off x="1718605" y="5081768"/>
            <a:ext cx="7605311" cy="1620783"/>
          </a:xfrm>
          <a:custGeom>
            <a:avLst/>
            <a:gdLst/>
            <a:ahLst/>
            <a:cxnLst/>
            <a:rect l="0" t="0" r="r" b="b"/>
            <a:pathLst>
              <a:path w="7605311" h="1620783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CBB1D5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59" name="Shape 359"/>
          <p:cNvSpPr/>
          <p:nvPr/>
        </p:nvSpPr>
        <p:spPr>
          <a:xfrm>
            <a:off x="1718605" y="5145328"/>
            <a:ext cx="7605311" cy="1557223"/>
          </a:xfrm>
          <a:custGeom>
            <a:avLst/>
            <a:gdLst/>
            <a:ahLst/>
            <a:cxnLst/>
            <a:rect l="0" t="0" r="r" b="b"/>
            <a:pathLst>
              <a:path w="7605311" h="1557223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60" name="Shape 360"/>
          <p:cNvSpPr/>
          <p:nvPr/>
        </p:nvSpPr>
        <p:spPr>
          <a:xfrm>
            <a:off x="1718605" y="5184442"/>
            <a:ext cx="7605311" cy="1518109"/>
          </a:xfrm>
          <a:custGeom>
            <a:avLst/>
            <a:gdLst/>
            <a:ahLst/>
            <a:cxnLst/>
            <a:rect l="0" t="0" r="r" b="b"/>
            <a:pathLst>
              <a:path w="7605311" h="1518109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61" name="Shape 361"/>
          <p:cNvSpPr/>
          <p:nvPr/>
        </p:nvSpPr>
        <p:spPr>
          <a:xfrm>
            <a:off x="1718605" y="5223556"/>
            <a:ext cx="7605311" cy="1478995"/>
          </a:xfrm>
          <a:custGeom>
            <a:avLst/>
            <a:gdLst/>
            <a:ahLst/>
            <a:cxnLst/>
            <a:rect l="0" t="0" r="r" b="b"/>
            <a:pathLst>
              <a:path w="7605311" h="1478995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62" name="Shape 362"/>
          <p:cNvSpPr/>
          <p:nvPr/>
        </p:nvSpPr>
        <p:spPr>
          <a:xfrm>
            <a:off x="1718605" y="5262670"/>
            <a:ext cx="7605311" cy="1439881"/>
          </a:xfrm>
          <a:custGeom>
            <a:avLst/>
            <a:gdLst/>
            <a:ahLst/>
            <a:cxnLst/>
            <a:rect l="0" t="0" r="r" b="b"/>
            <a:pathLst>
              <a:path w="7605311" h="1439881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63" name="Shape 363"/>
          <p:cNvSpPr/>
          <p:nvPr/>
        </p:nvSpPr>
        <p:spPr>
          <a:xfrm>
            <a:off x="1718605" y="5301784"/>
            <a:ext cx="7605311" cy="1400767"/>
          </a:xfrm>
          <a:custGeom>
            <a:avLst/>
            <a:gdLst/>
            <a:ahLst/>
            <a:cxnLst/>
            <a:rect l="0" t="0" r="r" b="b"/>
            <a:pathLst>
              <a:path w="7605311" h="1400767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64" name="Shape 364"/>
          <p:cNvSpPr/>
          <p:nvPr/>
        </p:nvSpPr>
        <p:spPr>
          <a:xfrm>
            <a:off x="1718605" y="5340898"/>
            <a:ext cx="7605311" cy="1361653"/>
          </a:xfrm>
          <a:custGeom>
            <a:avLst/>
            <a:gdLst/>
            <a:ahLst/>
            <a:cxnLst/>
            <a:rect l="0" t="0" r="r" b="b"/>
            <a:pathLst>
              <a:path w="7605311" h="1361653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65" name="Shape 365"/>
          <p:cNvSpPr/>
          <p:nvPr/>
        </p:nvSpPr>
        <p:spPr>
          <a:xfrm>
            <a:off x="1718605" y="5404458"/>
            <a:ext cx="7605311" cy="1298093"/>
          </a:xfrm>
          <a:custGeom>
            <a:avLst/>
            <a:gdLst/>
            <a:ahLst/>
            <a:cxnLst/>
            <a:rect l="0" t="0" r="r" b="b"/>
            <a:pathLst>
              <a:path w="7605311" h="1298093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366" name="Shape 366"/>
          <p:cNvSpPr/>
          <p:nvPr/>
        </p:nvSpPr>
        <p:spPr>
          <a:xfrm>
            <a:off x="1718605" y="5003540"/>
            <a:ext cx="7742210" cy="1699011"/>
          </a:xfrm>
          <a:custGeom>
            <a:avLst/>
            <a:gdLst/>
            <a:ahLst/>
            <a:cxnLst/>
            <a:rect l="0" t="0" r="r" b="b"/>
            <a:pathLst>
              <a:path w="7742210" h="1699011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7B3488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67" name="Shape 367"/>
          <p:cNvSpPr/>
          <p:nvPr/>
        </p:nvSpPr>
        <p:spPr>
          <a:xfrm>
            <a:off x="1718605" y="5042654"/>
            <a:ext cx="7742210" cy="1659897"/>
          </a:xfrm>
          <a:custGeom>
            <a:avLst/>
            <a:gdLst/>
            <a:ahLst/>
            <a:cxnLst/>
            <a:rect l="0" t="0" r="r" b="b"/>
            <a:pathLst>
              <a:path w="7742210" h="1659897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308A45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68" name="Shape 368"/>
          <p:cNvSpPr/>
          <p:nvPr/>
        </p:nvSpPr>
        <p:spPr>
          <a:xfrm>
            <a:off x="1718605" y="5081768"/>
            <a:ext cx="7742210" cy="1620783"/>
          </a:xfrm>
          <a:custGeom>
            <a:avLst/>
            <a:gdLst/>
            <a:ahLst/>
            <a:cxnLst/>
            <a:rect l="0" t="0" r="r" b="b"/>
            <a:pathLst>
              <a:path w="7742210" h="1620783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DDC7E1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69" name="Shape 369"/>
          <p:cNvSpPr/>
          <p:nvPr/>
        </p:nvSpPr>
        <p:spPr>
          <a:xfrm>
            <a:off x="1718605" y="5145328"/>
            <a:ext cx="7742210" cy="1557223"/>
          </a:xfrm>
          <a:custGeom>
            <a:avLst/>
            <a:gdLst/>
            <a:ahLst/>
            <a:cxnLst/>
            <a:rect l="0" t="0" r="r" b="b"/>
            <a:pathLst>
              <a:path w="7742210" h="1557223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70" name="Shape 370"/>
          <p:cNvSpPr/>
          <p:nvPr/>
        </p:nvSpPr>
        <p:spPr>
          <a:xfrm>
            <a:off x="1718605" y="5184442"/>
            <a:ext cx="7742210" cy="1518109"/>
          </a:xfrm>
          <a:custGeom>
            <a:avLst/>
            <a:gdLst/>
            <a:ahLst/>
            <a:cxnLst/>
            <a:rect l="0" t="0" r="r" b="b"/>
            <a:pathLst>
              <a:path w="7742210" h="1518109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71" name="Shape 371"/>
          <p:cNvSpPr/>
          <p:nvPr/>
        </p:nvSpPr>
        <p:spPr>
          <a:xfrm>
            <a:off x="1718605" y="5223556"/>
            <a:ext cx="7742210" cy="1478995"/>
          </a:xfrm>
          <a:custGeom>
            <a:avLst/>
            <a:gdLst/>
            <a:ahLst/>
            <a:cxnLst/>
            <a:rect l="0" t="0" r="r" b="b"/>
            <a:pathLst>
              <a:path w="7742210" h="1478995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72" name="Shape 372"/>
          <p:cNvSpPr/>
          <p:nvPr/>
        </p:nvSpPr>
        <p:spPr>
          <a:xfrm>
            <a:off x="1718605" y="5262670"/>
            <a:ext cx="7742210" cy="1439881"/>
          </a:xfrm>
          <a:custGeom>
            <a:avLst/>
            <a:gdLst/>
            <a:ahLst/>
            <a:cxnLst/>
            <a:rect l="0" t="0" r="r" b="b"/>
            <a:pathLst>
              <a:path w="7742210" h="1439881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73" name="Shape 373"/>
          <p:cNvSpPr/>
          <p:nvPr/>
        </p:nvSpPr>
        <p:spPr>
          <a:xfrm>
            <a:off x="1718605" y="5301784"/>
            <a:ext cx="7742210" cy="1400767"/>
          </a:xfrm>
          <a:custGeom>
            <a:avLst/>
            <a:gdLst/>
            <a:ahLst/>
            <a:cxnLst/>
            <a:rect l="0" t="0" r="r" b="b"/>
            <a:pathLst>
              <a:path w="7742210" h="1400767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74" name="Shape 374"/>
          <p:cNvSpPr/>
          <p:nvPr/>
        </p:nvSpPr>
        <p:spPr>
          <a:xfrm>
            <a:off x="1718605" y="5340898"/>
            <a:ext cx="7742210" cy="1361653"/>
          </a:xfrm>
          <a:custGeom>
            <a:avLst/>
            <a:gdLst/>
            <a:ahLst/>
            <a:cxnLst/>
            <a:rect l="0" t="0" r="r" b="b"/>
            <a:pathLst>
              <a:path w="7742210" h="1361653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75" name="Shape 375"/>
          <p:cNvSpPr/>
          <p:nvPr/>
        </p:nvSpPr>
        <p:spPr>
          <a:xfrm>
            <a:off x="1718605" y="5404458"/>
            <a:ext cx="7742210" cy="1298093"/>
          </a:xfrm>
          <a:custGeom>
            <a:avLst/>
            <a:gdLst/>
            <a:ahLst/>
            <a:cxnLst/>
            <a:rect l="0" t="0" r="r" b="b"/>
            <a:pathLst>
              <a:path w="7742210" h="1298093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376" name="Shape 376"/>
          <p:cNvSpPr/>
          <p:nvPr/>
        </p:nvSpPr>
        <p:spPr>
          <a:xfrm>
            <a:off x="1718605" y="5003540"/>
            <a:ext cx="7879109" cy="1699011"/>
          </a:xfrm>
          <a:custGeom>
            <a:avLst/>
            <a:gdLst/>
            <a:ahLst/>
            <a:cxnLst/>
            <a:rect l="0" t="0" r="r" b="b"/>
            <a:pathLst>
              <a:path w="7879109" h="1699011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77" name="Shape 377"/>
          <p:cNvSpPr/>
          <p:nvPr/>
        </p:nvSpPr>
        <p:spPr>
          <a:xfrm>
            <a:off x="1718605" y="5042654"/>
            <a:ext cx="7879109" cy="1659897"/>
          </a:xfrm>
          <a:custGeom>
            <a:avLst/>
            <a:gdLst/>
            <a:ahLst/>
            <a:cxnLst/>
            <a:rect l="0" t="0" r="r" b="b"/>
            <a:pathLst>
              <a:path w="7879109" h="1659897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78" name="Shape 378"/>
          <p:cNvSpPr/>
          <p:nvPr/>
        </p:nvSpPr>
        <p:spPr>
          <a:xfrm>
            <a:off x="1718605" y="5081768"/>
            <a:ext cx="7879109" cy="1620783"/>
          </a:xfrm>
          <a:custGeom>
            <a:avLst/>
            <a:gdLst/>
            <a:ahLst/>
            <a:cxnLst/>
            <a:rect l="0" t="0" r="r" b="b"/>
            <a:pathLst>
              <a:path w="7879109" h="1620783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79" name="Shape 379"/>
          <p:cNvSpPr/>
          <p:nvPr/>
        </p:nvSpPr>
        <p:spPr>
          <a:xfrm>
            <a:off x="1718605" y="5145328"/>
            <a:ext cx="7879109" cy="1557223"/>
          </a:xfrm>
          <a:custGeom>
            <a:avLst/>
            <a:gdLst/>
            <a:ahLst/>
            <a:cxnLst/>
            <a:rect l="0" t="0" r="r" b="b"/>
            <a:pathLst>
              <a:path w="7879109" h="1557223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80" name="Shape 380"/>
          <p:cNvSpPr/>
          <p:nvPr/>
        </p:nvSpPr>
        <p:spPr>
          <a:xfrm>
            <a:off x="1718605" y="5184442"/>
            <a:ext cx="7879109" cy="1518109"/>
          </a:xfrm>
          <a:custGeom>
            <a:avLst/>
            <a:gdLst/>
            <a:ahLst/>
            <a:cxnLst/>
            <a:rect l="0" t="0" r="r" b="b"/>
            <a:pathLst>
              <a:path w="7879109" h="1518109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81" name="Shape 381"/>
          <p:cNvSpPr/>
          <p:nvPr/>
        </p:nvSpPr>
        <p:spPr>
          <a:xfrm>
            <a:off x="1718605" y="5223556"/>
            <a:ext cx="7879109" cy="1478995"/>
          </a:xfrm>
          <a:custGeom>
            <a:avLst/>
            <a:gdLst/>
            <a:ahLst/>
            <a:cxnLst/>
            <a:rect l="0" t="0" r="r" b="b"/>
            <a:pathLst>
              <a:path w="7879109" h="1478995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82" name="Shape 382"/>
          <p:cNvSpPr/>
          <p:nvPr/>
        </p:nvSpPr>
        <p:spPr>
          <a:xfrm>
            <a:off x="1718605" y="5262670"/>
            <a:ext cx="7879109" cy="1439881"/>
          </a:xfrm>
          <a:custGeom>
            <a:avLst/>
            <a:gdLst/>
            <a:ahLst/>
            <a:cxnLst/>
            <a:rect l="0" t="0" r="r" b="b"/>
            <a:pathLst>
              <a:path w="7879109" h="1439881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83" name="Shape 383"/>
          <p:cNvSpPr/>
          <p:nvPr/>
        </p:nvSpPr>
        <p:spPr>
          <a:xfrm>
            <a:off x="1718605" y="5301784"/>
            <a:ext cx="7879109" cy="1400767"/>
          </a:xfrm>
          <a:custGeom>
            <a:avLst/>
            <a:gdLst/>
            <a:ahLst/>
            <a:cxnLst/>
            <a:rect l="0" t="0" r="r" b="b"/>
            <a:pathLst>
              <a:path w="7879109" h="1400767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84" name="Shape 384"/>
          <p:cNvSpPr/>
          <p:nvPr/>
        </p:nvSpPr>
        <p:spPr>
          <a:xfrm>
            <a:off x="1718605" y="5340898"/>
            <a:ext cx="7879109" cy="1361653"/>
          </a:xfrm>
          <a:custGeom>
            <a:avLst/>
            <a:gdLst/>
            <a:ahLst/>
            <a:cxnLst/>
            <a:rect l="0" t="0" r="r" b="b"/>
            <a:pathLst>
              <a:path w="7879109" h="1361653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85" name="Shape 385"/>
          <p:cNvSpPr/>
          <p:nvPr/>
        </p:nvSpPr>
        <p:spPr>
          <a:xfrm>
            <a:off x="1718605" y="5404458"/>
            <a:ext cx="7879109" cy="1298093"/>
          </a:xfrm>
          <a:custGeom>
            <a:avLst/>
            <a:gdLst/>
            <a:ahLst/>
            <a:cxnLst/>
            <a:rect l="0" t="0" r="r" b="b"/>
            <a:pathLst>
              <a:path w="7879109" h="1298093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1F2126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386" name="Shape 386"/>
          <p:cNvSpPr/>
          <p:nvPr/>
        </p:nvSpPr>
        <p:spPr>
          <a:xfrm>
            <a:off x="1718605" y="5003540"/>
            <a:ext cx="8016008" cy="1699011"/>
          </a:xfrm>
          <a:custGeom>
            <a:avLst/>
            <a:gdLst/>
            <a:ahLst/>
            <a:cxnLst/>
            <a:rect l="0" t="0" r="r" b="b"/>
            <a:pathLst>
              <a:path w="8016008" h="1699011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87" name="Shape 387"/>
          <p:cNvSpPr/>
          <p:nvPr/>
        </p:nvSpPr>
        <p:spPr>
          <a:xfrm>
            <a:off x="1718605" y="5042654"/>
            <a:ext cx="8016008" cy="1659897"/>
          </a:xfrm>
          <a:custGeom>
            <a:avLst/>
            <a:gdLst/>
            <a:ahLst/>
            <a:cxnLst/>
            <a:rect l="0" t="0" r="r" b="b"/>
            <a:pathLst>
              <a:path w="8016008" h="1659897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88" name="Shape 388"/>
          <p:cNvSpPr/>
          <p:nvPr/>
        </p:nvSpPr>
        <p:spPr>
          <a:xfrm>
            <a:off x="1718605" y="5081768"/>
            <a:ext cx="8016008" cy="1620783"/>
          </a:xfrm>
          <a:custGeom>
            <a:avLst/>
            <a:gdLst/>
            <a:ahLst/>
            <a:cxnLst/>
            <a:rect l="0" t="0" r="r" b="b"/>
            <a:pathLst>
              <a:path w="8016008" h="1620783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89" name="Shape 389"/>
          <p:cNvSpPr/>
          <p:nvPr/>
        </p:nvSpPr>
        <p:spPr>
          <a:xfrm>
            <a:off x="1718605" y="5145328"/>
            <a:ext cx="8016008" cy="1557223"/>
          </a:xfrm>
          <a:custGeom>
            <a:avLst/>
            <a:gdLst/>
            <a:ahLst/>
            <a:cxnLst/>
            <a:rect l="0" t="0" r="r" b="b"/>
            <a:pathLst>
              <a:path w="8016008" h="1557223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90" name="Shape 390"/>
          <p:cNvSpPr/>
          <p:nvPr/>
        </p:nvSpPr>
        <p:spPr>
          <a:xfrm>
            <a:off x="1718605" y="5184442"/>
            <a:ext cx="8016008" cy="1518109"/>
          </a:xfrm>
          <a:custGeom>
            <a:avLst/>
            <a:gdLst/>
            <a:ahLst/>
            <a:cxnLst/>
            <a:rect l="0" t="0" r="r" b="b"/>
            <a:pathLst>
              <a:path w="8016008" h="1518109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91" name="Shape 391"/>
          <p:cNvSpPr/>
          <p:nvPr/>
        </p:nvSpPr>
        <p:spPr>
          <a:xfrm>
            <a:off x="1718605" y="5223556"/>
            <a:ext cx="8016008" cy="1478995"/>
          </a:xfrm>
          <a:custGeom>
            <a:avLst/>
            <a:gdLst/>
            <a:ahLst/>
            <a:cxnLst/>
            <a:rect l="0" t="0" r="r" b="b"/>
            <a:pathLst>
              <a:path w="8016008" h="1478995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92" name="Shape 392"/>
          <p:cNvSpPr/>
          <p:nvPr/>
        </p:nvSpPr>
        <p:spPr>
          <a:xfrm>
            <a:off x="1718605" y="5262670"/>
            <a:ext cx="8016008" cy="1439881"/>
          </a:xfrm>
          <a:custGeom>
            <a:avLst/>
            <a:gdLst/>
            <a:ahLst/>
            <a:cxnLst/>
            <a:rect l="0" t="0" r="r" b="b"/>
            <a:pathLst>
              <a:path w="8016008" h="1439881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93" name="Shape 393"/>
          <p:cNvSpPr/>
          <p:nvPr/>
        </p:nvSpPr>
        <p:spPr>
          <a:xfrm>
            <a:off x="1718605" y="5301784"/>
            <a:ext cx="8016008" cy="1400767"/>
          </a:xfrm>
          <a:custGeom>
            <a:avLst/>
            <a:gdLst/>
            <a:ahLst/>
            <a:cxnLst/>
            <a:rect l="0" t="0" r="r" b="b"/>
            <a:pathLst>
              <a:path w="8016008" h="1400767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94" name="Shape 394"/>
          <p:cNvSpPr/>
          <p:nvPr/>
        </p:nvSpPr>
        <p:spPr>
          <a:xfrm>
            <a:off x="1718605" y="5340898"/>
            <a:ext cx="8016008" cy="1361653"/>
          </a:xfrm>
          <a:custGeom>
            <a:avLst/>
            <a:gdLst/>
            <a:ahLst/>
            <a:cxnLst/>
            <a:rect l="0" t="0" r="r" b="b"/>
            <a:pathLst>
              <a:path w="8016008" h="1361653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395" name="Shape 395"/>
          <p:cNvSpPr/>
          <p:nvPr/>
        </p:nvSpPr>
        <p:spPr>
          <a:xfrm>
            <a:off x="1718605" y="5404458"/>
            <a:ext cx="8016008" cy="1298093"/>
          </a:xfrm>
          <a:custGeom>
            <a:avLst/>
            <a:gdLst/>
            <a:ahLst/>
            <a:cxnLst/>
            <a:rect l="0" t="0" r="r" b="b"/>
            <a:pathLst>
              <a:path w="8016008" h="1298093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1F2126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396" name="Text 396"/>
          <p:cNvSpPr txBox="1"/>
          <p:nvPr/>
        </p:nvSpPr>
        <p:spPr>
          <a:xfrm>
            <a:off x="9793186" y="5011825"/>
            <a:ext cx="245451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9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Δ </a:t>
            </a:r>
            <a:r>
              <a:rPr lang="en-US" sz="749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t</a:t>
            </a:r>
          </a:p>
        </p:txBody>
      </p:sp>
      <p:sp>
        <p:nvSpPr>
          <p:cNvPr id="397" name="Text 397"/>
          <p:cNvSpPr txBox="1"/>
          <p:nvPr/>
        </p:nvSpPr>
        <p:spPr>
          <a:xfrm>
            <a:off x="9793186" y="5212284"/>
            <a:ext cx="316956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9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R</a:t>
            </a:r>
            <a:r>
              <a:rPr lang="en-US" sz="749" baseline="-25000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6</a:t>
            </a:r>
            <a:r>
              <a:rPr lang="en-US" sz="749" i="1" baseline="-25000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D</a:t>
            </a:r>
          </a:p>
        </p:txBody>
      </p:sp>
      <p:sp>
        <p:nvSpPr>
          <p:cNvPr id="398" name="Text 398"/>
          <p:cNvSpPr txBox="1"/>
          <p:nvPr/>
        </p:nvSpPr>
        <p:spPr>
          <a:xfrm>
            <a:off x="9793186" y="5379027"/>
            <a:ext cx="382960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shoot</a:t>
            </a:r>
          </a:p>
        </p:txBody>
      </p:sp>
      <p:sp>
        <p:nvSpPr>
          <p:cNvPr id="399" name="Text 399"/>
          <p:cNvSpPr txBox="1"/>
          <p:nvPr/>
        </p:nvSpPr>
        <p:spPr>
          <a:xfrm>
            <a:off x="8621107" y="5538912"/>
            <a:ext cx="1180518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8 × 10-D action chunk</a:t>
            </a:r>
          </a:p>
        </p:txBody>
      </p:sp>
      <p:sp>
        <p:nvSpPr>
          <p:cNvPr id="400" name="Text 400"/>
          <p:cNvSpPr txBox="1"/>
          <p:nvPr/>
        </p:nvSpPr>
        <p:spPr>
          <a:xfrm>
            <a:off x="6510061" y="5831791"/>
            <a:ext cx="425652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≤ 20 windows per trajectory (25 % near goal) · 8 view sectors balanced · 8 val scenes held out</a:t>
            </a:r>
          </a:p>
        </p:txBody>
      </p:sp>
      <p:sp>
        <p:nvSpPr>
          <p:cNvPr id="401" name="Text 401"/>
          <p:cNvSpPr txBox="1"/>
          <p:nvPr/>
        </p:nvSpPr>
        <p:spPr>
          <a:xfrm>
            <a:off x="2036406" y="6317269"/>
            <a:ext cx="564474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9,889</a:t>
            </a:r>
          </a:p>
        </p:txBody>
      </p:sp>
      <p:sp>
        <p:nvSpPr>
          <p:cNvPr id="402" name="Text 402"/>
          <p:cNvSpPr txBox="1"/>
          <p:nvPr/>
        </p:nvSpPr>
        <p:spPr>
          <a:xfrm>
            <a:off x="2702565" y="6275150"/>
            <a:ext cx="866308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scene × subject</a:t>
            </a:r>
          </a:p>
        </p:txBody>
      </p:sp>
      <p:sp>
        <p:nvSpPr>
          <p:cNvPr id="403" name="Text 403"/>
          <p:cNvSpPr txBox="1"/>
          <p:nvPr/>
        </p:nvSpPr>
        <p:spPr>
          <a:xfrm>
            <a:off x="2702565" y="6389640"/>
            <a:ext cx="305955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runs</a:t>
            </a:r>
          </a:p>
        </p:txBody>
      </p:sp>
      <p:sp>
        <p:nvSpPr>
          <p:cNvPr id="404" name="Text 404"/>
          <p:cNvSpPr txBox="1"/>
          <p:nvPr/>
        </p:nvSpPr>
        <p:spPr>
          <a:xfrm>
            <a:off x="3454285" y="6317269"/>
            <a:ext cx="564474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7,885</a:t>
            </a:r>
          </a:p>
        </p:txBody>
      </p:sp>
      <p:sp>
        <p:nvSpPr>
          <p:cNvPr id="405" name="Text 405"/>
          <p:cNvSpPr txBox="1"/>
          <p:nvPr/>
        </p:nvSpPr>
        <p:spPr>
          <a:xfrm>
            <a:off x="4120445" y="6275150"/>
            <a:ext cx="668294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placements</a:t>
            </a:r>
          </a:p>
        </p:txBody>
      </p:sp>
      <p:sp>
        <p:nvSpPr>
          <p:cNvPr id="406" name="Text 406"/>
          <p:cNvSpPr txBox="1"/>
          <p:nvPr/>
        </p:nvSpPr>
        <p:spPr>
          <a:xfrm>
            <a:off x="4120445" y="6393714"/>
            <a:ext cx="673794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(91 scenes)</a:t>
            </a:r>
          </a:p>
        </p:txBody>
      </p:sp>
      <p:sp>
        <p:nvSpPr>
          <p:cNvPr id="407" name="Text 407"/>
          <p:cNvSpPr txBox="1"/>
          <p:nvPr/>
        </p:nvSpPr>
        <p:spPr>
          <a:xfrm>
            <a:off x="4872165" y="6317269"/>
            <a:ext cx="503969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393k</a:t>
            </a:r>
          </a:p>
        </p:txBody>
      </p:sp>
      <p:sp>
        <p:nvSpPr>
          <p:cNvPr id="408" name="Text 408"/>
          <p:cNvSpPr txBox="1"/>
          <p:nvPr/>
        </p:nvSpPr>
        <p:spPr>
          <a:xfrm>
            <a:off x="5409982" y="6275150"/>
            <a:ext cx="520470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sampled</a:t>
            </a:r>
          </a:p>
        </p:txBody>
      </p:sp>
      <p:sp>
        <p:nvSpPr>
          <p:cNvPr id="409" name="Text 409"/>
          <p:cNvSpPr txBox="1"/>
          <p:nvPr/>
        </p:nvSpPr>
        <p:spPr>
          <a:xfrm>
            <a:off x="5409982" y="6391677"/>
            <a:ext cx="734556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camera pairs</a:t>
            </a:r>
          </a:p>
        </p:txBody>
      </p:sp>
      <p:sp>
        <p:nvSpPr>
          <p:cNvPr id="410" name="Text 410"/>
          <p:cNvSpPr txBox="1"/>
          <p:nvPr/>
        </p:nvSpPr>
        <p:spPr>
          <a:xfrm>
            <a:off x="6290045" y="6317269"/>
            <a:ext cx="399462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75k</a:t>
            </a:r>
          </a:p>
        </p:txBody>
      </p:sp>
      <p:sp>
        <p:nvSpPr>
          <p:cNvPr id="411" name="Text 411"/>
          <p:cNvSpPr txBox="1"/>
          <p:nvPr/>
        </p:nvSpPr>
        <p:spPr>
          <a:xfrm>
            <a:off x="6699519" y="6275150"/>
            <a:ext cx="651620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trajectories</a:t>
            </a:r>
          </a:p>
        </p:txBody>
      </p:sp>
      <p:sp>
        <p:nvSpPr>
          <p:cNvPr id="412" name="Text 412"/>
          <p:cNvSpPr txBox="1"/>
          <p:nvPr/>
        </p:nvSpPr>
        <p:spPr>
          <a:xfrm>
            <a:off x="6699519" y="6391677"/>
            <a:ext cx="682904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(19 % kept)</a:t>
            </a:r>
          </a:p>
        </p:txBody>
      </p:sp>
      <p:sp>
        <p:nvSpPr>
          <p:cNvPr id="413" name="Text 413"/>
          <p:cNvSpPr txBox="1"/>
          <p:nvPr/>
        </p:nvSpPr>
        <p:spPr>
          <a:xfrm>
            <a:off x="7707925" y="6317269"/>
            <a:ext cx="492968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2.4M</a:t>
            </a:r>
          </a:p>
        </p:txBody>
      </p:sp>
      <p:sp>
        <p:nvSpPr>
          <p:cNvPr id="414" name="Text 414"/>
          <p:cNvSpPr txBox="1"/>
          <p:nvPr/>
        </p:nvSpPr>
        <p:spPr>
          <a:xfrm>
            <a:off x="8245741" y="6283299"/>
            <a:ext cx="541441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rendered</a:t>
            </a:r>
          </a:p>
        </p:txBody>
      </p:sp>
      <p:sp>
        <p:nvSpPr>
          <p:cNvPr id="415" name="Text 415"/>
          <p:cNvSpPr txBox="1"/>
          <p:nvPr/>
        </p:nvSpPr>
        <p:spPr>
          <a:xfrm>
            <a:off x="8245741" y="6399826"/>
            <a:ext cx="432034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frames</a:t>
            </a:r>
          </a:p>
        </p:txBody>
      </p:sp>
      <p:sp>
        <p:nvSpPr>
          <p:cNvPr id="416" name="Text 416"/>
          <p:cNvSpPr txBox="1"/>
          <p:nvPr/>
        </p:nvSpPr>
        <p:spPr>
          <a:xfrm>
            <a:off x="9125805" y="6317269"/>
            <a:ext cx="503969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150k</a:t>
            </a:r>
          </a:p>
        </p:txBody>
      </p:sp>
      <p:sp>
        <p:nvSpPr>
          <p:cNvPr id="417" name="Text 417"/>
          <p:cNvSpPr txBox="1"/>
          <p:nvPr/>
        </p:nvSpPr>
        <p:spPr>
          <a:xfrm>
            <a:off x="9663621" y="6275150"/>
            <a:ext cx="465037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training</a:t>
            </a:r>
          </a:p>
        </p:txBody>
      </p:sp>
      <p:sp>
        <p:nvSpPr>
          <p:cNvPr id="418" name="Text 418"/>
          <p:cNvSpPr txBox="1"/>
          <p:nvPr/>
        </p:nvSpPr>
        <p:spPr>
          <a:xfrm>
            <a:off x="9663621" y="6399826"/>
            <a:ext cx="525197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windows</a:t>
            </a:r>
          </a:p>
        </p:txBody>
      </p:sp>
      <p:sp>
        <p:nvSpPr>
          <p:cNvPr id="419" name="Shape 419"/>
          <p:cNvSpPr/>
          <p:nvPr/>
        </p:nvSpPr>
        <p:spPr>
          <a:xfrm>
            <a:off x="4869721" y="1224157"/>
            <a:ext cx="127120" cy="127120"/>
          </a:xfrm>
          <a:custGeom>
            <a:avLst/>
            <a:gdLst/>
            <a:ahLst/>
            <a:cxnLst/>
            <a:rect l="0" t="0" r="r" b="b"/>
            <a:pathLst>
              <a:path w="127120" h="127120">
                <a:moveTo>
                  <a:pt x="57260" y="126910"/>
                </a:moveTo>
                <a:lnTo>
                  <a:pt x="45043" y="124468"/>
                </a:lnTo>
                <a:lnTo>
                  <a:pt x="33584" y="119722"/>
                </a:lnTo>
                <a:lnTo>
                  <a:pt x="23218" y="112810"/>
                </a:lnTo>
                <a:lnTo>
                  <a:pt x="18616" y="108503"/>
                </a:lnTo>
                <a:lnTo>
                  <a:pt x="14309" y="103901"/>
                </a:lnTo>
                <a:lnTo>
                  <a:pt x="7397" y="93535"/>
                </a:lnTo>
                <a:lnTo>
                  <a:pt x="2651" y="82077"/>
                </a:lnTo>
                <a:lnTo>
                  <a:pt x="209" y="69859"/>
                </a:lnTo>
                <a:lnTo>
                  <a:pt x="0" y="63560"/>
                </a:lnTo>
                <a:lnTo>
                  <a:pt x="209" y="57260"/>
                </a:lnTo>
                <a:lnTo>
                  <a:pt x="2651" y="45043"/>
                </a:lnTo>
                <a:lnTo>
                  <a:pt x="7397" y="33584"/>
                </a:lnTo>
                <a:lnTo>
                  <a:pt x="14309" y="23218"/>
                </a:lnTo>
                <a:lnTo>
                  <a:pt x="18616" y="18616"/>
                </a:lnTo>
                <a:lnTo>
                  <a:pt x="23218" y="14309"/>
                </a:lnTo>
                <a:lnTo>
                  <a:pt x="33584" y="7397"/>
                </a:lnTo>
                <a:lnTo>
                  <a:pt x="45043" y="2651"/>
                </a:lnTo>
                <a:lnTo>
                  <a:pt x="57260" y="209"/>
                </a:lnTo>
                <a:lnTo>
                  <a:pt x="63560" y="0"/>
                </a:lnTo>
                <a:lnTo>
                  <a:pt x="69859" y="209"/>
                </a:lnTo>
                <a:lnTo>
                  <a:pt x="82077" y="2651"/>
                </a:lnTo>
                <a:lnTo>
                  <a:pt x="93535" y="7397"/>
                </a:lnTo>
                <a:lnTo>
                  <a:pt x="103901" y="14309"/>
                </a:lnTo>
                <a:lnTo>
                  <a:pt x="108503" y="18616"/>
                </a:lnTo>
                <a:lnTo>
                  <a:pt x="112810" y="23218"/>
                </a:lnTo>
                <a:lnTo>
                  <a:pt x="119722" y="33584"/>
                </a:lnTo>
                <a:lnTo>
                  <a:pt x="124468" y="45043"/>
                </a:lnTo>
                <a:lnTo>
                  <a:pt x="126910" y="57260"/>
                </a:lnTo>
                <a:lnTo>
                  <a:pt x="127120" y="63560"/>
                </a:lnTo>
                <a:lnTo>
                  <a:pt x="126910" y="69859"/>
                </a:lnTo>
                <a:lnTo>
                  <a:pt x="124468" y="82077"/>
                </a:lnTo>
                <a:lnTo>
                  <a:pt x="119722" y="93535"/>
                </a:lnTo>
                <a:lnTo>
                  <a:pt x="112810" y="103901"/>
                </a:lnTo>
                <a:lnTo>
                  <a:pt x="108503" y="108503"/>
                </a:lnTo>
                <a:lnTo>
                  <a:pt x="103901" y="112810"/>
                </a:lnTo>
                <a:lnTo>
                  <a:pt x="93535" y="119722"/>
                </a:lnTo>
                <a:lnTo>
                  <a:pt x="82077" y="124468"/>
                </a:lnTo>
                <a:lnTo>
                  <a:pt x="69859" y="126910"/>
                </a:lnTo>
                <a:lnTo>
                  <a:pt x="63560" y="127120"/>
                </a:lnTo>
                <a:lnTo>
                  <a:pt x="57260" y="126910"/>
                </a:lnTo>
                <a:close/>
              </a:path>
            </a:pathLst>
          </a:custGeom>
          <a:solidFill>
            <a:srgbClr val="D06A1E"/>
          </a:solidFill>
          <a:ln>
            <a:noFill/>
          </a:ln>
        </p:spPr>
      </p:sp>
      <p:sp>
        <p:nvSpPr>
          <p:cNvPr id="420" name="Shape 420"/>
          <p:cNvSpPr/>
          <p:nvPr/>
        </p:nvSpPr>
        <p:spPr>
          <a:xfrm>
            <a:off x="6466058" y="1211934"/>
            <a:ext cx="127120" cy="127120"/>
          </a:xfrm>
          <a:custGeom>
            <a:avLst/>
            <a:gdLst/>
            <a:ahLst/>
            <a:cxnLst/>
            <a:rect l="0" t="0" r="r" b="b"/>
            <a:pathLst>
              <a:path w="127120" h="127120">
                <a:moveTo>
                  <a:pt x="57260" y="126910"/>
                </a:moveTo>
                <a:lnTo>
                  <a:pt x="45043" y="124468"/>
                </a:lnTo>
                <a:lnTo>
                  <a:pt x="33584" y="119722"/>
                </a:lnTo>
                <a:lnTo>
                  <a:pt x="23218" y="112810"/>
                </a:lnTo>
                <a:lnTo>
                  <a:pt x="18616" y="108503"/>
                </a:lnTo>
                <a:lnTo>
                  <a:pt x="14309" y="103901"/>
                </a:lnTo>
                <a:lnTo>
                  <a:pt x="7397" y="93535"/>
                </a:lnTo>
                <a:lnTo>
                  <a:pt x="2651" y="82077"/>
                </a:lnTo>
                <a:lnTo>
                  <a:pt x="209" y="69859"/>
                </a:lnTo>
                <a:lnTo>
                  <a:pt x="0" y="63560"/>
                </a:lnTo>
                <a:lnTo>
                  <a:pt x="209" y="57260"/>
                </a:lnTo>
                <a:lnTo>
                  <a:pt x="2651" y="45043"/>
                </a:lnTo>
                <a:lnTo>
                  <a:pt x="7397" y="33584"/>
                </a:lnTo>
                <a:lnTo>
                  <a:pt x="14309" y="23218"/>
                </a:lnTo>
                <a:lnTo>
                  <a:pt x="18616" y="18616"/>
                </a:lnTo>
                <a:lnTo>
                  <a:pt x="23218" y="14309"/>
                </a:lnTo>
                <a:lnTo>
                  <a:pt x="33584" y="7397"/>
                </a:lnTo>
                <a:lnTo>
                  <a:pt x="45043" y="2651"/>
                </a:lnTo>
                <a:lnTo>
                  <a:pt x="57260" y="209"/>
                </a:lnTo>
                <a:lnTo>
                  <a:pt x="63560" y="0"/>
                </a:lnTo>
                <a:lnTo>
                  <a:pt x="69859" y="209"/>
                </a:lnTo>
                <a:lnTo>
                  <a:pt x="82077" y="2651"/>
                </a:lnTo>
                <a:lnTo>
                  <a:pt x="93535" y="7397"/>
                </a:lnTo>
                <a:lnTo>
                  <a:pt x="103901" y="14309"/>
                </a:lnTo>
                <a:lnTo>
                  <a:pt x="108503" y="18616"/>
                </a:lnTo>
                <a:lnTo>
                  <a:pt x="112810" y="23218"/>
                </a:lnTo>
                <a:lnTo>
                  <a:pt x="119722" y="33584"/>
                </a:lnTo>
                <a:lnTo>
                  <a:pt x="124468" y="45043"/>
                </a:lnTo>
                <a:lnTo>
                  <a:pt x="126910" y="57260"/>
                </a:lnTo>
                <a:lnTo>
                  <a:pt x="127120" y="63560"/>
                </a:lnTo>
                <a:lnTo>
                  <a:pt x="126910" y="69859"/>
                </a:lnTo>
                <a:lnTo>
                  <a:pt x="124468" y="82077"/>
                </a:lnTo>
                <a:lnTo>
                  <a:pt x="119722" y="93535"/>
                </a:lnTo>
                <a:lnTo>
                  <a:pt x="112810" y="103901"/>
                </a:lnTo>
                <a:lnTo>
                  <a:pt x="108503" y="108503"/>
                </a:lnTo>
                <a:lnTo>
                  <a:pt x="103901" y="112810"/>
                </a:lnTo>
                <a:lnTo>
                  <a:pt x="93535" y="119722"/>
                </a:lnTo>
                <a:lnTo>
                  <a:pt x="82077" y="124468"/>
                </a:lnTo>
                <a:lnTo>
                  <a:pt x="69859" y="126910"/>
                </a:lnTo>
                <a:lnTo>
                  <a:pt x="63560" y="127120"/>
                </a:lnTo>
                <a:lnTo>
                  <a:pt x="57260" y="12691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421" name="Shape 421"/>
          <p:cNvSpPr/>
          <p:nvPr/>
        </p:nvSpPr>
        <p:spPr>
          <a:xfrm>
            <a:off x="4869721" y="2978172"/>
            <a:ext cx="127120" cy="127120"/>
          </a:xfrm>
          <a:custGeom>
            <a:avLst/>
            <a:gdLst/>
            <a:ahLst/>
            <a:cxnLst/>
            <a:rect l="0" t="0" r="r" b="b"/>
            <a:pathLst>
              <a:path w="127120" h="127120">
                <a:moveTo>
                  <a:pt x="57260" y="126910"/>
                </a:moveTo>
                <a:lnTo>
                  <a:pt x="45043" y="124468"/>
                </a:lnTo>
                <a:lnTo>
                  <a:pt x="33584" y="119722"/>
                </a:lnTo>
                <a:lnTo>
                  <a:pt x="23218" y="112810"/>
                </a:lnTo>
                <a:lnTo>
                  <a:pt x="18616" y="108503"/>
                </a:lnTo>
                <a:lnTo>
                  <a:pt x="14309" y="103901"/>
                </a:lnTo>
                <a:lnTo>
                  <a:pt x="7397" y="93535"/>
                </a:lnTo>
                <a:lnTo>
                  <a:pt x="2651" y="82077"/>
                </a:lnTo>
                <a:lnTo>
                  <a:pt x="209" y="69859"/>
                </a:lnTo>
                <a:lnTo>
                  <a:pt x="0" y="63560"/>
                </a:lnTo>
                <a:lnTo>
                  <a:pt x="209" y="57260"/>
                </a:lnTo>
                <a:lnTo>
                  <a:pt x="2651" y="45043"/>
                </a:lnTo>
                <a:lnTo>
                  <a:pt x="7397" y="33584"/>
                </a:lnTo>
                <a:lnTo>
                  <a:pt x="14309" y="23218"/>
                </a:lnTo>
                <a:lnTo>
                  <a:pt x="18616" y="18616"/>
                </a:lnTo>
                <a:lnTo>
                  <a:pt x="23218" y="14309"/>
                </a:lnTo>
                <a:lnTo>
                  <a:pt x="33584" y="7397"/>
                </a:lnTo>
                <a:lnTo>
                  <a:pt x="45043" y="2651"/>
                </a:lnTo>
                <a:lnTo>
                  <a:pt x="57260" y="209"/>
                </a:lnTo>
                <a:lnTo>
                  <a:pt x="63560" y="0"/>
                </a:lnTo>
                <a:lnTo>
                  <a:pt x="69859" y="209"/>
                </a:lnTo>
                <a:lnTo>
                  <a:pt x="82077" y="2651"/>
                </a:lnTo>
                <a:lnTo>
                  <a:pt x="93535" y="7397"/>
                </a:lnTo>
                <a:lnTo>
                  <a:pt x="103901" y="14309"/>
                </a:lnTo>
                <a:lnTo>
                  <a:pt x="108503" y="18616"/>
                </a:lnTo>
                <a:lnTo>
                  <a:pt x="112810" y="23218"/>
                </a:lnTo>
                <a:lnTo>
                  <a:pt x="119722" y="33584"/>
                </a:lnTo>
                <a:lnTo>
                  <a:pt x="124468" y="45043"/>
                </a:lnTo>
                <a:lnTo>
                  <a:pt x="126910" y="57260"/>
                </a:lnTo>
                <a:lnTo>
                  <a:pt x="127120" y="63560"/>
                </a:lnTo>
                <a:lnTo>
                  <a:pt x="126910" y="69859"/>
                </a:lnTo>
                <a:lnTo>
                  <a:pt x="124468" y="82077"/>
                </a:lnTo>
                <a:lnTo>
                  <a:pt x="119722" y="93535"/>
                </a:lnTo>
                <a:lnTo>
                  <a:pt x="112810" y="103901"/>
                </a:lnTo>
                <a:lnTo>
                  <a:pt x="108503" y="108503"/>
                </a:lnTo>
                <a:lnTo>
                  <a:pt x="103901" y="112810"/>
                </a:lnTo>
                <a:lnTo>
                  <a:pt x="93535" y="119722"/>
                </a:lnTo>
                <a:lnTo>
                  <a:pt x="82077" y="124468"/>
                </a:lnTo>
                <a:lnTo>
                  <a:pt x="69859" y="126910"/>
                </a:lnTo>
                <a:lnTo>
                  <a:pt x="63560" y="127120"/>
                </a:lnTo>
                <a:lnTo>
                  <a:pt x="57260" y="126910"/>
                </a:lnTo>
                <a:close/>
              </a:path>
            </a:pathLst>
          </a:custGeom>
          <a:solidFill>
            <a:srgbClr val="22855A"/>
          </a:solidFill>
          <a:ln>
            <a:noFill/>
          </a:ln>
        </p:spPr>
      </p:sp>
      <p:sp>
        <p:nvSpPr>
          <p:cNvPr id="422" name="Shape 422"/>
          <p:cNvSpPr/>
          <p:nvPr/>
        </p:nvSpPr>
        <p:spPr>
          <a:xfrm>
            <a:off x="8701853" y="4896291"/>
            <a:ext cx="41846" cy="36483"/>
          </a:xfrm>
          <a:custGeom>
            <a:avLst/>
            <a:gdLst/>
            <a:ahLst/>
            <a:cxnLst/>
            <a:rect l="0" t="0" r="r" b="b"/>
            <a:pathLst>
              <a:path w="41846" h="36483" fill="none">
                <a:moveTo>
                  <a:pt x="41846" y="0"/>
                </a:moveTo>
                <a:quadBezTo>
                  <a:pt x="16971" y="21687"/>
                  <a:pt x="0" y="36483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423" name="Shape 423"/>
          <p:cNvSpPr/>
          <p:nvPr/>
        </p:nvSpPr>
        <p:spPr>
          <a:xfrm>
            <a:off x="1718605" y="4893322"/>
            <a:ext cx="7024275" cy="1809229"/>
          </a:xfrm>
          <a:custGeom>
            <a:avLst/>
            <a:gdLst/>
            <a:ahLst/>
            <a:cxnLst/>
            <a:rect l="0" t="0" r="r" b="b"/>
            <a:pathLst>
              <a:path w="7024275" h="1809229">
                <a:moveTo>
                  <a:pt x="7024275" y="30710"/>
                </a:moveTo>
                <a:lnTo>
                  <a:pt x="6983248" y="39452"/>
                </a:lnTo>
                <a:lnTo>
                  <a:pt x="6997500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424" name="Shape 424"/>
          <p:cNvSpPr/>
          <p:nvPr/>
        </p:nvSpPr>
        <p:spPr>
          <a:xfrm>
            <a:off x="8838873" y="4896089"/>
            <a:ext cx="41548" cy="36822"/>
          </a:xfrm>
          <a:custGeom>
            <a:avLst/>
            <a:gdLst/>
            <a:ahLst/>
            <a:cxnLst/>
            <a:rect l="0" t="0" r="r" b="b"/>
            <a:pathLst>
              <a:path w="41548" h="36822" fill="none">
                <a:moveTo>
                  <a:pt x="41548" y="0"/>
                </a:moveTo>
                <a:quadBezTo>
                  <a:pt x="16850" y="21889"/>
                  <a:pt x="0" y="36822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425" name="Shape 425"/>
          <p:cNvSpPr/>
          <p:nvPr/>
        </p:nvSpPr>
        <p:spPr>
          <a:xfrm>
            <a:off x="1718605" y="4893345"/>
            <a:ext cx="7161222" cy="1809206"/>
          </a:xfrm>
          <a:custGeom>
            <a:avLst/>
            <a:gdLst/>
            <a:ahLst/>
            <a:cxnLst/>
            <a:rect l="0" t="0" r="r" b="b"/>
            <a:pathLst>
              <a:path w="7161222" h="1809206">
                <a:moveTo>
                  <a:pt x="7161222" y="30492"/>
                </a:moveTo>
                <a:lnTo>
                  <a:pt x="7120267" y="39567"/>
                </a:lnTo>
                <a:lnTo>
                  <a:pt x="7134198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426" name="Shape 426"/>
          <p:cNvSpPr/>
          <p:nvPr/>
        </p:nvSpPr>
        <p:spPr>
          <a:xfrm>
            <a:off x="8975893" y="4895890"/>
            <a:ext cx="41249" cy="37157"/>
          </a:xfrm>
          <a:custGeom>
            <a:avLst/>
            <a:gdLst/>
            <a:ahLst/>
            <a:cxnLst/>
            <a:rect l="0" t="0" r="r" b="b"/>
            <a:pathLst>
              <a:path w="41249" h="37157" fill="none">
                <a:moveTo>
                  <a:pt x="41249" y="0"/>
                </a:moveTo>
                <a:quadBezTo>
                  <a:pt x="16728" y="22088"/>
                  <a:pt x="0" y="37157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427" name="Shape 427"/>
          <p:cNvSpPr/>
          <p:nvPr/>
        </p:nvSpPr>
        <p:spPr>
          <a:xfrm>
            <a:off x="1718605" y="4893369"/>
            <a:ext cx="7298167" cy="1809182"/>
          </a:xfrm>
          <a:custGeom>
            <a:avLst/>
            <a:gdLst/>
            <a:ahLst/>
            <a:cxnLst/>
            <a:rect l="0" t="0" r="r" b="b"/>
            <a:pathLst>
              <a:path w="7298167" h="1809182">
                <a:moveTo>
                  <a:pt x="7298167" y="30272"/>
                </a:moveTo>
                <a:lnTo>
                  <a:pt x="7257287" y="39678"/>
                </a:lnTo>
                <a:lnTo>
                  <a:pt x="7270898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428" name="Shape 428"/>
          <p:cNvSpPr/>
          <p:nvPr/>
        </p:nvSpPr>
        <p:spPr>
          <a:xfrm>
            <a:off x="9112912" y="4895695"/>
            <a:ext cx="40951" cy="37486"/>
          </a:xfrm>
          <a:custGeom>
            <a:avLst/>
            <a:gdLst/>
            <a:ahLst/>
            <a:cxnLst/>
            <a:rect l="0" t="0" r="r" b="b"/>
            <a:pathLst>
              <a:path w="40951" h="37486" fill="none">
                <a:moveTo>
                  <a:pt x="40951" y="0"/>
                </a:moveTo>
                <a:quadBezTo>
                  <a:pt x="16608" y="22283"/>
                  <a:pt x="0" y="37486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429" name="Shape 429"/>
          <p:cNvSpPr/>
          <p:nvPr/>
        </p:nvSpPr>
        <p:spPr>
          <a:xfrm>
            <a:off x="1718605" y="4893395"/>
            <a:ext cx="7435110" cy="1809156"/>
          </a:xfrm>
          <a:custGeom>
            <a:avLst/>
            <a:gdLst/>
            <a:ahLst/>
            <a:cxnLst/>
            <a:rect l="0" t="0" r="r" b="b"/>
            <a:pathLst>
              <a:path w="7435110" h="1809156">
                <a:moveTo>
                  <a:pt x="7435110" y="30053"/>
                </a:moveTo>
                <a:lnTo>
                  <a:pt x="7394307" y="39786"/>
                </a:lnTo>
                <a:lnTo>
                  <a:pt x="7407600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430" name="Shape 430"/>
          <p:cNvSpPr/>
          <p:nvPr/>
        </p:nvSpPr>
        <p:spPr>
          <a:xfrm>
            <a:off x="9249932" y="4895504"/>
            <a:ext cx="40653" cy="37808"/>
          </a:xfrm>
          <a:custGeom>
            <a:avLst/>
            <a:gdLst/>
            <a:ahLst/>
            <a:cxnLst/>
            <a:rect l="0" t="0" r="r" b="b"/>
            <a:pathLst>
              <a:path w="40653" h="37808" fill="none">
                <a:moveTo>
                  <a:pt x="40653" y="0"/>
                </a:moveTo>
                <a:quadBezTo>
                  <a:pt x="16487" y="22475"/>
                  <a:pt x="0" y="37808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431" name="Shape 431"/>
          <p:cNvSpPr/>
          <p:nvPr/>
        </p:nvSpPr>
        <p:spPr>
          <a:xfrm>
            <a:off x="1718605" y="4893422"/>
            <a:ext cx="7572052" cy="1809129"/>
          </a:xfrm>
          <a:custGeom>
            <a:avLst/>
            <a:gdLst/>
            <a:ahLst/>
            <a:cxnLst/>
            <a:rect l="0" t="0" r="r" b="b"/>
            <a:pathLst>
              <a:path w="7572052" h="1809129">
                <a:moveTo>
                  <a:pt x="7572052" y="29835"/>
                </a:moveTo>
                <a:lnTo>
                  <a:pt x="7531327" y="39890"/>
                </a:lnTo>
                <a:lnTo>
                  <a:pt x="7544305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432" name="Shape 432"/>
          <p:cNvSpPr/>
          <p:nvPr/>
        </p:nvSpPr>
        <p:spPr>
          <a:xfrm>
            <a:off x="9386951" y="4895316"/>
            <a:ext cx="40359" cy="38122"/>
          </a:xfrm>
          <a:custGeom>
            <a:avLst/>
            <a:gdLst/>
            <a:ahLst/>
            <a:cxnLst/>
            <a:rect l="0" t="0" r="r" b="b"/>
            <a:pathLst>
              <a:path w="40359" h="38122" fill="none">
                <a:moveTo>
                  <a:pt x="40359" y="0"/>
                </a:moveTo>
                <a:quadBezTo>
                  <a:pt x="16367" y="22662"/>
                  <a:pt x="0" y="38122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433" name="Shape 433"/>
          <p:cNvSpPr/>
          <p:nvPr/>
        </p:nvSpPr>
        <p:spPr>
          <a:xfrm>
            <a:off x="1718605" y="4893450"/>
            <a:ext cx="7708991" cy="1809101"/>
          </a:xfrm>
          <a:custGeom>
            <a:avLst/>
            <a:gdLst/>
            <a:ahLst/>
            <a:cxnLst/>
            <a:rect l="0" t="0" r="r" b="b"/>
            <a:pathLst>
              <a:path w="7708991" h="1809101">
                <a:moveTo>
                  <a:pt x="7708991" y="29619"/>
                </a:moveTo>
                <a:lnTo>
                  <a:pt x="7668345" y="39989"/>
                </a:lnTo>
                <a:lnTo>
                  <a:pt x="7681013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434" name="Text 434"/>
          <p:cNvSpPr txBox="1"/>
          <p:nvPr/>
        </p:nvSpPr>
        <p:spPr>
          <a:xfrm>
            <a:off x="4851808" y="1243375"/>
            <a:ext cx="162945" cy="1103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95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1</a:t>
            </a:r>
          </a:p>
        </p:txBody>
      </p:sp>
      <p:sp>
        <p:nvSpPr>
          <p:cNvPr id="435" name="Text 435"/>
          <p:cNvSpPr txBox="1"/>
          <p:nvPr/>
        </p:nvSpPr>
        <p:spPr>
          <a:xfrm>
            <a:off x="6448145" y="1231151"/>
            <a:ext cx="162945" cy="1103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95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2</a:t>
            </a:r>
          </a:p>
        </p:txBody>
      </p:sp>
      <p:sp>
        <p:nvSpPr>
          <p:cNvPr id="436" name="Text 436"/>
          <p:cNvSpPr txBox="1"/>
          <p:nvPr/>
        </p:nvSpPr>
        <p:spPr>
          <a:xfrm>
            <a:off x="4851808" y="2997390"/>
            <a:ext cx="162945" cy="1103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95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3</a:t>
            </a:r>
          </a:p>
        </p:txBody>
      </p:sp>
      <p:sp>
        <p:nvSpPr>
          <p:cNvPr id="437" name="Shape 437"/>
          <p:cNvSpPr/>
          <p:nvPr/>
        </p:nvSpPr>
        <p:spPr>
          <a:xfrm>
            <a:off x="9513326" y="4891088"/>
            <a:ext cx="53781" cy="53781"/>
          </a:xfrm>
          <a:custGeom>
            <a:avLst/>
            <a:gdLst/>
            <a:ahLst/>
            <a:cxnLst/>
            <a:rect l="0" t="0" r="r" b="b"/>
            <a:pathLst>
              <a:path w="53781" h="53781">
                <a:moveTo>
                  <a:pt x="21578" y="53427"/>
                </a:moveTo>
                <a:lnTo>
                  <a:pt x="11882" y="49411"/>
                </a:lnTo>
                <a:lnTo>
                  <a:pt x="7876" y="45905"/>
                </a:lnTo>
                <a:lnTo>
                  <a:pt x="4370" y="41898"/>
                </a:lnTo>
                <a:lnTo>
                  <a:pt x="354" y="32203"/>
                </a:lnTo>
                <a:lnTo>
                  <a:pt x="0" y="26890"/>
                </a:lnTo>
                <a:lnTo>
                  <a:pt x="354" y="21578"/>
                </a:lnTo>
                <a:lnTo>
                  <a:pt x="4370" y="11882"/>
                </a:lnTo>
                <a:lnTo>
                  <a:pt x="7876" y="7876"/>
                </a:lnTo>
                <a:lnTo>
                  <a:pt x="11882" y="4370"/>
                </a:lnTo>
                <a:lnTo>
                  <a:pt x="21578" y="354"/>
                </a:lnTo>
                <a:lnTo>
                  <a:pt x="26890" y="0"/>
                </a:lnTo>
                <a:lnTo>
                  <a:pt x="32203" y="354"/>
                </a:lnTo>
                <a:lnTo>
                  <a:pt x="41898" y="4370"/>
                </a:lnTo>
                <a:lnTo>
                  <a:pt x="45905" y="7876"/>
                </a:lnTo>
                <a:lnTo>
                  <a:pt x="49411" y="11882"/>
                </a:lnTo>
                <a:lnTo>
                  <a:pt x="53427" y="21578"/>
                </a:lnTo>
                <a:lnTo>
                  <a:pt x="53781" y="26890"/>
                </a:lnTo>
                <a:lnTo>
                  <a:pt x="53427" y="32203"/>
                </a:lnTo>
                <a:lnTo>
                  <a:pt x="49411" y="41898"/>
                </a:lnTo>
                <a:lnTo>
                  <a:pt x="45905" y="45905"/>
                </a:lnTo>
                <a:lnTo>
                  <a:pt x="41898" y="49411"/>
                </a:lnTo>
                <a:lnTo>
                  <a:pt x="32203" y="53427"/>
                </a:lnTo>
                <a:lnTo>
                  <a:pt x="26890" y="53781"/>
                </a:lnTo>
                <a:lnTo>
                  <a:pt x="21578" y="53427"/>
                </a:lnTo>
                <a:close/>
              </a:path>
            </a:pathLst>
          </a:custGeom>
          <a:solidFill>
            <a:srgbClr val="1F2126"/>
          </a:solidFill>
          <a:ln w="8488" cap="flat">
            <a:solidFill>
              <a:srgbClr val="1F2126"/>
            </a:solidFill>
            <a:miter lim="800000"/>
          </a:ln>
        </p:spPr>
      </p:sp>
      <p:sp>
        <p:nvSpPr>
          <p:cNvPr id="438" name="Shape 438"/>
          <p:cNvSpPr/>
          <p:nvPr/>
        </p:nvSpPr>
        <p:spPr>
          <a:xfrm>
            <a:off x="9650225" y="4891088"/>
            <a:ext cx="53781" cy="53781"/>
          </a:xfrm>
          <a:custGeom>
            <a:avLst/>
            <a:gdLst/>
            <a:ahLst/>
            <a:cxnLst/>
            <a:rect l="0" t="0" r="r" b="b"/>
            <a:pathLst>
              <a:path w="53781" h="53781">
                <a:moveTo>
                  <a:pt x="21578" y="53427"/>
                </a:moveTo>
                <a:lnTo>
                  <a:pt x="11882" y="49411"/>
                </a:lnTo>
                <a:lnTo>
                  <a:pt x="7876" y="45905"/>
                </a:lnTo>
                <a:lnTo>
                  <a:pt x="4370" y="41898"/>
                </a:lnTo>
                <a:lnTo>
                  <a:pt x="354" y="32203"/>
                </a:lnTo>
                <a:lnTo>
                  <a:pt x="0" y="26890"/>
                </a:lnTo>
                <a:lnTo>
                  <a:pt x="354" y="21578"/>
                </a:lnTo>
                <a:lnTo>
                  <a:pt x="4370" y="11882"/>
                </a:lnTo>
                <a:lnTo>
                  <a:pt x="7876" y="7876"/>
                </a:lnTo>
                <a:lnTo>
                  <a:pt x="11882" y="4370"/>
                </a:lnTo>
                <a:lnTo>
                  <a:pt x="21578" y="354"/>
                </a:lnTo>
                <a:lnTo>
                  <a:pt x="26890" y="0"/>
                </a:lnTo>
                <a:lnTo>
                  <a:pt x="32203" y="354"/>
                </a:lnTo>
                <a:lnTo>
                  <a:pt x="41898" y="4370"/>
                </a:lnTo>
                <a:lnTo>
                  <a:pt x="45905" y="7876"/>
                </a:lnTo>
                <a:lnTo>
                  <a:pt x="49411" y="11882"/>
                </a:lnTo>
                <a:lnTo>
                  <a:pt x="53427" y="21578"/>
                </a:lnTo>
                <a:lnTo>
                  <a:pt x="53781" y="26890"/>
                </a:lnTo>
                <a:lnTo>
                  <a:pt x="53427" y="32203"/>
                </a:lnTo>
                <a:lnTo>
                  <a:pt x="49411" y="41898"/>
                </a:lnTo>
                <a:lnTo>
                  <a:pt x="45905" y="45905"/>
                </a:lnTo>
                <a:lnTo>
                  <a:pt x="41898" y="49411"/>
                </a:lnTo>
                <a:lnTo>
                  <a:pt x="32203" y="53427"/>
                </a:lnTo>
                <a:lnTo>
                  <a:pt x="26890" y="53781"/>
                </a:lnTo>
                <a:lnTo>
                  <a:pt x="21578" y="53427"/>
                </a:lnTo>
                <a:close/>
              </a:path>
            </a:pathLst>
          </a:custGeom>
          <a:solidFill>
            <a:srgbClr val="1F2126"/>
          </a:solidFill>
          <a:ln w="8488" cap="flat">
            <a:solidFill>
              <a:srgbClr val="1F2126"/>
            </a:solidFill>
            <a:miter lim="800000"/>
          </a:ln>
        </p:spPr>
      </p:sp>
      <p:sp>
        <p:nvSpPr>
          <p:cNvPr id="439" name="Shape 439"/>
          <p:cNvSpPr/>
          <p:nvPr/>
        </p:nvSpPr>
        <p:spPr>
          <a:xfrm>
            <a:off x="9528116" y="4905878"/>
            <a:ext cx="24201" cy="24201"/>
          </a:xfrm>
          <a:custGeom>
            <a:avLst/>
            <a:gdLst/>
            <a:ahLst/>
            <a:cxnLst/>
            <a:rect l="0" t="0" r="r" b="b"/>
            <a:pathLst>
              <a:path w="24201" h="24201">
                <a:moveTo>
                  <a:pt x="9710" y="24042"/>
                </a:moveTo>
                <a:lnTo>
                  <a:pt x="5347" y="22235"/>
                </a:lnTo>
                <a:lnTo>
                  <a:pt x="3544" y="20657"/>
                </a:lnTo>
                <a:lnTo>
                  <a:pt x="1966" y="18854"/>
                </a:lnTo>
                <a:lnTo>
                  <a:pt x="159" y="14491"/>
                </a:lnTo>
                <a:lnTo>
                  <a:pt x="0" y="12100"/>
                </a:lnTo>
                <a:lnTo>
                  <a:pt x="159" y="9710"/>
                </a:lnTo>
                <a:lnTo>
                  <a:pt x="1966" y="5347"/>
                </a:lnTo>
                <a:lnTo>
                  <a:pt x="3544" y="3544"/>
                </a:lnTo>
                <a:lnTo>
                  <a:pt x="5347" y="1966"/>
                </a:lnTo>
                <a:lnTo>
                  <a:pt x="9710" y="159"/>
                </a:lnTo>
                <a:lnTo>
                  <a:pt x="12100" y="0"/>
                </a:lnTo>
                <a:lnTo>
                  <a:pt x="14491" y="159"/>
                </a:lnTo>
                <a:lnTo>
                  <a:pt x="18854" y="1966"/>
                </a:lnTo>
                <a:lnTo>
                  <a:pt x="20657" y="3544"/>
                </a:lnTo>
                <a:lnTo>
                  <a:pt x="22235" y="5347"/>
                </a:lnTo>
                <a:lnTo>
                  <a:pt x="24042" y="9710"/>
                </a:lnTo>
                <a:lnTo>
                  <a:pt x="24201" y="12100"/>
                </a:lnTo>
                <a:lnTo>
                  <a:pt x="24042" y="14491"/>
                </a:lnTo>
                <a:lnTo>
                  <a:pt x="22235" y="18854"/>
                </a:lnTo>
                <a:lnTo>
                  <a:pt x="20657" y="20657"/>
                </a:lnTo>
                <a:lnTo>
                  <a:pt x="18854" y="22235"/>
                </a:lnTo>
                <a:lnTo>
                  <a:pt x="14491" y="24042"/>
                </a:lnTo>
                <a:lnTo>
                  <a:pt x="12100" y="24201"/>
                </a:lnTo>
                <a:lnTo>
                  <a:pt x="9710" y="24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0" name="Shape 440"/>
          <p:cNvSpPr/>
          <p:nvPr/>
        </p:nvSpPr>
        <p:spPr>
          <a:xfrm>
            <a:off x="9665015" y="4905878"/>
            <a:ext cx="24201" cy="24201"/>
          </a:xfrm>
          <a:custGeom>
            <a:avLst/>
            <a:gdLst/>
            <a:ahLst/>
            <a:cxnLst/>
            <a:rect l="0" t="0" r="r" b="b"/>
            <a:pathLst>
              <a:path w="24201" h="24201">
                <a:moveTo>
                  <a:pt x="9710" y="24042"/>
                </a:moveTo>
                <a:lnTo>
                  <a:pt x="5347" y="22235"/>
                </a:lnTo>
                <a:lnTo>
                  <a:pt x="3544" y="20657"/>
                </a:lnTo>
                <a:lnTo>
                  <a:pt x="1966" y="18854"/>
                </a:lnTo>
                <a:lnTo>
                  <a:pt x="159" y="14491"/>
                </a:lnTo>
                <a:lnTo>
                  <a:pt x="0" y="12100"/>
                </a:lnTo>
                <a:lnTo>
                  <a:pt x="159" y="9710"/>
                </a:lnTo>
                <a:lnTo>
                  <a:pt x="1966" y="5347"/>
                </a:lnTo>
                <a:lnTo>
                  <a:pt x="3544" y="3544"/>
                </a:lnTo>
                <a:lnTo>
                  <a:pt x="5347" y="1966"/>
                </a:lnTo>
                <a:lnTo>
                  <a:pt x="9710" y="159"/>
                </a:lnTo>
                <a:lnTo>
                  <a:pt x="12100" y="0"/>
                </a:lnTo>
                <a:lnTo>
                  <a:pt x="14491" y="159"/>
                </a:lnTo>
                <a:lnTo>
                  <a:pt x="18854" y="1966"/>
                </a:lnTo>
                <a:lnTo>
                  <a:pt x="20657" y="3544"/>
                </a:lnTo>
                <a:lnTo>
                  <a:pt x="22235" y="5347"/>
                </a:lnTo>
                <a:lnTo>
                  <a:pt x="24042" y="9710"/>
                </a:lnTo>
                <a:lnTo>
                  <a:pt x="24201" y="12100"/>
                </a:lnTo>
                <a:lnTo>
                  <a:pt x="24042" y="14491"/>
                </a:lnTo>
                <a:lnTo>
                  <a:pt x="22235" y="18854"/>
                </a:lnTo>
                <a:lnTo>
                  <a:pt x="20657" y="20657"/>
                </a:lnTo>
                <a:lnTo>
                  <a:pt x="18854" y="22235"/>
                </a:lnTo>
                <a:lnTo>
                  <a:pt x="14491" y="24042"/>
                </a:lnTo>
                <a:lnTo>
                  <a:pt x="12100" y="24201"/>
                </a:lnTo>
                <a:lnTo>
                  <a:pt x="9710" y="24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126"/>
                </a:solidFill>
                <a:latin typeface="Arial"/>
              </a:rPr>
              <a:t>Data-generation pipeline — real floor grid</a:t>
            </a:r>
          </a:p>
        </p:txBody>
      </p:sp>
      <p:sp>
        <p:nvSpPr>
          <p:cNvPr id="4" name="Shape 4"/>
          <p:cNvSpPr/>
          <p:nvPr/>
        </p:nvSpPr>
        <p:spPr>
          <a:xfrm>
            <a:off x="1718605" y="713232"/>
            <a:ext cx="8751741" cy="5989320"/>
          </a:xfrm>
          <a:custGeom>
            <a:avLst/>
            <a:gdLst/>
            <a:ahLst/>
            <a:cxnLst/>
            <a:rect l="0" t="0" r="r" b="b"/>
            <a:pathLst>
              <a:path w="8751741" h="5989320">
                <a:moveTo>
                  <a:pt x="0" y="5989320"/>
                </a:moveTo>
                <a:lnTo>
                  <a:pt x="8751741" y="5989320"/>
                </a:lnTo>
                <a:lnTo>
                  <a:pt x="87517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719135" y="762124"/>
            <a:ext cx="2933014" cy="5930567"/>
          </a:xfrm>
          <a:custGeom>
            <a:avLst/>
            <a:gdLst/>
            <a:ahLst/>
            <a:cxnLst/>
            <a:rect l="0" t="0" r="r" b="b"/>
            <a:pathLst>
              <a:path w="2933014" h="5930567">
                <a:moveTo>
                  <a:pt x="158370" y="2982436"/>
                </a:moveTo>
                <a:lnTo>
                  <a:pt x="2823006" y="2982436"/>
                </a:lnTo>
                <a:quadBezTo>
                  <a:pt x="2933014" y="2982436"/>
                  <a:pt x="2933014" y="2872428"/>
                </a:quadBezTo>
                <a:lnTo>
                  <a:pt x="2933014" y="110007"/>
                </a:lnTo>
                <a:quadBezTo>
                  <a:pt x="2933014" y="0"/>
                  <a:pt x="2823006" y="0"/>
                </a:quadBezTo>
                <a:lnTo>
                  <a:pt x="158370" y="0"/>
                </a:lnTo>
                <a:quadBezTo>
                  <a:pt x="48362" y="0"/>
                  <a:pt x="48362" y="110007"/>
                </a:quadBezTo>
                <a:lnTo>
                  <a:pt x="48362" y="2872428"/>
                </a:lnTo>
                <a:quadBezTo>
                  <a:pt x="48362" y="2982436"/>
                  <a:pt x="158370" y="298243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728995" y="762124"/>
            <a:ext cx="5807806" cy="5930567"/>
          </a:xfrm>
          <a:custGeom>
            <a:avLst/>
            <a:gdLst/>
            <a:ahLst/>
            <a:cxnLst/>
            <a:rect l="0" t="0" r="r" b="b"/>
            <a:pathLst>
              <a:path w="5807806" h="5930567">
                <a:moveTo>
                  <a:pt x="3106501" y="2982436"/>
                </a:moveTo>
                <a:lnTo>
                  <a:pt x="5697799" y="2982436"/>
                </a:lnTo>
                <a:quadBezTo>
                  <a:pt x="5807806" y="2982436"/>
                  <a:pt x="5807806" y="2872428"/>
                </a:quadBezTo>
                <a:lnTo>
                  <a:pt x="5807806" y="110007"/>
                </a:lnTo>
                <a:quadBezTo>
                  <a:pt x="5807806" y="0"/>
                  <a:pt x="5697799" y="0"/>
                </a:quadBezTo>
                <a:lnTo>
                  <a:pt x="3106501" y="0"/>
                </a:lnTo>
                <a:quadBezTo>
                  <a:pt x="2996493" y="0"/>
                  <a:pt x="2996493" y="110007"/>
                </a:quadBezTo>
                <a:lnTo>
                  <a:pt x="2996493" y="2872428"/>
                </a:lnTo>
                <a:quadBezTo>
                  <a:pt x="2996493" y="2982436"/>
                  <a:pt x="3106501" y="298243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1738610" y="762124"/>
            <a:ext cx="8682843" cy="5930567"/>
          </a:xfrm>
          <a:custGeom>
            <a:avLst/>
            <a:gdLst/>
            <a:ahLst/>
            <a:cxnLst/>
            <a:rect l="0" t="0" r="r" b="b"/>
            <a:pathLst>
              <a:path w="8682843" h="5930567">
                <a:moveTo>
                  <a:pt x="5981537" y="2982436"/>
                </a:moveTo>
                <a:lnTo>
                  <a:pt x="8572835" y="2982436"/>
                </a:lnTo>
                <a:quadBezTo>
                  <a:pt x="8682843" y="2982436"/>
                  <a:pt x="8682843" y="2872428"/>
                </a:quadBezTo>
                <a:lnTo>
                  <a:pt x="8682843" y="110007"/>
                </a:lnTo>
                <a:quadBezTo>
                  <a:pt x="8682843" y="0"/>
                  <a:pt x="8572835" y="0"/>
                </a:quadBezTo>
                <a:lnTo>
                  <a:pt x="5981537" y="0"/>
                </a:lnTo>
                <a:quadBezTo>
                  <a:pt x="5871530" y="0"/>
                  <a:pt x="5871530" y="110007"/>
                </a:quadBezTo>
                <a:lnTo>
                  <a:pt x="5871530" y="2872428"/>
                </a:lnTo>
                <a:quadBezTo>
                  <a:pt x="5871530" y="2982436"/>
                  <a:pt x="5981537" y="298243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719135" y="3817899"/>
            <a:ext cx="4522018" cy="2882288"/>
          </a:xfrm>
          <a:custGeom>
            <a:avLst/>
            <a:gdLst/>
            <a:ahLst/>
            <a:cxnLst/>
            <a:rect l="0" t="0" r="r" b="b"/>
            <a:pathLst>
              <a:path w="4522018" h="2882288">
                <a:moveTo>
                  <a:pt x="158370" y="2175712"/>
                </a:moveTo>
                <a:lnTo>
                  <a:pt x="4412010" y="2175712"/>
                </a:lnTo>
                <a:quadBezTo>
                  <a:pt x="4522018" y="2175712"/>
                  <a:pt x="4522018" y="2065704"/>
                </a:quadBezTo>
                <a:lnTo>
                  <a:pt x="4522018" y="110007"/>
                </a:lnTo>
                <a:quadBezTo>
                  <a:pt x="4522018" y="0"/>
                  <a:pt x="4412010" y="0"/>
                </a:quadBezTo>
                <a:lnTo>
                  <a:pt x="158370" y="0"/>
                </a:lnTo>
                <a:quadBezTo>
                  <a:pt x="48362" y="0"/>
                  <a:pt x="48362" y="110007"/>
                </a:quadBezTo>
                <a:lnTo>
                  <a:pt x="48362" y="2065704"/>
                </a:lnTo>
                <a:quadBezTo>
                  <a:pt x="48362" y="2175712"/>
                  <a:pt x="158370" y="2175712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734291" y="3817899"/>
            <a:ext cx="8687162" cy="2882288"/>
          </a:xfrm>
          <a:custGeom>
            <a:avLst/>
            <a:gdLst/>
            <a:ahLst/>
            <a:cxnLst/>
            <a:rect l="0" t="0" r="r" b="b"/>
            <a:pathLst>
              <a:path w="8687162" h="2882288">
                <a:moveTo>
                  <a:pt x="4690207" y="2175712"/>
                </a:moveTo>
                <a:lnTo>
                  <a:pt x="8577154" y="2175712"/>
                </a:lnTo>
                <a:quadBezTo>
                  <a:pt x="8687162" y="2175712"/>
                  <a:pt x="8687162" y="2065704"/>
                </a:quadBezTo>
                <a:lnTo>
                  <a:pt x="8687162" y="110007"/>
                </a:lnTo>
                <a:quadBezTo>
                  <a:pt x="8687162" y="0"/>
                  <a:pt x="8577154" y="0"/>
                </a:quadBezTo>
                <a:lnTo>
                  <a:pt x="4690207" y="0"/>
                </a:lnTo>
                <a:quadBezTo>
                  <a:pt x="4580200" y="0"/>
                  <a:pt x="4580200" y="110007"/>
                </a:quadBezTo>
                <a:lnTo>
                  <a:pt x="4580200" y="2065704"/>
                </a:lnTo>
                <a:quadBezTo>
                  <a:pt x="4580200" y="2175712"/>
                  <a:pt x="4690207" y="2175712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719012" y="6140289"/>
            <a:ext cx="1564149" cy="562018"/>
          </a:xfrm>
          <a:custGeom>
            <a:avLst/>
            <a:gdLst/>
            <a:ahLst/>
            <a:cxnLst/>
            <a:rect l="0" t="0" r="r" b="b"/>
            <a:pathLst>
              <a:path w="1564149" h="562018">
                <a:moveTo>
                  <a:pt x="121823" y="488924"/>
                </a:moveTo>
                <a:lnTo>
                  <a:pt x="1466364" y="488924"/>
                </a:lnTo>
                <a:lnTo>
                  <a:pt x="1564149" y="244462"/>
                </a:lnTo>
                <a:lnTo>
                  <a:pt x="1466364" y="0"/>
                </a:lnTo>
                <a:lnTo>
                  <a:pt x="121823" y="0"/>
                </a:lnTo>
                <a:close/>
              </a:path>
            </a:pathLst>
          </a:custGeom>
          <a:solidFill>
            <a:srgbClr val="ECEEF1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723739" y="6140289"/>
            <a:ext cx="2977303" cy="562018"/>
          </a:xfrm>
          <a:custGeom>
            <a:avLst/>
            <a:gdLst/>
            <a:ahLst/>
            <a:cxnLst/>
            <a:rect l="0" t="0" r="r" b="b"/>
            <a:pathLst>
              <a:path w="2977303" h="562018">
                <a:moveTo>
                  <a:pt x="1534977" y="488924"/>
                </a:moveTo>
                <a:lnTo>
                  <a:pt x="2879518" y="488924"/>
                </a:lnTo>
                <a:lnTo>
                  <a:pt x="2977303" y="244462"/>
                </a:lnTo>
                <a:lnTo>
                  <a:pt x="2879518" y="0"/>
                </a:lnTo>
                <a:lnTo>
                  <a:pt x="1534977" y="0"/>
                </a:lnTo>
                <a:lnTo>
                  <a:pt x="1632761" y="244462"/>
                </a:lnTo>
                <a:close/>
              </a:path>
            </a:pathLst>
          </a:custGeom>
          <a:solidFill>
            <a:srgbClr val="ECEEF1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728465" y="6140289"/>
            <a:ext cx="4390456" cy="562018"/>
          </a:xfrm>
          <a:custGeom>
            <a:avLst/>
            <a:gdLst/>
            <a:ahLst/>
            <a:cxnLst/>
            <a:rect l="0" t="0" r="r" b="b"/>
            <a:pathLst>
              <a:path w="4390456" h="562018">
                <a:moveTo>
                  <a:pt x="2948130" y="488924"/>
                </a:moveTo>
                <a:lnTo>
                  <a:pt x="4292671" y="488924"/>
                </a:lnTo>
                <a:lnTo>
                  <a:pt x="4390456" y="244462"/>
                </a:lnTo>
                <a:lnTo>
                  <a:pt x="4292671" y="0"/>
                </a:lnTo>
                <a:lnTo>
                  <a:pt x="2948130" y="0"/>
                </a:lnTo>
                <a:lnTo>
                  <a:pt x="3045915" y="244462"/>
                </a:lnTo>
                <a:close/>
              </a:path>
            </a:pathLst>
          </a:custGeom>
          <a:solidFill>
            <a:srgbClr val="ECEEF1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1733191" y="6140289"/>
            <a:ext cx="5803610" cy="562018"/>
          </a:xfrm>
          <a:custGeom>
            <a:avLst/>
            <a:gdLst/>
            <a:ahLst/>
            <a:cxnLst/>
            <a:rect l="0" t="0" r="r" b="b"/>
            <a:pathLst>
              <a:path w="5803610" h="562018">
                <a:moveTo>
                  <a:pt x="4361284" y="488924"/>
                </a:moveTo>
                <a:lnTo>
                  <a:pt x="5705825" y="488924"/>
                </a:lnTo>
                <a:lnTo>
                  <a:pt x="5803610" y="244462"/>
                </a:lnTo>
                <a:lnTo>
                  <a:pt x="5705825" y="0"/>
                </a:lnTo>
                <a:lnTo>
                  <a:pt x="4361284" y="0"/>
                </a:lnTo>
                <a:lnTo>
                  <a:pt x="4459069" y="244462"/>
                </a:lnTo>
                <a:close/>
              </a:path>
            </a:pathLst>
          </a:custGeom>
          <a:solidFill>
            <a:srgbClr val="ECEEF1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1737917" y="6140289"/>
            <a:ext cx="7216763" cy="562018"/>
          </a:xfrm>
          <a:custGeom>
            <a:avLst/>
            <a:gdLst/>
            <a:ahLst/>
            <a:cxnLst/>
            <a:rect l="0" t="0" r="r" b="b"/>
            <a:pathLst>
              <a:path w="7216763" h="562018">
                <a:moveTo>
                  <a:pt x="5774437" y="488924"/>
                </a:moveTo>
                <a:lnTo>
                  <a:pt x="7118979" y="488924"/>
                </a:lnTo>
                <a:lnTo>
                  <a:pt x="7216763" y="244462"/>
                </a:lnTo>
                <a:lnTo>
                  <a:pt x="7118979" y="0"/>
                </a:lnTo>
                <a:lnTo>
                  <a:pt x="5774437" y="0"/>
                </a:lnTo>
                <a:lnTo>
                  <a:pt x="5872222" y="244462"/>
                </a:lnTo>
                <a:close/>
              </a:path>
            </a:pathLst>
          </a:custGeom>
          <a:solidFill>
            <a:srgbClr val="ECEEF1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1742644" y="6140289"/>
            <a:ext cx="8629917" cy="562018"/>
          </a:xfrm>
          <a:custGeom>
            <a:avLst/>
            <a:gdLst/>
            <a:ahLst/>
            <a:cxnLst/>
            <a:rect l="0" t="0" r="r" b="b"/>
            <a:pathLst>
              <a:path w="8629917" h="562018">
                <a:moveTo>
                  <a:pt x="7187591" y="488924"/>
                </a:moveTo>
                <a:lnTo>
                  <a:pt x="8532132" y="488924"/>
                </a:lnTo>
                <a:lnTo>
                  <a:pt x="8629917" y="244462"/>
                </a:lnTo>
                <a:lnTo>
                  <a:pt x="8532132" y="0"/>
                </a:lnTo>
                <a:lnTo>
                  <a:pt x="7187591" y="0"/>
                </a:lnTo>
                <a:lnTo>
                  <a:pt x="7285376" y="244462"/>
                </a:lnTo>
                <a:close/>
              </a:path>
            </a:pathLst>
          </a:custGeom>
          <a:solidFill>
            <a:srgbClr val="E0F2E8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8856897" y="1911096"/>
            <a:ext cx="1051186" cy="1"/>
          </a:xfrm>
          <a:custGeom>
            <a:avLst/>
            <a:gdLst/>
            <a:ahLst/>
            <a:cxnLst/>
            <a:rect l="0" t="0" r="r" b="b"/>
            <a:pathLst>
              <a:path w="1051186" h="1" fill="none">
                <a:moveTo>
                  <a:pt x="0" y="0"/>
                </a:moveTo>
                <a:lnTo>
                  <a:pt x="1051186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17" name="Shape 17"/>
          <p:cNvSpPr/>
          <p:nvPr/>
        </p:nvSpPr>
        <p:spPr>
          <a:xfrm>
            <a:off x="8856897" y="1859700"/>
            <a:ext cx="1039269" cy="51395"/>
          </a:xfrm>
          <a:custGeom>
            <a:avLst/>
            <a:gdLst/>
            <a:ahLst/>
            <a:cxnLst/>
            <a:rect l="0" t="0" r="r" b="b"/>
            <a:pathLst>
              <a:path w="1039269" h="51395" fill="none">
                <a:moveTo>
                  <a:pt x="0" y="51395"/>
                </a:moveTo>
                <a:lnTo>
                  <a:pt x="1039269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18" name="Shape 18"/>
          <p:cNvSpPr/>
          <p:nvPr/>
        </p:nvSpPr>
        <p:spPr>
          <a:xfrm>
            <a:off x="8856897" y="1811391"/>
            <a:ext cx="1005603" cy="99704"/>
          </a:xfrm>
          <a:custGeom>
            <a:avLst/>
            <a:gdLst/>
            <a:ahLst/>
            <a:cxnLst/>
            <a:rect l="0" t="0" r="r" b="b"/>
            <a:pathLst>
              <a:path w="1005603" h="99704" fill="none">
                <a:moveTo>
                  <a:pt x="0" y="99704"/>
                </a:moveTo>
                <a:lnTo>
                  <a:pt x="1005603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19" name="Shape 19"/>
          <p:cNvSpPr/>
          <p:nvPr/>
        </p:nvSpPr>
        <p:spPr>
          <a:xfrm>
            <a:off x="8856897" y="1768407"/>
            <a:ext cx="955496" cy="142688"/>
          </a:xfrm>
          <a:custGeom>
            <a:avLst/>
            <a:gdLst/>
            <a:ahLst/>
            <a:cxnLst/>
            <a:rect l="0" t="0" r="r" b="b"/>
            <a:pathLst>
              <a:path w="955496" h="142688" fill="none">
                <a:moveTo>
                  <a:pt x="0" y="142688"/>
                </a:moveTo>
                <a:lnTo>
                  <a:pt x="955496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20" name="Shape 20"/>
          <p:cNvSpPr/>
          <p:nvPr/>
        </p:nvSpPr>
        <p:spPr>
          <a:xfrm>
            <a:off x="8856897" y="1731777"/>
            <a:ext cx="895395" cy="179318"/>
          </a:xfrm>
          <a:custGeom>
            <a:avLst/>
            <a:gdLst/>
            <a:ahLst/>
            <a:cxnLst/>
            <a:rect l="0" t="0" r="r" b="b"/>
            <a:pathLst>
              <a:path w="895395" h="179318" fill="none">
                <a:moveTo>
                  <a:pt x="0" y="179318"/>
                </a:moveTo>
                <a:lnTo>
                  <a:pt x="895395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21" name="Shape 21"/>
          <p:cNvSpPr/>
          <p:nvPr/>
        </p:nvSpPr>
        <p:spPr>
          <a:xfrm>
            <a:off x="8856897" y="1701490"/>
            <a:ext cx="831047" cy="209605"/>
          </a:xfrm>
          <a:custGeom>
            <a:avLst/>
            <a:gdLst/>
            <a:ahLst/>
            <a:cxnLst/>
            <a:rect l="0" t="0" r="r" b="b"/>
            <a:pathLst>
              <a:path w="831047" h="209605" fill="none">
                <a:moveTo>
                  <a:pt x="0" y="209605"/>
                </a:moveTo>
                <a:lnTo>
                  <a:pt x="831047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22" name="Shape 22"/>
          <p:cNvSpPr/>
          <p:nvPr/>
        </p:nvSpPr>
        <p:spPr>
          <a:xfrm>
            <a:off x="8856897" y="1676903"/>
            <a:ext cx="766634" cy="234192"/>
          </a:xfrm>
          <a:custGeom>
            <a:avLst/>
            <a:gdLst/>
            <a:ahLst/>
            <a:cxnLst/>
            <a:rect l="0" t="0" r="r" b="b"/>
            <a:pathLst>
              <a:path w="766634" h="234192" fill="none">
                <a:moveTo>
                  <a:pt x="0" y="234192"/>
                </a:moveTo>
                <a:lnTo>
                  <a:pt x="766634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23" name="Shape 23"/>
          <p:cNvSpPr/>
          <p:nvPr/>
        </p:nvSpPr>
        <p:spPr>
          <a:xfrm>
            <a:off x="8856897" y="1657122"/>
            <a:ext cx="704739" cy="253973"/>
          </a:xfrm>
          <a:custGeom>
            <a:avLst/>
            <a:gdLst/>
            <a:ahLst/>
            <a:cxnLst/>
            <a:rect l="0" t="0" r="r" b="b"/>
            <a:pathLst>
              <a:path w="704739" h="253973" fill="none">
                <a:moveTo>
                  <a:pt x="0" y="253973"/>
                </a:moveTo>
                <a:lnTo>
                  <a:pt x="704739" y="0"/>
                </a:lnTo>
              </a:path>
            </a:pathLst>
          </a:custGeom>
          <a:noFill/>
          <a:ln w="6790" cap="rnd">
            <a:solidFill>
              <a:srgbClr val="E2E5EA"/>
            </a:solidFill>
            <a:round/>
          </a:ln>
        </p:spPr>
      </p:sp>
      <p:sp>
        <p:nvSpPr>
          <p:cNvPr id="24" name="Shape 24"/>
          <p:cNvSpPr/>
          <p:nvPr/>
        </p:nvSpPr>
        <p:spPr>
          <a:xfrm>
            <a:off x="1734589" y="3282528"/>
            <a:ext cx="5701983" cy="3409846"/>
          </a:xfrm>
          <a:custGeom>
            <a:avLst/>
            <a:gdLst/>
            <a:ahLst/>
            <a:cxnLst/>
            <a:rect l="0" t="0" r="r" b="b"/>
            <a:pathLst>
              <a:path w="5701983" h="3409846">
                <a:moveTo>
                  <a:pt x="4779139" y="366693"/>
                </a:moveTo>
                <a:lnTo>
                  <a:pt x="5653090" y="366693"/>
                </a:lnTo>
                <a:quadBezTo>
                  <a:pt x="5701983" y="366693"/>
                  <a:pt x="5701983" y="317800"/>
                </a:quadBezTo>
                <a:lnTo>
                  <a:pt x="5701983" y="48892"/>
                </a:lnTo>
                <a:quadBezTo>
                  <a:pt x="5701983" y="0"/>
                  <a:pt x="5653090" y="0"/>
                </a:quadBezTo>
                <a:lnTo>
                  <a:pt x="4779139" y="0"/>
                </a:lnTo>
                <a:quadBezTo>
                  <a:pt x="4730246" y="0"/>
                  <a:pt x="4730246" y="48892"/>
                </a:quadBezTo>
                <a:lnTo>
                  <a:pt x="4730246" y="317800"/>
                </a:lnTo>
                <a:quadBezTo>
                  <a:pt x="4730246" y="366693"/>
                  <a:pt x="4779139" y="366693"/>
                </a:quad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1734515" y="3255637"/>
            <a:ext cx="5680055" cy="3436647"/>
          </a:xfrm>
          <a:custGeom>
            <a:avLst/>
            <a:gdLst/>
            <a:ahLst/>
            <a:cxnLst/>
            <a:rect l="0" t="0" r="r" b="b"/>
            <a:pathLst>
              <a:path w="5680055" h="3436647">
                <a:moveTo>
                  <a:pt x="4757210" y="366693"/>
                </a:moveTo>
                <a:lnTo>
                  <a:pt x="5631162" y="366693"/>
                </a:lnTo>
                <a:quadBezTo>
                  <a:pt x="5680055" y="366693"/>
                  <a:pt x="5680055" y="317800"/>
                </a:quadBezTo>
                <a:lnTo>
                  <a:pt x="5680055" y="48892"/>
                </a:lnTo>
                <a:quadBezTo>
                  <a:pt x="5680055" y="0"/>
                  <a:pt x="5631162" y="0"/>
                </a:quadBezTo>
                <a:lnTo>
                  <a:pt x="4757210" y="0"/>
                </a:lnTo>
                <a:quadBezTo>
                  <a:pt x="4708318" y="0"/>
                  <a:pt x="4708318" y="48892"/>
                </a:quadBezTo>
                <a:lnTo>
                  <a:pt x="4708318" y="317800"/>
                </a:lnTo>
                <a:quadBezTo>
                  <a:pt x="4708318" y="366693"/>
                  <a:pt x="4757210" y="366693"/>
                </a:quadBezTo>
                <a:close/>
              </a:path>
            </a:pathLst>
          </a:custGeom>
          <a:solidFill>
            <a:srgbClr val="FFFFFF"/>
          </a:solidFill>
          <a:ln w="11883" cap="flat">
            <a:solidFill>
              <a:srgbClr val="22855A"/>
            </a:solidFill>
            <a:miter lim="800000"/>
          </a:ln>
        </p:spPr>
      </p:sp>
      <p:sp>
        <p:nvSpPr>
          <p:cNvPr id="26" name="Shape 26"/>
          <p:cNvSpPr/>
          <p:nvPr/>
        </p:nvSpPr>
        <p:spPr>
          <a:xfrm>
            <a:off x="7806565" y="1568805"/>
            <a:ext cx="2101518" cy="684581"/>
          </a:xfrm>
          <a:custGeom>
            <a:avLst/>
            <a:gdLst/>
            <a:ahLst/>
            <a:cxnLst/>
            <a:rect l="0" t="0" r="r" b="b"/>
            <a:pathLst>
              <a:path w="2101518" h="684581" fill="none">
                <a:moveTo>
                  <a:pt x="2101518" y="342290"/>
                </a:moveTo>
                <a:lnTo>
                  <a:pt x="2098107" y="314738"/>
                </a:lnTo>
                <a:lnTo>
                  <a:pt x="2088052" y="287678"/>
                </a:lnTo>
                <a:lnTo>
                  <a:pt x="2071860" y="261556"/>
                </a:lnTo>
                <a:lnTo>
                  <a:pt x="2050298" y="236747"/>
                </a:lnTo>
                <a:lnTo>
                  <a:pt x="2024298" y="213522"/>
                </a:lnTo>
                <a:lnTo>
                  <a:pt x="1994856" y="192056"/>
                </a:lnTo>
                <a:lnTo>
                  <a:pt x="1962942" y="172424"/>
                </a:lnTo>
                <a:lnTo>
                  <a:pt x="1929443" y="154624"/>
                </a:lnTo>
                <a:lnTo>
                  <a:pt x="1895120" y="138593"/>
                </a:lnTo>
                <a:lnTo>
                  <a:pt x="1860597" y="124229"/>
                </a:lnTo>
                <a:lnTo>
                  <a:pt x="1826361" y="111402"/>
                </a:lnTo>
                <a:lnTo>
                  <a:pt x="1792777" y="99975"/>
                </a:lnTo>
                <a:lnTo>
                  <a:pt x="1760105" y="89808"/>
                </a:lnTo>
                <a:lnTo>
                  <a:pt x="1728519" y="80764"/>
                </a:lnTo>
                <a:lnTo>
                  <a:pt x="1698123" y="72718"/>
                </a:lnTo>
                <a:lnTo>
                  <a:pt x="1668973" y="65553"/>
                </a:lnTo>
                <a:lnTo>
                  <a:pt x="1641082" y="59165"/>
                </a:lnTo>
                <a:lnTo>
                  <a:pt x="1614439" y="53461"/>
                </a:lnTo>
                <a:lnTo>
                  <a:pt x="1589010" y="48358"/>
                </a:lnTo>
                <a:lnTo>
                  <a:pt x="1564750" y="43786"/>
                </a:lnTo>
                <a:lnTo>
                  <a:pt x="1541605" y="39680"/>
                </a:lnTo>
                <a:lnTo>
                  <a:pt x="1519518" y="35986"/>
                </a:lnTo>
                <a:lnTo>
                  <a:pt x="1498429" y="32656"/>
                </a:lnTo>
                <a:lnTo>
                  <a:pt x="1478276" y="29648"/>
                </a:lnTo>
                <a:lnTo>
                  <a:pt x="1459001" y="26925"/>
                </a:lnTo>
                <a:lnTo>
                  <a:pt x="1440545" y="24456"/>
                </a:lnTo>
                <a:lnTo>
                  <a:pt x="1422856" y="22214"/>
                </a:lnTo>
                <a:lnTo>
                  <a:pt x="1405879" y="20173"/>
                </a:lnTo>
                <a:lnTo>
                  <a:pt x="1389567" y="18313"/>
                </a:lnTo>
                <a:lnTo>
                  <a:pt x="1373872" y="16615"/>
                </a:lnTo>
                <a:lnTo>
                  <a:pt x="1358752" y="15063"/>
                </a:lnTo>
                <a:lnTo>
                  <a:pt x="1344166" y="13643"/>
                </a:lnTo>
                <a:lnTo>
                  <a:pt x="1330077" y="12342"/>
                </a:lnTo>
                <a:lnTo>
                  <a:pt x="1316448" y="11149"/>
                </a:lnTo>
                <a:lnTo>
                  <a:pt x="1303247" y="10054"/>
                </a:lnTo>
                <a:lnTo>
                  <a:pt x="1290443" y="9048"/>
                </a:lnTo>
                <a:lnTo>
                  <a:pt x="1278008" y="8124"/>
                </a:lnTo>
                <a:lnTo>
                  <a:pt x="1265915" y="7275"/>
                </a:lnTo>
                <a:lnTo>
                  <a:pt x="1254139" y="6494"/>
                </a:lnTo>
                <a:lnTo>
                  <a:pt x="1242656" y="5776"/>
                </a:lnTo>
                <a:lnTo>
                  <a:pt x="1231445" y="5118"/>
                </a:lnTo>
                <a:lnTo>
                  <a:pt x="1220484" y="4513"/>
                </a:lnTo>
                <a:lnTo>
                  <a:pt x="1209755" y="3958"/>
                </a:lnTo>
                <a:lnTo>
                  <a:pt x="1199239" y="3450"/>
                </a:lnTo>
                <a:lnTo>
                  <a:pt x="1188919" y="2987"/>
                </a:lnTo>
                <a:lnTo>
                  <a:pt x="1178779" y="2564"/>
                </a:lnTo>
                <a:lnTo>
                  <a:pt x="1168803" y="2180"/>
                </a:lnTo>
                <a:lnTo>
                  <a:pt x="1158977" y="1832"/>
                </a:lnTo>
                <a:lnTo>
                  <a:pt x="1149285" y="1519"/>
                </a:lnTo>
                <a:lnTo>
                  <a:pt x="1139716" y="1238"/>
                </a:lnTo>
                <a:lnTo>
                  <a:pt x="1130256" y="990"/>
                </a:lnTo>
                <a:lnTo>
                  <a:pt x="1120892" y="771"/>
                </a:lnTo>
                <a:lnTo>
                  <a:pt x="1111613" y="581"/>
                </a:lnTo>
                <a:lnTo>
                  <a:pt x="1102407" y="419"/>
                </a:lnTo>
                <a:lnTo>
                  <a:pt x="1093262" y="284"/>
                </a:lnTo>
                <a:lnTo>
                  <a:pt x="1084168" y="176"/>
                </a:lnTo>
                <a:lnTo>
                  <a:pt x="1075113" y="94"/>
                </a:lnTo>
                <a:lnTo>
                  <a:pt x="1066088" y="37"/>
                </a:lnTo>
                <a:lnTo>
                  <a:pt x="1057080" y="6"/>
                </a:lnTo>
                <a:lnTo>
                  <a:pt x="1048081" y="0"/>
                </a:lnTo>
                <a:lnTo>
                  <a:pt x="1039079" y="18"/>
                </a:lnTo>
                <a:lnTo>
                  <a:pt x="1030064" y="62"/>
                </a:lnTo>
                <a:lnTo>
                  <a:pt x="1021025" y="132"/>
                </a:lnTo>
                <a:lnTo>
                  <a:pt x="1011952" y="227"/>
                </a:lnTo>
                <a:lnTo>
                  <a:pt x="1002834" y="348"/>
                </a:lnTo>
                <a:lnTo>
                  <a:pt x="993660" y="497"/>
                </a:lnTo>
                <a:lnTo>
                  <a:pt x="984419" y="672"/>
                </a:lnTo>
                <a:lnTo>
                  <a:pt x="975099" y="876"/>
                </a:lnTo>
                <a:lnTo>
                  <a:pt x="965688" y="1110"/>
                </a:lnTo>
                <a:lnTo>
                  <a:pt x="956175" y="1375"/>
                </a:lnTo>
                <a:lnTo>
                  <a:pt x="946546" y="1671"/>
                </a:lnTo>
                <a:lnTo>
                  <a:pt x="936789" y="2001"/>
                </a:lnTo>
                <a:lnTo>
                  <a:pt x="926890" y="2367"/>
                </a:lnTo>
                <a:lnTo>
                  <a:pt x="916834" y="2770"/>
                </a:lnTo>
                <a:lnTo>
                  <a:pt x="906606" y="3213"/>
                </a:lnTo>
                <a:lnTo>
                  <a:pt x="896190" y="3699"/>
                </a:lnTo>
                <a:lnTo>
                  <a:pt x="885570" y="4229"/>
                </a:lnTo>
                <a:lnTo>
                  <a:pt x="874727" y="4809"/>
                </a:lnTo>
                <a:lnTo>
                  <a:pt x="863644" y="5440"/>
                </a:lnTo>
                <a:lnTo>
                  <a:pt x="852299" y="6128"/>
                </a:lnTo>
                <a:lnTo>
                  <a:pt x="840672" y="6876"/>
                </a:lnTo>
                <a:lnTo>
                  <a:pt x="828741" y="7690"/>
                </a:lnTo>
                <a:lnTo>
                  <a:pt x="816480" y="8576"/>
                </a:lnTo>
                <a:lnTo>
                  <a:pt x="803864" y="9540"/>
                </a:lnTo>
                <a:lnTo>
                  <a:pt x="790866" y="10590"/>
                </a:lnTo>
                <a:lnTo>
                  <a:pt x="777455" y="11733"/>
                </a:lnTo>
                <a:lnTo>
                  <a:pt x="763600" y="12979"/>
                </a:lnTo>
                <a:lnTo>
                  <a:pt x="749266" y="14338"/>
                </a:lnTo>
                <a:lnTo>
                  <a:pt x="734418" y="15822"/>
                </a:lnTo>
                <a:lnTo>
                  <a:pt x="719016" y="17445"/>
                </a:lnTo>
                <a:lnTo>
                  <a:pt x="703018" y="19221"/>
                </a:lnTo>
                <a:lnTo>
                  <a:pt x="686380" y="21169"/>
                </a:lnTo>
                <a:lnTo>
                  <a:pt x="669053" y="23308"/>
                </a:lnTo>
                <a:lnTo>
                  <a:pt x="650988" y="25661"/>
                </a:lnTo>
                <a:lnTo>
                  <a:pt x="632129" y="28253"/>
                </a:lnTo>
                <a:lnTo>
                  <a:pt x="612423" y="31114"/>
                </a:lnTo>
                <a:lnTo>
                  <a:pt x="591809" y="34278"/>
                </a:lnTo>
                <a:lnTo>
                  <a:pt x="570228" y="37785"/>
                </a:lnTo>
                <a:lnTo>
                  <a:pt x="547620" y="41678"/>
                </a:lnTo>
                <a:lnTo>
                  <a:pt x="523925" y="46010"/>
                </a:lnTo>
                <a:lnTo>
                  <a:pt x="499087" y="50839"/>
                </a:lnTo>
                <a:lnTo>
                  <a:pt x="473055" y="56233"/>
                </a:lnTo>
                <a:lnTo>
                  <a:pt x="445791" y="62268"/>
                </a:lnTo>
                <a:lnTo>
                  <a:pt x="417271" y="69032"/>
                </a:lnTo>
                <a:lnTo>
                  <a:pt x="387494" y="76624"/>
                </a:lnTo>
                <a:lnTo>
                  <a:pt x="356493" y="85154"/>
                </a:lnTo>
                <a:lnTo>
                  <a:pt x="324347" y="94743"/>
                </a:lnTo>
                <a:lnTo>
                  <a:pt x="291193" y="105523"/>
                </a:lnTo>
                <a:lnTo>
                  <a:pt x="257244" y="117632"/>
                </a:lnTo>
                <a:lnTo>
                  <a:pt x="222811" y="131210"/>
                </a:lnTo>
                <a:lnTo>
                  <a:pt x="188319" y="146393"/>
                </a:lnTo>
                <a:lnTo>
                  <a:pt x="154321" y="163298"/>
                </a:lnTo>
                <a:lnTo>
                  <a:pt x="121512" y="182009"/>
                </a:lnTo>
                <a:lnTo>
                  <a:pt x="90716" y="202562"/>
                </a:lnTo>
                <a:lnTo>
                  <a:pt x="62870" y="224923"/>
                </a:lnTo>
                <a:lnTo>
                  <a:pt x="38967" y="248968"/>
                </a:lnTo>
                <a:lnTo>
                  <a:pt x="19982" y="274474"/>
                </a:lnTo>
                <a:lnTo>
                  <a:pt x="6776" y="301117"/>
                </a:lnTo>
                <a:lnTo>
                  <a:pt x="0" y="328483"/>
                </a:lnTo>
                <a:lnTo>
                  <a:pt x="0" y="356097"/>
                </a:lnTo>
                <a:lnTo>
                  <a:pt x="6776" y="383463"/>
                </a:lnTo>
                <a:lnTo>
                  <a:pt x="19982" y="410106"/>
                </a:lnTo>
                <a:lnTo>
                  <a:pt x="38967" y="435613"/>
                </a:lnTo>
                <a:lnTo>
                  <a:pt x="62870" y="459658"/>
                </a:lnTo>
                <a:lnTo>
                  <a:pt x="90716" y="482018"/>
                </a:lnTo>
                <a:lnTo>
                  <a:pt x="121512" y="502572"/>
                </a:lnTo>
                <a:lnTo>
                  <a:pt x="154321" y="521283"/>
                </a:lnTo>
                <a:lnTo>
                  <a:pt x="188319" y="538188"/>
                </a:lnTo>
                <a:lnTo>
                  <a:pt x="222811" y="553370"/>
                </a:lnTo>
                <a:lnTo>
                  <a:pt x="257244" y="566949"/>
                </a:lnTo>
                <a:lnTo>
                  <a:pt x="291193" y="579058"/>
                </a:lnTo>
                <a:lnTo>
                  <a:pt x="324347" y="589838"/>
                </a:lnTo>
                <a:lnTo>
                  <a:pt x="356493" y="599427"/>
                </a:lnTo>
                <a:lnTo>
                  <a:pt x="387494" y="607957"/>
                </a:lnTo>
                <a:lnTo>
                  <a:pt x="417271" y="615549"/>
                </a:lnTo>
                <a:lnTo>
                  <a:pt x="445791" y="622313"/>
                </a:lnTo>
                <a:lnTo>
                  <a:pt x="473055" y="628348"/>
                </a:lnTo>
                <a:lnTo>
                  <a:pt x="499087" y="633742"/>
                </a:lnTo>
                <a:lnTo>
                  <a:pt x="523925" y="638571"/>
                </a:lnTo>
                <a:lnTo>
                  <a:pt x="547620" y="642902"/>
                </a:lnTo>
                <a:lnTo>
                  <a:pt x="570228" y="646796"/>
                </a:lnTo>
                <a:lnTo>
                  <a:pt x="591809" y="650302"/>
                </a:lnTo>
                <a:lnTo>
                  <a:pt x="612423" y="653467"/>
                </a:lnTo>
                <a:lnTo>
                  <a:pt x="632129" y="656328"/>
                </a:lnTo>
                <a:lnTo>
                  <a:pt x="650988" y="658920"/>
                </a:lnTo>
                <a:lnTo>
                  <a:pt x="669053" y="661272"/>
                </a:lnTo>
                <a:lnTo>
                  <a:pt x="686380" y="663411"/>
                </a:lnTo>
                <a:lnTo>
                  <a:pt x="703018" y="665359"/>
                </a:lnTo>
                <a:lnTo>
                  <a:pt x="719016" y="667136"/>
                </a:lnTo>
                <a:lnTo>
                  <a:pt x="734418" y="668759"/>
                </a:lnTo>
                <a:lnTo>
                  <a:pt x="749266" y="670243"/>
                </a:lnTo>
                <a:lnTo>
                  <a:pt x="763600" y="671602"/>
                </a:lnTo>
                <a:lnTo>
                  <a:pt x="777455" y="672848"/>
                </a:lnTo>
                <a:lnTo>
                  <a:pt x="790866" y="673991"/>
                </a:lnTo>
                <a:lnTo>
                  <a:pt x="803864" y="675040"/>
                </a:lnTo>
                <a:lnTo>
                  <a:pt x="816480" y="676004"/>
                </a:lnTo>
                <a:lnTo>
                  <a:pt x="828741" y="676890"/>
                </a:lnTo>
                <a:lnTo>
                  <a:pt x="840672" y="677705"/>
                </a:lnTo>
                <a:lnTo>
                  <a:pt x="852299" y="678453"/>
                </a:lnTo>
                <a:lnTo>
                  <a:pt x="863644" y="679141"/>
                </a:lnTo>
                <a:lnTo>
                  <a:pt x="874727" y="679772"/>
                </a:lnTo>
                <a:lnTo>
                  <a:pt x="885570" y="680351"/>
                </a:lnTo>
                <a:lnTo>
                  <a:pt x="896190" y="680882"/>
                </a:lnTo>
                <a:lnTo>
                  <a:pt x="906606" y="681367"/>
                </a:lnTo>
                <a:lnTo>
                  <a:pt x="916834" y="681810"/>
                </a:lnTo>
                <a:lnTo>
                  <a:pt x="926890" y="682214"/>
                </a:lnTo>
                <a:lnTo>
                  <a:pt x="936789" y="682579"/>
                </a:lnTo>
                <a:lnTo>
                  <a:pt x="946546" y="682910"/>
                </a:lnTo>
                <a:lnTo>
                  <a:pt x="956175" y="683206"/>
                </a:lnTo>
                <a:lnTo>
                  <a:pt x="965688" y="683470"/>
                </a:lnTo>
                <a:lnTo>
                  <a:pt x="975099" y="683704"/>
                </a:lnTo>
                <a:lnTo>
                  <a:pt x="984419" y="683908"/>
                </a:lnTo>
                <a:lnTo>
                  <a:pt x="993660" y="684084"/>
                </a:lnTo>
                <a:lnTo>
                  <a:pt x="1002834" y="684232"/>
                </a:lnTo>
                <a:lnTo>
                  <a:pt x="1011952" y="684354"/>
                </a:lnTo>
                <a:lnTo>
                  <a:pt x="1021025" y="684449"/>
                </a:lnTo>
                <a:lnTo>
                  <a:pt x="1030064" y="684518"/>
                </a:lnTo>
                <a:lnTo>
                  <a:pt x="1039079" y="684562"/>
                </a:lnTo>
                <a:lnTo>
                  <a:pt x="1048081" y="684581"/>
                </a:lnTo>
                <a:lnTo>
                  <a:pt x="1057080" y="684575"/>
                </a:lnTo>
                <a:lnTo>
                  <a:pt x="1066088" y="684543"/>
                </a:lnTo>
                <a:lnTo>
                  <a:pt x="1075113" y="684487"/>
                </a:lnTo>
                <a:lnTo>
                  <a:pt x="1084168" y="684405"/>
                </a:lnTo>
                <a:lnTo>
                  <a:pt x="1093262" y="684296"/>
                </a:lnTo>
                <a:lnTo>
                  <a:pt x="1102407" y="684162"/>
                </a:lnTo>
                <a:lnTo>
                  <a:pt x="1111613" y="684000"/>
                </a:lnTo>
                <a:lnTo>
                  <a:pt x="1120892" y="683810"/>
                </a:lnTo>
                <a:lnTo>
                  <a:pt x="1130256" y="683591"/>
                </a:lnTo>
                <a:lnTo>
                  <a:pt x="1139716" y="683342"/>
                </a:lnTo>
                <a:lnTo>
                  <a:pt x="1149285" y="683062"/>
                </a:lnTo>
                <a:lnTo>
                  <a:pt x="1158977" y="682749"/>
                </a:lnTo>
                <a:lnTo>
                  <a:pt x="1168803" y="682401"/>
                </a:lnTo>
                <a:lnTo>
                  <a:pt x="1178779" y="682017"/>
                </a:lnTo>
                <a:lnTo>
                  <a:pt x="1188919" y="681594"/>
                </a:lnTo>
                <a:lnTo>
                  <a:pt x="1199239" y="681130"/>
                </a:lnTo>
                <a:lnTo>
                  <a:pt x="1209755" y="680622"/>
                </a:lnTo>
                <a:lnTo>
                  <a:pt x="1220484" y="680068"/>
                </a:lnTo>
                <a:lnTo>
                  <a:pt x="1231445" y="679463"/>
                </a:lnTo>
                <a:lnTo>
                  <a:pt x="1242656" y="678804"/>
                </a:lnTo>
                <a:lnTo>
                  <a:pt x="1254139" y="678087"/>
                </a:lnTo>
                <a:lnTo>
                  <a:pt x="1265915" y="677306"/>
                </a:lnTo>
                <a:lnTo>
                  <a:pt x="1278008" y="676457"/>
                </a:lnTo>
                <a:lnTo>
                  <a:pt x="1290443" y="675533"/>
                </a:lnTo>
                <a:lnTo>
                  <a:pt x="1303247" y="674527"/>
                </a:lnTo>
                <a:lnTo>
                  <a:pt x="1316448" y="673432"/>
                </a:lnTo>
                <a:lnTo>
                  <a:pt x="1330077" y="672238"/>
                </a:lnTo>
                <a:lnTo>
                  <a:pt x="1344166" y="670937"/>
                </a:lnTo>
                <a:lnTo>
                  <a:pt x="1358752" y="669517"/>
                </a:lnTo>
                <a:lnTo>
                  <a:pt x="1373872" y="667965"/>
                </a:lnTo>
                <a:lnTo>
                  <a:pt x="1389567" y="666268"/>
                </a:lnTo>
                <a:lnTo>
                  <a:pt x="1405879" y="664408"/>
                </a:lnTo>
                <a:lnTo>
                  <a:pt x="1422856" y="662367"/>
                </a:lnTo>
                <a:lnTo>
                  <a:pt x="1440545" y="660124"/>
                </a:lnTo>
                <a:lnTo>
                  <a:pt x="1459001" y="657656"/>
                </a:lnTo>
                <a:lnTo>
                  <a:pt x="1478276" y="654933"/>
                </a:lnTo>
                <a:lnTo>
                  <a:pt x="1498429" y="651925"/>
                </a:lnTo>
                <a:lnTo>
                  <a:pt x="1519518" y="648594"/>
                </a:lnTo>
                <a:lnTo>
                  <a:pt x="1541605" y="644900"/>
                </a:lnTo>
                <a:lnTo>
                  <a:pt x="1564750" y="640795"/>
                </a:lnTo>
                <a:lnTo>
                  <a:pt x="1589010" y="636222"/>
                </a:lnTo>
                <a:lnTo>
                  <a:pt x="1614439" y="631120"/>
                </a:lnTo>
                <a:lnTo>
                  <a:pt x="1641082" y="625416"/>
                </a:lnTo>
                <a:lnTo>
                  <a:pt x="1668973" y="619028"/>
                </a:lnTo>
                <a:lnTo>
                  <a:pt x="1698123" y="611863"/>
                </a:lnTo>
                <a:lnTo>
                  <a:pt x="1728519" y="603816"/>
                </a:lnTo>
                <a:lnTo>
                  <a:pt x="1760105" y="594773"/>
                </a:lnTo>
                <a:lnTo>
                  <a:pt x="1792777" y="584605"/>
                </a:lnTo>
                <a:lnTo>
                  <a:pt x="1826361" y="573178"/>
                </a:lnTo>
                <a:lnTo>
                  <a:pt x="1860597" y="560352"/>
                </a:lnTo>
                <a:lnTo>
                  <a:pt x="1895120" y="545987"/>
                </a:lnTo>
                <a:lnTo>
                  <a:pt x="1929443" y="529957"/>
                </a:lnTo>
                <a:lnTo>
                  <a:pt x="1962942" y="512157"/>
                </a:lnTo>
                <a:lnTo>
                  <a:pt x="1994856" y="492525"/>
                </a:lnTo>
                <a:lnTo>
                  <a:pt x="2024298" y="471058"/>
                </a:lnTo>
                <a:lnTo>
                  <a:pt x="2050298" y="447834"/>
                </a:lnTo>
                <a:lnTo>
                  <a:pt x="2071860" y="423024"/>
                </a:lnTo>
                <a:lnTo>
                  <a:pt x="2088052" y="396903"/>
                </a:lnTo>
                <a:lnTo>
                  <a:pt x="2098107" y="369842"/>
                </a:lnTo>
                <a:lnTo>
                  <a:pt x="2101518" y="342290"/>
                </a:lnTo>
              </a:path>
            </a:pathLst>
          </a:custGeom>
          <a:noFill/>
          <a:ln w="10185" cap="flat">
            <a:solidFill>
              <a:srgbClr val="B9BEC6"/>
            </a:solidFill>
            <a:custDash>
              <a:ds d="220000" sp="180000"/>
            </a:custDash>
            <a:round/>
          </a:ln>
        </p:spPr>
      </p:sp>
      <p:sp>
        <p:nvSpPr>
          <p:cNvPr id="27" name="Shape 27"/>
          <p:cNvSpPr/>
          <p:nvPr/>
        </p:nvSpPr>
        <p:spPr>
          <a:xfrm>
            <a:off x="6510061" y="4624624"/>
            <a:ext cx="3740269" cy="1"/>
          </a:xfrm>
          <a:custGeom>
            <a:avLst/>
            <a:gdLst/>
            <a:ahLst/>
            <a:cxnLst/>
            <a:rect l="0" t="0" r="r" b="b"/>
            <a:pathLst>
              <a:path w="3740269" h="1" fill="none">
                <a:moveTo>
                  <a:pt x="0" y="0"/>
                </a:moveTo>
                <a:lnTo>
                  <a:pt x="3740269" y="0"/>
                </a:lnTo>
              </a:path>
            </a:pathLst>
          </a:custGeom>
          <a:noFill/>
          <a:ln w="10185" cap="rnd">
            <a:solidFill>
              <a:srgbClr val="C3C6CC"/>
            </a:solidFill>
            <a:round/>
          </a:ln>
        </p:spPr>
      </p:sp>
      <p:sp>
        <p:nvSpPr>
          <p:cNvPr id="28" name="Shape 28"/>
          <p:cNvSpPr/>
          <p:nvPr/>
        </p:nvSpPr>
        <p:spPr>
          <a:xfrm>
            <a:off x="6510061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29" name="Shape 29"/>
          <p:cNvSpPr/>
          <p:nvPr/>
        </p:nvSpPr>
        <p:spPr>
          <a:xfrm>
            <a:off x="6630715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0" name="Shape 30"/>
          <p:cNvSpPr/>
          <p:nvPr/>
        </p:nvSpPr>
        <p:spPr>
          <a:xfrm>
            <a:off x="6751369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1" name="Shape 31"/>
          <p:cNvSpPr/>
          <p:nvPr/>
        </p:nvSpPr>
        <p:spPr>
          <a:xfrm>
            <a:off x="6872023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2" name="Shape 32"/>
          <p:cNvSpPr/>
          <p:nvPr/>
        </p:nvSpPr>
        <p:spPr>
          <a:xfrm>
            <a:off x="6992676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3" name="Shape 33"/>
          <p:cNvSpPr/>
          <p:nvPr/>
        </p:nvSpPr>
        <p:spPr>
          <a:xfrm>
            <a:off x="7113330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4" name="Shape 34"/>
          <p:cNvSpPr/>
          <p:nvPr/>
        </p:nvSpPr>
        <p:spPr>
          <a:xfrm>
            <a:off x="7233984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5" name="Shape 35"/>
          <p:cNvSpPr/>
          <p:nvPr/>
        </p:nvSpPr>
        <p:spPr>
          <a:xfrm>
            <a:off x="7354638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6" name="Shape 36"/>
          <p:cNvSpPr/>
          <p:nvPr/>
        </p:nvSpPr>
        <p:spPr>
          <a:xfrm>
            <a:off x="7475292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7" name="Shape 37"/>
          <p:cNvSpPr/>
          <p:nvPr/>
        </p:nvSpPr>
        <p:spPr>
          <a:xfrm>
            <a:off x="7595946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8" name="Shape 38"/>
          <p:cNvSpPr/>
          <p:nvPr/>
        </p:nvSpPr>
        <p:spPr>
          <a:xfrm>
            <a:off x="7716599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39" name="Shape 39"/>
          <p:cNvSpPr/>
          <p:nvPr/>
        </p:nvSpPr>
        <p:spPr>
          <a:xfrm>
            <a:off x="7837253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0" name="Shape 40"/>
          <p:cNvSpPr/>
          <p:nvPr/>
        </p:nvSpPr>
        <p:spPr>
          <a:xfrm>
            <a:off x="7957907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1" name="Shape 41"/>
          <p:cNvSpPr/>
          <p:nvPr/>
        </p:nvSpPr>
        <p:spPr>
          <a:xfrm>
            <a:off x="8078561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2" name="Shape 42"/>
          <p:cNvSpPr/>
          <p:nvPr/>
        </p:nvSpPr>
        <p:spPr>
          <a:xfrm>
            <a:off x="8199215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3" name="Shape 43"/>
          <p:cNvSpPr/>
          <p:nvPr/>
        </p:nvSpPr>
        <p:spPr>
          <a:xfrm>
            <a:off x="8319869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4" name="Shape 44"/>
          <p:cNvSpPr/>
          <p:nvPr/>
        </p:nvSpPr>
        <p:spPr>
          <a:xfrm>
            <a:off x="8440523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5" name="Shape 45"/>
          <p:cNvSpPr/>
          <p:nvPr/>
        </p:nvSpPr>
        <p:spPr>
          <a:xfrm>
            <a:off x="8561176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6" name="Shape 46"/>
          <p:cNvSpPr/>
          <p:nvPr/>
        </p:nvSpPr>
        <p:spPr>
          <a:xfrm>
            <a:off x="8681830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7" name="Shape 47"/>
          <p:cNvSpPr/>
          <p:nvPr/>
        </p:nvSpPr>
        <p:spPr>
          <a:xfrm>
            <a:off x="8802484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8" name="Shape 48"/>
          <p:cNvSpPr/>
          <p:nvPr/>
        </p:nvSpPr>
        <p:spPr>
          <a:xfrm>
            <a:off x="8923138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49" name="Shape 49"/>
          <p:cNvSpPr/>
          <p:nvPr/>
        </p:nvSpPr>
        <p:spPr>
          <a:xfrm>
            <a:off x="9043792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0" name="Shape 50"/>
          <p:cNvSpPr/>
          <p:nvPr/>
        </p:nvSpPr>
        <p:spPr>
          <a:xfrm>
            <a:off x="9164446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1" name="Shape 51"/>
          <p:cNvSpPr/>
          <p:nvPr/>
        </p:nvSpPr>
        <p:spPr>
          <a:xfrm>
            <a:off x="9285099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2" name="Shape 52"/>
          <p:cNvSpPr/>
          <p:nvPr/>
        </p:nvSpPr>
        <p:spPr>
          <a:xfrm>
            <a:off x="9405753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3" name="Shape 53"/>
          <p:cNvSpPr/>
          <p:nvPr/>
        </p:nvSpPr>
        <p:spPr>
          <a:xfrm>
            <a:off x="9526407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4" name="Shape 54"/>
          <p:cNvSpPr/>
          <p:nvPr/>
        </p:nvSpPr>
        <p:spPr>
          <a:xfrm>
            <a:off x="9647061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5" name="Shape 55"/>
          <p:cNvSpPr/>
          <p:nvPr/>
        </p:nvSpPr>
        <p:spPr>
          <a:xfrm>
            <a:off x="9767715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6" name="Shape 56"/>
          <p:cNvSpPr/>
          <p:nvPr/>
        </p:nvSpPr>
        <p:spPr>
          <a:xfrm>
            <a:off x="9888369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7" name="Shape 57"/>
          <p:cNvSpPr/>
          <p:nvPr/>
        </p:nvSpPr>
        <p:spPr>
          <a:xfrm>
            <a:off x="10009023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8" name="Shape 58"/>
          <p:cNvSpPr/>
          <p:nvPr/>
        </p:nvSpPr>
        <p:spPr>
          <a:xfrm>
            <a:off x="10129676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59" name="Shape 59"/>
          <p:cNvSpPr/>
          <p:nvPr/>
        </p:nvSpPr>
        <p:spPr>
          <a:xfrm>
            <a:off x="10250330" y="4597733"/>
            <a:ext cx="1" cy="53781"/>
          </a:xfrm>
          <a:custGeom>
            <a:avLst/>
            <a:gdLst/>
            <a:ahLst/>
            <a:cxnLst/>
            <a:rect l="0" t="0" r="r" b="b"/>
            <a:pathLst>
              <a:path w="1" h="53781" fill="none">
                <a:moveTo>
                  <a:pt x="0" y="5378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C3C6CC"/>
            </a:solidFill>
            <a:round/>
          </a:ln>
        </p:spPr>
      </p:sp>
      <p:sp>
        <p:nvSpPr>
          <p:cNvPr id="60" name="Shape 60"/>
          <p:cNvSpPr/>
          <p:nvPr/>
        </p:nvSpPr>
        <p:spPr>
          <a:xfrm>
            <a:off x="8856897" y="1911096"/>
            <a:ext cx="1051186" cy="1"/>
          </a:xfrm>
          <a:custGeom>
            <a:avLst/>
            <a:gdLst/>
            <a:ahLst/>
            <a:cxnLst/>
            <a:rect l="0" t="0" r="r" b="b"/>
            <a:pathLst>
              <a:path w="1051186" h="1" fill="none">
                <a:moveTo>
                  <a:pt x="0" y="0"/>
                </a:moveTo>
                <a:lnTo>
                  <a:pt x="1051186" y="0"/>
                </a:lnTo>
              </a:path>
            </a:pathLst>
          </a:custGeom>
          <a:noFill/>
          <a:ln w="8488" cap="rnd">
            <a:solidFill>
              <a:srgbClr val="61656D"/>
            </a:solidFill>
            <a:round/>
          </a:ln>
        </p:spPr>
      </p:sp>
      <p:sp>
        <p:nvSpPr>
          <p:cNvPr id="61" name="Shape 61"/>
          <p:cNvSpPr/>
          <p:nvPr/>
        </p:nvSpPr>
        <p:spPr>
          <a:xfrm>
            <a:off x="8856897" y="1568804"/>
            <a:ext cx="1" cy="342291"/>
          </a:xfrm>
          <a:custGeom>
            <a:avLst/>
            <a:gdLst/>
            <a:ahLst/>
            <a:cxnLst/>
            <a:rect l="0" t="0" r="r" b="b"/>
            <a:pathLst>
              <a:path w="1" h="342291" fill="none">
                <a:moveTo>
                  <a:pt x="0" y="342291"/>
                </a:moveTo>
                <a:lnTo>
                  <a:pt x="0" y="0"/>
                </a:lnTo>
              </a:path>
            </a:pathLst>
          </a:custGeom>
          <a:noFill/>
          <a:ln w="8488" cap="rnd">
            <a:solidFill>
              <a:srgbClr val="61656D"/>
            </a:solidFill>
            <a:round/>
          </a:ln>
        </p:spPr>
      </p:sp>
      <p:sp>
        <p:nvSpPr>
          <p:cNvPr id="62" name="Shape 62"/>
          <p:cNvSpPr/>
          <p:nvPr/>
        </p:nvSpPr>
        <p:spPr>
          <a:xfrm>
            <a:off x="8681830" y="4502492"/>
            <a:ext cx="965230" cy="122131"/>
          </a:xfrm>
          <a:custGeom>
            <a:avLst/>
            <a:gdLst/>
            <a:ahLst/>
            <a:cxnLst/>
            <a:rect l="0" t="0" r="r" b="b"/>
            <a:pathLst>
              <a:path w="965230" h="122131" fill="none">
                <a:moveTo>
                  <a:pt x="965230" y="122131"/>
                </a:moveTo>
                <a:lnTo>
                  <a:pt x="963665" y="112296"/>
                </a:lnTo>
                <a:lnTo>
                  <a:pt x="958981" y="102524"/>
                </a:lnTo>
                <a:lnTo>
                  <a:pt x="951206" y="92880"/>
                </a:lnTo>
                <a:lnTo>
                  <a:pt x="940393" y="83425"/>
                </a:lnTo>
                <a:lnTo>
                  <a:pt x="926611" y="74221"/>
                </a:lnTo>
                <a:lnTo>
                  <a:pt x="909950" y="65328"/>
                </a:lnTo>
                <a:lnTo>
                  <a:pt x="890517" y="56803"/>
                </a:lnTo>
                <a:lnTo>
                  <a:pt x="868438" y="48702"/>
                </a:lnTo>
                <a:lnTo>
                  <a:pt x="843858" y="41077"/>
                </a:lnTo>
                <a:lnTo>
                  <a:pt x="816934" y="33978"/>
                </a:lnTo>
                <a:lnTo>
                  <a:pt x="787843" y="27451"/>
                </a:lnTo>
                <a:lnTo>
                  <a:pt x="756772" y="21537"/>
                </a:lnTo>
                <a:lnTo>
                  <a:pt x="723923" y="16276"/>
                </a:lnTo>
                <a:lnTo>
                  <a:pt x="689509" y="11702"/>
                </a:lnTo>
                <a:lnTo>
                  <a:pt x="653753" y="7843"/>
                </a:lnTo>
                <a:lnTo>
                  <a:pt x="616887" y="4726"/>
                </a:lnTo>
                <a:lnTo>
                  <a:pt x="579150" y="2371"/>
                </a:lnTo>
                <a:lnTo>
                  <a:pt x="540788" y="792"/>
                </a:lnTo>
                <a:lnTo>
                  <a:pt x="502048" y="0"/>
                </a:lnTo>
                <a:lnTo>
                  <a:pt x="463182" y="0"/>
                </a:lnTo>
                <a:lnTo>
                  <a:pt x="424442" y="792"/>
                </a:lnTo>
                <a:lnTo>
                  <a:pt x="386079" y="2371"/>
                </a:lnTo>
                <a:lnTo>
                  <a:pt x="348343" y="4726"/>
                </a:lnTo>
                <a:lnTo>
                  <a:pt x="311477" y="7843"/>
                </a:lnTo>
                <a:lnTo>
                  <a:pt x="275721" y="11702"/>
                </a:lnTo>
                <a:lnTo>
                  <a:pt x="241307" y="16276"/>
                </a:lnTo>
                <a:lnTo>
                  <a:pt x="208458" y="21537"/>
                </a:lnTo>
                <a:lnTo>
                  <a:pt x="177387" y="27451"/>
                </a:lnTo>
                <a:lnTo>
                  <a:pt x="148295" y="33978"/>
                </a:lnTo>
                <a:lnTo>
                  <a:pt x="121372" y="41077"/>
                </a:lnTo>
                <a:lnTo>
                  <a:pt x="96792" y="48702"/>
                </a:lnTo>
                <a:lnTo>
                  <a:pt x="74713" y="56803"/>
                </a:lnTo>
                <a:lnTo>
                  <a:pt x="55280" y="65328"/>
                </a:lnTo>
                <a:lnTo>
                  <a:pt x="38619" y="74221"/>
                </a:lnTo>
                <a:lnTo>
                  <a:pt x="24837" y="83425"/>
                </a:lnTo>
                <a:lnTo>
                  <a:pt x="14023" y="92880"/>
                </a:lnTo>
                <a:lnTo>
                  <a:pt x="6249" y="102524"/>
                </a:lnTo>
                <a:lnTo>
                  <a:pt x="1564" y="112296"/>
                </a:lnTo>
                <a:lnTo>
                  <a:pt x="0" y="122131"/>
                </a:lnTo>
              </a:path>
            </a:pathLst>
          </a:custGeom>
          <a:noFill/>
          <a:ln w="16976" cap="rnd">
            <a:solidFill>
              <a:srgbClr val="A6D9BE"/>
            </a:solidFill>
            <a:round/>
          </a:ln>
        </p:spPr>
      </p:sp>
      <p:sp>
        <p:nvSpPr>
          <p:cNvPr id="63" name="Shape 63"/>
          <p:cNvSpPr/>
          <p:nvPr/>
        </p:nvSpPr>
        <p:spPr>
          <a:xfrm>
            <a:off x="7716599" y="4441426"/>
            <a:ext cx="965230" cy="183197"/>
          </a:xfrm>
          <a:custGeom>
            <a:avLst/>
            <a:gdLst/>
            <a:ahLst/>
            <a:cxnLst/>
            <a:rect l="0" t="0" r="r" b="b"/>
            <a:pathLst>
              <a:path w="965230" h="183197" fill="none">
                <a:moveTo>
                  <a:pt x="965230" y="183197"/>
                </a:moveTo>
                <a:lnTo>
                  <a:pt x="963665" y="168444"/>
                </a:lnTo>
                <a:lnTo>
                  <a:pt x="958981" y="153786"/>
                </a:lnTo>
                <a:lnTo>
                  <a:pt x="951206" y="139320"/>
                </a:lnTo>
                <a:lnTo>
                  <a:pt x="940393" y="125137"/>
                </a:lnTo>
                <a:lnTo>
                  <a:pt x="926611" y="111332"/>
                </a:lnTo>
                <a:lnTo>
                  <a:pt x="909950" y="97992"/>
                </a:lnTo>
                <a:lnTo>
                  <a:pt x="890517" y="85205"/>
                </a:lnTo>
                <a:lnTo>
                  <a:pt x="868438" y="73053"/>
                </a:lnTo>
                <a:lnTo>
                  <a:pt x="843858" y="61616"/>
                </a:lnTo>
                <a:lnTo>
                  <a:pt x="816934" y="50967"/>
                </a:lnTo>
                <a:lnTo>
                  <a:pt x="787843" y="41176"/>
                </a:lnTo>
                <a:lnTo>
                  <a:pt x="756772" y="32306"/>
                </a:lnTo>
                <a:lnTo>
                  <a:pt x="723923" y="24415"/>
                </a:lnTo>
                <a:lnTo>
                  <a:pt x="689509" y="17553"/>
                </a:lnTo>
                <a:lnTo>
                  <a:pt x="653753" y="11765"/>
                </a:lnTo>
                <a:lnTo>
                  <a:pt x="616887" y="7090"/>
                </a:lnTo>
                <a:lnTo>
                  <a:pt x="579150" y="3556"/>
                </a:lnTo>
                <a:lnTo>
                  <a:pt x="540788" y="1188"/>
                </a:lnTo>
                <a:lnTo>
                  <a:pt x="502048" y="0"/>
                </a:lnTo>
                <a:lnTo>
                  <a:pt x="463182" y="0"/>
                </a:lnTo>
                <a:lnTo>
                  <a:pt x="424442" y="1188"/>
                </a:lnTo>
                <a:lnTo>
                  <a:pt x="386079" y="3556"/>
                </a:lnTo>
                <a:lnTo>
                  <a:pt x="348343" y="7090"/>
                </a:lnTo>
                <a:lnTo>
                  <a:pt x="311477" y="11765"/>
                </a:lnTo>
                <a:lnTo>
                  <a:pt x="275721" y="17553"/>
                </a:lnTo>
                <a:lnTo>
                  <a:pt x="241307" y="24415"/>
                </a:lnTo>
                <a:lnTo>
                  <a:pt x="208458" y="32306"/>
                </a:lnTo>
                <a:lnTo>
                  <a:pt x="177387" y="41176"/>
                </a:lnTo>
                <a:lnTo>
                  <a:pt x="148295" y="50967"/>
                </a:lnTo>
                <a:lnTo>
                  <a:pt x="121372" y="61616"/>
                </a:lnTo>
                <a:lnTo>
                  <a:pt x="96792" y="73053"/>
                </a:lnTo>
                <a:lnTo>
                  <a:pt x="74713" y="85205"/>
                </a:lnTo>
                <a:lnTo>
                  <a:pt x="55280" y="97992"/>
                </a:lnTo>
                <a:lnTo>
                  <a:pt x="38619" y="111332"/>
                </a:lnTo>
                <a:lnTo>
                  <a:pt x="24837" y="125137"/>
                </a:lnTo>
                <a:lnTo>
                  <a:pt x="14023" y="139320"/>
                </a:lnTo>
                <a:lnTo>
                  <a:pt x="6249" y="153786"/>
                </a:lnTo>
                <a:lnTo>
                  <a:pt x="1564" y="168444"/>
                </a:lnTo>
                <a:lnTo>
                  <a:pt x="0" y="183197"/>
                </a:lnTo>
              </a:path>
            </a:pathLst>
          </a:custGeom>
          <a:noFill/>
          <a:ln w="16976" cap="rnd">
            <a:solidFill>
              <a:srgbClr val="5BB58B"/>
            </a:solidFill>
            <a:round/>
          </a:ln>
        </p:spPr>
      </p:sp>
      <p:sp>
        <p:nvSpPr>
          <p:cNvPr id="64" name="Shape 64"/>
          <p:cNvSpPr/>
          <p:nvPr/>
        </p:nvSpPr>
        <p:spPr>
          <a:xfrm>
            <a:off x="6992676" y="4380360"/>
            <a:ext cx="723923" cy="244263"/>
          </a:xfrm>
          <a:custGeom>
            <a:avLst/>
            <a:gdLst/>
            <a:ahLst/>
            <a:cxnLst/>
            <a:rect l="0" t="0" r="r" b="b"/>
            <a:pathLst>
              <a:path w="723923" h="244263" fill="none">
                <a:moveTo>
                  <a:pt x="723923" y="244263"/>
                </a:moveTo>
                <a:lnTo>
                  <a:pt x="722749" y="224592"/>
                </a:lnTo>
                <a:lnTo>
                  <a:pt x="719235" y="205049"/>
                </a:lnTo>
                <a:lnTo>
                  <a:pt x="713405" y="185760"/>
                </a:lnTo>
                <a:lnTo>
                  <a:pt x="705295" y="166850"/>
                </a:lnTo>
                <a:lnTo>
                  <a:pt x="694958" y="148442"/>
                </a:lnTo>
                <a:lnTo>
                  <a:pt x="682462" y="130656"/>
                </a:lnTo>
                <a:lnTo>
                  <a:pt x="667887" y="113607"/>
                </a:lnTo>
                <a:lnTo>
                  <a:pt x="651329" y="97405"/>
                </a:lnTo>
                <a:lnTo>
                  <a:pt x="632893" y="82155"/>
                </a:lnTo>
                <a:lnTo>
                  <a:pt x="612701" y="67957"/>
                </a:lnTo>
                <a:lnTo>
                  <a:pt x="590882" y="54902"/>
                </a:lnTo>
                <a:lnTo>
                  <a:pt x="567579" y="43075"/>
                </a:lnTo>
                <a:lnTo>
                  <a:pt x="542942" y="32553"/>
                </a:lnTo>
                <a:lnTo>
                  <a:pt x="517131" y="23404"/>
                </a:lnTo>
                <a:lnTo>
                  <a:pt x="490314" y="15687"/>
                </a:lnTo>
                <a:lnTo>
                  <a:pt x="462665" y="9453"/>
                </a:lnTo>
                <a:lnTo>
                  <a:pt x="434363" y="4742"/>
                </a:lnTo>
                <a:lnTo>
                  <a:pt x="405591" y="1584"/>
                </a:lnTo>
                <a:lnTo>
                  <a:pt x="376536" y="0"/>
                </a:lnTo>
                <a:lnTo>
                  <a:pt x="347386" y="0"/>
                </a:lnTo>
                <a:lnTo>
                  <a:pt x="318331" y="1584"/>
                </a:lnTo>
                <a:lnTo>
                  <a:pt x="289559" y="4742"/>
                </a:lnTo>
                <a:lnTo>
                  <a:pt x="261257" y="9453"/>
                </a:lnTo>
                <a:lnTo>
                  <a:pt x="233608" y="15687"/>
                </a:lnTo>
                <a:lnTo>
                  <a:pt x="206791" y="23404"/>
                </a:lnTo>
                <a:lnTo>
                  <a:pt x="180980" y="32553"/>
                </a:lnTo>
                <a:lnTo>
                  <a:pt x="156343" y="43075"/>
                </a:lnTo>
                <a:lnTo>
                  <a:pt x="133040" y="54902"/>
                </a:lnTo>
                <a:lnTo>
                  <a:pt x="111221" y="67957"/>
                </a:lnTo>
                <a:lnTo>
                  <a:pt x="91029" y="82155"/>
                </a:lnTo>
                <a:lnTo>
                  <a:pt x="72594" y="97405"/>
                </a:lnTo>
                <a:lnTo>
                  <a:pt x="56035" y="113607"/>
                </a:lnTo>
                <a:lnTo>
                  <a:pt x="41460" y="130656"/>
                </a:lnTo>
                <a:lnTo>
                  <a:pt x="28964" y="148442"/>
                </a:lnTo>
                <a:lnTo>
                  <a:pt x="18627" y="166850"/>
                </a:lnTo>
                <a:lnTo>
                  <a:pt x="10517" y="185760"/>
                </a:lnTo>
                <a:lnTo>
                  <a:pt x="4687" y="205049"/>
                </a:lnTo>
                <a:lnTo>
                  <a:pt x="1173" y="224592"/>
                </a:lnTo>
                <a:lnTo>
                  <a:pt x="0" y="244263"/>
                </a:lnTo>
              </a:path>
            </a:pathLst>
          </a:custGeom>
          <a:noFill/>
          <a:ln w="16976" cap="rnd">
            <a:solidFill>
              <a:srgbClr val="22855A"/>
            </a:solidFill>
            <a:round/>
          </a:ln>
        </p:spPr>
      </p:sp>
      <p:sp>
        <p:nvSpPr>
          <p:cNvPr id="65" name="Shape 65"/>
          <p:cNvSpPr/>
          <p:nvPr/>
        </p:nvSpPr>
        <p:spPr>
          <a:xfrm>
            <a:off x="6644515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66" name="Shape 66"/>
          <p:cNvSpPr/>
          <p:nvPr/>
        </p:nvSpPr>
        <p:spPr>
          <a:xfrm>
            <a:off x="1718605" y="5215407"/>
            <a:ext cx="4993565" cy="1487144"/>
          </a:xfrm>
          <a:custGeom>
            <a:avLst/>
            <a:gdLst/>
            <a:ahLst/>
            <a:cxnLst/>
            <a:rect l="0" t="0" r="r" b="b"/>
            <a:pathLst>
              <a:path w="4993565" h="1487144">
                <a:moveTo>
                  <a:pt x="4956896" y="0"/>
                </a:moveTo>
                <a:lnTo>
                  <a:pt x="4993565" y="20371"/>
                </a:lnTo>
                <a:lnTo>
                  <a:pt x="4956896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67" name="Shape 67"/>
          <p:cNvSpPr/>
          <p:nvPr/>
        </p:nvSpPr>
        <p:spPr>
          <a:xfrm>
            <a:off x="6843141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68" name="Shape 68"/>
          <p:cNvSpPr/>
          <p:nvPr/>
        </p:nvSpPr>
        <p:spPr>
          <a:xfrm>
            <a:off x="1718605" y="5215407"/>
            <a:ext cx="5192190" cy="1487144"/>
          </a:xfrm>
          <a:custGeom>
            <a:avLst/>
            <a:gdLst/>
            <a:ahLst/>
            <a:cxnLst/>
            <a:rect l="0" t="0" r="r" b="b"/>
            <a:pathLst>
              <a:path w="5192190" h="1487144">
                <a:moveTo>
                  <a:pt x="5155521" y="0"/>
                </a:moveTo>
                <a:lnTo>
                  <a:pt x="5192190" y="20371"/>
                </a:lnTo>
                <a:lnTo>
                  <a:pt x="5155521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69" name="Shape 69"/>
          <p:cNvSpPr/>
          <p:nvPr/>
        </p:nvSpPr>
        <p:spPr>
          <a:xfrm>
            <a:off x="7041766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70" name="Shape 70"/>
          <p:cNvSpPr/>
          <p:nvPr/>
        </p:nvSpPr>
        <p:spPr>
          <a:xfrm>
            <a:off x="1718605" y="5215407"/>
            <a:ext cx="5390816" cy="1487144"/>
          </a:xfrm>
          <a:custGeom>
            <a:avLst/>
            <a:gdLst/>
            <a:ahLst/>
            <a:cxnLst/>
            <a:rect l="0" t="0" r="r" b="b"/>
            <a:pathLst>
              <a:path w="5390816" h="1487144">
                <a:moveTo>
                  <a:pt x="5354146" y="0"/>
                </a:moveTo>
                <a:lnTo>
                  <a:pt x="5390816" y="20371"/>
                </a:lnTo>
                <a:lnTo>
                  <a:pt x="5354146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71" name="Shape 71"/>
          <p:cNvSpPr/>
          <p:nvPr/>
        </p:nvSpPr>
        <p:spPr>
          <a:xfrm>
            <a:off x="7240391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72" name="Shape 72"/>
          <p:cNvSpPr/>
          <p:nvPr/>
        </p:nvSpPr>
        <p:spPr>
          <a:xfrm>
            <a:off x="1718605" y="5215407"/>
            <a:ext cx="5589441" cy="1487144"/>
          </a:xfrm>
          <a:custGeom>
            <a:avLst/>
            <a:gdLst/>
            <a:ahLst/>
            <a:cxnLst/>
            <a:rect l="0" t="0" r="r" b="b"/>
            <a:pathLst>
              <a:path w="5589441" h="1487144">
                <a:moveTo>
                  <a:pt x="5552772" y="0"/>
                </a:moveTo>
                <a:lnTo>
                  <a:pt x="5589441" y="20371"/>
                </a:lnTo>
                <a:lnTo>
                  <a:pt x="5552772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73" name="Shape 73"/>
          <p:cNvSpPr/>
          <p:nvPr/>
        </p:nvSpPr>
        <p:spPr>
          <a:xfrm>
            <a:off x="7439017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74" name="Shape 74"/>
          <p:cNvSpPr/>
          <p:nvPr/>
        </p:nvSpPr>
        <p:spPr>
          <a:xfrm>
            <a:off x="1718605" y="5215407"/>
            <a:ext cx="5788066" cy="1487144"/>
          </a:xfrm>
          <a:custGeom>
            <a:avLst/>
            <a:gdLst/>
            <a:ahLst/>
            <a:cxnLst/>
            <a:rect l="0" t="0" r="r" b="b"/>
            <a:pathLst>
              <a:path w="5788066" h="1487144">
                <a:moveTo>
                  <a:pt x="5751397" y="0"/>
                </a:moveTo>
                <a:lnTo>
                  <a:pt x="5788066" y="20371"/>
                </a:lnTo>
                <a:lnTo>
                  <a:pt x="5751397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75" name="Shape 75"/>
          <p:cNvSpPr/>
          <p:nvPr/>
        </p:nvSpPr>
        <p:spPr>
          <a:xfrm>
            <a:off x="7637642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76" name="Shape 76"/>
          <p:cNvSpPr/>
          <p:nvPr/>
        </p:nvSpPr>
        <p:spPr>
          <a:xfrm>
            <a:off x="1718605" y="5215407"/>
            <a:ext cx="5986692" cy="1487144"/>
          </a:xfrm>
          <a:custGeom>
            <a:avLst/>
            <a:gdLst/>
            <a:ahLst/>
            <a:cxnLst/>
            <a:rect l="0" t="0" r="r" b="b"/>
            <a:pathLst>
              <a:path w="5986692" h="1487144">
                <a:moveTo>
                  <a:pt x="5950023" y="0"/>
                </a:moveTo>
                <a:lnTo>
                  <a:pt x="5986692" y="20371"/>
                </a:lnTo>
                <a:lnTo>
                  <a:pt x="5950023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77" name="Shape 77"/>
          <p:cNvSpPr/>
          <p:nvPr/>
        </p:nvSpPr>
        <p:spPr>
          <a:xfrm>
            <a:off x="7836268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78" name="Shape 78"/>
          <p:cNvSpPr/>
          <p:nvPr/>
        </p:nvSpPr>
        <p:spPr>
          <a:xfrm>
            <a:off x="1718605" y="5215407"/>
            <a:ext cx="6185317" cy="1487144"/>
          </a:xfrm>
          <a:custGeom>
            <a:avLst/>
            <a:gdLst/>
            <a:ahLst/>
            <a:cxnLst/>
            <a:rect l="0" t="0" r="r" b="b"/>
            <a:pathLst>
              <a:path w="6185317" h="1487144">
                <a:moveTo>
                  <a:pt x="6148648" y="0"/>
                </a:moveTo>
                <a:lnTo>
                  <a:pt x="6185317" y="20371"/>
                </a:lnTo>
                <a:lnTo>
                  <a:pt x="6148648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79" name="Shape 79"/>
          <p:cNvSpPr/>
          <p:nvPr/>
        </p:nvSpPr>
        <p:spPr>
          <a:xfrm>
            <a:off x="8034893" y="5235779"/>
            <a:ext cx="67655" cy="1"/>
          </a:xfrm>
          <a:custGeom>
            <a:avLst/>
            <a:gdLst/>
            <a:ahLst/>
            <a:cxnLst/>
            <a:rect l="0" t="0" r="r" b="b"/>
            <a:pathLst>
              <a:path w="67655" h="1" fill="none">
                <a:moveTo>
                  <a:pt x="0" y="0"/>
                </a:moveTo>
                <a:quadBezTo>
                  <a:pt x="38197" y="0"/>
                  <a:pt x="67655" y="0"/>
                </a:quadBezTo>
              </a:path>
            </a:pathLst>
          </a:custGeom>
          <a:noFill/>
          <a:ln w="8488" cap="rnd">
            <a:solidFill>
              <a:srgbClr val="22855A"/>
            </a:solidFill>
            <a:miter lim="800000"/>
          </a:ln>
        </p:spPr>
      </p:sp>
      <p:sp>
        <p:nvSpPr>
          <p:cNvPr id="80" name="Shape 80"/>
          <p:cNvSpPr/>
          <p:nvPr/>
        </p:nvSpPr>
        <p:spPr>
          <a:xfrm>
            <a:off x="1718605" y="5215407"/>
            <a:ext cx="6383943" cy="1487144"/>
          </a:xfrm>
          <a:custGeom>
            <a:avLst/>
            <a:gdLst/>
            <a:ahLst/>
            <a:cxnLst/>
            <a:rect l="0" t="0" r="r" b="b"/>
            <a:pathLst>
              <a:path w="6383943" h="1487144">
                <a:moveTo>
                  <a:pt x="6347273" y="0"/>
                </a:moveTo>
                <a:lnTo>
                  <a:pt x="6383943" y="20371"/>
                </a:lnTo>
                <a:lnTo>
                  <a:pt x="6347273" y="40743"/>
                </a:lnTo>
                <a:close/>
              </a:path>
            </a:pathLst>
          </a:custGeom>
          <a:solidFill>
            <a:srgbClr val="22855A"/>
          </a:solidFill>
          <a:ln w="8488" cap="rnd">
            <a:solidFill>
              <a:srgbClr val="22855A"/>
            </a:solidFill>
            <a:miter lim="800000"/>
          </a:ln>
        </p:spPr>
      </p:sp>
      <p:sp>
        <p:nvSpPr>
          <p:cNvPr id="81" name="Shape 81"/>
          <p:cNvSpPr/>
          <p:nvPr/>
        </p:nvSpPr>
        <p:spPr>
          <a:xfrm>
            <a:off x="1718605" y="1204600"/>
            <a:ext cx="5473505" cy="5497951"/>
          </a:xfrm>
          <a:custGeom>
            <a:avLst/>
            <a:gdLst/>
            <a:ahLst/>
            <a:cxnLst/>
            <a:rect l="0" t="0" r="r" b="b"/>
            <a:pathLst>
              <a:path w="5473505" h="5497951">
                <a:moveTo>
                  <a:pt x="3151115" y="1741792"/>
                </a:moveTo>
                <a:lnTo>
                  <a:pt x="5473505" y="1741792"/>
                </a:lnTo>
                <a:lnTo>
                  <a:pt x="5473505" y="0"/>
                </a:lnTo>
                <a:lnTo>
                  <a:pt x="3151115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82" name="Shape 82"/>
          <p:cNvSpPr/>
          <p:nvPr/>
        </p:nvSpPr>
        <p:spPr>
          <a:xfrm>
            <a:off x="1718605" y="3282528"/>
            <a:ext cx="3640039" cy="3420023"/>
          </a:xfrm>
          <a:custGeom>
            <a:avLst/>
            <a:gdLst/>
            <a:ahLst/>
            <a:cxnLst/>
            <a:rect l="0" t="0" r="r" b="b"/>
            <a:pathLst>
              <a:path w="3640039" h="3420023">
                <a:moveTo>
                  <a:pt x="3151115" y="366693"/>
                </a:moveTo>
                <a:lnTo>
                  <a:pt x="3640039" y="366693"/>
                </a:lnTo>
                <a:lnTo>
                  <a:pt x="3640039" y="0"/>
                </a:lnTo>
                <a:lnTo>
                  <a:pt x="3151115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83" name="Shape 83"/>
          <p:cNvSpPr/>
          <p:nvPr/>
        </p:nvSpPr>
        <p:spPr>
          <a:xfrm>
            <a:off x="1718605" y="3282528"/>
            <a:ext cx="4171744" cy="3420023"/>
          </a:xfrm>
          <a:custGeom>
            <a:avLst/>
            <a:gdLst/>
            <a:ahLst/>
            <a:cxnLst/>
            <a:rect l="0" t="0" r="r" b="b"/>
            <a:pathLst>
              <a:path w="4171744" h="3420023">
                <a:moveTo>
                  <a:pt x="3682820" y="366693"/>
                </a:moveTo>
                <a:lnTo>
                  <a:pt x="4171744" y="366693"/>
                </a:lnTo>
                <a:lnTo>
                  <a:pt x="4171744" y="0"/>
                </a:lnTo>
                <a:lnTo>
                  <a:pt x="368282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84" name="Shape 84"/>
          <p:cNvSpPr/>
          <p:nvPr/>
        </p:nvSpPr>
        <p:spPr>
          <a:xfrm>
            <a:off x="1718605" y="3282528"/>
            <a:ext cx="4703449" cy="3420023"/>
          </a:xfrm>
          <a:custGeom>
            <a:avLst/>
            <a:gdLst/>
            <a:ahLst/>
            <a:cxnLst/>
            <a:rect l="0" t="0" r="r" b="b"/>
            <a:pathLst>
              <a:path w="4703449" h="3420023">
                <a:moveTo>
                  <a:pt x="4214525" y="366693"/>
                </a:moveTo>
                <a:lnTo>
                  <a:pt x="4703449" y="366693"/>
                </a:lnTo>
                <a:lnTo>
                  <a:pt x="4703449" y="0"/>
                </a:lnTo>
                <a:lnTo>
                  <a:pt x="4214525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pic>
        <p:nvPicPr>
          <p:cNvPr id="85" name="Picture 8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28" y="1177709"/>
            <a:ext cx="431882" cy="321875"/>
          </a:xfrm>
          <a:prstGeom prst="rect">
            <a:avLst/>
          </a:prstGeom>
        </p:spPr>
      </p:pic>
      <p:pic>
        <p:nvPicPr>
          <p:cNvPr id="86" name="Picture 8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909" y="1177709"/>
            <a:ext cx="431882" cy="321875"/>
          </a:xfrm>
          <a:prstGeom prst="rect">
            <a:avLst/>
          </a:prstGeom>
        </p:spPr>
      </p:pic>
      <p:pic>
        <p:nvPicPr>
          <p:cNvPr id="87" name="Picture 8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164" y="1177709"/>
            <a:ext cx="427808" cy="321875"/>
          </a:xfrm>
          <a:prstGeom prst="rect">
            <a:avLst/>
          </a:prstGeom>
        </p:spPr>
      </p:pic>
      <p:pic>
        <p:nvPicPr>
          <p:cNvPr id="88" name="Picture 8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344" y="1177709"/>
            <a:ext cx="431882" cy="321875"/>
          </a:xfrm>
          <a:prstGeom prst="rect">
            <a:avLst/>
          </a:prstGeom>
        </p:spPr>
      </p:pic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599" y="1177709"/>
            <a:ext cx="427808" cy="321875"/>
          </a:xfrm>
          <a:prstGeom prst="rect">
            <a:avLst/>
          </a:prstGeom>
        </p:spPr>
      </p:pic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8779" y="1177709"/>
            <a:ext cx="431882" cy="321875"/>
          </a:xfrm>
          <a:prstGeom prst="rect">
            <a:avLst/>
          </a:prstGeom>
        </p:spPr>
      </p:pic>
      <p:pic>
        <p:nvPicPr>
          <p:cNvPr id="91" name="Picture 9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9728" y="1519956"/>
            <a:ext cx="431882" cy="321875"/>
          </a:xfrm>
          <a:prstGeom prst="rect">
            <a:avLst/>
          </a:prstGeom>
        </p:spPr>
      </p:pic>
      <p:pic>
        <p:nvPicPr>
          <p:cNvPr id="92" name="Picture 91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7909" y="1519956"/>
            <a:ext cx="431882" cy="321875"/>
          </a:xfrm>
          <a:prstGeom prst="rect">
            <a:avLst/>
          </a:prstGeom>
        </p:spPr>
      </p:pic>
      <p:pic>
        <p:nvPicPr>
          <p:cNvPr id="93" name="Picture 9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0164" y="1519956"/>
            <a:ext cx="427808" cy="321875"/>
          </a:xfrm>
          <a:prstGeom prst="rect">
            <a:avLst/>
          </a:prstGeom>
        </p:spPr>
      </p:pic>
      <p:pic>
        <p:nvPicPr>
          <p:cNvPr id="94" name="Picture 93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8344" y="1519956"/>
            <a:ext cx="431882" cy="321875"/>
          </a:xfrm>
          <a:prstGeom prst="rect">
            <a:avLst/>
          </a:prstGeom>
        </p:spPr>
      </p:pic>
      <p:pic>
        <p:nvPicPr>
          <p:cNvPr id="95" name="Picture 94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0599" y="1519956"/>
            <a:ext cx="427808" cy="321875"/>
          </a:xfrm>
          <a:prstGeom prst="rect">
            <a:avLst/>
          </a:prstGeom>
        </p:spPr>
      </p:pic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38779" y="1519956"/>
            <a:ext cx="431882" cy="321875"/>
          </a:xfrm>
          <a:prstGeom prst="rect">
            <a:avLst/>
          </a:prstGeom>
        </p:spPr>
      </p:pic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89728" y="1862203"/>
            <a:ext cx="431882" cy="321875"/>
          </a:xfrm>
          <a:prstGeom prst="rect">
            <a:avLst/>
          </a:prstGeom>
        </p:spPr>
      </p:pic>
      <p:pic>
        <p:nvPicPr>
          <p:cNvPr id="98" name="Picture 97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7909" y="1862203"/>
            <a:ext cx="431882" cy="321875"/>
          </a:xfrm>
          <a:prstGeom prst="rect">
            <a:avLst/>
          </a:prstGeom>
        </p:spPr>
      </p:pic>
      <p:pic>
        <p:nvPicPr>
          <p:cNvPr id="99" name="Picture 98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0164" y="1862203"/>
            <a:ext cx="427808" cy="321875"/>
          </a:xfrm>
          <a:prstGeom prst="rect">
            <a:avLst/>
          </a:prstGeom>
        </p:spPr>
      </p:pic>
      <p:pic>
        <p:nvPicPr>
          <p:cNvPr id="100" name="Picture 99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38344" y="1862203"/>
            <a:ext cx="431882" cy="321875"/>
          </a:xfrm>
          <a:prstGeom prst="rect">
            <a:avLst/>
          </a:prstGeom>
        </p:spPr>
      </p:pic>
      <p:pic>
        <p:nvPicPr>
          <p:cNvPr id="101" name="Picture 100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90599" y="1862203"/>
            <a:ext cx="427808" cy="321875"/>
          </a:xfrm>
          <a:prstGeom prst="rect">
            <a:avLst/>
          </a:prstGeom>
        </p:spPr>
      </p:pic>
      <p:pic>
        <p:nvPicPr>
          <p:cNvPr id="102" name="Picture 101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38779" y="1862203"/>
            <a:ext cx="431882" cy="321875"/>
          </a:xfrm>
          <a:prstGeom prst="rect">
            <a:avLst/>
          </a:prstGeom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38621" y="2497804"/>
            <a:ext cx="146677" cy="488924"/>
          </a:xfrm>
          <a:prstGeom prst="rect">
            <a:avLst/>
          </a:prstGeom>
        </p:spPr>
      </p:pic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83083" y="2497804"/>
            <a:ext cx="138528" cy="488924"/>
          </a:xfrm>
          <a:prstGeom prst="rect">
            <a:avLst/>
          </a:prstGeom>
        </p:spPr>
      </p:pic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15322" y="2497804"/>
            <a:ext cx="154825" cy="488924"/>
          </a:xfrm>
          <a:prstGeom prst="rect">
            <a:avLst/>
          </a:prstGeom>
        </p:spPr>
      </p:pic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35338" y="2497804"/>
            <a:ext cx="187420" cy="488924"/>
          </a:xfrm>
          <a:prstGeom prst="rect">
            <a:avLst/>
          </a:prstGeom>
        </p:spPr>
      </p:pic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63502" y="2497804"/>
            <a:ext cx="211867" cy="488924"/>
          </a:xfrm>
          <a:prstGeom prst="rect">
            <a:avLst/>
          </a:prstGeom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20187" y="2497804"/>
            <a:ext cx="179272" cy="488924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80947" y="2497804"/>
            <a:ext cx="138528" cy="488924"/>
          </a:xfrm>
          <a:prstGeom prst="rect">
            <a:avLst/>
          </a:prstGeom>
        </p:spPr>
      </p:pic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596888" y="2497804"/>
            <a:ext cx="183346" cy="488924"/>
          </a:xfrm>
          <a:prstGeom prst="rect">
            <a:avLst/>
          </a:prstGeom>
        </p:spPr>
      </p:pic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53573" y="2497804"/>
            <a:ext cx="146677" cy="488924"/>
          </a:xfrm>
          <a:prstGeom prst="rect">
            <a:avLst/>
          </a:prstGeom>
        </p:spPr>
      </p:pic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73589" y="2497804"/>
            <a:ext cx="187420" cy="488924"/>
          </a:xfrm>
          <a:prstGeom prst="rect">
            <a:avLst/>
          </a:prstGeom>
        </p:spPr>
      </p:pic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05828" y="2497804"/>
            <a:ext cx="203718" cy="488924"/>
          </a:xfrm>
          <a:prstGeom prst="rect">
            <a:avLst/>
          </a:prstGeom>
        </p:spPr>
      </p:pic>
      <p:pic>
        <p:nvPicPr>
          <p:cNvPr id="114" name="Picture 113" descr="image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47719" y="1177709"/>
            <a:ext cx="2322389" cy="1743829"/>
          </a:xfrm>
          <a:prstGeom prst="rect">
            <a:avLst/>
          </a:prstGeom>
        </p:spPr>
      </p:pic>
      <p:pic>
        <p:nvPicPr>
          <p:cNvPr id="115" name="Picture 114" descr="image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847719" y="3255637"/>
            <a:ext cx="488924" cy="366693"/>
          </a:xfrm>
          <a:prstGeom prst="rect">
            <a:avLst/>
          </a:prstGeom>
        </p:spPr>
      </p:pic>
      <p:pic>
        <p:nvPicPr>
          <p:cNvPr id="116" name="Picture 115" descr="image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81461" y="3255637"/>
            <a:ext cx="488924" cy="366693"/>
          </a:xfrm>
          <a:prstGeom prst="rect">
            <a:avLst/>
          </a:prstGeom>
        </p:spPr>
      </p:pic>
      <p:pic>
        <p:nvPicPr>
          <p:cNvPr id="117" name="Picture 116" descr="image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911129" y="3255637"/>
            <a:ext cx="488924" cy="366693"/>
          </a:xfrm>
          <a:prstGeom prst="rect">
            <a:avLst/>
          </a:prstGeom>
        </p:spPr>
      </p:pic>
      <p:sp>
        <p:nvSpPr>
          <p:cNvPr id="85" name="Shape 85"/>
          <p:cNvSpPr/>
          <p:nvPr/>
        </p:nvSpPr>
        <p:spPr>
          <a:xfrm>
            <a:off x="9517709" y="1644895"/>
            <a:ext cx="390374" cy="266200"/>
          </a:xfrm>
          <a:custGeom>
            <a:avLst/>
            <a:gdLst/>
            <a:ahLst/>
            <a:cxnLst/>
            <a:rect l="0" t="0" r="r" b="b"/>
            <a:pathLst>
              <a:path w="390374" h="266200" fill="none">
                <a:moveTo>
                  <a:pt x="390374" y="266200"/>
                </a:moveTo>
                <a:lnTo>
                  <a:pt x="389619" y="253223"/>
                </a:lnTo>
                <a:lnTo>
                  <a:pt x="387360" y="240298"/>
                </a:lnTo>
                <a:lnTo>
                  <a:pt x="383625" y="227476"/>
                </a:lnTo>
                <a:lnTo>
                  <a:pt x="378457" y="214805"/>
                </a:lnTo>
                <a:lnTo>
                  <a:pt x="371913" y="202331"/>
                </a:lnTo>
                <a:lnTo>
                  <a:pt x="364064" y="190097"/>
                </a:lnTo>
                <a:lnTo>
                  <a:pt x="354993" y="178141"/>
                </a:lnTo>
                <a:lnTo>
                  <a:pt x="344791" y="166495"/>
                </a:lnTo>
                <a:lnTo>
                  <a:pt x="333556" y="155189"/>
                </a:lnTo>
                <a:lnTo>
                  <a:pt x="321391" y="144245"/>
                </a:lnTo>
                <a:lnTo>
                  <a:pt x="308399" y="133681"/>
                </a:lnTo>
                <a:lnTo>
                  <a:pt x="294684" y="123511"/>
                </a:lnTo>
                <a:lnTo>
                  <a:pt x="280349" y="113744"/>
                </a:lnTo>
                <a:lnTo>
                  <a:pt x="265492" y="104383"/>
                </a:lnTo>
                <a:lnTo>
                  <a:pt x="250207" y="95430"/>
                </a:lnTo>
                <a:lnTo>
                  <a:pt x="234583" y="86882"/>
                </a:lnTo>
                <a:lnTo>
                  <a:pt x="218702" y="78733"/>
                </a:lnTo>
                <a:lnTo>
                  <a:pt x="202639" y="70976"/>
                </a:lnTo>
                <a:lnTo>
                  <a:pt x="186462" y="63600"/>
                </a:lnTo>
                <a:lnTo>
                  <a:pt x="170235" y="56595"/>
                </a:lnTo>
                <a:lnTo>
                  <a:pt x="154012" y="49947"/>
                </a:lnTo>
                <a:lnTo>
                  <a:pt x="137841" y="43642"/>
                </a:lnTo>
                <a:lnTo>
                  <a:pt x="121765" y="37667"/>
                </a:lnTo>
                <a:lnTo>
                  <a:pt x="105822" y="32007"/>
                </a:lnTo>
                <a:lnTo>
                  <a:pt x="90042" y="26648"/>
                </a:lnTo>
                <a:lnTo>
                  <a:pt x="74452" y="21574"/>
                </a:lnTo>
                <a:lnTo>
                  <a:pt x="59074" y="16772"/>
                </a:lnTo>
                <a:lnTo>
                  <a:pt x="43927" y="12227"/>
                </a:lnTo>
                <a:lnTo>
                  <a:pt x="29025" y="7925"/>
                </a:lnTo>
                <a:lnTo>
                  <a:pt x="14379" y="3854"/>
                </a:lnTo>
                <a:lnTo>
                  <a:pt x="0" y="0"/>
                </a:lnTo>
              </a:path>
            </a:pathLst>
          </a:custGeom>
          <a:noFill/>
          <a:ln w="18674" cap="rnd">
            <a:solidFill>
              <a:srgbClr val="1F2126"/>
            </a:solidFill>
            <a:round/>
          </a:ln>
        </p:spPr>
      </p:sp>
      <p:sp>
        <p:nvSpPr>
          <p:cNvPr id="86" name="Shape 86"/>
          <p:cNvSpPr/>
          <p:nvPr/>
        </p:nvSpPr>
        <p:spPr>
          <a:xfrm>
            <a:off x="1718605" y="2821717"/>
            <a:ext cx="7016060" cy="3880834"/>
          </a:xfrm>
          <a:custGeom>
            <a:avLst/>
            <a:gdLst/>
            <a:ahLst/>
            <a:cxnLst/>
            <a:rect l="0" t="0" r="r" b="b"/>
            <a:pathLst>
              <a:path w="7016060" h="3880834">
                <a:moveTo>
                  <a:pt x="6013766" y="85561"/>
                </a:moveTo>
                <a:lnTo>
                  <a:pt x="7016060" y="85561"/>
                </a:lnTo>
                <a:lnTo>
                  <a:pt x="7016060" y="0"/>
                </a:lnTo>
                <a:lnTo>
                  <a:pt x="6013766" y="0"/>
                </a:lnTo>
                <a:close/>
              </a:path>
            </a:pathLst>
          </a:custGeom>
          <a:solidFill>
            <a:srgbClr val="D5D9E0"/>
          </a:solidFill>
          <a:ln>
            <a:noFill/>
          </a:ln>
        </p:spPr>
      </p:sp>
      <p:sp>
        <p:nvSpPr>
          <p:cNvPr id="87" name="Shape 87"/>
          <p:cNvSpPr/>
          <p:nvPr/>
        </p:nvSpPr>
        <p:spPr>
          <a:xfrm>
            <a:off x="1718605" y="2962282"/>
            <a:ext cx="6909705" cy="3740269"/>
          </a:xfrm>
          <a:custGeom>
            <a:avLst/>
            <a:gdLst/>
            <a:ahLst/>
            <a:cxnLst/>
            <a:rect l="0" t="0" r="r" b="b"/>
            <a:pathLst>
              <a:path w="6909705" h="3740269">
                <a:moveTo>
                  <a:pt x="6013766" y="85561"/>
                </a:moveTo>
                <a:lnTo>
                  <a:pt x="6909705" y="85561"/>
                </a:lnTo>
                <a:lnTo>
                  <a:pt x="6909705" y="0"/>
                </a:lnTo>
                <a:lnTo>
                  <a:pt x="6013766" y="0"/>
                </a:lnTo>
                <a:close/>
              </a:path>
            </a:pathLst>
          </a:custGeom>
          <a:solidFill>
            <a:srgbClr val="D5D9E0"/>
          </a:solidFill>
          <a:ln>
            <a:noFill/>
          </a:ln>
        </p:spPr>
      </p:sp>
      <p:sp>
        <p:nvSpPr>
          <p:cNvPr id="88" name="Shape 88"/>
          <p:cNvSpPr/>
          <p:nvPr/>
        </p:nvSpPr>
        <p:spPr>
          <a:xfrm>
            <a:off x="1718605" y="3102848"/>
            <a:ext cx="6125498" cy="3599703"/>
          </a:xfrm>
          <a:custGeom>
            <a:avLst/>
            <a:gdLst/>
            <a:ahLst/>
            <a:cxnLst/>
            <a:rect l="0" t="0" r="r" b="b"/>
            <a:pathLst>
              <a:path w="6125498" h="3599703">
                <a:moveTo>
                  <a:pt x="6013766" y="85561"/>
                </a:moveTo>
                <a:lnTo>
                  <a:pt x="6125498" y="85561"/>
                </a:lnTo>
                <a:lnTo>
                  <a:pt x="6125498" y="0"/>
                </a:lnTo>
                <a:lnTo>
                  <a:pt x="6013766" y="0"/>
                </a:lnTo>
                <a:close/>
              </a:path>
            </a:pathLst>
          </a:custGeom>
          <a:solidFill>
            <a:srgbClr val="D5D9E0"/>
          </a:solidFill>
          <a:ln>
            <a:noFill/>
          </a:ln>
        </p:spPr>
      </p:sp>
      <p:sp>
        <p:nvSpPr>
          <p:cNvPr id="89" name="Shape 89"/>
          <p:cNvSpPr/>
          <p:nvPr/>
        </p:nvSpPr>
        <p:spPr>
          <a:xfrm>
            <a:off x="1718605" y="3243414"/>
            <a:ext cx="6077067" cy="3459137"/>
          </a:xfrm>
          <a:custGeom>
            <a:avLst/>
            <a:gdLst/>
            <a:ahLst/>
            <a:cxnLst/>
            <a:rect l="0" t="0" r="r" b="b"/>
            <a:pathLst>
              <a:path w="6077067" h="3459137">
                <a:moveTo>
                  <a:pt x="6013766" y="85561"/>
                </a:moveTo>
                <a:lnTo>
                  <a:pt x="6077067" y="85561"/>
                </a:lnTo>
                <a:lnTo>
                  <a:pt x="6077067" y="0"/>
                </a:lnTo>
                <a:lnTo>
                  <a:pt x="6013766" y="0"/>
                </a:lnTo>
                <a:close/>
              </a:path>
            </a:pathLst>
          </a:custGeom>
          <a:solidFill>
            <a:srgbClr val="D5D9E0"/>
          </a:solidFill>
          <a:ln>
            <a:noFill/>
          </a:ln>
        </p:spPr>
      </p:sp>
      <p:sp>
        <p:nvSpPr>
          <p:cNvPr id="90" name="Shape 90"/>
          <p:cNvSpPr/>
          <p:nvPr/>
        </p:nvSpPr>
        <p:spPr>
          <a:xfrm>
            <a:off x="1718605" y="3383979"/>
            <a:ext cx="6044722" cy="3318572"/>
          </a:xfrm>
          <a:custGeom>
            <a:avLst/>
            <a:gdLst/>
            <a:ahLst/>
            <a:cxnLst/>
            <a:rect l="0" t="0" r="r" b="b"/>
            <a:pathLst>
              <a:path w="6044722" h="3318572">
                <a:moveTo>
                  <a:pt x="6013766" y="85561"/>
                </a:moveTo>
                <a:lnTo>
                  <a:pt x="6044722" y="85561"/>
                </a:lnTo>
                <a:lnTo>
                  <a:pt x="6044722" y="0"/>
                </a:lnTo>
                <a:lnTo>
                  <a:pt x="6013766" y="0"/>
                </a:lnTo>
                <a:close/>
              </a:path>
            </a:pathLst>
          </a:custGeom>
          <a:solidFill>
            <a:srgbClr val="D5D9E0"/>
          </a:solidFill>
          <a:ln>
            <a:noFill/>
          </a:ln>
        </p:spPr>
      </p:sp>
      <p:pic>
        <p:nvPicPr>
          <p:cNvPr id="118" name="Picture 117" descr="image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89728" y="4575732"/>
            <a:ext cx="435957" cy="330023"/>
          </a:xfrm>
          <a:prstGeom prst="rect">
            <a:avLst/>
          </a:prstGeom>
        </p:spPr>
      </p:pic>
      <p:pic>
        <p:nvPicPr>
          <p:cNvPr id="119" name="Picture 118" descr="image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362355" y="4575732"/>
            <a:ext cx="440031" cy="330023"/>
          </a:xfrm>
          <a:prstGeom prst="rect">
            <a:avLst/>
          </a:prstGeom>
        </p:spPr>
      </p:pic>
      <p:pic>
        <p:nvPicPr>
          <p:cNvPr id="120" name="Picture 119" descr="image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839056" y="4575732"/>
            <a:ext cx="435957" cy="330023"/>
          </a:xfrm>
          <a:prstGeom prst="rect">
            <a:avLst/>
          </a:prstGeom>
        </p:spPr>
      </p:pic>
      <p:pic>
        <p:nvPicPr>
          <p:cNvPr id="121" name="Picture 120" descr="image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11683" y="4575732"/>
            <a:ext cx="435957" cy="330023"/>
          </a:xfrm>
          <a:prstGeom prst="rect">
            <a:avLst/>
          </a:prstGeom>
        </p:spPr>
      </p:pic>
      <p:pic>
        <p:nvPicPr>
          <p:cNvPr id="122" name="Picture 121" descr="image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784309" y="4575732"/>
            <a:ext cx="440031" cy="330023"/>
          </a:xfrm>
          <a:prstGeom prst="rect">
            <a:avLst/>
          </a:prstGeom>
        </p:spPr>
      </p:pic>
      <p:pic>
        <p:nvPicPr>
          <p:cNvPr id="123" name="Picture 122" descr="image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261010" y="4575732"/>
            <a:ext cx="435957" cy="330023"/>
          </a:xfrm>
          <a:prstGeom prst="rect">
            <a:avLst/>
          </a:prstGeom>
        </p:spPr>
      </p:pic>
      <p:pic>
        <p:nvPicPr>
          <p:cNvPr id="124" name="Picture 123" descr="image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733637" y="4575732"/>
            <a:ext cx="435957" cy="330023"/>
          </a:xfrm>
          <a:prstGeom prst="rect">
            <a:avLst/>
          </a:prstGeom>
        </p:spPr>
      </p:pic>
      <p:pic>
        <p:nvPicPr>
          <p:cNvPr id="125" name="Picture 124" descr="image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206263" y="4575732"/>
            <a:ext cx="440031" cy="330023"/>
          </a:xfrm>
          <a:prstGeom prst="rect">
            <a:avLst/>
          </a:prstGeom>
        </p:spPr>
      </p:pic>
      <p:pic>
        <p:nvPicPr>
          <p:cNvPr id="126" name="Picture 125" descr="image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682964" y="4575732"/>
            <a:ext cx="435957" cy="330023"/>
          </a:xfrm>
          <a:prstGeom prst="rect">
            <a:avLst/>
          </a:prstGeom>
        </p:spPr>
      </p:pic>
      <p:sp>
        <p:nvSpPr>
          <p:cNvPr id="91" name="Shape 91"/>
          <p:cNvSpPr/>
          <p:nvPr/>
        </p:nvSpPr>
        <p:spPr>
          <a:xfrm>
            <a:off x="1718605" y="4575732"/>
            <a:ext cx="1556408" cy="2126819"/>
          </a:xfrm>
          <a:custGeom>
            <a:avLst/>
            <a:gdLst/>
            <a:ahLst/>
            <a:cxnLst/>
            <a:rect l="0" t="0" r="r" b="b"/>
            <a:pathLst>
              <a:path w="1556408" h="2126819" fill="none">
                <a:moveTo>
                  <a:pt x="1119092" y="327986"/>
                </a:moveTo>
                <a:lnTo>
                  <a:pt x="1556408" y="327986"/>
                </a:lnTo>
                <a:lnTo>
                  <a:pt x="1556408" y="0"/>
                </a:lnTo>
                <a:lnTo>
                  <a:pt x="1119092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92" name="Shape 92"/>
          <p:cNvSpPr/>
          <p:nvPr/>
        </p:nvSpPr>
        <p:spPr>
          <a:xfrm>
            <a:off x="1718605" y="4575732"/>
            <a:ext cx="2030393" cy="2126819"/>
          </a:xfrm>
          <a:custGeom>
            <a:avLst/>
            <a:gdLst/>
            <a:ahLst/>
            <a:cxnLst/>
            <a:rect l="0" t="0" r="r" b="b"/>
            <a:pathLst>
              <a:path w="2030393" h="2126819" fill="none">
                <a:moveTo>
                  <a:pt x="1593077" y="327986"/>
                </a:moveTo>
                <a:lnTo>
                  <a:pt x="2030393" y="327986"/>
                </a:lnTo>
                <a:lnTo>
                  <a:pt x="2030393" y="0"/>
                </a:lnTo>
                <a:lnTo>
                  <a:pt x="1593077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93" name="Shape 93"/>
          <p:cNvSpPr/>
          <p:nvPr/>
        </p:nvSpPr>
        <p:spPr>
          <a:xfrm>
            <a:off x="1718605" y="4575732"/>
            <a:ext cx="2504377" cy="2126819"/>
          </a:xfrm>
          <a:custGeom>
            <a:avLst/>
            <a:gdLst/>
            <a:ahLst/>
            <a:cxnLst/>
            <a:rect l="0" t="0" r="r" b="b"/>
            <a:pathLst>
              <a:path w="2504377" h="2126819" fill="none">
                <a:moveTo>
                  <a:pt x="2067062" y="327986"/>
                </a:moveTo>
                <a:lnTo>
                  <a:pt x="2504377" y="327986"/>
                </a:lnTo>
                <a:lnTo>
                  <a:pt x="2504377" y="0"/>
                </a:lnTo>
                <a:lnTo>
                  <a:pt x="2067062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94" name="Shape 94"/>
          <p:cNvSpPr/>
          <p:nvPr/>
        </p:nvSpPr>
        <p:spPr>
          <a:xfrm>
            <a:off x="1718605" y="4575732"/>
            <a:ext cx="2978362" cy="2126819"/>
          </a:xfrm>
          <a:custGeom>
            <a:avLst/>
            <a:gdLst/>
            <a:ahLst/>
            <a:cxnLst/>
            <a:rect l="0" t="0" r="r" b="b"/>
            <a:pathLst>
              <a:path w="2978362" h="2126819" fill="none">
                <a:moveTo>
                  <a:pt x="2541047" y="327986"/>
                </a:moveTo>
                <a:lnTo>
                  <a:pt x="2978362" y="327986"/>
                </a:lnTo>
                <a:lnTo>
                  <a:pt x="2978362" y="0"/>
                </a:lnTo>
                <a:lnTo>
                  <a:pt x="2541047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95" name="Shape 95"/>
          <p:cNvSpPr/>
          <p:nvPr/>
        </p:nvSpPr>
        <p:spPr>
          <a:xfrm>
            <a:off x="1718605" y="4575732"/>
            <a:ext cx="3452347" cy="2126819"/>
          </a:xfrm>
          <a:custGeom>
            <a:avLst/>
            <a:gdLst/>
            <a:ahLst/>
            <a:cxnLst/>
            <a:rect l="0" t="0" r="r" b="b"/>
            <a:pathLst>
              <a:path w="3452347" h="2126819" fill="none">
                <a:moveTo>
                  <a:pt x="3015031" y="327986"/>
                </a:moveTo>
                <a:lnTo>
                  <a:pt x="3452347" y="327986"/>
                </a:lnTo>
                <a:lnTo>
                  <a:pt x="3452347" y="0"/>
                </a:lnTo>
                <a:lnTo>
                  <a:pt x="3015031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96" name="Shape 96"/>
          <p:cNvSpPr/>
          <p:nvPr/>
        </p:nvSpPr>
        <p:spPr>
          <a:xfrm>
            <a:off x="1718605" y="4575732"/>
            <a:ext cx="3926332" cy="2126819"/>
          </a:xfrm>
          <a:custGeom>
            <a:avLst/>
            <a:gdLst/>
            <a:ahLst/>
            <a:cxnLst/>
            <a:rect l="0" t="0" r="r" b="b"/>
            <a:pathLst>
              <a:path w="3926332" h="2126819" fill="none">
                <a:moveTo>
                  <a:pt x="3489016" y="327986"/>
                </a:moveTo>
                <a:lnTo>
                  <a:pt x="3926332" y="327986"/>
                </a:lnTo>
                <a:lnTo>
                  <a:pt x="3926332" y="0"/>
                </a:lnTo>
                <a:lnTo>
                  <a:pt x="3489016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97" name="Shape 97"/>
          <p:cNvSpPr/>
          <p:nvPr/>
        </p:nvSpPr>
        <p:spPr>
          <a:xfrm>
            <a:off x="1718605" y="4575732"/>
            <a:ext cx="4400316" cy="2126819"/>
          </a:xfrm>
          <a:custGeom>
            <a:avLst/>
            <a:gdLst/>
            <a:ahLst/>
            <a:cxnLst/>
            <a:rect l="0" t="0" r="r" b="b"/>
            <a:pathLst>
              <a:path w="4400316" h="2126819" fill="none">
                <a:moveTo>
                  <a:pt x="3963001" y="327986"/>
                </a:moveTo>
                <a:lnTo>
                  <a:pt x="4400316" y="327986"/>
                </a:lnTo>
                <a:lnTo>
                  <a:pt x="4400316" y="0"/>
                </a:lnTo>
                <a:lnTo>
                  <a:pt x="3963001" y="0"/>
                </a:lnTo>
                <a:close/>
              </a:path>
            </a:pathLst>
          </a:custGeom>
          <a:noFill/>
          <a:ln w="15278" cap="flat">
            <a:solidFill>
              <a:srgbClr val="22855A"/>
            </a:solidFill>
            <a:miter lim="800000"/>
          </a:ln>
        </p:spPr>
      </p:sp>
      <p:sp>
        <p:nvSpPr>
          <p:cNvPr id="98" name="Shape 98"/>
          <p:cNvSpPr/>
          <p:nvPr/>
        </p:nvSpPr>
        <p:spPr>
          <a:xfrm>
            <a:off x="9892203" y="1895215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99" name="Shape 99"/>
          <p:cNvSpPr/>
          <p:nvPr/>
        </p:nvSpPr>
        <p:spPr>
          <a:xfrm>
            <a:off x="9891448" y="1882239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00" name="Shape 100"/>
          <p:cNvSpPr/>
          <p:nvPr/>
        </p:nvSpPr>
        <p:spPr>
          <a:xfrm>
            <a:off x="9889189" y="1869313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9885455" y="1856491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02" name="Shape 102"/>
          <p:cNvSpPr/>
          <p:nvPr/>
        </p:nvSpPr>
        <p:spPr>
          <a:xfrm>
            <a:off x="9880286" y="1843820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03" name="Shape 103"/>
          <p:cNvSpPr/>
          <p:nvPr/>
        </p:nvSpPr>
        <p:spPr>
          <a:xfrm>
            <a:off x="9873742" y="1831347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04" name="Shape 104"/>
          <p:cNvSpPr/>
          <p:nvPr/>
        </p:nvSpPr>
        <p:spPr>
          <a:xfrm>
            <a:off x="9865893" y="1819113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05" name="Shape 105"/>
          <p:cNvSpPr/>
          <p:nvPr/>
        </p:nvSpPr>
        <p:spPr>
          <a:xfrm>
            <a:off x="9856822" y="1807156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06" name="Shape 106"/>
          <p:cNvSpPr/>
          <p:nvPr/>
        </p:nvSpPr>
        <p:spPr>
          <a:xfrm>
            <a:off x="9846620" y="1795511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07" name="Shape 107"/>
          <p:cNvSpPr/>
          <p:nvPr/>
        </p:nvSpPr>
        <p:spPr>
          <a:xfrm>
            <a:off x="9835385" y="1784204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08" name="Shape 108"/>
          <p:cNvSpPr/>
          <p:nvPr/>
        </p:nvSpPr>
        <p:spPr>
          <a:xfrm>
            <a:off x="9823220" y="1773260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09" name="Shape 109"/>
          <p:cNvSpPr/>
          <p:nvPr/>
        </p:nvSpPr>
        <p:spPr>
          <a:xfrm>
            <a:off x="9810228" y="1762697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10" name="Shape 110"/>
          <p:cNvSpPr/>
          <p:nvPr/>
        </p:nvSpPr>
        <p:spPr>
          <a:xfrm>
            <a:off x="9796513" y="1752527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11" name="Shape 111"/>
          <p:cNvSpPr/>
          <p:nvPr/>
        </p:nvSpPr>
        <p:spPr>
          <a:xfrm>
            <a:off x="9782178" y="1742759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12" name="Shape 112"/>
          <p:cNvSpPr/>
          <p:nvPr/>
        </p:nvSpPr>
        <p:spPr>
          <a:xfrm>
            <a:off x="9767321" y="1733399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13" name="Shape 113"/>
          <p:cNvSpPr/>
          <p:nvPr/>
        </p:nvSpPr>
        <p:spPr>
          <a:xfrm>
            <a:off x="9752036" y="1724445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14" name="Shape 114"/>
          <p:cNvSpPr/>
          <p:nvPr/>
        </p:nvSpPr>
        <p:spPr>
          <a:xfrm>
            <a:off x="9736412" y="1715897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15" name="Shape 115"/>
          <p:cNvSpPr/>
          <p:nvPr/>
        </p:nvSpPr>
        <p:spPr>
          <a:xfrm>
            <a:off x="9720531" y="1707749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16" name="Shape 116"/>
          <p:cNvSpPr/>
          <p:nvPr/>
        </p:nvSpPr>
        <p:spPr>
          <a:xfrm>
            <a:off x="9704468" y="1699991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17" name="Shape 117"/>
          <p:cNvSpPr/>
          <p:nvPr/>
        </p:nvSpPr>
        <p:spPr>
          <a:xfrm>
            <a:off x="9688291" y="1692616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18" name="Shape 118"/>
          <p:cNvSpPr/>
          <p:nvPr/>
        </p:nvSpPr>
        <p:spPr>
          <a:xfrm>
            <a:off x="9672064" y="1685610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19" name="Shape 119"/>
          <p:cNvSpPr/>
          <p:nvPr/>
        </p:nvSpPr>
        <p:spPr>
          <a:xfrm>
            <a:off x="9655841" y="1678962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20" name="Shape 120"/>
          <p:cNvSpPr/>
          <p:nvPr/>
        </p:nvSpPr>
        <p:spPr>
          <a:xfrm>
            <a:off x="9639670" y="1672658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21" name="Shape 121"/>
          <p:cNvSpPr/>
          <p:nvPr/>
        </p:nvSpPr>
        <p:spPr>
          <a:xfrm>
            <a:off x="9623594" y="1666683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22" name="Shape 122"/>
          <p:cNvSpPr/>
          <p:nvPr/>
        </p:nvSpPr>
        <p:spPr>
          <a:xfrm>
            <a:off x="9607651" y="1661023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23" name="Shape 123"/>
          <p:cNvSpPr/>
          <p:nvPr/>
        </p:nvSpPr>
        <p:spPr>
          <a:xfrm>
            <a:off x="9591871" y="1655663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24" name="Shape 124"/>
          <p:cNvSpPr/>
          <p:nvPr/>
        </p:nvSpPr>
        <p:spPr>
          <a:xfrm>
            <a:off x="9576281" y="1650590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25" name="Shape 125"/>
          <p:cNvSpPr/>
          <p:nvPr/>
        </p:nvSpPr>
        <p:spPr>
          <a:xfrm>
            <a:off x="9560903" y="1645787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26" name="Shape 126"/>
          <p:cNvSpPr/>
          <p:nvPr/>
        </p:nvSpPr>
        <p:spPr>
          <a:xfrm>
            <a:off x="9545756" y="1641242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27" name="Shape 127"/>
          <p:cNvSpPr/>
          <p:nvPr/>
        </p:nvSpPr>
        <p:spPr>
          <a:xfrm>
            <a:off x="9530854" y="1636940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28" name="Shape 128"/>
          <p:cNvSpPr/>
          <p:nvPr/>
        </p:nvSpPr>
        <p:spPr>
          <a:xfrm>
            <a:off x="9516209" y="1632869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29" name="Shape 129"/>
          <p:cNvSpPr/>
          <p:nvPr/>
        </p:nvSpPr>
        <p:spPr>
          <a:xfrm>
            <a:off x="9501829" y="1629015"/>
            <a:ext cx="31760" cy="31760"/>
          </a:xfrm>
          <a:custGeom>
            <a:avLst/>
            <a:gdLst/>
            <a:ahLst/>
            <a:cxnLst/>
            <a:rect l="0" t="0" r="r" b="b"/>
            <a:pathLst>
              <a:path w="31760" h="31760">
                <a:moveTo>
                  <a:pt x="12742" y="31551"/>
                </a:moveTo>
                <a:lnTo>
                  <a:pt x="7017" y="29179"/>
                </a:lnTo>
                <a:lnTo>
                  <a:pt x="4651" y="27109"/>
                </a:lnTo>
                <a:lnTo>
                  <a:pt x="2580" y="24742"/>
                </a:lnTo>
                <a:lnTo>
                  <a:pt x="209" y="19017"/>
                </a:lnTo>
                <a:lnTo>
                  <a:pt x="0" y="15880"/>
                </a:lnTo>
                <a:lnTo>
                  <a:pt x="209" y="12742"/>
                </a:lnTo>
                <a:lnTo>
                  <a:pt x="2580" y="7017"/>
                </a:lnTo>
                <a:lnTo>
                  <a:pt x="4651" y="4651"/>
                </a:lnTo>
                <a:lnTo>
                  <a:pt x="7017" y="2580"/>
                </a:lnTo>
                <a:lnTo>
                  <a:pt x="12742" y="209"/>
                </a:lnTo>
                <a:lnTo>
                  <a:pt x="15880" y="0"/>
                </a:lnTo>
                <a:lnTo>
                  <a:pt x="19017" y="209"/>
                </a:lnTo>
                <a:lnTo>
                  <a:pt x="24742" y="2580"/>
                </a:lnTo>
                <a:lnTo>
                  <a:pt x="27109" y="4651"/>
                </a:lnTo>
                <a:lnTo>
                  <a:pt x="29179" y="7017"/>
                </a:lnTo>
                <a:lnTo>
                  <a:pt x="31551" y="12742"/>
                </a:lnTo>
                <a:lnTo>
                  <a:pt x="31760" y="15880"/>
                </a:lnTo>
                <a:lnTo>
                  <a:pt x="31551" y="19017"/>
                </a:lnTo>
                <a:lnTo>
                  <a:pt x="29179" y="24742"/>
                </a:lnTo>
                <a:lnTo>
                  <a:pt x="27109" y="27109"/>
                </a:lnTo>
                <a:lnTo>
                  <a:pt x="24742" y="29179"/>
                </a:lnTo>
                <a:lnTo>
                  <a:pt x="19017" y="31551"/>
                </a:lnTo>
                <a:lnTo>
                  <a:pt x="15880" y="31760"/>
                </a:lnTo>
                <a:lnTo>
                  <a:pt x="12742" y="3155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pic>
        <p:nvPicPr>
          <p:cNvPr id="130" name="Picture 129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028257" y="2937836"/>
            <a:ext cx="211867" cy="488924"/>
          </a:xfrm>
          <a:prstGeom prst="rect">
            <a:avLst/>
          </a:prstGeom>
        </p:spPr>
      </p:pic>
      <p:pic>
        <p:nvPicPr>
          <p:cNvPr id="131" name="Picture 130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301240" y="2937836"/>
            <a:ext cx="146677" cy="488924"/>
          </a:xfrm>
          <a:prstGeom prst="rect">
            <a:avLst/>
          </a:prstGeom>
        </p:spPr>
      </p:pic>
      <p:pic>
        <p:nvPicPr>
          <p:cNvPr id="132" name="Picture 131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492735" y="2937836"/>
            <a:ext cx="240387" cy="488924"/>
          </a:xfrm>
          <a:prstGeom prst="rect">
            <a:avLst/>
          </a:prstGeom>
        </p:spPr>
      </p:pic>
      <p:pic>
        <p:nvPicPr>
          <p:cNvPr id="133" name="Picture 132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745346" y="2937836"/>
            <a:ext cx="215941" cy="488924"/>
          </a:xfrm>
          <a:prstGeom prst="rect">
            <a:avLst/>
          </a:prstGeom>
        </p:spPr>
      </p:pic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969436" y="2937836"/>
            <a:ext cx="244462" cy="488924"/>
          </a:xfrm>
          <a:prstGeom prst="rect">
            <a:avLst/>
          </a:prstGeom>
        </p:spPr>
      </p:pic>
      <p:pic>
        <p:nvPicPr>
          <p:cNvPr id="135" name="Picture 134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238344" y="2937836"/>
            <a:ext cx="187420" cy="488924"/>
          </a:xfrm>
          <a:prstGeom prst="rect">
            <a:avLst/>
          </a:prstGeom>
        </p:spPr>
      </p:pic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433914" y="2937836"/>
            <a:ext cx="272982" cy="488924"/>
          </a:xfrm>
          <a:prstGeom prst="rect">
            <a:avLst/>
          </a:prstGeom>
        </p:spPr>
      </p:pic>
      <p:pic>
        <p:nvPicPr>
          <p:cNvPr id="137" name="Picture 136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698748" y="2937836"/>
            <a:ext cx="228164" cy="488924"/>
          </a:xfrm>
          <a:prstGeom prst="rect">
            <a:avLst/>
          </a:prstGeom>
        </p:spPr>
      </p:pic>
      <p:pic>
        <p:nvPicPr>
          <p:cNvPr id="138" name="Picture 137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955433" y="2937836"/>
            <a:ext cx="191495" cy="488924"/>
          </a:xfrm>
          <a:prstGeom prst="rect">
            <a:avLst/>
          </a:prstGeom>
        </p:spPr>
      </p:pic>
      <p:pic>
        <p:nvPicPr>
          <p:cNvPr id="139" name="Picture 138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208043" y="2937836"/>
            <a:ext cx="162974" cy="488924"/>
          </a:xfrm>
          <a:prstGeom prst="rect">
            <a:avLst/>
          </a:prstGeom>
        </p:spPr>
      </p:pic>
      <p:pic>
        <p:nvPicPr>
          <p:cNvPr id="140" name="Picture 139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436208" y="2937836"/>
            <a:ext cx="187420" cy="488924"/>
          </a:xfrm>
          <a:prstGeom prst="rect">
            <a:avLst/>
          </a:prstGeom>
        </p:spPr>
      </p:pic>
      <p:sp>
        <p:nvSpPr>
          <p:cNvPr id="130" name="Shape 130"/>
          <p:cNvSpPr/>
          <p:nvPr/>
        </p:nvSpPr>
        <p:spPr>
          <a:xfrm>
            <a:off x="6375793" y="1947195"/>
            <a:ext cx="23384" cy="23384"/>
          </a:xfrm>
          <a:custGeom>
            <a:avLst/>
            <a:gdLst/>
            <a:ahLst/>
            <a:cxnLst/>
            <a:rect l="0" t="0" r="r" b="b"/>
            <a:pathLst>
              <a:path w="23384" h="23384">
                <a:moveTo>
                  <a:pt x="9382" y="23230"/>
                </a:moveTo>
                <a:lnTo>
                  <a:pt x="5166" y="21484"/>
                </a:lnTo>
                <a:lnTo>
                  <a:pt x="3424" y="19960"/>
                </a:lnTo>
                <a:lnTo>
                  <a:pt x="1900" y="18217"/>
                </a:lnTo>
                <a:lnTo>
                  <a:pt x="153" y="14002"/>
                </a:lnTo>
                <a:lnTo>
                  <a:pt x="0" y="11692"/>
                </a:lnTo>
                <a:lnTo>
                  <a:pt x="153" y="9382"/>
                </a:lnTo>
                <a:lnTo>
                  <a:pt x="1900" y="5166"/>
                </a:lnTo>
                <a:lnTo>
                  <a:pt x="3424" y="3424"/>
                </a:lnTo>
                <a:lnTo>
                  <a:pt x="5166" y="1900"/>
                </a:lnTo>
                <a:lnTo>
                  <a:pt x="9382" y="153"/>
                </a:lnTo>
                <a:lnTo>
                  <a:pt x="11692" y="0"/>
                </a:lnTo>
                <a:lnTo>
                  <a:pt x="14002" y="153"/>
                </a:lnTo>
                <a:lnTo>
                  <a:pt x="18217" y="1900"/>
                </a:lnTo>
                <a:lnTo>
                  <a:pt x="19960" y="3424"/>
                </a:lnTo>
                <a:lnTo>
                  <a:pt x="21484" y="5166"/>
                </a:lnTo>
                <a:lnTo>
                  <a:pt x="23230" y="9382"/>
                </a:lnTo>
                <a:lnTo>
                  <a:pt x="23384" y="11692"/>
                </a:lnTo>
                <a:lnTo>
                  <a:pt x="23230" y="14002"/>
                </a:lnTo>
                <a:lnTo>
                  <a:pt x="21484" y="18217"/>
                </a:lnTo>
                <a:lnTo>
                  <a:pt x="19960" y="19960"/>
                </a:lnTo>
                <a:lnTo>
                  <a:pt x="18217" y="21484"/>
                </a:lnTo>
                <a:lnTo>
                  <a:pt x="14002" y="23230"/>
                </a:lnTo>
                <a:lnTo>
                  <a:pt x="11692" y="23384"/>
                </a:lnTo>
                <a:lnTo>
                  <a:pt x="9382" y="23230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131" name="Shape 131"/>
          <p:cNvSpPr/>
          <p:nvPr/>
        </p:nvSpPr>
        <p:spPr>
          <a:xfrm>
            <a:off x="6286132" y="1949162"/>
            <a:ext cx="21515" cy="21515"/>
          </a:xfrm>
          <a:custGeom>
            <a:avLst/>
            <a:gdLst/>
            <a:ahLst/>
            <a:cxnLst/>
            <a:rect l="0" t="0" r="r" b="b"/>
            <a:pathLst>
              <a:path w="21515" h="21515">
                <a:moveTo>
                  <a:pt x="8632" y="21373"/>
                </a:moveTo>
                <a:lnTo>
                  <a:pt x="4753" y="19767"/>
                </a:lnTo>
                <a:lnTo>
                  <a:pt x="3150" y="18364"/>
                </a:lnTo>
                <a:lnTo>
                  <a:pt x="1748" y="16761"/>
                </a:lnTo>
                <a:lnTo>
                  <a:pt x="141" y="12883"/>
                </a:lnTo>
                <a:lnTo>
                  <a:pt x="0" y="10757"/>
                </a:lnTo>
                <a:lnTo>
                  <a:pt x="141" y="8632"/>
                </a:lnTo>
                <a:lnTo>
                  <a:pt x="1748" y="4753"/>
                </a:lnTo>
                <a:lnTo>
                  <a:pt x="3150" y="3150"/>
                </a:lnTo>
                <a:lnTo>
                  <a:pt x="4753" y="1748"/>
                </a:lnTo>
                <a:lnTo>
                  <a:pt x="8632" y="141"/>
                </a:lnTo>
                <a:lnTo>
                  <a:pt x="10757" y="0"/>
                </a:lnTo>
                <a:lnTo>
                  <a:pt x="12883" y="141"/>
                </a:lnTo>
                <a:lnTo>
                  <a:pt x="16761" y="1748"/>
                </a:lnTo>
                <a:lnTo>
                  <a:pt x="18364" y="3150"/>
                </a:lnTo>
                <a:lnTo>
                  <a:pt x="19767" y="4753"/>
                </a:lnTo>
                <a:lnTo>
                  <a:pt x="21373" y="8632"/>
                </a:lnTo>
                <a:lnTo>
                  <a:pt x="21515" y="10757"/>
                </a:lnTo>
                <a:lnTo>
                  <a:pt x="21373" y="12883"/>
                </a:lnTo>
                <a:lnTo>
                  <a:pt x="19767" y="16761"/>
                </a:lnTo>
                <a:lnTo>
                  <a:pt x="18364" y="18364"/>
                </a:lnTo>
                <a:lnTo>
                  <a:pt x="16761" y="19767"/>
                </a:lnTo>
                <a:lnTo>
                  <a:pt x="12883" y="21373"/>
                </a:lnTo>
                <a:lnTo>
                  <a:pt x="10757" y="21515"/>
                </a:lnTo>
                <a:lnTo>
                  <a:pt x="8632" y="21373"/>
                </a:lnTo>
                <a:close/>
              </a:path>
            </a:pathLst>
          </a:custGeom>
          <a:solidFill>
            <a:srgbClr val="8CD98C"/>
          </a:solidFill>
          <a:ln>
            <a:noFill/>
          </a:ln>
        </p:spPr>
      </p:sp>
      <p:sp>
        <p:nvSpPr>
          <p:cNvPr id="132" name="Shape 132"/>
          <p:cNvSpPr/>
          <p:nvPr/>
        </p:nvSpPr>
        <p:spPr>
          <a:xfrm>
            <a:off x="6330171" y="1951057"/>
            <a:ext cx="23718" cy="23718"/>
          </a:xfrm>
          <a:custGeom>
            <a:avLst/>
            <a:gdLst/>
            <a:ahLst/>
            <a:cxnLst/>
            <a:rect l="0" t="0" r="r" b="b"/>
            <a:pathLst>
              <a:path w="23718" h="23718">
                <a:moveTo>
                  <a:pt x="9516" y="23562"/>
                </a:moveTo>
                <a:lnTo>
                  <a:pt x="5240" y="21791"/>
                </a:lnTo>
                <a:lnTo>
                  <a:pt x="3473" y="20245"/>
                </a:lnTo>
                <a:lnTo>
                  <a:pt x="1927" y="18478"/>
                </a:lnTo>
                <a:lnTo>
                  <a:pt x="156" y="14202"/>
                </a:lnTo>
                <a:lnTo>
                  <a:pt x="0" y="11859"/>
                </a:lnTo>
                <a:lnTo>
                  <a:pt x="156" y="9516"/>
                </a:lnTo>
                <a:lnTo>
                  <a:pt x="1927" y="5240"/>
                </a:lnTo>
                <a:lnTo>
                  <a:pt x="3473" y="3473"/>
                </a:lnTo>
                <a:lnTo>
                  <a:pt x="5240" y="1927"/>
                </a:lnTo>
                <a:lnTo>
                  <a:pt x="9516" y="156"/>
                </a:lnTo>
                <a:lnTo>
                  <a:pt x="11859" y="0"/>
                </a:lnTo>
                <a:lnTo>
                  <a:pt x="14202" y="156"/>
                </a:lnTo>
                <a:lnTo>
                  <a:pt x="18478" y="1927"/>
                </a:lnTo>
                <a:lnTo>
                  <a:pt x="20245" y="3473"/>
                </a:lnTo>
                <a:lnTo>
                  <a:pt x="21791" y="5240"/>
                </a:lnTo>
                <a:lnTo>
                  <a:pt x="23562" y="9516"/>
                </a:lnTo>
                <a:lnTo>
                  <a:pt x="23718" y="11859"/>
                </a:lnTo>
                <a:lnTo>
                  <a:pt x="23562" y="14202"/>
                </a:lnTo>
                <a:lnTo>
                  <a:pt x="21791" y="18478"/>
                </a:lnTo>
                <a:lnTo>
                  <a:pt x="20245" y="20245"/>
                </a:lnTo>
                <a:lnTo>
                  <a:pt x="18478" y="21791"/>
                </a:lnTo>
                <a:lnTo>
                  <a:pt x="14202" y="23562"/>
                </a:lnTo>
                <a:lnTo>
                  <a:pt x="11859" y="23718"/>
                </a:lnTo>
                <a:lnTo>
                  <a:pt x="9516" y="23562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133" name="Shape 133"/>
          <p:cNvSpPr/>
          <p:nvPr/>
        </p:nvSpPr>
        <p:spPr>
          <a:xfrm>
            <a:off x="6362920" y="1954091"/>
            <a:ext cx="21875" cy="21875"/>
          </a:xfrm>
          <a:custGeom>
            <a:avLst/>
            <a:gdLst/>
            <a:ahLst/>
            <a:cxnLst/>
            <a:rect l="0" t="0" r="r" b="b"/>
            <a:pathLst>
              <a:path w="21875" h="21875">
                <a:moveTo>
                  <a:pt x="8776" y="21731"/>
                </a:moveTo>
                <a:lnTo>
                  <a:pt x="4833" y="20097"/>
                </a:lnTo>
                <a:lnTo>
                  <a:pt x="3203" y="18671"/>
                </a:lnTo>
                <a:lnTo>
                  <a:pt x="1777" y="17041"/>
                </a:lnTo>
                <a:lnTo>
                  <a:pt x="144" y="13098"/>
                </a:lnTo>
                <a:lnTo>
                  <a:pt x="0" y="10937"/>
                </a:lnTo>
                <a:lnTo>
                  <a:pt x="144" y="8776"/>
                </a:lnTo>
                <a:lnTo>
                  <a:pt x="1777" y="4833"/>
                </a:lnTo>
                <a:lnTo>
                  <a:pt x="3203" y="3203"/>
                </a:lnTo>
                <a:lnTo>
                  <a:pt x="4833" y="1777"/>
                </a:lnTo>
                <a:lnTo>
                  <a:pt x="8776" y="144"/>
                </a:lnTo>
                <a:lnTo>
                  <a:pt x="10937" y="0"/>
                </a:lnTo>
                <a:lnTo>
                  <a:pt x="13098" y="144"/>
                </a:lnTo>
                <a:lnTo>
                  <a:pt x="17041" y="1777"/>
                </a:lnTo>
                <a:lnTo>
                  <a:pt x="18671" y="3203"/>
                </a:lnTo>
                <a:lnTo>
                  <a:pt x="20097" y="4833"/>
                </a:lnTo>
                <a:lnTo>
                  <a:pt x="21731" y="8776"/>
                </a:lnTo>
                <a:lnTo>
                  <a:pt x="21875" y="10937"/>
                </a:lnTo>
                <a:lnTo>
                  <a:pt x="21731" y="13098"/>
                </a:lnTo>
                <a:lnTo>
                  <a:pt x="20097" y="17041"/>
                </a:lnTo>
                <a:lnTo>
                  <a:pt x="18671" y="18671"/>
                </a:lnTo>
                <a:lnTo>
                  <a:pt x="17041" y="20097"/>
                </a:lnTo>
                <a:lnTo>
                  <a:pt x="13098" y="21731"/>
                </a:lnTo>
                <a:lnTo>
                  <a:pt x="10937" y="21875"/>
                </a:lnTo>
                <a:lnTo>
                  <a:pt x="8776" y="21731"/>
                </a:lnTo>
                <a:close/>
              </a:path>
            </a:pathLst>
          </a:custGeom>
          <a:solidFill>
            <a:srgbClr val="8AD88B"/>
          </a:solidFill>
          <a:ln>
            <a:noFill/>
          </a:ln>
        </p:spPr>
      </p:sp>
      <p:sp>
        <p:nvSpPr>
          <p:cNvPr id="134" name="Shape 134"/>
          <p:cNvSpPr/>
          <p:nvPr/>
        </p:nvSpPr>
        <p:spPr>
          <a:xfrm>
            <a:off x="6395200" y="1955254"/>
            <a:ext cx="23972" cy="23972"/>
          </a:xfrm>
          <a:custGeom>
            <a:avLst/>
            <a:gdLst/>
            <a:ahLst/>
            <a:cxnLst/>
            <a:rect l="0" t="0" r="r" b="b"/>
            <a:pathLst>
              <a:path w="23972" h="23972">
                <a:moveTo>
                  <a:pt x="9618" y="23814"/>
                </a:moveTo>
                <a:lnTo>
                  <a:pt x="5296" y="22024"/>
                </a:lnTo>
                <a:lnTo>
                  <a:pt x="3510" y="20462"/>
                </a:lnTo>
                <a:lnTo>
                  <a:pt x="1948" y="18676"/>
                </a:lnTo>
                <a:lnTo>
                  <a:pt x="157" y="14354"/>
                </a:lnTo>
                <a:lnTo>
                  <a:pt x="0" y="11986"/>
                </a:lnTo>
                <a:lnTo>
                  <a:pt x="157" y="9618"/>
                </a:lnTo>
                <a:lnTo>
                  <a:pt x="1948" y="5296"/>
                </a:lnTo>
                <a:lnTo>
                  <a:pt x="3510" y="3510"/>
                </a:lnTo>
                <a:lnTo>
                  <a:pt x="5296" y="1948"/>
                </a:lnTo>
                <a:lnTo>
                  <a:pt x="9618" y="157"/>
                </a:lnTo>
                <a:lnTo>
                  <a:pt x="11986" y="0"/>
                </a:lnTo>
                <a:lnTo>
                  <a:pt x="14354" y="157"/>
                </a:lnTo>
                <a:lnTo>
                  <a:pt x="18676" y="1948"/>
                </a:lnTo>
                <a:lnTo>
                  <a:pt x="20462" y="3510"/>
                </a:lnTo>
                <a:lnTo>
                  <a:pt x="22024" y="5296"/>
                </a:lnTo>
                <a:lnTo>
                  <a:pt x="23814" y="9618"/>
                </a:lnTo>
                <a:lnTo>
                  <a:pt x="23972" y="11986"/>
                </a:lnTo>
                <a:lnTo>
                  <a:pt x="23814" y="14354"/>
                </a:lnTo>
                <a:lnTo>
                  <a:pt x="22024" y="18676"/>
                </a:lnTo>
                <a:lnTo>
                  <a:pt x="20462" y="20462"/>
                </a:lnTo>
                <a:lnTo>
                  <a:pt x="18676" y="22024"/>
                </a:lnTo>
                <a:lnTo>
                  <a:pt x="14354" y="23814"/>
                </a:lnTo>
                <a:lnTo>
                  <a:pt x="11986" y="23972"/>
                </a:lnTo>
                <a:lnTo>
                  <a:pt x="9618" y="23814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135" name="Shape 135"/>
          <p:cNvSpPr/>
          <p:nvPr/>
        </p:nvSpPr>
        <p:spPr>
          <a:xfrm>
            <a:off x="6193309" y="1950151"/>
            <a:ext cx="21650" cy="21650"/>
          </a:xfrm>
          <a:custGeom>
            <a:avLst/>
            <a:gdLst/>
            <a:ahLst/>
            <a:cxnLst/>
            <a:rect l="0" t="0" r="r" b="b"/>
            <a:pathLst>
              <a:path w="21650" h="21650">
                <a:moveTo>
                  <a:pt x="8686" y="21507"/>
                </a:moveTo>
                <a:lnTo>
                  <a:pt x="4783" y="19891"/>
                </a:lnTo>
                <a:lnTo>
                  <a:pt x="3170" y="18479"/>
                </a:lnTo>
                <a:lnTo>
                  <a:pt x="1759" y="16866"/>
                </a:lnTo>
                <a:lnTo>
                  <a:pt x="142" y="12963"/>
                </a:lnTo>
                <a:lnTo>
                  <a:pt x="0" y="10825"/>
                </a:lnTo>
                <a:lnTo>
                  <a:pt x="142" y="8686"/>
                </a:lnTo>
                <a:lnTo>
                  <a:pt x="1759" y="4783"/>
                </a:lnTo>
                <a:lnTo>
                  <a:pt x="3170" y="3170"/>
                </a:lnTo>
                <a:lnTo>
                  <a:pt x="4783" y="1759"/>
                </a:lnTo>
                <a:lnTo>
                  <a:pt x="8686" y="142"/>
                </a:lnTo>
                <a:lnTo>
                  <a:pt x="10825" y="0"/>
                </a:lnTo>
                <a:lnTo>
                  <a:pt x="12963" y="142"/>
                </a:lnTo>
                <a:lnTo>
                  <a:pt x="16866" y="1759"/>
                </a:lnTo>
                <a:lnTo>
                  <a:pt x="18479" y="3170"/>
                </a:lnTo>
                <a:lnTo>
                  <a:pt x="19891" y="4783"/>
                </a:lnTo>
                <a:lnTo>
                  <a:pt x="21507" y="8686"/>
                </a:lnTo>
                <a:lnTo>
                  <a:pt x="21650" y="10825"/>
                </a:lnTo>
                <a:lnTo>
                  <a:pt x="21507" y="12963"/>
                </a:lnTo>
                <a:lnTo>
                  <a:pt x="19891" y="16866"/>
                </a:lnTo>
                <a:lnTo>
                  <a:pt x="18479" y="18479"/>
                </a:lnTo>
                <a:lnTo>
                  <a:pt x="16866" y="19891"/>
                </a:lnTo>
                <a:lnTo>
                  <a:pt x="12963" y="21507"/>
                </a:lnTo>
                <a:lnTo>
                  <a:pt x="10825" y="21650"/>
                </a:lnTo>
                <a:lnTo>
                  <a:pt x="8686" y="21507"/>
                </a:lnTo>
                <a:close/>
              </a:path>
            </a:pathLst>
          </a:custGeom>
          <a:solidFill>
            <a:srgbClr val="8BD88C"/>
          </a:solidFill>
          <a:ln>
            <a:noFill/>
          </a:ln>
        </p:spPr>
      </p:sp>
      <p:sp>
        <p:nvSpPr>
          <p:cNvPr id="136" name="Shape 136"/>
          <p:cNvSpPr/>
          <p:nvPr/>
        </p:nvSpPr>
        <p:spPr>
          <a:xfrm>
            <a:off x="6234735" y="1952122"/>
            <a:ext cx="23847" cy="23847"/>
          </a:xfrm>
          <a:custGeom>
            <a:avLst/>
            <a:gdLst/>
            <a:ahLst/>
            <a:cxnLst/>
            <a:rect l="0" t="0" r="r" b="b"/>
            <a:pathLst>
              <a:path w="23847" h="23847">
                <a:moveTo>
                  <a:pt x="9568" y="23690"/>
                </a:moveTo>
                <a:lnTo>
                  <a:pt x="5268" y="21909"/>
                </a:lnTo>
                <a:lnTo>
                  <a:pt x="3492" y="20354"/>
                </a:lnTo>
                <a:lnTo>
                  <a:pt x="1937" y="18578"/>
                </a:lnTo>
                <a:lnTo>
                  <a:pt x="157" y="14279"/>
                </a:lnTo>
                <a:lnTo>
                  <a:pt x="0" y="11923"/>
                </a:lnTo>
                <a:lnTo>
                  <a:pt x="157" y="9568"/>
                </a:lnTo>
                <a:lnTo>
                  <a:pt x="1937" y="5268"/>
                </a:lnTo>
                <a:lnTo>
                  <a:pt x="3492" y="3492"/>
                </a:lnTo>
                <a:lnTo>
                  <a:pt x="5268" y="1937"/>
                </a:lnTo>
                <a:lnTo>
                  <a:pt x="9568" y="157"/>
                </a:lnTo>
                <a:lnTo>
                  <a:pt x="11923" y="0"/>
                </a:lnTo>
                <a:lnTo>
                  <a:pt x="14279" y="157"/>
                </a:lnTo>
                <a:lnTo>
                  <a:pt x="18578" y="1937"/>
                </a:lnTo>
                <a:lnTo>
                  <a:pt x="20354" y="3492"/>
                </a:lnTo>
                <a:lnTo>
                  <a:pt x="21909" y="5268"/>
                </a:lnTo>
                <a:lnTo>
                  <a:pt x="23690" y="9568"/>
                </a:lnTo>
                <a:lnTo>
                  <a:pt x="23847" y="11923"/>
                </a:lnTo>
                <a:lnTo>
                  <a:pt x="23690" y="14279"/>
                </a:lnTo>
                <a:lnTo>
                  <a:pt x="21909" y="18578"/>
                </a:lnTo>
                <a:lnTo>
                  <a:pt x="20354" y="20354"/>
                </a:lnTo>
                <a:lnTo>
                  <a:pt x="18578" y="21909"/>
                </a:lnTo>
                <a:lnTo>
                  <a:pt x="14279" y="23690"/>
                </a:lnTo>
                <a:lnTo>
                  <a:pt x="11923" y="23847"/>
                </a:lnTo>
                <a:lnTo>
                  <a:pt x="9568" y="23690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37" name="Shape 137"/>
          <p:cNvSpPr/>
          <p:nvPr/>
        </p:nvSpPr>
        <p:spPr>
          <a:xfrm>
            <a:off x="6264672" y="1954221"/>
            <a:ext cx="23980" cy="23980"/>
          </a:xfrm>
          <a:custGeom>
            <a:avLst/>
            <a:gdLst/>
            <a:ahLst/>
            <a:cxnLst/>
            <a:rect l="0" t="0" r="r" b="b"/>
            <a:pathLst>
              <a:path w="23980" h="23980">
                <a:moveTo>
                  <a:pt x="9621" y="23822"/>
                </a:moveTo>
                <a:lnTo>
                  <a:pt x="5298" y="22031"/>
                </a:lnTo>
                <a:lnTo>
                  <a:pt x="3511" y="20468"/>
                </a:lnTo>
                <a:lnTo>
                  <a:pt x="1948" y="18682"/>
                </a:lnTo>
                <a:lnTo>
                  <a:pt x="157" y="14358"/>
                </a:lnTo>
                <a:lnTo>
                  <a:pt x="0" y="11990"/>
                </a:lnTo>
                <a:lnTo>
                  <a:pt x="157" y="9621"/>
                </a:lnTo>
                <a:lnTo>
                  <a:pt x="1948" y="5298"/>
                </a:lnTo>
                <a:lnTo>
                  <a:pt x="3511" y="3511"/>
                </a:lnTo>
                <a:lnTo>
                  <a:pt x="5298" y="1948"/>
                </a:lnTo>
                <a:lnTo>
                  <a:pt x="9621" y="157"/>
                </a:lnTo>
                <a:lnTo>
                  <a:pt x="11990" y="0"/>
                </a:lnTo>
                <a:lnTo>
                  <a:pt x="14358" y="157"/>
                </a:lnTo>
                <a:lnTo>
                  <a:pt x="18682" y="1948"/>
                </a:lnTo>
                <a:lnTo>
                  <a:pt x="20468" y="3511"/>
                </a:lnTo>
                <a:lnTo>
                  <a:pt x="22031" y="5298"/>
                </a:lnTo>
                <a:lnTo>
                  <a:pt x="23822" y="9621"/>
                </a:lnTo>
                <a:lnTo>
                  <a:pt x="23980" y="11990"/>
                </a:lnTo>
                <a:lnTo>
                  <a:pt x="23822" y="14358"/>
                </a:lnTo>
                <a:lnTo>
                  <a:pt x="22031" y="18682"/>
                </a:lnTo>
                <a:lnTo>
                  <a:pt x="20468" y="20468"/>
                </a:lnTo>
                <a:lnTo>
                  <a:pt x="18682" y="22031"/>
                </a:lnTo>
                <a:lnTo>
                  <a:pt x="14358" y="23822"/>
                </a:lnTo>
                <a:lnTo>
                  <a:pt x="11990" y="23980"/>
                </a:lnTo>
                <a:lnTo>
                  <a:pt x="9621" y="23822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138" name="Shape 138"/>
          <p:cNvSpPr/>
          <p:nvPr/>
        </p:nvSpPr>
        <p:spPr>
          <a:xfrm>
            <a:off x="6297018" y="1957399"/>
            <a:ext cx="22161" cy="22161"/>
          </a:xfrm>
          <a:custGeom>
            <a:avLst/>
            <a:gdLst/>
            <a:ahLst/>
            <a:cxnLst/>
            <a:rect l="0" t="0" r="r" b="b"/>
            <a:pathLst>
              <a:path w="22161" h="22161">
                <a:moveTo>
                  <a:pt x="8891" y="22016"/>
                </a:moveTo>
                <a:lnTo>
                  <a:pt x="4896" y="20361"/>
                </a:lnTo>
                <a:lnTo>
                  <a:pt x="3245" y="18916"/>
                </a:lnTo>
                <a:lnTo>
                  <a:pt x="1800" y="17265"/>
                </a:lnTo>
                <a:lnTo>
                  <a:pt x="145" y="13270"/>
                </a:lnTo>
                <a:lnTo>
                  <a:pt x="0" y="11080"/>
                </a:lnTo>
                <a:lnTo>
                  <a:pt x="145" y="8891"/>
                </a:lnTo>
                <a:lnTo>
                  <a:pt x="1800" y="4896"/>
                </a:lnTo>
                <a:lnTo>
                  <a:pt x="3245" y="3245"/>
                </a:lnTo>
                <a:lnTo>
                  <a:pt x="4896" y="1800"/>
                </a:lnTo>
                <a:lnTo>
                  <a:pt x="8891" y="145"/>
                </a:lnTo>
                <a:lnTo>
                  <a:pt x="11080" y="0"/>
                </a:lnTo>
                <a:lnTo>
                  <a:pt x="13270" y="145"/>
                </a:lnTo>
                <a:lnTo>
                  <a:pt x="17265" y="1800"/>
                </a:lnTo>
                <a:lnTo>
                  <a:pt x="18916" y="3245"/>
                </a:lnTo>
                <a:lnTo>
                  <a:pt x="20361" y="4896"/>
                </a:lnTo>
                <a:lnTo>
                  <a:pt x="22016" y="8891"/>
                </a:lnTo>
                <a:lnTo>
                  <a:pt x="22161" y="11080"/>
                </a:lnTo>
                <a:lnTo>
                  <a:pt x="22016" y="13270"/>
                </a:lnTo>
                <a:lnTo>
                  <a:pt x="20361" y="17265"/>
                </a:lnTo>
                <a:lnTo>
                  <a:pt x="18916" y="18916"/>
                </a:lnTo>
                <a:lnTo>
                  <a:pt x="17265" y="20361"/>
                </a:lnTo>
                <a:lnTo>
                  <a:pt x="13270" y="22016"/>
                </a:lnTo>
                <a:lnTo>
                  <a:pt x="11080" y="22161"/>
                </a:lnTo>
                <a:lnTo>
                  <a:pt x="8891" y="2201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39" name="Shape 139"/>
          <p:cNvSpPr/>
          <p:nvPr/>
        </p:nvSpPr>
        <p:spPr>
          <a:xfrm>
            <a:off x="6130193" y="1950828"/>
            <a:ext cx="21732" cy="21732"/>
          </a:xfrm>
          <a:custGeom>
            <a:avLst/>
            <a:gdLst/>
            <a:ahLst/>
            <a:cxnLst/>
            <a:rect l="0" t="0" r="r" b="b"/>
            <a:pathLst>
              <a:path w="21732" h="21732">
                <a:moveTo>
                  <a:pt x="8719" y="21589"/>
                </a:moveTo>
                <a:lnTo>
                  <a:pt x="4801" y="19966"/>
                </a:lnTo>
                <a:lnTo>
                  <a:pt x="3182" y="18549"/>
                </a:lnTo>
                <a:lnTo>
                  <a:pt x="1765" y="16930"/>
                </a:lnTo>
                <a:lnTo>
                  <a:pt x="143" y="13012"/>
                </a:lnTo>
                <a:lnTo>
                  <a:pt x="0" y="10866"/>
                </a:lnTo>
                <a:lnTo>
                  <a:pt x="143" y="8719"/>
                </a:lnTo>
                <a:lnTo>
                  <a:pt x="1765" y="4801"/>
                </a:lnTo>
                <a:lnTo>
                  <a:pt x="3182" y="3182"/>
                </a:lnTo>
                <a:lnTo>
                  <a:pt x="4801" y="1765"/>
                </a:lnTo>
                <a:lnTo>
                  <a:pt x="8719" y="143"/>
                </a:lnTo>
                <a:lnTo>
                  <a:pt x="10866" y="0"/>
                </a:lnTo>
                <a:lnTo>
                  <a:pt x="13012" y="143"/>
                </a:lnTo>
                <a:lnTo>
                  <a:pt x="16930" y="1765"/>
                </a:lnTo>
                <a:lnTo>
                  <a:pt x="18549" y="3182"/>
                </a:lnTo>
                <a:lnTo>
                  <a:pt x="19966" y="4801"/>
                </a:lnTo>
                <a:lnTo>
                  <a:pt x="21589" y="8719"/>
                </a:lnTo>
                <a:lnTo>
                  <a:pt x="21732" y="10866"/>
                </a:lnTo>
                <a:lnTo>
                  <a:pt x="21589" y="13012"/>
                </a:lnTo>
                <a:lnTo>
                  <a:pt x="19966" y="16930"/>
                </a:lnTo>
                <a:lnTo>
                  <a:pt x="18549" y="18549"/>
                </a:lnTo>
                <a:lnTo>
                  <a:pt x="16930" y="19966"/>
                </a:lnTo>
                <a:lnTo>
                  <a:pt x="13012" y="21589"/>
                </a:lnTo>
                <a:lnTo>
                  <a:pt x="10866" y="21732"/>
                </a:lnTo>
                <a:lnTo>
                  <a:pt x="8719" y="21589"/>
                </a:lnTo>
                <a:close/>
              </a:path>
            </a:pathLst>
          </a:custGeom>
          <a:solidFill>
            <a:srgbClr val="8BD88B"/>
          </a:solidFill>
          <a:ln>
            <a:noFill/>
          </a:ln>
        </p:spPr>
      </p:sp>
      <p:sp>
        <p:nvSpPr>
          <p:cNvPr id="140" name="Shape 140"/>
          <p:cNvSpPr/>
          <p:nvPr/>
        </p:nvSpPr>
        <p:spPr>
          <a:xfrm>
            <a:off x="6170781" y="1953834"/>
            <a:ext cx="21960" cy="21960"/>
          </a:xfrm>
          <a:custGeom>
            <a:avLst/>
            <a:gdLst/>
            <a:ahLst/>
            <a:cxnLst/>
            <a:rect l="0" t="0" r="r" b="b"/>
            <a:pathLst>
              <a:path w="21960" h="21960">
                <a:moveTo>
                  <a:pt x="8811" y="21816"/>
                </a:moveTo>
                <a:lnTo>
                  <a:pt x="4852" y="20176"/>
                </a:lnTo>
                <a:lnTo>
                  <a:pt x="3216" y="18744"/>
                </a:lnTo>
                <a:lnTo>
                  <a:pt x="1784" y="17108"/>
                </a:lnTo>
                <a:lnTo>
                  <a:pt x="144" y="13149"/>
                </a:lnTo>
                <a:lnTo>
                  <a:pt x="0" y="10980"/>
                </a:lnTo>
                <a:lnTo>
                  <a:pt x="144" y="8811"/>
                </a:lnTo>
                <a:lnTo>
                  <a:pt x="1784" y="4852"/>
                </a:lnTo>
                <a:lnTo>
                  <a:pt x="3216" y="3216"/>
                </a:lnTo>
                <a:lnTo>
                  <a:pt x="4852" y="1784"/>
                </a:lnTo>
                <a:lnTo>
                  <a:pt x="8811" y="144"/>
                </a:lnTo>
                <a:lnTo>
                  <a:pt x="10980" y="0"/>
                </a:lnTo>
                <a:lnTo>
                  <a:pt x="13149" y="144"/>
                </a:lnTo>
                <a:lnTo>
                  <a:pt x="17108" y="1784"/>
                </a:lnTo>
                <a:lnTo>
                  <a:pt x="18744" y="3216"/>
                </a:lnTo>
                <a:lnTo>
                  <a:pt x="20176" y="4852"/>
                </a:lnTo>
                <a:lnTo>
                  <a:pt x="21816" y="8811"/>
                </a:lnTo>
                <a:lnTo>
                  <a:pt x="21960" y="10980"/>
                </a:lnTo>
                <a:lnTo>
                  <a:pt x="21816" y="13149"/>
                </a:lnTo>
                <a:lnTo>
                  <a:pt x="20176" y="17108"/>
                </a:lnTo>
                <a:lnTo>
                  <a:pt x="18744" y="18744"/>
                </a:lnTo>
                <a:lnTo>
                  <a:pt x="17108" y="20176"/>
                </a:lnTo>
                <a:lnTo>
                  <a:pt x="13149" y="21816"/>
                </a:lnTo>
                <a:lnTo>
                  <a:pt x="10980" y="21960"/>
                </a:lnTo>
                <a:lnTo>
                  <a:pt x="8811" y="21816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141" name="Shape 141"/>
          <p:cNvSpPr/>
          <p:nvPr/>
        </p:nvSpPr>
        <p:spPr>
          <a:xfrm>
            <a:off x="6199437" y="1955962"/>
            <a:ext cx="22108" cy="22108"/>
          </a:xfrm>
          <a:custGeom>
            <a:avLst/>
            <a:gdLst/>
            <a:ahLst/>
            <a:cxnLst/>
            <a:rect l="0" t="0" r="r" b="b"/>
            <a:pathLst>
              <a:path w="22108" h="22108">
                <a:moveTo>
                  <a:pt x="8870" y="21963"/>
                </a:moveTo>
                <a:lnTo>
                  <a:pt x="4884" y="20312"/>
                </a:lnTo>
                <a:lnTo>
                  <a:pt x="3237" y="18871"/>
                </a:lnTo>
                <a:lnTo>
                  <a:pt x="1796" y="17224"/>
                </a:lnTo>
                <a:lnTo>
                  <a:pt x="145" y="13238"/>
                </a:lnTo>
                <a:lnTo>
                  <a:pt x="0" y="11054"/>
                </a:lnTo>
                <a:lnTo>
                  <a:pt x="145" y="8870"/>
                </a:lnTo>
                <a:lnTo>
                  <a:pt x="1796" y="4884"/>
                </a:lnTo>
                <a:lnTo>
                  <a:pt x="3237" y="3237"/>
                </a:lnTo>
                <a:lnTo>
                  <a:pt x="4884" y="1796"/>
                </a:lnTo>
                <a:lnTo>
                  <a:pt x="8870" y="145"/>
                </a:lnTo>
                <a:lnTo>
                  <a:pt x="11054" y="0"/>
                </a:lnTo>
                <a:lnTo>
                  <a:pt x="13238" y="145"/>
                </a:lnTo>
                <a:lnTo>
                  <a:pt x="17224" y="1796"/>
                </a:lnTo>
                <a:lnTo>
                  <a:pt x="18871" y="3237"/>
                </a:lnTo>
                <a:lnTo>
                  <a:pt x="20312" y="4884"/>
                </a:lnTo>
                <a:lnTo>
                  <a:pt x="21963" y="8870"/>
                </a:lnTo>
                <a:lnTo>
                  <a:pt x="22108" y="11054"/>
                </a:lnTo>
                <a:lnTo>
                  <a:pt x="21963" y="13238"/>
                </a:lnTo>
                <a:lnTo>
                  <a:pt x="20312" y="17224"/>
                </a:lnTo>
                <a:lnTo>
                  <a:pt x="18871" y="18871"/>
                </a:lnTo>
                <a:lnTo>
                  <a:pt x="17224" y="20312"/>
                </a:lnTo>
                <a:lnTo>
                  <a:pt x="13238" y="21963"/>
                </a:lnTo>
                <a:lnTo>
                  <a:pt x="11054" y="22108"/>
                </a:lnTo>
                <a:lnTo>
                  <a:pt x="8870" y="21963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42" name="Shape 142"/>
          <p:cNvSpPr/>
          <p:nvPr/>
        </p:nvSpPr>
        <p:spPr>
          <a:xfrm>
            <a:off x="6229480" y="1958197"/>
            <a:ext cx="22254" cy="22254"/>
          </a:xfrm>
          <a:custGeom>
            <a:avLst/>
            <a:gdLst/>
            <a:ahLst/>
            <a:cxnLst/>
            <a:rect l="0" t="0" r="r" b="b"/>
            <a:pathLst>
              <a:path w="22254" h="22254">
                <a:moveTo>
                  <a:pt x="8928" y="22107"/>
                </a:moveTo>
                <a:lnTo>
                  <a:pt x="4916" y="20445"/>
                </a:lnTo>
                <a:lnTo>
                  <a:pt x="3259" y="18995"/>
                </a:lnTo>
                <a:lnTo>
                  <a:pt x="1808" y="17337"/>
                </a:lnTo>
                <a:lnTo>
                  <a:pt x="146" y="13325"/>
                </a:lnTo>
                <a:lnTo>
                  <a:pt x="0" y="11127"/>
                </a:lnTo>
                <a:lnTo>
                  <a:pt x="146" y="8928"/>
                </a:lnTo>
                <a:lnTo>
                  <a:pt x="1808" y="4916"/>
                </a:lnTo>
                <a:lnTo>
                  <a:pt x="3259" y="3259"/>
                </a:lnTo>
                <a:lnTo>
                  <a:pt x="4916" y="1808"/>
                </a:lnTo>
                <a:lnTo>
                  <a:pt x="8928" y="146"/>
                </a:lnTo>
                <a:lnTo>
                  <a:pt x="11127" y="0"/>
                </a:lnTo>
                <a:lnTo>
                  <a:pt x="13325" y="146"/>
                </a:lnTo>
                <a:lnTo>
                  <a:pt x="17337" y="1808"/>
                </a:lnTo>
                <a:lnTo>
                  <a:pt x="18995" y="3259"/>
                </a:lnTo>
                <a:lnTo>
                  <a:pt x="20445" y="4916"/>
                </a:lnTo>
                <a:lnTo>
                  <a:pt x="22107" y="8928"/>
                </a:lnTo>
                <a:lnTo>
                  <a:pt x="22254" y="11127"/>
                </a:lnTo>
                <a:lnTo>
                  <a:pt x="22107" y="13325"/>
                </a:lnTo>
                <a:lnTo>
                  <a:pt x="20445" y="17337"/>
                </a:lnTo>
                <a:lnTo>
                  <a:pt x="18995" y="18995"/>
                </a:lnTo>
                <a:lnTo>
                  <a:pt x="17337" y="20445"/>
                </a:lnTo>
                <a:lnTo>
                  <a:pt x="13325" y="22107"/>
                </a:lnTo>
                <a:lnTo>
                  <a:pt x="11127" y="22254"/>
                </a:lnTo>
                <a:lnTo>
                  <a:pt x="8928" y="22107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143" name="Shape 143"/>
          <p:cNvSpPr/>
          <p:nvPr/>
        </p:nvSpPr>
        <p:spPr>
          <a:xfrm>
            <a:off x="6276409" y="1960808"/>
            <a:ext cx="24389" cy="24389"/>
          </a:xfrm>
          <a:custGeom>
            <a:avLst/>
            <a:gdLst/>
            <a:ahLst/>
            <a:cxnLst/>
            <a:rect l="0" t="0" r="r" b="b"/>
            <a:pathLst>
              <a:path w="24389" h="24389">
                <a:moveTo>
                  <a:pt x="9785" y="24228"/>
                </a:moveTo>
                <a:lnTo>
                  <a:pt x="5388" y="22407"/>
                </a:lnTo>
                <a:lnTo>
                  <a:pt x="3571" y="20817"/>
                </a:lnTo>
                <a:lnTo>
                  <a:pt x="1981" y="19000"/>
                </a:lnTo>
                <a:lnTo>
                  <a:pt x="160" y="14603"/>
                </a:lnTo>
                <a:lnTo>
                  <a:pt x="0" y="12194"/>
                </a:lnTo>
                <a:lnTo>
                  <a:pt x="160" y="9785"/>
                </a:lnTo>
                <a:lnTo>
                  <a:pt x="1981" y="5388"/>
                </a:lnTo>
                <a:lnTo>
                  <a:pt x="3571" y="3571"/>
                </a:lnTo>
                <a:lnTo>
                  <a:pt x="5388" y="1981"/>
                </a:lnTo>
                <a:lnTo>
                  <a:pt x="9785" y="160"/>
                </a:lnTo>
                <a:lnTo>
                  <a:pt x="12194" y="0"/>
                </a:lnTo>
                <a:lnTo>
                  <a:pt x="14603" y="160"/>
                </a:lnTo>
                <a:lnTo>
                  <a:pt x="19000" y="1981"/>
                </a:lnTo>
                <a:lnTo>
                  <a:pt x="20817" y="3571"/>
                </a:lnTo>
                <a:lnTo>
                  <a:pt x="22407" y="5388"/>
                </a:lnTo>
                <a:lnTo>
                  <a:pt x="24228" y="9785"/>
                </a:lnTo>
                <a:lnTo>
                  <a:pt x="24389" y="12194"/>
                </a:lnTo>
                <a:lnTo>
                  <a:pt x="24228" y="14603"/>
                </a:lnTo>
                <a:lnTo>
                  <a:pt x="22407" y="19000"/>
                </a:lnTo>
                <a:lnTo>
                  <a:pt x="20817" y="20817"/>
                </a:lnTo>
                <a:lnTo>
                  <a:pt x="19000" y="22407"/>
                </a:lnTo>
                <a:lnTo>
                  <a:pt x="14603" y="24228"/>
                </a:lnTo>
                <a:lnTo>
                  <a:pt x="12194" y="24389"/>
                </a:lnTo>
                <a:lnTo>
                  <a:pt x="9785" y="24228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44" name="Shape 144"/>
          <p:cNvSpPr/>
          <p:nvPr/>
        </p:nvSpPr>
        <p:spPr>
          <a:xfrm>
            <a:off x="6364784" y="1967440"/>
            <a:ext cx="24697" cy="24697"/>
          </a:xfrm>
          <a:custGeom>
            <a:avLst/>
            <a:gdLst/>
            <a:ahLst/>
            <a:cxnLst/>
            <a:rect l="0" t="0" r="r" b="b"/>
            <a:pathLst>
              <a:path w="24697" h="24697">
                <a:moveTo>
                  <a:pt x="9909" y="24534"/>
                </a:moveTo>
                <a:lnTo>
                  <a:pt x="5456" y="22690"/>
                </a:lnTo>
                <a:lnTo>
                  <a:pt x="3616" y="21080"/>
                </a:lnTo>
                <a:lnTo>
                  <a:pt x="2006" y="19240"/>
                </a:lnTo>
                <a:lnTo>
                  <a:pt x="162" y="14788"/>
                </a:lnTo>
                <a:lnTo>
                  <a:pt x="0" y="12348"/>
                </a:lnTo>
                <a:lnTo>
                  <a:pt x="162" y="9909"/>
                </a:lnTo>
                <a:lnTo>
                  <a:pt x="2006" y="5456"/>
                </a:lnTo>
                <a:lnTo>
                  <a:pt x="3616" y="3616"/>
                </a:lnTo>
                <a:lnTo>
                  <a:pt x="5456" y="2006"/>
                </a:lnTo>
                <a:lnTo>
                  <a:pt x="9909" y="162"/>
                </a:lnTo>
                <a:lnTo>
                  <a:pt x="12348" y="0"/>
                </a:lnTo>
                <a:lnTo>
                  <a:pt x="14788" y="162"/>
                </a:lnTo>
                <a:lnTo>
                  <a:pt x="19240" y="2006"/>
                </a:lnTo>
                <a:lnTo>
                  <a:pt x="21080" y="3616"/>
                </a:lnTo>
                <a:lnTo>
                  <a:pt x="22690" y="5456"/>
                </a:lnTo>
                <a:lnTo>
                  <a:pt x="24534" y="9909"/>
                </a:lnTo>
                <a:lnTo>
                  <a:pt x="24697" y="12348"/>
                </a:lnTo>
                <a:lnTo>
                  <a:pt x="24534" y="14788"/>
                </a:lnTo>
                <a:lnTo>
                  <a:pt x="22690" y="19240"/>
                </a:lnTo>
                <a:lnTo>
                  <a:pt x="21080" y="21080"/>
                </a:lnTo>
                <a:lnTo>
                  <a:pt x="19240" y="22690"/>
                </a:lnTo>
                <a:lnTo>
                  <a:pt x="14788" y="24534"/>
                </a:lnTo>
                <a:lnTo>
                  <a:pt x="12348" y="24697"/>
                </a:lnTo>
                <a:lnTo>
                  <a:pt x="9909" y="2453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45" name="Shape 145"/>
          <p:cNvSpPr/>
          <p:nvPr/>
        </p:nvSpPr>
        <p:spPr>
          <a:xfrm>
            <a:off x="6066062" y="1951520"/>
            <a:ext cx="21808" cy="21808"/>
          </a:xfrm>
          <a:custGeom>
            <a:avLst/>
            <a:gdLst/>
            <a:ahLst/>
            <a:cxnLst/>
            <a:rect l="0" t="0" r="r" b="b"/>
            <a:pathLst>
              <a:path w="21808" h="21808">
                <a:moveTo>
                  <a:pt x="8750" y="21665"/>
                </a:moveTo>
                <a:lnTo>
                  <a:pt x="4818" y="20036"/>
                </a:lnTo>
                <a:lnTo>
                  <a:pt x="3193" y="18614"/>
                </a:lnTo>
                <a:lnTo>
                  <a:pt x="1772" y="16990"/>
                </a:lnTo>
                <a:lnTo>
                  <a:pt x="143" y="13058"/>
                </a:lnTo>
                <a:lnTo>
                  <a:pt x="0" y="10904"/>
                </a:lnTo>
                <a:lnTo>
                  <a:pt x="143" y="8750"/>
                </a:lnTo>
                <a:lnTo>
                  <a:pt x="1772" y="4818"/>
                </a:lnTo>
                <a:lnTo>
                  <a:pt x="3193" y="3193"/>
                </a:lnTo>
                <a:lnTo>
                  <a:pt x="4818" y="1772"/>
                </a:lnTo>
                <a:lnTo>
                  <a:pt x="8750" y="143"/>
                </a:lnTo>
                <a:lnTo>
                  <a:pt x="10904" y="0"/>
                </a:lnTo>
                <a:lnTo>
                  <a:pt x="13058" y="143"/>
                </a:lnTo>
                <a:lnTo>
                  <a:pt x="16990" y="1772"/>
                </a:lnTo>
                <a:lnTo>
                  <a:pt x="18614" y="3193"/>
                </a:lnTo>
                <a:lnTo>
                  <a:pt x="20036" y="4818"/>
                </a:lnTo>
                <a:lnTo>
                  <a:pt x="21665" y="8750"/>
                </a:lnTo>
                <a:lnTo>
                  <a:pt x="21808" y="10904"/>
                </a:lnTo>
                <a:lnTo>
                  <a:pt x="21665" y="13058"/>
                </a:lnTo>
                <a:lnTo>
                  <a:pt x="20036" y="16990"/>
                </a:lnTo>
                <a:lnTo>
                  <a:pt x="18614" y="18614"/>
                </a:lnTo>
                <a:lnTo>
                  <a:pt x="16990" y="20036"/>
                </a:lnTo>
                <a:lnTo>
                  <a:pt x="13058" y="21665"/>
                </a:lnTo>
                <a:lnTo>
                  <a:pt x="10904" y="21808"/>
                </a:lnTo>
                <a:lnTo>
                  <a:pt x="8750" y="21665"/>
                </a:lnTo>
                <a:close/>
              </a:path>
            </a:pathLst>
          </a:custGeom>
          <a:solidFill>
            <a:srgbClr val="8BD88B"/>
          </a:solidFill>
          <a:ln>
            <a:noFill/>
          </a:ln>
        </p:spPr>
      </p:sp>
      <p:sp>
        <p:nvSpPr>
          <p:cNvPr id="146" name="Shape 146"/>
          <p:cNvSpPr/>
          <p:nvPr/>
        </p:nvSpPr>
        <p:spPr>
          <a:xfrm>
            <a:off x="6104759" y="1954575"/>
            <a:ext cx="22040" cy="22040"/>
          </a:xfrm>
          <a:custGeom>
            <a:avLst/>
            <a:gdLst/>
            <a:ahLst/>
            <a:cxnLst/>
            <a:rect l="0" t="0" r="r" b="b"/>
            <a:pathLst>
              <a:path w="22040" h="22040">
                <a:moveTo>
                  <a:pt x="8843" y="21895"/>
                </a:moveTo>
                <a:lnTo>
                  <a:pt x="4869" y="20249"/>
                </a:lnTo>
                <a:lnTo>
                  <a:pt x="3227" y="18812"/>
                </a:lnTo>
                <a:lnTo>
                  <a:pt x="1790" y="17170"/>
                </a:lnTo>
                <a:lnTo>
                  <a:pt x="145" y="13197"/>
                </a:lnTo>
                <a:lnTo>
                  <a:pt x="0" y="11020"/>
                </a:lnTo>
                <a:lnTo>
                  <a:pt x="145" y="8843"/>
                </a:lnTo>
                <a:lnTo>
                  <a:pt x="1790" y="4869"/>
                </a:lnTo>
                <a:lnTo>
                  <a:pt x="3227" y="3227"/>
                </a:lnTo>
                <a:lnTo>
                  <a:pt x="4869" y="1790"/>
                </a:lnTo>
                <a:lnTo>
                  <a:pt x="8843" y="145"/>
                </a:lnTo>
                <a:lnTo>
                  <a:pt x="11020" y="0"/>
                </a:lnTo>
                <a:lnTo>
                  <a:pt x="13197" y="145"/>
                </a:lnTo>
                <a:lnTo>
                  <a:pt x="17170" y="1790"/>
                </a:lnTo>
                <a:lnTo>
                  <a:pt x="18812" y="3227"/>
                </a:lnTo>
                <a:lnTo>
                  <a:pt x="20249" y="4869"/>
                </a:lnTo>
                <a:lnTo>
                  <a:pt x="21895" y="8843"/>
                </a:lnTo>
                <a:lnTo>
                  <a:pt x="22040" y="11020"/>
                </a:lnTo>
                <a:lnTo>
                  <a:pt x="21895" y="13197"/>
                </a:lnTo>
                <a:lnTo>
                  <a:pt x="20249" y="17170"/>
                </a:lnTo>
                <a:lnTo>
                  <a:pt x="18812" y="18812"/>
                </a:lnTo>
                <a:lnTo>
                  <a:pt x="17170" y="20249"/>
                </a:lnTo>
                <a:lnTo>
                  <a:pt x="13197" y="21895"/>
                </a:lnTo>
                <a:lnTo>
                  <a:pt x="11020" y="22040"/>
                </a:lnTo>
                <a:lnTo>
                  <a:pt x="8843" y="2189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47" name="Shape 147"/>
          <p:cNvSpPr/>
          <p:nvPr/>
        </p:nvSpPr>
        <p:spPr>
          <a:xfrm>
            <a:off x="6132094" y="1956739"/>
            <a:ext cx="22191" cy="22191"/>
          </a:xfrm>
          <a:custGeom>
            <a:avLst/>
            <a:gdLst/>
            <a:ahLst/>
            <a:cxnLst/>
            <a:rect l="0" t="0" r="r" b="b"/>
            <a:pathLst>
              <a:path w="22191" h="22191">
                <a:moveTo>
                  <a:pt x="8903" y="22045"/>
                </a:moveTo>
                <a:lnTo>
                  <a:pt x="4903" y="20388"/>
                </a:lnTo>
                <a:lnTo>
                  <a:pt x="3249" y="18941"/>
                </a:lnTo>
                <a:lnTo>
                  <a:pt x="1803" y="17288"/>
                </a:lnTo>
                <a:lnTo>
                  <a:pt x="146" y="13287"/>
                </a:lnTo>
                <a:lnTo>
                  <a:pt x="0" y="11095"/>
                </a:lnTo>
                <a:lnTo>
                  <a:pt x="146" y="8903"/>
                </a:lnTo>
                <a:lnTo>
                  <a:pt x="1803" y="4903"/>
                </a:lnTo>
                <a:lnTo>
                  <a:pt x="3249" y="3249"/>
                </a:lnTo>
                <a:lnTo>
                  <a:pt x="4903" y="1803"/>
                </a:lnTo>
                <a:lnTo>
                  <a:pt x="8903" y="146"/>
                </a:lnTo>
                <a:lnTo>
                  <a:pt x="11095" y="0"/>
                </a:lnTo>
                <a:lnTo>
                  <a:pt x="13287" y="146"/>
                </a:lnTo>
                <a:lnTo>
                  <a:pt x="17288" y="1803"/>
                </a:lnTo>
                <a:lnTo>
                  <a:pt x="18941" y="3249"/>
                </a:lnTo>
                <a:lnTo>
                  <a:pt x="20388" y="4903"/>
                </a:lnTo>
                <a:lnTo>
                  <a:pt x="22045" y="8903"/>
                </a:lnTo>
                <a:lnTo>
                  <a:pt x="22191" y="11095"/>
                </a:lnTo>
                <a:lnTo>
                  <a:pt x="22045" y="13287"/>
                </a:lnTo>
                <a:lnTo>
                  <a:pt x="20388" y="17288"/>
                </a:lnTo>
                <a:lnTo>
                  <a:pt x="18941" y="18941"/>
                </a:lnTo>
                <a:lnTo>
                  <a:pt x="17288" y="20388"/>
                </a:lnTo>
                <a:lnTo>
                  <a:pt x="13287" y="22045"/>
                </a:lnTo>
                <a:lnTo>
                  <a:pt x="11095" y="22191"/>
                </a:lnTo>
                <a:lnTo>
                  <a:pt x="8903" y="22045"/>
                </a:lnTo>
                <a:close/>
              </a:path>
            </a:pathLst>
          </a:custGeom>
          <a:solidFill>
            <a:srgbClr val="89D789"/>
          </a:solidFill>
          <a:ln>
            <a:noFill/>
          </a:ln>
        </p:spPr>
      </p:sp>
      <p:sp>
        <p:nvSpPr>
          <p:cNvPr id="148" name="Shape 148"/>
          <p:cNvSpPr/>
          <p:nvPr/>
        </p:nvSpPr>
        <p:spPr>
          <a:xfrm>
            <a:off x="6160763" y="1959013"/>
            <a:ext cx="22339" cy="22339"/>
          </a:xfrm>
          <a:custGeom>
            <a:avLst/>
            <a:gdLst/>
            <a:ahLst/>
            <a:cxnLst/>
            <a:rect l="0" t="0" r="r" b="b"/>
            <a:pathLst>
              <a:path w="22339" h="22339">
                <a:moveTo>
                  <a:pt x="8963" y="22192"/>
                </a:moveTo>
                <a:lnTo>
                  <a:pt x="4935" y="20524"/>
                </a:lnTo>
                <a:lnTo>
                  <a:pt x="3271" y="19068"/>
                </a:lnTo>
                <a:lnTo>
                  <a:pt x="1815" y="17403"/>
                </a:lnTo>
                <a:lnTo>
                  <a:pt x="147" y="13376"/>
                </a:lnTo>
                <a:lnTo>
                  <a:pt x="0" y="11169"/>
                </a:lnTo>
                <a:lnTo>
                  <a:pt x="147" y="8963"/>
                </a:lnTo>
                <a:lnTo>
                  <a:pt x="1815" y="4935"/>
                </a:lnTo>
                <a:lnTo>
                  <a:pt x="3271" y="3271"/>
                </a:lnTo>
                <a:lnTo>
                  <a:pt x="4935" y="1815"/>
                </a:lnTo>
                <a:lnTo>
                  <a:pt x="8963" y="147"/>
                </a:lnTo>
                <a:lnTo>
                  <a:pt x="11169" y="0"/>
                </a:lnTo>
                <a:lnTo>
                  <a:pt x="13376" y="147"/>
                </a:lnTo>
                <a:lnTo>
                  <a:pt x="17403" y="1815"/>
                </a:lnTo>
                <a:lnTo>
                  <a:pt x="19068" y="3271"/>
                </a:lnTo>
                <a:lnTo>
                  <a:pt x="20524" y="4935"/>
                </a:lnTo>
                <a:lnTo>
                  <a:pt x="22192" y="8963"/>
                </a:lnTo>
                <a:lnTo>
                  <a:pt x="22339" y="11169"/>
                </a:lnTo>
                <a:lnTo>
                  <a:pt x="22192" y="13376"/>
                </a:lnTo>
                <a:lnTo>
                  <a:pt x="20524" y="17403"/>
                </a:lnTo>
                <a:lnTo>
                  <a:pt x="19068" y="19068"/>
                </a:lnTo>
                <a:lnTo>
                  <a:pt x="17403" y="20524"/>
                </a:lnTo>
                <a:lnTo>
                  <a:pt x="13376" y="22192"/>
                </a:lnTo>
                <a:lnTo>
                  <a:pt x="11169" y="22339"/>
                </a:lnTo>
                <a:lnTo>
                  <a:pt x="8963" y="22192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49" name="Shape 149"/>
          <p:cNvSpPr/>
          <p:nvPr/>
        </p:nvSpPr>
        <p:spPr>
          <a:xfrm>
            <a:off x="6205530" y="1961692"/>
            <a:ext cx="24472" cy="24472"/>
          </a:xfrm>
          <a:custGeom>
            <a:avLst/>
            <a:gdLst/>
            <a:ahLst/>
            <a:cxnLst/>
            <a:rect l="0" t="0" r="r" b="b"/>
            <a:pathLst>
              <a:path w="24472" h="24472">
                <a:moveTo>
                  <a:pt x="9818" y="24311"/>
                </a:moveTo>
                <a:lnTo>
                  <a:pt x="5407" y="22483"/>
                </a:lnTo>
                <a:lnTo>
                  <a:pt x="3583" y="20888"/>
                </a:lnTo>
                <a:lnTo>
                  <a:pt x="1988" y="19065"/>
                </a:lnTo>
                <a:lnTo>
                  <a:pt x="161" y="14653"/>
                </a:lnTo>
                <a:lnTo>
                  <a:pt x="0" y="12236"/>
                </a:lnTo>
                <a:lnTo>
                  <a:pt x="161" y="9818"/>
                </a:lnTo>
                <a:lnTo>
                  <a:pt x="1988" y="5407"/>
                </a:lnTo>
                <a:lnTo>
                  <a:pt x="3583" y="3583"/>
                </a:lnTo>
                <a:lnTo>
                  <a:pt x="5407" y="1988"/>
                </a:lnTo>
                <a:lnTo>
                  <a:pt x="9818" y="161"/>
                </a:lnTo>
                <a:lnTo>
                  <a:pt x="12236" y="0"/>
                </a:lnTo>
                <a:lnTo>
                  <a:pt x="14653" y="161"/>
                </a:lnTo>
                <a:lnTo>
                  <a:pt x="19065" y="1988"/>
                </a:lnTo>
                <a:lnTo>
                  <a:pt x="20888" y="3583"/>
                </a:lnTo>
                <a:lnTo>
                  <a:pt x="22483" y="5407"/>
                </a:lnTo>
                <a:lnTo>
                  <a:pt x="24311" y="9818"/>
                </a:lnTo>
                <a:lnTo>
                  <a:pt x="24472" y="12236"/>
                </a:lnTo>
                <a:lnTo>
                  <a:pt x="24311" y="14653"/>
                </a:lnTo>
                <a:lnTo>
                  <a:pt x="22483" y="19065"/>
                </a:lnTo>
                <a:lnTo>
                  <a:pt x="20888" y="20888"/>
                </a:lnTo>
                <a:lnTo>
                  <a:pt x="19065" y="22483"/>
                </a:lnTo>
                <a:lnTo>
                  <a:pt x="14653" y="24311"/>
                </a:lnTo>
                <a:lnTo>
                  <a:pt x="12236" y="24472"/>
                </a:lnTo>
                <a:lnTo>
                  <a:pt x="9818" y="24311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50" name="Shape 150"/>
          <p:cNvSpPr/>
          <p:nvPr/>
        </p:nvSpPr>
        <p:spPr>
          <a:xfrm>
            <a:off x="6254873" y="1965634"/>
            <a:ext cx="24666" cy="24666"/>
          </a:xfrm>
          <a:custGeom>
            <a:avLst/>
            <a:gdLst/>
            <a:ahLst/>
            <a:cxnLst/>
            <a:rect l="0" t="0" r="r" b="b"/>
            <a:pathLst>
              <a:path w="24666" h="24666">
                <a:moveTo>
                  <a:pt x="9896" y="24503"/>
                </a:moveTo>
                <a:lnTo>
                  <a:pt x="5449" y="22661"/>
                </a:lnTo>
                <a:lnTo>
                  <a:pt x="3612" y="21053"/>
                </a:lnTo>
                <a:lnTo>
                  <a:pt x="2004" y="19216"/>
                </a:lnTo>
                <a:lnTo>
                  <a:pt x="162" y="14769"/>
                </a:lnTo>
                <a:lnTo>
                  <a:pt x="0" y="12333"/>
                </a:lnTo>
                <a:lnTo>
                  <a:pt x="162" y="9896"/>
                </a:lnTo>
                <a:lnTo>
                  <a:pt x="2004" y="5449"/>
                </a:lnTo>
                <a:lnTo>
                  <a:pt x="3612" y="3612"/>
                </a:lnTo>
                <a:lnTo>
                  <a:pt x="5449" y="2004"/>
                </a:lnTo>
                <a:lnTo>
                  <a:pt x="9896" y="162"/>
                </a:lnTo>
                <a:lnTo>
                  <a:pt x="12333" y="0"/>
                </a:lnTo>
                <a:lnTo>
                  <a:pt x="14769" y="162"/>
                </a:lnTo>
                <a:lnTo>
                  <a:pt x="19216" y="2004"/>
                </a:lnTo>
                <a:lnTo>
                  <a:pt x="21053" y="3612"/>
                </a:lnTo>
                <a:lnTo>
                  <a:pt x="22661" y="5449"/>
                </a:lnTo>
                <a:lnTo>
                  <a:pt x="24503" y="9896"/>
                </a:lnTo>
                <a:lnTo>
                  <a:pt x="24666" y="12333"/>
                </a:lnTo>
                <a:lnTo>
                  <a:pt x="24503" y="14769"/>
                </a:lnTo>
                <a:lnTo>
                  <a:pt x="22661" y="19216"/>
                </a:lnTo>
                <a:lnTo>
                  <a:pt x="21053" y="21053"/>
                </a:lnTo>
                <a:lnTo>
                  <a:pt x="19216" y="22661"/>
                </a:lnTo>
                <a:lnTo>
                  <a:pt x="14769" y="24503"/>
                </a:lnTo>
                <a:lnTo>
                  <a:pt x="12333" y="24666"/>
                </a:lnTo>
                <a:lnTo>
                  <a:pt x="9896" y="2450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51" name="Shape 151"/>
          <p:cNvSpPr/>
          <p:nvPr/>
        </p:nvSpPr>
        <p:spPr>
          <a:xfrm>
            <a:off x="6290936" y="1969392"/>
            <a:ext cx="22899" cy="22899"/>
          </a:xfrm>
          <a:custGeom>
            <a:avLst/>
            <a:gdLst/>
            <a:ahLst/>
            <a:cxnLst/>
            <a:rect l="0" t="0" r="r" b="b"/>
            <a:pathLst>
              <a:path w="22899" h="22899">
                <a:moveTo>
                  <a:pt x="9187" y="22748"/>
                </a:moveTo>
                <a:lnTo>
                  <a:pt x="5059" y="21038"/>
                </a:lnTo>
                <a:lnTo>
                  <a:pt x="3353" y="19545"/>
                </a:lnTo>
                <a:lnTo>
                  <a:pt x="1860" y="17839"/>
                </a:lnTo>
                <a:lnTo>
                  <a:pt x="150" y="13711"/>
                </a:lnTo>
                <a:lnTo>
                  <a:pt x="0" y="11449"/>
                </a:lnTo>
                <a:lnTo>
                  <a:pt x="150" y="9187"/>
                </a:lnTo>
                <a:lnTo>
                  <a:pt x="1860" y="5059"/>
                </a:lnTo>
                <a:lnTo>
                  <a:pt x="3353" y="3353"/>
                </a:lnTo>
                <a:lnTo>
                  <a:pt x="5059" y="1860"/>
                </a:lnTo>
                <a:lnTo>
                  <a:pt x="9187" y="150"/>
                </a:lnTo>
                <a:lnTo>
                  <a:pt x="11449" y="0"/>
                </a:lnTo>
                <a:lnTo>
                  <a:pt x="13711" y="150"/>
                </a:lnTo>
                <a:lnTo>
                  <a:pt x="17839" y="1860"/>
                </a:lnTo>
                <a:lnTo>
                  <a:pt x="19545" y="3353"/>
                </a:lnTo>
                <a:lnTo>
                  <a:pt x="21038" y="5059"/>
                </a:lnTo>
                <a:lnTo>
                  <a:pt x="22748" y="9187"/>
                </a:lnTo>
                <a:lnTo>
                  <a:pt x="22899" y="11449"/>
                </a:lnTo>
                <a:lnTo>
                  <a:pt x="22748" y="13711"/>
                </a:lnTo>
                <a:lnTo>
                  <a:pt x="21038" y="17839"/>
                </a:lnTo>
                <a:lnTo>
                  <a:pt x="19545" y="19545"/>
                </a:lnTo>
                <a:lnTo>
                  <a:pt x="17839" y="21038"/>
                </a:lnTo>
                <a:lnTo>
                  <a:pt x="13711" y="22748"/>
                </a:lnTo>
                <a:lnTo>
                  <a:pt x="11449" y="22899"/>
                </a:lnTo>
                <a:lnTo>
                  <a:pt x="9187" y="22748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52" name="Shape 152"/>
          <p:cNvSpPr/>
          <p:nvPr/>
        </p:nvSpPr>
        <p:spPr>
          <a:xfrm>
            <a:off x="5967908" y="1952588"/>
            <a:ext cx="21908" cy="21908"/>
          </a:xfrm>
          <a:custGeom>
            <a:avLst/>
            <a:gdLst/>
            <a:ahLst/>
            <a:cxnLst/>
            <a:rect l="0" t="0" r="r" b="b"/>
            <a:pathLst>
              <a:path w="21908" h="21908">
                <a:moveTo>
                  <a:pt x="8790" y="21763"/>
                </a:moveTo>
                <a:lnTo>
                  <a:pt x="4840" y="20127"/>
                </a:lnTo>
                <a:lnTo>
                  <a:pt x="3208" y="18699"/>
                </a:lnTo>
                <a:lnTo>
                  <a:pt x="1780" y="17067"/>
                </a:lnTo>
                <a:lnTo>
                  <a:pt x="144" y="13118"/>
                </a:lnTo>
                <a:lnTo>
                  <a:pt x="0" y="10954"/>
                </a:lnTo>
                <a:lnTo>
                  <a:pt x="144" y="8790"/>
                </a:lnTo>
                <a:lnTo>
                  <a:pt x="1780" y="4840"/>
                </a:lnTo>
                <a:lnTo>
                  <a:pt x="3208" y="3208"/>
                </a:lnTo>
                <a:lnTo>
                  <a:pt x="4840" y="1780"/>
                </a:lnTo>
                <a:lnTo>
                  <a:pt x="8790" y="144"/>
                </a:lnTo>
                <a:lnTo>
                  <a:pt x="10954" y="0"/>
                </a:lnTo>
                <a:lnTo>
                  <a:pt x="13118" y="144"/>
                </a:lnTo>
                <a:lnTo>
                  <a:pt x="17067" y="1780"/>
                </a:lnTo>
                <a:lnTo>
                  <a:pt x="18699" y="3208"/>
                </a:lnTo>
                <a:lnTo>
                  <a:pt x="20127" y="4840"/>
                </a:lnTo>
                <a:lnTo>
                  <a:pt x="21763" y="8790"/>
                </a:lnTo>
                <a:lnTo>
                  <a:pt x="21908" y="10954"/>
                </a:lnTo>
                <a:lnTo>
                  <a:pt x="21763" y="13118"/>
                </a:lnTo>
                <a:lnTo>
                  <a:pt x="20127" y="17067"/>
                </a:lnTo>
                <a:lnTo>
                  <a:pt x="18699" y="18699"/>
                </a:lnTo>
                <a:lnTo>
                  <a:pt x="17067" y="20127"/>
                </a:lnTo>
                <a:lnTo>
                  <a:pt x="13118" y="21763"/>
                </a:lnTo>
                <a:lnTo>
                  <a:pt x="10954" y="21908"/>
                </a:lnTo>
                <a:lnTo>
                  <a:pt x="8790" y="21763"/>
                </a:lnTo>
                <a:close/>
              </a:path>
            </a:pathLst>
          </a:custGeom>
          <a:solidFill>
            <a:srgbClr val="8AD88B"/>
          </a:solidFill>
          <a:ln>
            <a:noFill/>
          </a:ln>
        </p:spPr>
      </p:sp>
      <p:sp>
        <p:nvSpPr>
          <p:cNvPr id="153" name="Shape 153"/>
          <p:cNvSpPr/>
          <p:nvPr/>
        </p:nvSpPr>
        <p:spPr>
          <a:xfrm>
            <a:off x="6003639" y="1955719"/>
            <a:ext cx="22146" cy="22146"/>
          </a:xfrm>
          <a:custGeom>
            <a:avLst/>
            <a:gdLst/>
            <a:ahLst/>
            <a:cxnLst/>
            <a:rect l="0" t="0" r="r" b="b"/>
            <a:pathLst>
              <a:path w="22146" h="22146">
                <a:moveTo>
                  <a:pt x="8885" y="22000"/>
                </a:moveTo>
                <a:lnTo>
                  <a:pt x="4893" y="20347"/>
                </a:lnTo>
                <a:lnTo>
                  <a:pt x="3243" y="18903"/>
                </a:lnTo>
                <a:lnTo>
                  <a:pt x="1799" y="17253"/>
                </a:lnTo>
                <a:lnTo>
                  <a:pt x="145" y="13260"/>
                </a:lnTo>
                <a:lnTo>
                  <a:pt x="0" y="11073"/>
                </a:lnTo>
                <a:lnTo>
                  <a:pt x="145" y="8885"/>
                </a:lnTo>
                <a:lnTo>
                  <a:pt x="1799" y="4893"/>
                </a:lnTo>
                <a:lnTo>
                  <a:pt x="3243" y="3243"/>
                </a:lnTo>
                <a:lnTo>
                  <a:pt x="4893" y="1799"/>
                </a:lnTo>
                <a:lnTo>
                  <a:pt x="8885" y="145"/>
                </a:lnTo>
                <a:lnTo>
                  <a:pt x="11073" y="0"/>
                </a:lnTo>
                <a:lnTo>
                  <a:pt x="13260" y="145"/>
                </a:lnTo>
                <a:lnTo>
                  <a:pt x="17253" y="1799"/>
                </a:lnTo>
                <a:lnTo>
                  <a:pt x="18903" y="3243"/>
                </a:lnTo>
                <a:lnTo>
                  <a:pt x="20347" y="4893"/>
                </a:lnTo>
                <a:lnTo>
                  <a:pt x="22000" y="8885"/>
                </a:lnTo>
                <a:lnTo>
                  <a:pt x="22146" y="11073"/>
                </a:lnTo>
                <a:lnTo>
                  <a:pt x="22000" y="13260"/>
                </a:lnTo>
                <a:lnTo>
                  <a:pt x="20347" y="17253"/>
                </a:lnTo>
                <a:lnTo>
                  <a:pt x="18903" y="18903"/>
                </a:lnTo>
                <a:lnTo>
                  <a:pt x="17253" y="20347"/>
                </a:lnTo>
                <a:lnTo>
                  <a:pt x="13260" y="22000"/>
                </a:lnTo>
                <a:lnTo>
                  <a:pt x="11073" y="22146"/>
                </a:lnTo>
                <a:lnTo>
                  <a:pt x="8885" y="22000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54" name="Shape 154"/>
          <p:cNvSpPr/>
          <p:nvPr/>
        </p:nvSpPr>
        <p:spPr>
          <a:xfrm>
            <a:off x="6028898" y="1957939"/>
            <a:ext cx="22301" cy="22301"/>
          </a:xfrm>
          <a:custGeom>
            <a:avLst/>
            <a:gdLst/>
            <a:ahLst/>
            <a:cxnLst/>
            <a:rect l="0" t="0" r="r" b="b"/>
            <a:pathLst>
              <a:path w="22301" h="22301">
                <a:moveTo>
                  <a:pt x="8948" y="22155"/>
                </a:moveTo>
                <a:lnTo>
                  <a:pt x="4927" y="20489"/>
                </a:lnTo>
                <a:lnTo>
                  <a:pt x="3266" y="19035"/>
                </a:lnTo>
                <a:lnTo>
                  <a:pt x="1812" y="17374"/>
                </a:lnTo>
                <a:lnTo>
                  <a:pt x="146" y="13353"/>
                </a:lnTo>
                <a:lnTo>
                  <a:pt x="0" y="11150"/>
                </a:lnTo>
                <a:lnTo>
                  <a:pt x="146" y="8948"/>
                </a:lnTo>
                <a:lnTo>
                  <a:pt x="1812" y="4927"/>
                </a:lnTo>
                <a:lnTo>
                  <a:pt x="3266" y="3266"/>
                </a:lnTo>
                <a:lnTo>
                  <a:pt x="4927" y="1812"/>
                </a:lnTo>
                <a:lnTo>
                  <a:pt x="8948" y="146"/>
                </a:lnTo>
                <a:lnTo>
                  <a:pt x="11150" y="0"/>
                </a:lnTo>
                <a:lnTo>
                  <a:pt x="13353" y="146"/>
                </a:lnTo>
                <a:lnTo>
                  <a:pt x="17374" y="1812"/>
                </a:lnTo>
                <a:lnTo>
                  <a:pt x="19035" y="3266"/>
                </a:lnTo>
                <a:lnTo>
                  <a:pt x="20489" y="4927"/>
                </a:lnTo>
                <a:lnTo>
                  <a:pt x="22155" y="8948"/>
                </a:lnTo>
                <a:lnTo>
                  <a:pt x="22301" y="11150"/>
                </a:lnTo>
                <a:lnTo>
                  <a:pt x="22155" y="13353"/>
                </a:lnTo>
                <a:lnTo>
                  <a:pt x="20489" y="17374"/>
                </a:lnTo>
                <a:lnTo>
                  <a:pt x="19035" y="19035"/>
                </a:lnTo>
                <a:lnTo>
                  <a:pt x="17374" y="20489"/>
                </a:lnTo>
                <a:lnTo>
                  <a:pt x="13353" y="22155"/>
                </a:lnTo>
                <a:lnTo>
                  <a:pt x="11150" y="22301"/>
                </a:lnTo>
                <a:lnTo>
                  <a:pt x="8948" y="22155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55" name="Shape 155"/>
          <p:cNvSpPr/>
          <p:nvPr/>
        </p:nvSpPr>
        <p:spPr>
          <a:xfrm>
            <a:off x="6055407" y="1960273"/>
            <a:ext cx="22453" cy="22453"/>
          </a:xfrm>
          <a:custGeom>
            <a:avLst/>
            <a:gdLst/>
            <a:ahLst/>
            <a:cxnLst/>
            <a:rect l="0" t="0" r="r" b="b"/>
            <a:pathLst>
              <a:path w="22453" h="22453">
                <a:moveTo>
                  <a:pt x="9009" y="22306"/>
                </a:moveTo>
                <a:lnTo>
                  <a:pt x="4961" y="20629"/>
                </a:lnTo>
                <a:lnTo>
                  <a:pt x="3288" y="19165"/>
                </a:lnTo>
                <a:lnTo>
                  <a:pt x="1824" y="17492"/>
                </a:lnTo>
                <a:lnTo>
                  <a:pt x="147" y="13444"/>
                </a:lnTo>
                <a:lnTo>
                  <a:pt x="0" y="11226"/>
                </a:lnTo>
                <a:lnTo>
                  <a:pt x="147" y="9009"/>
                </a:lnTo>
                <a:lnTo>
                  <a:pt x="1824" y="4961"/>
                </a:lnTo>
                <a:lnTo>
                  <a:pt x="3288" y="3288"/>
                </a:lnTo>
                <a:lnTo>
                  <a:pt x="4961" y="1824"/>
                </a:lnTo>
                <a:lnTo>
                  <a:pt x="9009" y="147"/>
                </a:lnTo>
                <a:lnTo>
                  <a:pt x="11226" y="0"/>
                </a:lnTo>
                <a:lnTo>
                  <a:pt x="13444" y="147"/>
                </a:lnTo>
                <a:lnTo>
                  <a:pt x="17492" y="1824"/>
                </a:lnTo>
                <a:lnTo>
                  <a:pt x="19165" y="3288"/>
                </a:lnTo>
                <a:lnTo>
                  <a:pt x="20629" y="4961"/>
                </a:lnTo>
                <a:lnTo>
                  <a:pt x="22306" y="9009"/>
                </a:lnTo>
                <a:lnTo>
                  <a:pt x="22453" y="11226"/>
                </a:lnTo>
                <a:lnTo>
                  <a:pt x="22306" y="13444"/>
                </a:lnTo>
                <a:lnTo>
                  <a:pt x="20629" y="17492"/>
                </a:lnTo>
                <a:lnTo>
                  <a:pt x="19165" y="19165"/>
                </a:lnTo>
                <a:lnTo>
                  <a:pt x="17492" y="20629"/>
                </a:lnTo>
                <a:lnTo>
                  <a:pt x="13444" y="22306"/>
                </a:lnTo>
                <a:lnTo>
                  <a:pt x="11226" y="22453"/>
                </a:lnTo>
                <a:lnTo>
                  <a:pt x="9009" y="22306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56" name="Shape 156"/>
          <p:cNvSpPr/>
          <p:nvPr/>
        </p:nvSpPr>
        <p:spPr>
          <a:xfrm>
            <a:off x="6097723" y="1964008"/>
            <a:ext cx="22677" cy="22677"/>
          </a:xfrm>
          <a:custGeom>
            <a:avLst/>
            <a:gdLst/>
            <a:ahLst/>
            <a:cxnLst/>
            <a:rect l="0" t="0" r="r" b="b"/>
            <a:pathLst>
              <a:path w="22677" h="22677">
                <a:moveTo>
                  <a:pt x="9098" y="22528"/>
                </a:moveTo>
                <a:lnTo>
                  <a:pt x="5010" y="20835"/>
                </a:lnTo>
                <a:lnTo>
                  <a:pt x="3321" y="19356"/>
                </a:lnTo>
                <a:lnTo>
                  <a:pt x="1842" y="17667"/>
                </a:lnTo>
                <a:lnTo>
                  <a:pt x="149" y="13578"/>
                </a:lnTo>
                <a:lnTo>
                  <a:pt x="0" y="11338"/>
                </a:lnTo>
                <a:lnTo>
                  <a:pt x="149" y="9098"/>
                </a:lnTo>
                <a:lnTo>
                  <a:pt x="1842" y="5010"/>
                </a:lnTo>
                <a:lnTo>
                  <a:pt x="3321" y="3321"/>
                </a:lnTo>
                <a:lnTo>
                  <a:pt x="5010" y="1842"/>
                </a:lnTo>
                <a:lnTo>
                  <a:pt x="9098" y="149"/>
                </a:lnTo>
                <a:lnTo>
                  <a:pt x="11338" y="0"/>
                </a:lnTo>
                <a:lnTo>
                  <a:pt x="13578" y="149"/>
                </a:lnTo>
                <a:lnTo>
                  <a:pt x="17667" y="1842"/>
                </a:lnTo>
                <a:lnTo>
                  <a:pt x="19356" y="3321"/>
                </a:lnTo>
                <a:lnTo>
                  <a:pt x="20835" y="5010"/>
                </a:lnTo>
                <a:lnTo>
                  <a:pt x="22528" y="9098"/>
                </a:lnTo>
                <a:lnTo>
                  <a:pt x="22677" y="11338"/>
                </a:lnTo>
                <a:lnTo>
                  <a:pt x="22528" y="13578"/>
                </a:lnTo>
                <a:lnTo>
                  <a:pt x="20835" y="17667"/>
                </a:lnTo>
                <a:lnTo>
                  <a:pt x="19356" y="19356"/>
                </a:lnTo>
                <a:lnTo>
                  <a:pt x="17667" y="20835"/>
                </a:lnTo>
                <a:lnTo>
                  <a:pt x="13578" y="22528"/>
                </a:lnTo>
                <a:lnTo>
                  <a:pt x="11338" y="22677"/>
                </a:lnTo>
                <a:lnTo>
                  <a:pt x="9098" y="22528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157" name="Shape 157"/>
          <p:cNvSpPr/>
          <p:nvPr/>
        </p:nvSpPr>
        <p:spPr>
          <a:xfrm>
            <a:off x="6143427" y="1968053"/>
            <a:ext cx="22895" cy="22895"/>
          </a:xfrm>
          <a:custGeom>
            <a:avLst/>
            <a:gdLst/>
            <a:ahLst/>
            <a:cxnLst/>
            <a:rect l="0" t="0" r="r" b="b"/>
            <a:pathLst>
              <a:path w="22895" h="22895">
                <a:moveTo>
                  <a:pt x="9186" y="22745"/>
                </a:moveTo>
                <a:lnTo>
                  <a:pt x="5058" y="21035"/>
                </a:lnTo>
                <a:lnTo>
                  <a:pt x="3353" y="19542"/>
                </a:lnTo>
                <a:lnTo>
                  <a:pt x="1860" y="17837"/>
                </a:lnTo>
                <a:lnTo>
                  <a:pt x="150" y="13709"/>
                </a:lnTo>
                <a:lnTo>
                  <a:pt x="0" y="11447"/>
                </a:lnTo>
                <a:lnTo>
                  <a:pt x="150" y="9186"/>
                </a:lnTo>
                <a:lnTo>
                  <a:pt x="1860" y="5058"/>
                </a:lnTo>
                <a:lnTo>
                  <a:pt x="3353" y="3353"/>
                </a:lnTo>
                <a:lnTo>
                  <a:pt x="5058" y="1860"/>
                </a:lnTo>
                <a:lnTo>
                  <a:pt x="9186" y="150"/>
                </a:lnTo>
                <a:lnTo>
                  <a:pt x="11447" y="0"/>
                </a:lnTo>
                <a:lnTo>
                  <a:pt x="13709" y="150"/>
                </a:lnTo>
                <a:lnTo>
                  <a:pt x="17837" y="1860"/>
                </a:lnTo>
                <a:lnTo>
                  <a:pt x="19542" y="3353"/>
                </a:lnTo>
                <a:lnTo>
                  <a:pt x="21035" y="5058"/>
                </a:lnTo>
                <a:lnTo>
                  <a:pt x="22745" y="9186"/>
                </a:lnTo>
                <a:lnTo>
                  <a:pt x="22895" y="11447"/>
                </a:lnTo>
                <a:lnTo>
                  <a:pt x="22745" y="13709"/>
                </a:lnTo>
                <a:lnTo>
                  <a:pt x="21035" y="17837"/>
                </a:lnTo>
                <a:lnTo>
                  <a:pt x="19542" y="19542"/>
                </a:lnTo>
                <a:lnTo>
                  <a:pt x="17837" y="21035"/>
                </a:lnTo>
                <a:lnTo>
                  <a:pt x="13709" y="22745"/>
                </a:lnTo>
                <a:lnTo>
                  <a:pt x="11447" y="22895"/>
                </a:lnTo>
                <a:lnTo>
                  <a:pt x="9186" y="22745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58" name="Shape 158"/>
          <p:cNvSpPr/>
          <p:nvPr/>
        </p:nvSpPr>
        <p:spPr>
          <a:xfrm>
            <a:off x="6175986" y="1970942"/>
            <a:ext cx="23035" cy="23035"/>
          </a:xfrm>
          <a:custGeom>
            <a:avLst/>
            <a:gdLst/>
            <a:ahLst/>
            <a:cxnLst/>
            <a:rect l="0" t="0" r="r" b="b"/>
            <a:pathLst>
              <a:path w="23035" h="23035">
                <a:moveTo>
                  <a:pt x="9242" y="22884"/>
                </a:moveTo>
                <a:lnTo>
                  <a:pt x="5089" y="21163"/>
                </a:lnTo>
                <a:lnTo>
                  <a:pt x="3373" y="19662"/>
                </a:lnTo>
                <a:lnTo>
                  <a:pt x="1871" y="17946"/>
                </a:lnTo>
                <a:lnTo>
                  <a:pt x="151" y="13793"/>
                </a:lnTo>
                <a:lnTo>
                  <a:pt x="0" y="11517"/>
                </a:lnTo>
                <a:lnTo>
                  <a:pt x="151" y="9242"/>
                </a:lnTo>
                <a:lnTo>
                  <a:pt x="1871" y="5089"/>
                </a:lnTo>
                <a:lnTo>
                  <a:pt x="3373" y="3373"/>
                </a:lnTo>
                <a:lnTo>
                  <a:pt x="5089" y="1871"/>
                </a:lnTo>
                <a:lnTo>
                  <a:pt x="9242" y="151"/>
                </a:lnTo>
                <a:lnTo>
                  <a:pt x="11517" y="0"/>
                </a:lnTo>
                <a:lnTo>
                  <a:pt x="13793" y="151"/>
                </a:lnTo>
                <a:lnTo>
                  <a:pt x="17946" y="1871"/>
                </a:lnTo>
                <a:lnTo>
                  <a:pt x="19662" y="3373"/>
                </a:lnTo>
                <a:lnTo>
                  <a:pt x="21163" y="5089"/>
                </a:lnTo>
                <a:lnTo>
                  <a:pt x="22884" y="9242"/>
                </a:lnTo>
                <a:lnTo>
                  <a:pt x="23035" y="11517"/>
                </a:lnTo>
                <a:lnTo>
                  <a:pt x="22884" y="13793"/>
                </a:lnTo>
                <a:lnTo>
                  <a:pt x="21163" y="17946"/>
                </a:lnTo>
                <a:lnTo>
                  <a:pt x="19662" y="19662"/>
                </a:lnTo>
                <a:lnTo>
                  <a:pt x="17946" y="21163"/>
                </a:lnTo>
                <a:lnTo>
                  <a:pt x="13793" y="22884"/>
                </a:lnTo>
                <a:lnTo>
                  <a:pt x="11517" y="23035"/>
                </a:lnTo>
                <a:lnTo>
                  <a:pt x="9242" y="22884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59" name="Shape 159"/>
          <p:cNvSpPr/>
          <p:nvPr/>
        </p:nvSpPr>
        <p:spPr>
          <a:xfrm>
            <a:off x="6228314" y="1975594"/>
            <a:ext cx="23239" cy="23239"/>
          </a:xfrm>
          <a:custGeom>
            <a:avLst/>
            <a:gdLst/>
            <a:ahLst/>
            <a:cxnLst/>
            <a:rect l="0" t="0" r="r" b="b"/>
            <a:pathLst>
              <a:path w="23239" h="23239">
                <a:moveTo>
                  <a:pt x="9324" y="23086"/>
                </a:moveTo>
                <a:lnTo>
                  <a:pt x="5134" y="21350"/>
                </a:lnTo>
                <a:lnTo>
                  <a:pt x="3403" y="19835"/>
                </a:lnTo>
                <a:lnTo>
                  <a:pt x="1888" y="18104"/>
                </a:lnTo>
                <a:lnTo>
                  <a:pt x="153" y="13915"/>
                </a:lnTo>
                <a:lnTo>
                  <a:pt x="0" y="11619"/>
                </a:lnTo>
                <a:lnTo>
                  <a:pt x="153" y="9324"/>
                </a:lnTo>
                <a:lnTo>
                  <a:pt x="1888" y="5134"/>
                </a:lnTo>
                <a:lnTo>
                  <a:pt x="3403" y="3403"/>
                </a:lnTo>
                <a:lnTo>
                  <a:pt x="5134" y="1888"/>
                </a:lnTo>
                <a:lnTo>
                  <a:pt x="9324" y="153"/>
                </a:lnTo>
                <a:lnTo>
                  <a:pt x="11619" y="0"/>
                </a:lnTo>
                <a:lnTo>
                  <a:pt x="13915" y="153"/>
                </a:lnTo>
                <a:lnTo>
                  <a:pt x="18104" y="1888"/>
                </a:lnTo>
                <a:lnTo>
                  <a:pt x="19835" y="3403"/>
                </a:lnTo>
                <a:lnTo>
                  <a:pt x="21350" y="5134"/>
                </a:lnTo>
                <a:lnTo>
                  <a:pt x="23086" y="9324"/>
                </a:lnTo>
                <a:lnTo>
                  <a:pt x="23239" y="11619"/>
                </a:lnTo>
                <a:lnTo>
                  <a:pt x="23086" y="13915"/>
                </a:lnTo>
                <a:lnTo>
                  <a:pt x="21350" y="18104"/>
                </a:lnTo>
                <a:lnTo>
                  <a:pt x="19835" y="19835"/>
                </a:lnTo>
                <a:lnTo>
                  <a:pt x="18104" y="21350"/>
                </a:lnTo>
                <a:lnTo>
                  <a:pt x="13915" y="23086"/>
                </a:lnTo>
                <a:lnTo>
                  <a:pt x="11619" y="23239"/>
                </a:lnTo>
                <a:lnTo>
                  <a:pt x="9324" y="23086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60" name="Shape 160"/>
          <p:cNvSpPr/>
          <p:nvPr/>
        </p:nvSpPr>
        <p:spPr>
          <a:xfrm>
            <a:off x="6285330" y="1980676"/>
            <a:ext cx="23432" cy="23432"/>
          </a:xfrm>
          <a:custGeom>
            <a:avLst/>
            <a:gdLst/>
            <a:ahLst/>
            <a:cxnLst/>
            <a:rect l="0" t="0" r="r" b="b"/>
            <a:pathLst>
              <a:path w="23432" h="23432">
                <a:moveTo>
                  <a:pt x="9401" y="23277"/>
                </a:moveTo>
                <a:lnTo>
                  <a:pt x="5177" y="21528"/>
                </a:lnTo>
                <a:lnTo>
                  <a:pt x="3431" y="20000"/>
                </a:lnTo>
                <a:lnTo>
                  <a:pt x="1904" y="18254"/>
                </a:lnTo>
                <a:lnTo>
                  <a:pt x="154" y="14030"/>
                </a:lnTo>
                <a:lnTo>
                  <a:pt x="0" y="11716"/>
                </a:lnTo>
                <a:lnTo>
                  <a:pt x="154" y="9401"/>
                </a:lnTo>
                <a:lnTo>
                  <a:pt x="1904" y="5177"/>
                </a:lnTo>
                <a:lnTo>
                  <a:pt x="3431" y="3431"/>
                </a:lnTo>
                <a:lnTo>
                  <a:pt x="5177" y="1904"/>
                </a:lnTo>
                <a:lnTo>
                  <a:pt x="9401" y="154"/>
                </a:lnTo>
                <a:lnTo>
                  <a:pt x="11716" y="0"/>
                </a:lnTo>
                <a:lnTo>
                  <a:pt x="14030" y="154"/>
                </a:lnTo>
                <a:lnTo>
                  <a:pt x="18254" y="1904"/>
                </a:lnTo>
                <a:lnTo>
                  <a:pt x="20000" y="3431"/>
                </a:lnTo>
                <a:lnTo>
                  <a:pt x="21528" y="5177"/>
                </a:lnTo>
                <a:lnTo>
                  <a:pt x="23277" y="9401"/>
                </a:lnTo>
                <a:lnTo>
                  <a:pt x="23432" y="11716"/>
                </a:lnTo>
                <a:lnTo>
                  <a:pt x="23277" y="14030"/>
                </a:lnTo>
                <a:lnTo>
                  <a:pt x="21528" y="18254"/>
                </a:lnTo>
                <a:lnTo>
                  <a:pt x="20000" y="20000"/>
                </a:lnTo>
                <a:lnTo>
                  <a:pt x="18254" y="21528"/>
                </a:lnTo>
                <a:lnTo>
                  <a:pt x="14030" y="23277"/>
                </a:lnTo>
                <a:lnTo>
                  <a:pt x="11716" y="23432"/>
                </a:lnTo>
                <a:lnTo>
                  <a:pt x="9401" y="23277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61" name="Shape 161"/>
          <p:cNvSpPr/>
          <p:nvPr/>
        </p:nvSpPr>
        <p:spPr>
          <a:xfrm>
            <a:off x="6367883" y="1987531"/>
            <a:ext cx="25361" cy="25361"/>
          </a:xfrm>
          <a:custGeom>
            <a:avLst/>
            <a:gdLst/>
            <a:ahLst/>
            <a:cxnLst/>
            <a:rect l="0" t="0" r="r" b="b"/>
            <a:pathLst>
              <a:path w="25361" h="25361">
                <a:moveTo>
                  <a:pt x="10175" y="25194"/>
                </a:moveTo>
                <a:lnTo>
                  <a:pt x="5603" y="23300"/>
                </a:lnTo>
                <a:lnTo>
                  <a:pt x="3714" y="21647"/>
                </a:lnTo>
                <a:lnTo>
                  <a:pt x="2060" y="19757"/>
                </a:lnTo>
                <a:lnTo>
                  <a:pt x="167" y="15185"/>
                </a:lnTo>
                <a:lnTo>
                  <a:pt x="0" y="12680"/>
                </a:lnTo>
                <a:lnTo>
                  <a:pt x="167" y="10175"/>
                </a:lnTo>
                <a:lnTo>
                  <a:pt x="2060" y="5603"/>
                </a:lnTo>
                <a:lnTo>
                  <a:pt x="3714" y="3714"/>
                </a:lnTo>
                <a:lnTo>
                  <a:pt x="5603" y="2060"/>
                </a:lnTo>
                <a:lnTo>
                  <a:pt x="10175" y="167"/>
                </a:lnTo>
                <a:lnTo>
                  <a:pt x="12680" y="0"/>
                </a:lnTo>
                <a:lnTo>
                  <a:pt x="15185" y="167"/>
                </a:lnTo>
                <a:lnTo>
                  <a:pt x="19757" y="2060"/>
                </a:lnTo>
                <a:lnTo>
                  <a:pt x="21647" y="3714"/>
                </a:lnTo>
                <a:lnTo>
                  <a:pt x="23300" y="5603"/>
                </a:lnTo>
                <a:lnTo>
                  <a:pt x="25194" y="10175"/>
                </a:lnTo>
                <a:lnTo>
                  <a:pt x="25361" y="12680"/>
                </a:lnTo>
                <a:lnTo>
                  <a:pt x="25194" y="15185"/>
                </a:lnTo>
                <a:lnTo>
                  <a:pt x="23300" y="19757"/>
                </a:lnTo>
                <a:lnTo>
                  <a:pt x="21647" y="21647"/>
                </a:lnTo>
                <a:lnTo>
                  <a:pt x="19757" y="23300"/>
                </a:lnTo>
                <a:lnTo>
                  <a:pt x="15185" y="25194"/>
                </a:lnTo>
                <a:lnTo>
                  <a:pt x="12680" y="25361"/>
                </a:lnTo>
                <a:lnTo>
                  <a:pt x="10175" y="25194"/>
                </a:lnTo>
                <a:close/>
              </a:path>
            </a:pathLst>
          </a:custGeom>
          <a:solidFill>
            <a:srgbClr val="78CD7C"/>
          </a:solidFill>
          <a:ln>
            <a:noFill/>
          </a:ln>
        </p:spPr>
      </p:sp>
      <p:sp>
        <p:nvSpPr>
          <p:cNvPr id="162" name="Shape 162"/>
          <p:cNvSpPr/>
          <p:nvPr/>
        </p:nvSpPr>
        <p:spPr>
          <a:xfrm>
            <a:off x="5867326" y="1953690"/>
            <a:ext cx="21993" cy="21993"/>
          </a:xfrm>
          <a:custGeom>
            <a:avLst/>
            <a:gdLst/>
            <a:ahLst/>
            <a:cxnLst/>
            <a:rect l="0" t="0" r="r" b="b"/>
            <a:pathLst>
              <a:path w="21993" h="21993">
                <a:moveTo>
                  <a:pt x="8824" y="21849"/>
                </a:moveTo>
                <a:lnTo>
                  <a:pt x="4859" y="20206"/>
                </a:lnTo>
                <a:lnTo>
                  <a:pt x="3220" y="18772"/>
                </a:lnTo>
                <a:lnTo>
                  <a:pt x="1787" y="17134"/>
                </a:lnTo>
                <a:lnTo>
                  <a:pt x="144" y="13169"/>
                </a:lnTo>
                <a:lnTo>
                  <a:pt x="0" y="10996"/>
                </a:lnTo>
                <a:lnTo>
                  <a:pt x="144" y="8824"/>
                </a:lnTo>
                <a:lnTo>
                  <a:pt x="1787" y="4859"/>
                </a:lnTo>
                <a:lnTo>
                  <a:pt x="3220" y="3220"/>
                </a:lnTo>
                <a:lnTo>
                  <a:pt x="4859" y="1787"/>
                </a:lnTo>
                <a:lnTo>
                  <a:pt x="8824" y="144"/>
                </a:lnTo>
                <a:lnTo>
                  <a:pt x="10996" y="0"/>
                </a:lnTo>
                <a:lnTo>
                  <a:pt x="13169" y="144"/>
                </a:lnTo>
                <a:lnTo>
                  <a:pt x="17134" y="1787"/>
                </a:lnTo>
                <a:lnTo>
                  <a:pt x="18772" y="3220"/>
                </a:lnTo>
                <a:lnTo>
                  <a:pt x="20206" y="4859"/>
                </a:lnTo>
                <a:lnTo>
                  <a:pt x="21849" y="8824"/>
                </a:lnTo>
                <a:lnTo>
                  <a:pt x="21993" y="10996"/>
                </a:lnTo>
                <a:lnTo>
                  <a:pt x="21849" y="13169"/>
                </a:lnTo>
                <a:lnTo>
                  <a:pt x="20206" y="17134"/>
                </a:lnTo>
                <a:lnTo>
                  <a:pt x="18772" y="18772"/>
                </a:lnTo>
                <a:lnTo>
                  <a:pt x="17134" y="20206"/>
                </a:lnTo>
                <a:lnTo>
                  <a:pt x="13169" y="21849"/>
                </a:lnTo>
                <a:lnTo>
                  <a:pt x="10996" y="21993"/>
                </a:lnTo>
                <a:lnTo>
                  <a:pt x="8824" y="21849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163" name="Shape 163"/>
          <p:cNvSpPr/>
          <p:nvPr/>
        </p:nvSpPr>
        <p:spPr>
          <a:xfrm>
            <a:off x="5899929" y="1956902"/>
            <a:ext cx="22236" cy="22236"/>
          </a:xfrm>
          <a:custGeom>
            <a:avLst/>
            <a:gdLst/>
            <a:ahLst/>
            <a:cxnLst/>
            <a:rect l="0" t="0" r="r" b="b"/>
            <a:pathLst>
              <a:path w="22236" h="22236">
                <a:moveTo>
                  <a:pt x="8921" y="22090"/>
                </a:moveTo>
                <a:lnTo>
                  <a:pt x="4913" y="20429"/>
                </a:lnTo>
                <a:lnTo>
                  <a:pt x="3256" y="18980"/>
                </a:lnTo>
                <a:lnTo>
                  <a:pt x="1806" y="17323"/>
                </a:lnTo>
                <a:lnTo>
                  <a:pt x="146" y="13314"/>
                </a:lnTo>
                <a:lnTo>
                  <a:pt x="0" y="11118"/>
                </a:lnTo>
                <a:lnTo>
                  <a:pt x="146" y="8921"/>
                </a:lnTo>
                <a:lnTo>
                  <a:pt x="1806" y="4913"/>
                </a:lnTo>
                <a:lnTo>
                  <a:pt x="3256" y="3256"/>
                </a:lnTo>
                <a:lnTo>
                  <a:pt x="4913" y="1806"/>
                </a:lnTo>
                <a:lnTo>
                  <a:pt x="8921" y="146"/>
                </a:lnTo>
                <a:lnTo>
                  <a:pt x="11118" y="0"/>
                </a:lnTo>
                <a:lnTo>
                  <a:pt x="13314" y="146"/>
                </a:lnTo>
                <a:lnTo>
                  <a:pt x="17323" y="1806"/>
                </a:lnTo>
                <a:lnTo>
                  <a:pt x="18980" y="3256"/>
                </a:lnTo>
                <a:lnTo>
                  <a:pt x="20429" y="4913"/>
                </a:lnTo>
                <a:lnTo>
                  <a:pt x="22090" y="8921"/>
                </a:lnTo>
                <a:lnTo>
                  <a:pt x="22236" y="11118"/>
                </a:lnTo>
                <a:lnTo>
                  <a:pt x="22090" y="13314"/>
                </a:lnTo>
                <a:lnTo>
                  <a:pt x="20429" y="17323"/>
                </a:lnTo>
                <a:lnTo>
                  <a:pt x="18980" y="18980"/>
                </a:lnTo>
                <a:lnTo>
                  <a:pt x="17323" y="20429"/>
                </a:lnTo>
                <a:lnTo>
                  <a:pt x="13314" y="22090"/>
                </a:lnTo>
                <a:lnTo>
                  <a:pt x="11118" y="22236"/>
                </a:lnTo>
                <a:lnTo>
                  <a:pt x="8921" y="22090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164" name="Shape 164"/>
          <p:cNvSpPr/>
          <p:nvPr/>
        </p:nvSpPr>
        <p:spPr>
          <a:xfrm>
            <a:off x="5922995" y="1959180"/>
            <a:ext cx="22395" cy="22395"/>
          </a:xfrm>
          <a:custGeom>
            <a:avLst/>
            <a:gdLst/>
            <a:ahLst/>
            <a:cxnLst/>
            <a:rect l="0" t="0" r="r" b="b"/>
            <a:pathLst>
              <a:path w="22395" h="22395">
                <a:moveTo>
                  <a:pt x="8985" y="22248"/>
                </a:moveTo>
                <a:lnTo>
                  <a:pt x="4948" y="20575"/>
                </a:lnTo>
                <a:lnTo>
                  <a:pt x="3279" y="19115"/>
                </a:lnTo>
                <a:lnTo>
                  <a:pt x="1819" y="17447"/>
                </a:lnTo>
                <a:lnTo>
                  <a:pt x="147" y="13409"/>
                </a:lnTo>
                <a:lnTo>
                  <a:pt x="0" y="11197"/>
                </a:lnTo>
                <a:lnTo>
                  <a:pt x="147" y="8985"/>
                </a:lnTo>
                <a:lnTo>
                  <a:pt x="1819" y="4948"/>
                </a:lnTo>
                <a:lnTo>
                  <a:pt x="3279" y="3279"/>
                </a:lnTo>
                <a:lnTo>
                  <a:pt x="4948" y="1819"/>
                </a:lnTo>
                <a:lnTo>
                  <a:pt x="8985" y="147"/>
                </a:lnTo>
                <a:lnTo>
                  <a:pt x="11197" y="0"/>
                </a:lnTo>
                <a:lnTo>
                  <a:pt x="13409" y="147"/>
                </a:lnTo>
                <a:lnTo>
                  <a:pt x="17447" y="1819"/>
                </a:lnTo>
                <a:lnTo>
                  <a:pt x="19115" y="3279"/>
                </a:lnTo>
                <a:lnTo>
                  <a:pt x="20575" y="4948"/>
                </a:lnTo>
                <a:lnTo>
                  <a:pt x="22248" y="8985"/>
                </a:lnTo>
                <a:lnTo>
                  <a:pt x="22395" y="11197"/>
                </a:lnTo>
                <a:lnTo>
                  <a:pt x="22248" y="13409"/>
                </a:lnTo>
                <a:lnTo>
                  <a:pt x="20575" y="17447"/>
                </a:lnTo>
                <a:lnTo>
                  <a:pt x="19115" y="19115"/>
                </a:lnTo>
                <a:lnTo>
                  <a:pt x="17447" y="20575"/>
                </a:lnTo>
                <a:lnTo>
                  <a:pt x="13409" y="22248"/>
                </a:lnTo>
                <a:lnTo>
                  <a:pt x="11197" y="22395"/>
                </a:lnTo>
                <a:lnTo>
                  <a:pt x="8985" y="22248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65" name="Shape 165"/>
          <p:cNvSpPr/>
          <p:nvPr/>
        </p:nvSpPr>
        <p:spPr>
          <a:xfrm>
            <a:off x="5947218" y="1961577"/>
            <a:ext cx="22552" cy="22552"/>
          </a:xfrm>
          <a:custGeom>
            <a:avLst/>
            <a:gdLst/>
            <a:ahLst/>
            <a:cxnLst/>
            <a:rect l="0" t="0" r="r" b="b"/>
            <a:pathLst>
              <a:path w="22552" h="22552">
                <a:moveTo>
                  <a:pt x="9048" y="22403"/>
                </a:moveTo>
                <a:lnTo>
                  <a:pt x="4982" y="20719"/>
                </a:lnTo>
                <a:lnTo>
                  <a:pt x="3302" y="19249"/>
                </a:lnTo>
                <a:lnTo>
                  <a:pt x="1832" y="17569"/>
                </a:lnTo>
                <a:lnTo>
                  <a:pt x="148" y="13503"/>
                </a:lnTo>
                <a:lnTo>
                  <a:pt x="0" y="11276"/>
                </a:lnTo>
                <a:lnTo>
                  <a:pt x="148" y="9048"/>
                </a:lnTo>
                <a:lnTo>
                  <a:pt x="1832" y="4982"/>
                </a:lnTo>
                <a:lnTo>
                  <a:pt x="3302" y="3302"/>
                </a:lnTo>
                <a:lnTo>
                  <a:pt x="4982" y="1832"/>
                </a:lnTo>
                <a:lnTo>
                  <a:pt x="9048" y="148"/>
                </a:lnTo>
                <a:lnTo>
                  <a:pt x="11276" y="0"/>
                </a:lnTo>
                <a:lnTo>
                  <a:pt x="13503" y="148"/>
                </a:lnTo>
                <a:lnTo>
                  <a:pt x="17569" y="1832"/>
                </a:lnTo>
                <a:lnTo>
                  <a:pt x="19249" y="3302"/>
                </a:lnTo>
                <a:lnTo>
                  <a:pt x="20719" y="4982"/>
                </a:lnTo>
                <a:lnTo>
                  <a:pt x="22403" y="9048"/>
                </a:lnTo>
                <a:lnTo>
                  <a:pt x="22552" y="11276"/>
                </a:lnTo>
                <a:lnTo>
                  <a:pt x="22403" y="13503"/>
                </a:lnTo>
                <a:lnTo>
                  <a:pt x="20719" y="17569"/>
                </a:lnTo>
                <a:lnTo>
                  <a:pt x="19249" y="19249"/>
                </a:lnTo>
                <a:lnTo>
                  <a:pt x="17569" y="20719"/>
                </a:lnTo>
                <a:lnTo>
                  <a:pt x="13503" y="22403"/>
                </a:lnTo>
                <a:lnTo>
                  <a:pt x="11276" y="22552"/>
                </a:lnTo>
                <a:lnTo>
                  <a:pt x="9048" y="2240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66" name="Shape 166"/>
          <p:cNvSpPr/>
          <p:nvPr/>
        </p:nvSpPr>
        <p:spPr>
          <a:xfrm>
            <a:off x="5985917" y="1965415"/>
            <a:ext cx="22783" cy="22783"/>
          </a:xfrm>
          <a:custGeom>
            <a:avLst/>
            <a:gdLst/>
            <a:ahLst/>
            <a:cxnLst/>
            <a:rect l="0" t="0" r="r" b="b"/>
            <a:pathLst>
              <a:path w="22783" h="22783">
                <a:moveTo>
                  <a:pt x="9141" y="22633"/>
                </a:moveTo>
                <a:lnTo>
                  <a:pt x="5033" y="20932"/>
                </a:lnTo>
                <a:lnTo>
                  <a:pt x="3336" y="19446"/>
                </a:lnTo>
                <a:lnTo>
                  <a:pt x="1851" y="17749"/>
                </a:lnTo>
                <a:lnTo>
                  <a:pt x="150" y="13642"/>
                </a:lnTo>
                <a:lnTo>
                  <a:pt x="0" y="11391"/>
                </a:lnTo>
                <a:lnTo>
                  <a:pt x="150" y="9141"/>
                </a:lnTo>
                <a:lnTo>
                  <a:pt x="1851" y="5033"/>
                </a:lnTo>
                <a:lnTo>
                  <a:pt x="3336" y="3336"/>
                </a:lnTo>
                <a:lnTo>
                  <a:pt x="5033" y="1851"/>
                </a:lnTo>
                <a:lnTo>
                  <a:pt x="9141" y="150"/>
                </a:lnTo>
                <a:lnTo>
                  <a:pt x="11391" y="0"/>
                </a:lnTo>
                <a:lnTo>
                  <a:pt x="13642" y="150"/>
                </a:lnTo>
                <a:lnTo>
                  <a:pt x="17749" y="1851"/>
                </a:lnTo>
                <a:lnTo>
                  <a:pt x="19446" y="3336"/>
                </a:lnTo>
                <a:lnTo>
                  <a:pt x="20932" y="5033"/>
                </a:lnTo>
                <a:lnTo>
                  <a:pt x="22633" y="9141"/>
                </a:lnTo>
                <a:lnTo>
                  <a:pt x="22783" y="11391"/>
                </a:lnTo>
                <a:lnTo>
                  <a:pt x="22633" y="13642"/>
                </a:lnTo>
                <a:lnTo>
                  <a:pt x="20932" y="17749"/>
                </a:lnTo>
                <a:lnTo>
                  <a:pt x="19446" y="19446"/>
                </a:lnTo>
                <a:lnTo>
                  <a:pt x="17749" y="20932"/>
                </a:lnTo>
                <a:lnTo>
                  <a:pt x="13642" y="22633"/>
                </a:lnTo>
                <a:lnTo>
                  <a:pt x="11391" y="22783"/>
                </a:lnTo>
                <a:lnTo>
                  <a:pt x="9141" y="22633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167" name="Shape 167"/>
          <p:cNvSpPr/>
          <p:nvPr/>
        </p:nvSpPr>
        <p:spPr>
          <a:xfrm>
            <a:off x="6027762" y="1969575"/>
            <a:ext cx="23008" cy="23008"/>
          </a:xfrm>
          <a:custGeom>
            <a:avLst/>
            <a:gdLst/>
            <a:ahLst/>
            <a:cxnLst/>
            <a:rect l="0" t="0" r="r" b="b"/>
            <a:pathLst>
              <a:path w="23008" h="23008">
                <a:moveTo>
                  <a:pt x="9231" y="22857"/>
                </a:moveTo>
                <a:lnTo>
                  <a:pt x="5083" y="21139"/>
                </a:lnTo>
                <a:lnTo>
                  <a:pt x="3369" y="19639"/>
                </a:lnTo>
                <a:lnTo>
                  <a:pt x="1869" y="17924"/>
                </a:lnTo>
                <a:lnTo>
                  <a:pt x="151" y="13777"/>
                </a:lnTo>
                <a:lnTo>
                  <a:pt x="0" y="11504"/>
                </a:lnTo>
                <a:lnTo>
                  <a:pt x="151" y="9231"/>
                </a:lnTo>
                <a:lnTo>
                  <a:pt x="1869" y="5083"/>
                </a:lnTo>
                <a:lnTo>
                  <a:pt x="3369" y="3369"/>
                </a:lnTo>
                <a:lnTo>
                  <a:pt x="5083" y="1869"/>
                </a:lnTo>
                <a:lnTo>
                  <a:pt x="9231" y="151"/>
                </a:lnTo>
                <a:lnTo>
                  <a:pt x="11504" y="0"/>
                </a:lnTo>
                <a:lnTo>
                  <a:pt x="13777" y="151"/>
                </a:lnTo>
                <a:lnTo>
                  <a:pt x="17924" y="1869"/>
                </a:lnTo>
                <a:lnTo>
                  <a:pt x="19639" y="3369"/>
                </a:lnTo>
                <a:lnTo>
                  <a:pt x="21139" y="5083"/>
                </a:lnTo>
                <a:lnTo>
                  <a:pt x="22857" y="9231"/>
                </a:lnTo>
                <a:lnTo>
                  <a:pt x="23008" y="11504"/>
                </a:lnTo>
                <a:lnTo>
                  <a:pt x="22857" y="13777"/>
                </a:lnTo>
                <a:lnTo>
                  <a:pt x="21139" y="17924"/>
                </a:lnTo>
                <a:lnTo>
                  <a:pt x="19639" y="19639"/>
                </a:lnTo>
                <a:lnTo>
                  <a:pt x="17924" y="21139"/>
                </a:lnTo>
                <a:lnTo>
                  <a:pt x="13777" y="22857"/>
                </a:lnTo>
                <a:lnTo>
                  <a:pt x="11504" y="23008"/>
                </a:lnTo>
                <a:lnTo>
                  <a:pt x="9231" y="22857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68" name="Shape 168"/>
          <p:cNvSpPr/>
          <p:nvPr/>
        </p:nvSpPr>
        <p:spPr>
          <a:xfrm>
            <a:off x="6057601" y="1972549"/>
            <a:ext cx="23155" cy="23155"/>
          </a:xfrm>
          <a:custGeom>
            <a:avLst/>
            <a:gdLst/>
            <a:ahLst/>
            <a:cxnLst/>
            <a:rect l="0" t="0" r="r" b="b"/>
            <a:pathLst>
              <a:path w="23155" h="23155">
                <a:moveTo>
                  <a:pt x="9290" y="23002"/>
                </a:moveTo>
                <a:lnTo>
                  <a:pt x="5116" y="21273"/>
                </a:lnTo>
                <a:lnTo>
                  <a:pt x="3391" y="19764"/>
                </a:lnTo>
                <a:lnTo>
                  <a:pt x="1881" y="18039"/>
                </a:lnTo>
                <a:lnTo>
                  <a:pt x="152" y="13864"/>
                </a:lnTo>
                <a:lnTo>
                  <a:pt x="0" y="11577"/>
                </a:lnTo>
                <a:lnTo>
                  <a:pt x="152" y="9290"/>
                </a:lnTo>
                <a:lnTo>
                  <a:pt x="1881" y="5116"/>
                </a:lnTo>
                <a:lnTo>
                  <a:pt x="3391" y="3391"/>
                </a:lnTo>
                <a:lnTo>
                  <a:pt x="5116" y="1881"/>
                </a:lnTo>
                <a:lnTo>
                  <a:pt x="9290" y="152"/>
                </a:lnTo>
                <a:lnTo>
                  <a:pt x="11577" y="0"/>
                </a:lnTo>
                <a:lnTo>
                  <a:pt x="13864" y="152"/>
                </a:lnTo>
                <a:lnTo>
                  <a:pt x="18039" y="1881"/>
                </a:lnTo>
                <a:lnTo>
                  <a:pt x="19764" y="3391"/>
                </a:lnTo>
                <a:lnTo>
                  <a:pt x="21273" y="5116"/>
                </a:lnTo>
                <a:lnTo>
                  <a:pt x="23002" y="9290"/>
                </a:lnTo>
                <a:lnTo>
                  <a:pt x="23155" y="11577"/>
                </a:lnTo>
                <a:lnTo>
                  <a:pt x="23002" y="13864"/>
                </a:lnTo>
                <a:lnTo>
                  <a:pt x="21273" y="18039"/>
                </a:lnTo>
                <a:lnTo>
                  <a:pt x="19764" y="19764"/>
                </a:lnTo>
                <a:lnTo>
                  <a:pt x="18039" y="21273"/>
                </a:lnTo>
                <a:lnTo>
                  <a:pt x="13864" y="23002"/>
                </a:lnTo>
                <a:lnTo>
                  <a:pt x="11577" y="23155"/>
                </a:lnTo>
                <a:lnTo>
                  <a:pt x="9290" y="23002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69" name="Shape 169"/>
          <p:cNvSpPr/>
          <p:nvPr/>
        </p:nvSpPr>
        <p:spPr>
          <a:xfrm>
            <a:off x="6105607" y="1977343"/>
            <a:ext cx="23368" cy="23368"/>
          </a:xfrm>
          <a:custGeom>
            <a:avLst/>
            <a:gdLst/>
            <a:ahLst/>
            <a:cxnLst/>
            <a:rect l="0" t="0" r="r" b="b"/>
            <a:pathLst>
              <a:path w="23368" h="23368">
                <a:moveTo>
                  <a:pt x="9376" y="23214"/>
                </a:moveTo>
                <a:lnTo>
                  <a:pt x="5163" y="21469"/>
                </a:lnTo>
                <a:lnTo>
                  <a:pt x="3422" y="19946"/>
                </a:lnTo>
                <a:lnTo>
                  <a:pt x="1898" y="18205"/>
                </a:lnTo>
                <a:lnTo>
                  <a:pt x="153" y="13992"/>
                </a:lnTo>
                <a:lnTo>
                  <a:pt x="0" y="11684"/>
                </a:lnTo>
                <a:lnTo>
                  <a:pt x="153" y="9376"/>
                </a:lnTo>
                <a:lnTo>
                  <a:pt x="1898" y="5163"/>
                </a:lnTo>
                <a:lnTo>
                  <a:pt x="3422" y="3422"/>
                </a:lnTo>
                <a:lnTo>
                  <a:pt x="5163" y="1898"/>
                </a:lnTo>
                <a:lnTo>
                  <a:pt x="9376" y="153"/>
                </a:lnTo>
                <a:lnTo>
                  <a:pt x="11684" y="0"/>
                </a:lnTo>
                <a:lnTo>
                  <a:pt x="13992" y="153"/>
                </a:lnTo>
                <a:lnTo>
                  <a:pt x="18205" y="1898"/>
                </a:lnTo>
                <a:lnTo>
                  <a:pt x="19946" y="3422"/>
                </a:lnTo>
                <a:lnTo>
                  <a:pt x="21469" y="5163"/>
                </a:lnTo>
                <a:lnTo>
                  <a:pt x="23214" y="9376"/>
                </a:lnTo>
                <a:lnTo>
                  <a:pt x="23368" y="11684"/>
                </a:lnTo>
                <a:lnTo>
                  <a:pt x="23214" y="13992"/>
                </a:lnTo>
                <a:lnTo>
                  <a:pt x="21469" y="18205"/>
                </a:lnTo>
                <a:lnTo>
                  <a:pt x="19946" y="19946"/>
                </a:lnTo>
                <a:lnTo>
                  <a:pt x="18205" y="21469"/>
                </a:lnTo>
                <a:lnTo>
                  <a:pt x="13992" y="23214"/>
                </a:lnTo>
                <a:lnTo>
                  <a:pt x="11684" y="23368"/>
                </a:lnTo>
                <a:lnTo>
                  <a:pt x="9376" y="23214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170" name="Shape 170"/>
          <p:cNvSpPr/>
          <p:nvPr/>
        </p:nvSpPr>
        <p:spPr>
          <a:xfrm>
            <a:off x="6157985" y="1982585"/>
            <a:ext cx="23574" cy="23574"/>
          </a:xfrm>
          <a:custGeom>
            <a:avLst/>
            <a:gdLst/>
            <a:ahLst/>
            <a:cxnLst/>
            <a:rect l="0" t="0" r="r" b="b"/>
            <a:pathLst>
              <a:path w="23574" h="23574">
                <a:moveTo>
                  <a:pt x="9458" y="23419"/>
                </a:moveTo>
                <a:lnTo>
                  <a:pt x="5208" y="21658"/>
                </a:lnTo>
                <a:lnTo>
                  <a:pt x="3452" y="20121"/>
                </a:lnTo>
                <a:lnTo>
                  <a:pt x="1915" y="18365"/>
                </a:lnTo>
                <a:lnTo>
                  <a:pt x="155" y="14115"/>
                </a:lnTo>
                <a:lnTo>
                  <a:pt x="0" y="11787"/>
                </a:lnTo>
                <a:lnTo>
                  <a:pt x="155" y="9458"/>
                </a:lnTo>
                <a:lnTo>
                  <a:pt x="1915" y="5208"/>
                </a:lnTo>
                <a:lnTo>
                  <a:pt x="3452" y="3452"/>
                </a:lnTo>
                <a:lnTo>
                  <a:pt x="5208" y="1915"/>
                </a:lnTo>
                <a:lnTo>
                  <a:pt x="9458" y="155"/>
                </a:lnTo>
                <a:lnTo>
                  <a:pt x="11787" y="0"/>
                </a:lnTo>
                <a:lnTo>
                  <a:pt x="14115" y="155"/>
                </a:lnTo>
                <a:lnTo>
                  <a:pt x="18365" y="1915"/>
                </a:lnTo>
                <a:lnTo>
                  <a:pt x="20121" y="3452"/>
                </a:lnTo>
                <a:lnTo>
                  <a:pt x="21658" y="5208"/>
                </a:lnTo>
                <a:lnTo>
                  <a:pt x="23419" y="9458"/>
                </a:lnTo>
                <a:lnTo>
                  <a:pt x="23574" y="11787"/>
                </a:lnTo>
                <a:lnTo>
                  <a:pt x="23419" y="14115"/>
                </a:lnTo>
                <a:lnTo>
                  <a:pt x="21658" y="18365"/>
                </a:lnTo>
                <a:lnTo>
                  <a:pt x="20121" y="20121"/>
                </a:lnTo>
                <a:lnTo>
                  <a:pt x="18365" y="21658"/>
                </a:lnTo>
                <a:lnTo>
                  <a:pt x="14115" y="23419"/>
                </a:lnTo>
                <a:lnTo>
                  <a:pt x="11787" y="23574"/>
                </a:lnTo>
                <a:lnTo>
                  <a:pt x="9458" y="23419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171" name="Shape 171"/>
          <p:cNvSpPr/>
          <p:nvPr/>
        </p:nvSpPr>
        <p:spPr>
          <a:xfrm>
            <a:off x="5798877" y="1954445"/>
            <a:ext cx="22042" cy="22042"/>
          </a:xfrm>
          <a:custGeom>
            <a:avLst/>
            <a:gdLst/>
            <a:ahLst/>
            <a:cxnLst/>
            <a:rect l="0" t="0" r="r" b="b"/>
            <a:pathLst>
              <a:path w="22042" h="22042">
                <a:moveTo>
                  <a:pt x="8843" y="21896"/>
                </a:moveTo>
                <a:lnTo>
                  <a:pt x="4870" y="20250"/>
                </a:lnTo>
                <a:lnTo>
                  <a:pt x="3227" y="18814"/>
                </a:lnTo>
                <a:lnTo>
                  <a:pt x="1791" y="17171"/>
                </a:lnTo>
                <a:lnTo>
                  <a:pt x="145" y="13198"/>
                </a:lnTo>
                <a:lnTo>
                  <a:pt x="0" y="11021"/>
                </a:lnTo>
                <a:lnTo>
                  <a:pt x="145" y="8843"/>
                </a:lnTo>
                <a:lnTo>
                  <a:pt x="1791" y="4870"/>
                </a:lnTo>
                <a:lnTo>
                  <a:pt x="3227" y="3227"/>
                </a:lnTo>
                <a:lnTo>
                  <a:pt x="4870" y="1791"/>
                </a:lnTo>
                <a:lnTo>
                  <a:pt x="8843" y="145"/>
                </a:lnTo>
                <a:lnTo>
                  <a:pt x="11021" y="0"/>
                </a:lnTo>
                <a:lnTo>
                  <a:pt x="13198" y="145"/>
                </a:lnTo>
                <a:lnTo>
                  <a:pt x="17171" y="1791"/>
                </a:lnTo>
                <a:lnTo>
                  <a:pt x="18814" y="3227"/>
                </a:lnTo>
                <a:lnTo>
                  <a:pt x="20250" y="4870"/>
                </a:lnTo>
                <a:lnTo>
                  <a:pt x="21896" y="8843"/>
                </a:lnTo>
                <a:lnTo>
                  <a:pt x="22042" y="11021"/>
                </a:lnTo>
                <a:lnTo>
                  <a:pt x="21896" y="13198"/>
                </a:lnTo>
                <a:lnTo>
                  <a:pt x="20250" y="17171"/>
                </a:lnTo>
                <a:lnTo>
                  <a:pt x="18814" y="18814"/>
                </a:lnTo>
                <a:lnTo>
                  <a:pt x="17171" y="20250"/>
                </a:lnTo>
                <a:lnTo>
                  <a:pt x="13198" y="21896"/>
                </a:lnTo>
                <a:lnTo>
                  <a:pt x="11021" y="22042"/>
                </a:lnTo>
                <a:lnTo>
                  <a:pt x="8843" y="2189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72" name="Shape 172"/>
          <p:cNvSpPr/>
          <p:nvPr/>
        </p:nvSpPr>
        <p:spPr>
          <a:xfrm>
            <a:off x="5829301" y="1957713"/>
            <a:ext cx="22287" cy="22287"/>
          </a:xfrm>
          <a:custGeom>
            <a:avLst/>
            <a:gdLst/>
            <a:ahLst/>
            <a:cxnLst/>
            <a:rect l="0" t="0" r="r" b="b"/>
            <a:pathLst>
              <a:path w="22287" h="22287">
                <a:moveTo>
                  <a:pt x="8942" y="22140"/>
                </a:moveTo>
                <a:lnTo>
                  <a:pt x="4924" y="20476"/>
                </a:lnTo>
                <a:lnTo>
                  <a:pt x="3263" y="19023"/>
                </a:lnTo>
                <a:lnTo>
                  <a:pt x="1811" y="17362"/>
                </a:lnTo>
                <a:lnTo>
                  <a:pt x="146" y="13344"/>
                </a:lnTo>
                <a:lnTo>
                  <a:pt x="0" y="11143"/>
                </a:lnTo>
                <a:lnTo>
                  <a:pt x="146" y="8942"/>
                </a:lnTo>
                <a:lnTo>
                  <a:pt x="1811" y="4924"/>
                </a:lnTo>
                <a:lnTo>
                  <a:pt x="3263" y="3263"/>
                </a:lnTo>
                <a:lnTo>
                  <a:pt x="4924" y="1811"/>
                </a:lnTo>
                <a:lnTo>
                  <a:pt x="8942" y="146"/>
                </a:lnTo>
                <a:lnTo>
                  <a:pt x="11143" y="0"/>
                </a:lnTo>
                <a:lnTo>
                  <a:pt x="13344" y="146"/>
                </a:lnTo>
                <a:lnTo>
                  <a:pt x="17362" y="1811"/>
                </a:lnTo>
                <a:lnTo>
                  <a:pt x="19023" y="3263"/>
                </a:lnTo>
                <a:lnTo>
                  <a:pt x="20476" y="4924"/>
                </a:lnTo>
                <a:lnTo>
                  <a:pt x="22140" y="8942"/>
                </a:lnTo>
                <a:lnTo>
                  <a:pt x="22287" y="11143"/>
                </a:lnTo>
                <a:lnTo>
                  <a:pt x="22140" y="13344"/>
                </a:lnTo>
                <a:lnTo>
                  <a:pt x="20476" y="17362"/>
                </a:lnTo>
                <a:lnTo>
                  <a:pt x="19023" y="19023"/>
                </a:lnTo>
                <a:lnTo>
                  <a:pt x="17362" y="20476"/>
                </a:lnTo>
                <a:lnTo>
                  <a:pt x="13344" y="22140"/>
                </a:lnTo>
                <a:lnTo>
                  <a:pt x="11143" y="22287"/>
                </a:lnTo>
                <a:lnTo>
                  <a:pt x="8942" y="22140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173" name="Shape 173"/>
          <p:cNvSpPr/>
          <p:nvPr/>
        </p:nvSpPr>
        <p:spPr>
          <a:xfrm>
            <a:off x="5850836" y="1960032"/>
            <a:ext cx="22448" cy="22448"/>
          </a:xfrm>
          <a:custGeom>
            <a:avLst/>
            <a:gdLst/>
            <a:ahLst/>
            <a:cxnLst/>
            <a:rect l="0" t="0" r="r" b="b"/>
            <a:pathLst>
              <a:path w="22448" h="22448">
                <a:moveTo>
                  <a:pt x="9006" y="22300"/>
                </a:moveTo>
                <a:lnTo>
                  <a:pt x="4959" y="20624"/>
                </a:lnTo>
                <a:lnTo>
                  <a:pt x="3287" y="19160"/>
                </a:lnTo>
                <a:lnTo>
                  <a:pt x="1824" y="17488"/>
                </a:lnTo>
                <a:lnTo>
                  <a:pt x="147" y="13441"/>
                </a:lnTo>
                <a:lnTo>
                  <a:pt x="0" y="11224"/>
                </a:lnTo>
                <a:lnTo>
                  <a:pt x="147" y="9006"/>
                </a:lnTo>
                <a:lnTo>
                  <a:pt x="1824" y="4959"/>
                </a:lnTo>
                <a:lnTo>
                  <a:pt x="3287" y="3287"/>
                </a:lnTo>
                <a:lnTo>
                  <a:pt x="4959" y="1824"/>
                </a:lnTo>
                <a:lnTo>
                  <a:pt x="9006" y="147"/>
                </a:lnTo>
                <a:lnTo>
                  <a:pt x="11224" y="0"/>
                </a:lnTo>
                <a:lnTo>
                  <a:pt x="13441" y="147"/>
                </a:lnTo>
                <a:lnTo>
                  <a:pt x="17488" y="1824"/>
                </a:lnTo>
                <a:lnTo>
                  <a:pt x="19160" y="3287"/>
                </a:lnTo>
                <a:lnTo>
                  <a:pt x="20624" y="4959"/>
                </a:lnTo>
                <a:lnTo>
                  <a:pt x="22300" y="9006"/>
                </a:lnTo>
                <a:lnTo>
                  <a:pt x="22448" y="11224"/>
                </a:lnTo>
                <a:lnTo>
                  <a:pt x="22300" y="13441"/>
                </a:lnTo>
                <a:lnTo>
                  <a:pt x="20624" y="17488"/>
                </a:lnTo>
                <a:lnTo>
                  <a:pt x="19160" y="19160"/>
                </a:lnTo>
                <a:lnTo>
                  <a:pt x="17488" y="20624"/>
                </a:lnTo>
                <a:lnTo>
                  <a:pt x="13441" y="22300"/>
                </a:lnTo>
                <a:lnTo>
                  <a:pt x="11224" y="22448"/>
                </a:lnTo>
                <a:lnTo>
                  <a:pt x="9006" y="22300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74" name="Shape 174"/>
          <p:cNvSpPr/>
          <p:nvPr/>
        </p:nvSpPr>
        <p:spPr>
          <a:xfrm>
            <a:off x="5873460" y="1962471"/>
            <a:ext cx="22607" cy="22607"/>
          </a:xfrm>
          <a:custGeom>
            <a:avLst/>
            <a:gdLst/>
            <a:ahLst/>
            <a:cxnLst/>
            <a:rect l="0" t="0" r="r" b="b"/>
            <a:pathLst>
              <a:path w="22607" h="22607">
                <a:moveTo>
                  <a:pt x="9070" y="22458"/>
                </a:moveTo>
                <a:lnTo>
                  <a:pt x="4995" y="20770"/>
                </a:lnTo>
                <a:lnTo>
                  <a:pt x="3310" y="19296"/>
                </a:lnTo>
                <a:lnTo>
                  <a:pt x="1837" y="17612"/>
                </a:lnTo>
                <a:lnTo>
                  <a:pt x="148" y="13536"/>
                </a:lnTo>
                <a:lnTo>
                  <a:pt x="0" y="11303"/>
                </a:lnTo>
                <a:lnTo>
                  <a:pt x="148" y="9070"/>
                </a:lnTo>
                <a:lnTo>
                  <a:pt x="1837" y="4995"/>
                </a:lnTo>
                <a:lnTo>
                  <a:pt x="3310" y="3310"/>
                </a:lnTo>
                <a:lnTo>
                  <a:pt x="4995" y="1837"/>
                </a:lnTo>
                <a:lnTo>
                  <a:pt x="9070" y="148"/>
                </a:lnTo>
                <a:lnTo>
                  <a:pt x="11303" y="0"/>
                </a:lnTo>
                <a:lnTo>
                  <a:pt x="13536" y="148"/>
                </a:lnTo>
                <a:lnTo>
                  <a:pt x="17612" y="1837"/>
                </a:lnTo>
                <a:lnTo>
                  <a:pt x="19296" y="3310"/>
                </a:lnTo>
                <a:lnTo>
                  <a:pt x="20770" y="4995"/>
                </a:lnTo>
                <a:lnTo>
                  <a:pt x="22458" y="9070"/>
                </a:lnTo>
                <a:lnTo>
                  <a:pt x="22607" y="11303"/>
                </a:lnTo>
                <a:lnTo>
                  <a:pt x="22458" y="13536"/>
                </a:lnTo>
                <a:lnTo>
                  <a:pt x="20770" y="17612"/>
                </a:lnTo>
                <a:lnTo>
                  <a:pt x="19296" y="19296"/>
                </a:lnTo>
                <a:lnTo>
                  <a:pt x="17612" y="20770"/>
                </a:lnTo>
                <a:lnTo>
                  <a:pt x="13536" y="22458"/>
                </a:lnTo>
                <a:lnTo>
                  <a:pt x="11303" y="22607"/>
                </a:lnTo>
                <a:lnTo>
                  <a:pt x="9070" y="22458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75" name="Shape 175"/>
          <p:cNvSpPr/>
          <p:nvPr/>
        </p:nvSpPr>
        <p:spPr>
          <a:xfrm>
            <a:off x="5909629" y="1966381"/>
            <a:ext cx="22842" cy="22842"/>
          </a:xfrm>
          <a:custGeom>
            <a:avLst/>
            <a:gdLst/>
            <a:ahLst/>
            <a:cxnLst/>
            <a:rect l="0" t="0" r="r" b="b"/>
            <a:pathLst>
              <a:path w="22842" h="22842">
                <a:moveTo>
                  <a:pt x="9165" y="22692"/>
                </a:moveTo>
                <a:lnTo>
                  <a:pt x="5046" y="20986"/>
                </a:lnTo>
                <a:lnTo>
                  <a:pt x="3345" y="19497"/>
                </a:lnTo>
                <a:lnTo>
                  <a:pt x="1856" y="17795"/>
                </a:lnTo>
                <a:lnTo>
                  <a:pt x="150" y="13677"/>
                </a:lnTo>
                <a:lnTo>
                  <a:pt x="0" y="11421"/>
                </a:lnTo>
                <a:lnTo>
                  <a:pt x="150" y="9165"/>
                </a:lnTo>
                <a:lnTo>
                  <a:pt x="1856" y="5046"/>
                </a:lnTo>
                <a:lnTo>
                  <a:pt x="3345" y="3345"/>
                </a:lnTo>
                <a:lnTo>
                  <a:pt x="5046" y="1856"/>
                </a:lnTo>
                <a:lnTo>
                  <a:pt x="9165" y="150"/>
                </a:lnTo>
                <a:lnTo>
                  <a:pt x="11421" y="0"/>
                </a:lnTo>
                <a:lnTo>
                  <a:pt x="13677" y="150"/>
                </a:lnTo>
                <a:lnTo>
                  <a:pt x="17795" y="1856"/>
                </a:lnTo>
                <a:lnTo>
                  <a:pt x="19497" y="3345"/>
                </a:lnTo>
                <a:lnTo>
                  <a:pt x="20986" y="5046"/>
                </a:lnTo>
                <a:lnTo>
                  <a:pt x="22692" y="9165"/>
                </a:lnTo>
                <a:lnTo>
                  <a:pt x="22842" y="11421"/>
                </a:lnTo>
                <a:lnTo>
                  <a:pt x="22692" y="13677"/>
                </a:lnTo>
                <a:lnTo>
                  <a:pt x="20986" y="17795"/>
                </a:lnTo>
                <a:lnTo>
                  <a:pt x="19497" y="19497"/>
                </a:lnTo>
                <a:lnTo>
                  <a:pt x="17795" y="20986"/>
                </a:lnTo>
                <a:lnTo>
                  <a:pt x="13677" y="22692"/>
                </a:lnTo>
                <a:lnTo>
                  <a:pt x="11421" y="22842"/>
                </a:lnTo>
                <a:lnTo>
                  <a:pt x="9165" y="22692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76" name="Shape 176"/>
          <p:cNvSpPr/>
          <p:nvPr/>
        </p:nvSpPr>
        <p:spPr>
          <a:xfrm>
            <a:off x="5948766" y="1970623"/>
            <a:ext cx="23072" cy="23072"/>
          </a:xfrm>
          <a:custGeom>
            <a:avLst/>
            <a:gdLst/>
            <a:ahLst/>
            <a:cxnLst/>
            <a:rect l="0" t="0" r="r" b="b"/>
            <a:pathLst>
              <a:path w="23072" h="23072">
                <a:moveTo>
                  <a:pt x="9257" y="22920"/>
                </a:moveTo>
                <a:lnTo>
                  <a:pt x="5097" y="21197"/>
                </a:lnTo>
                <a:lnTo>
                  <a:pt x="3378" y="19693"/>
                </a:lnTo>
                <a:lnTo>
                  <a:pt x="1874" y="17974"/>
                </a:lnTo>
                <a:lnTo>
                  <a:pt x="151" y="13815"/>
                </a:lnTo>
                <a:lnTo>
                  <a:pt x="0" y="11536"/>
                </a:lnTo>
                <a:lnTo>
                  <a:pt x="151" y="9257"/>
                </a:lnTo>
                <a:lnTo>
                  <a:pt x="1874" y="5097"/>
                </a:lnTo>
                <a:lnTo>
                  <a:pt x="3378" y="3378"/>
                </a:lnTo>
                <a:lnTo>
                  <a:pt x="5097" y="1874"/>
                </a:lnTo>
                <a:lnTo>
                  <a:pt x="9257" y="151"/>
                </a:lnTo>
                <a:lnTo>
                  <a:pt x="11536" y="0"/>
                </a:lnTo>
                <a:lnTo>
                  <a:pt x="13815" y="151"/>
                </a:lnTo>
                <a:lnTo>
                  <a:pt x="17974" y="1874"/>
                </a:lnTo>
                <a:lnTo>
                  <a:pt x="19693" y="3378"/>
                </a:lnTo>
                <a:lnTo>
                  <a:pt x="21197" y="5097"/>
                </a:lnTo>
                <a:lnTo>
                  <a:pt x="22920" y="9257"/>
                </a:lnTo>
                <a:lnTo>
                  <a:pt x="23072" y="11536"/>
                </a:lnTo>
                <a:lnTo>
                  <a:pt x="22920" y="13815"/>
                </a:lnTo>
                <a:lnTo>
                  <a:pt x="21197" y="17974"/>
                </a:lnTo>
                <a:lnTo>
                  <a:pt x="19693" y="19693"/>
                </a:lnTo>
                <a:lnTo>
                  <a:pt x="17974" y="21197"/>
                </a:lnTo>
                <a:lnTo>
                  <a:pt x="13815" y="22920"/>
                </a:lnTo>
                <a:lnTo>
                  <a:pt x="11536" y="23072"/>
                </a:lnTo>
                <a:lnTo>
                  <a:pt x="9257" y="22920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77" name="Shape 177"/>
          <p:cNvSpPr/>
          <p:nvPr/>
        </p:nvSpPr>
        <p:spPr>
          <a:xfrm>
            <a:off x="5976692" y="1973654"/>
            <a:ext cx="23223" cy="23223"/>
          </a:xfrm>
          <a:custGeom>
            <a:avLst/>
            <a:gdLst/>
            <a:ahLst/>
            <a:cxnLst/>
            <a:rect l="0" t="0" r="r" b="b"/>
            <a:pathLst>
              <a:path w="23223" h="23223">
                <a:moveTo>
                  <a:pt x="9317" y="23070"/>
                </a:moveTo>
                <a:lnTo>
                  <a:pt x="5131" y="21335"/>
                </a:lnTo>
                <a:lnTo>
                  <a:pt x="3400" y="19822"/>
                </a:lnTo>
                <a:lnTo>
                  <a:pt x="1887" y="18091"/>
                </a:lnTo>
                <a:lnTo>
                  <a:pt x="152" y="13905"/>
                </a:lnTo>
                <a:lnTo>
                  <a:pt x="0" y="11611"/>
                </a:lnTo>
                <a:lnTo>
                  <a:pt x="152" y="9317"/>
                </a:lnTo>
                <a:lnTo>
                  <a:pt x="1887" y="5131"/>
                </a:lnTo>
                <a:lnTo>
                  <a:pt x="3400" y="3400"/>
                </a:lnTo>
                <a:lnTo>
                  <a:pt x="5131" y="1887"/>
                </a:lnTo>
                <a:lnTo>
                  <a:pt x="9317" y="152"/>
                </a:lnTo>
                <a:lnTo>
                  <a:pt x="11611" y="0"/>
                </a:lnTo>
                <a:lnTo>
                  <a:pt x="13905" y="152"/>
                </a:lnTo>
                <a:lnTo>
                  <a:pt x="18091" y="1887"/>
                </a:lnTo>
                <a:lnTo>
                  <a:pt x="19822" y="3400"/>
                </a:lnTo>
                <a:lnTo>
                  <a:pt x="21335" y="5131"/>
                </a:lnTo>
                <a:lnTo>
                  <a:pt x="23070" y="9317"/>
                </a:lnTo>
                <a:lnTo>
                  <a:pt x="23223" y="11611"/>
                </a:lnTo>
                <a:lnTo>
                  <a:pt x="23070" y="13905"/>
                </a:lnTo>
                <a:lnTo>
                  <a:pt x="21335" y="18091"/>
                </a:lnTo>
                <a:lnTo>
                  <a:pt x="19822" y="19822"/>
                </a:lnTo>
                <a:lnTo>
                  <a:pt x="18091" y="21335"/>
                </a:lnTo>
                <a:lnTo>
                  <a:pt x="13905" y="23070"/>
                </a:lnTo>
                <a:lnTo>
                  <a:pt x="11611" y="23223"/>
                </a:lnTo>
                <a:lnTo>
                  <a:pt x="9317" y="23070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78" name="Shape 178"/>
          <p:cNvSpPr/>
          <p:nvPr/>
        </p:nvSpPr>
        <p:spPr>
          <a:xfrm>
            <a:off x="6021654" y="1978547"/>
            <a:ext cx="23442" cy="23442"/>
          </a:xfrm>
          <a:custGeom>
            <a:avLst/>
            <a:gdLst/>
            <a:ahLst/>
            <a:cxnLst/>
            <a:rect l="0" t="0" r="r" b="b"/>
            <a:pathLst>
              <a:path w="23442" h="23442">
                <a:moveTo>
                  <a:pt x="9405" y="23288"/>
                </a:moveTo>
                <a:lnTo>
                  <a:pt x="5179" y="21537"/>
                </a:lnTo>
                <a:lnTo>
                  <a:pt x="3433" y="20009"/>
                </a:lnTo>
                <a:lnTo>
                  <a:pt x="1904" y="18263"/>
                </a:lnTo>
                <a:lnTo>
                  <a:pt x="154" y="14036"/>
                </a:lnTo>
                <a:lnTo>
                  <a:pt x="0" y="11721"/>
                </a:lnTo>
                <a:lnTo>
                  <a:pt x="154" y="9405"/>
                </a:lnTo>
                <a:lnTo>
                  <a:pt x="1904" y="5179"/>
                </a:lnTo>
                <a:lnTo>
                  <a:pt x="3433" y="3433"/>
                </a:lnTo>
                <a:lnTo>
                  <a:pt x="5179" y="1904"/>
                </a:lnTo>
                <a:lnTo>
                  <a:pt x="9405" y="154"/>
                </a:lnTo>
                <a:lnTo>
                  <a:pt x="11721" y="0"/>
                </a:lnTo>
                <a:lnTo>
                  <a:pt x="14036" y="154"/>
                </a:lnTo>
                <a:lnTo>
                  <a:pt x="18263" y="1904"/>
                </a:lnTo>
                <a:lnTo>
                  <a:pt x="20009" y="3433"/>
                </a:lnTo>
                <a:lnTo>
                  <a:pt x="21537" y="5179"/>
                </a:lnTo>
                <a:lnTo>
                  <a:pt x="23288" y="9405"/>
                </a:lnTo>
                <a:lnTo>
                  <a:pt x="23442" y="11721"/>
                </a:lnTo>
                <a:lnTo>
                  <a:pt x="23288" y="14036"/>
                </a:lnTo>
                <a:lnTo>
                  <a:pt x="21537" y="18263"/>
                </a:lnTo>
                <a:lnTo>
                  <a:pt x="20009" y="20009"/>
                </a:lnTo>
                <a:lnTo>
                  <a:pt x="18263" y="21537"/>
                </a:lnTo>
                <a:lnTo>
                  <a:pt x="14036" y="23288"/>
                </a:lnTo>
                <a:lnTo>
                  <a:pt x="11721" y="23442"/>
                </a:lnTo>
                <a:lnTo>
                  <a:pt x="9405" y="2328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79" name="Shape 179"/>
          <p:cNvSpPr/>
          <p:nvPr/>
        </p:nvSpPr>
        <p:spPr>
          <a:xfrm>
            <a:off x="6070756" y="1983902"/>
            <a:ext cx="23656" cy="23656"/>
          </a:xfrm>
          <a:custGeom>
            <a:avLst/>
            <a:gdLst/>
            <a:ahLst/>
            <a:cxnLst/>
            <a:rect l="0" t="0" r="r" b="b"/>
            <a:pathLst>
              <a:path w="23656" h="23656">
                <a:moveTo>
                  <a:pt x="9491" y="23500"/>
                </a:moveTo>
                <a:lnTo>
                  <a:pt x="5226" y="21734"/>
                </a:lnTo>
                <a:lnTo>
                  <a:pt x="3464" y="20191"/>
                </a:lnTo>
                <a:lnTo>
                  <a:pt x="1922" y="18429"/>
                </a:lnTo>
                <a:lnTo>
                  <a:pt x="155" y="14164"/>
                </a:lnTo>
                <a:lnTo>
                  <a:pt x="0" y="11828"/>
                </a:lnTo>
                <a:lnTo>
                  <a:pt x="155" y="9491"/>
                </a:lnTo>
                <a:lnTo>
                  <a:pt x="1922" y="5226"/>
                </a:lnTo>
                <a:lnTo>
                  <a:pt x="3464" y="3464"/>
                </a:lnTo>
                <a:lnTo>
                  <a:pt x="5226" y="1922"/>
                </a:lnTo>
                <a:lnTo>
                  <a:pt x="9491" y="155"/>
                </a:lnTo>
                <a:lnTo>
                  <a:pt x="11828" y="0"/>
                </a:lnTo>
                <a:lnTo>
                  <a:pt x="14164" y="155"/>
                </a:lnTo>
                <a:lnTo>
                  <a:pt x="18429" y="1922"/>
                </a:lnTo>
                <a:lnTo>
                  <a:pt x="20191" y="3464"/>
                </a:lnTo>
                <a:lnTo>
                  <a:pt x="21734" y="5226"/>
                </a:lnTo>
                <a:lnTo>
                  <a:pt x="23500" y="9491"/>
                </a:lnTo>
                <a:lnTo>
                  <a:pt x="23656" y="11828"/>
                </a:lnTo>
                <a:lnTo>
                  <a:pt x="23500" y="14164"/>
                </a:lnTo>
                <a:lnTo>
                  <a:pt x="21734" y="18429"/>
                </a:lnTo>
                <a:lnTo>
                  <a:pt x="20191" y="20191"/>
                </a:lnTo>
                <a:lnTo>
                  <a:pt x="18429" y="21734"/>
                </a:lnTo>
                <a:lnTo>
                  <a:pt x="14164" y="23500"/>
                </a:lnTo>
                <a:lnTo>
                  <a:pt x="11828" y="23656"/>
                </a:lnTo>
                <a:lnTo>
                  <a:pt x="9491" y="23500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180" name="Shape 180"/>
          <p:cNvSpPr/>
          <p:nvPr/>
        </p:nvSpPr>
        <p:spPr>
          <a:xfrm>
            <a:off x="6106081" y="1987761"/>
            <a:ext cx="23793" cy="23793"/>
          </a:xfrm>
          <a:custGeom>
            <a:avLst/>
            <a:gdLst/>
            <a:ahLst/>
            <a:cxnLst/>
            <a:rect l="0" t="0" r="r" b="b"/>
            <a:pathLst>
              <a:path w="23793" h="23793">
                <a:moveTo>
                  <a:pt x="9546" y="23636"/>
                </a:moveTo>
                <a:lnTo>
                  <a:pt x="5257" y="21859"/>
                </a:lnTo>
                <a:lnTo>
                  <a:pt x="3484" y="20308"/>
                </a:lnTo>
                <a:lnTo>
                  <a:pt x="1933" y="18536"/>
                </a:lnTo>
                <a:lnTo>
                  <a:pt x="156" y="14246"/>
                </a:lnTo>
                <a:lnTo>
                  <a:pt x="0" y="11896"/>
                </a:lnTo>
                <a:lnTo>
                  <a:pt x="156" y="9546"/>
                </a:lnTo>
                <a:lnTo>
                  <a:pt x="1933" y="5257"/>
                </a:lnTo>
                <a:lnTo>
                  <a:pt x="3484" y="3484"/>
                </a:lnTo>
                <a:lnTo>
                  <a:pt x="5257" y="1933"/>
                </a:lnTo>
                <a:lnTo>
                  <a:pt x="9546" y="156"/>
                </a:lnTo>
                <a:lnTo>
                  <a:pt x="11896" y="0"/>
                </a:lnTo>
                <a:lnTo>
                  <a:pt x="14246" y="156"/>
                </a:lnTo>
                <a:lnTo>
                  <a:pt x="18536" y="1933"/>
                </a:lnTo>
                <a:lnTo>
                  <a:pt x="20308" y="3484"/>
                </a:lnTo>
                <a:lnTo>
                  <a:pt x="21859" y="5257"/>
                </a:lnTo>
                <a:lnTo>
                  <a:pt x="23636" y="9546"/>
                </a:lnTo>
                <a:lnTo>
                  <a:pt x="23793" y="11896"/>
                </a:lnTo>
                <a:lnTo>
                  <a:pt x="23636" y="14246"/>
                </a:lnTo>
                <a:lnTo>
                  <a:pt x="21859" y="18536"/>
                </a:lnTo>
                <a:lnTo>
                  <a:pt x="20308" y="20308"/>
                </a:lnTo>
                <a:lnTo>
                  <a:pt x="18536" y="21859"/>
                </a:lnTo>
                <a:lnTo>
                  <a:pt x="14246" y="23636"/>
                </a:lnTo>
                <a:lnTo>
                  <a:pt x="11896" y="23793"/>
                </a:lnTo>
                <a:lnTo>
                  <a:pt x="9546" y="23636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81" name="Shape 181"/>
          <p:cNvSpPr/>
          <p:nvPr/>
        </p:nvSpPr>
        <p:spPr>
          <a:xfrm>
            <a:off x="6143715" y="1991879"/>
            <a:ext cx="23925" cy="23925"/>
          </a:xfrm>
          <a:custGeom>
            <a:avLst/>
            <a:gdLst/>
            <a:ahLst/>
            <a:cxnLst/>
            <a:rect l="0" t="0" r="r" b="b"/>
            <a:pathLst>
              <a:path w="23925" h="23925">
                <a:moveTo>
                  <a:pt x="9599" y="23767"/>
                </a:moveTo>
                <a:lnTo>
                  <a:pt x="5286" y="21980"/>
                </a:lnTo>
                <a:lnTo>
                  <a:pt x="3503" y="20421"/>
                </a:lnTo>
                <a:lnTo>
                  <a:pt x="1944" y="18638"/>
                </a:lnTo>
                <a:lnTo>
                  <a:pt x="157" y="14325"/>
                </a:lnTo>
                <a:lnTo>
                  <a:pt x="0" y="11962"/>
                </a:lnTo>
                <a:lnTo>
                  <a:pt x="157" y="9599"/>
                </a:lnTo>
                <a:lnTo>
                  <a:pt x="1944" y="5286"/>
                </a:lnTo>
                <a:lnTo>
                  <a:pt x="3503" y="3503"/>
                </a:lnTo>
                <a:lnTo>
                  <a:pt x="5286" y="1944"/>
                </a:lnTo>
                <a:lnTo>
                  <a:pt x="9599" y="157"/>
                </a:lnTo>
                <a:lnTo>
                  <a:pt x="11962" y="0"/>
                </a:lnTo>
                <a:lnTo>
                  <a:pt x="14325" y="157"/>
                </a:lnTo>
                <a:lnTo>
                  <a:pt x="18638" y="1944"/>
                </a:lnTo>
                <a:lnTo>
                  <a:pt x="20421" y="3503"/>
                </a:lnTo>
                <a:lnTo>
                  <a:pt x="21980" y="5286"/>
                </a:lnTo>
                <a:lnTo>
                  <a:pt x="23767" y="9599"/>
                </a:lnTo>
                <a:lnTo>
                  <a:pt x="23925" y="11962"/>
                </a:lnTo>
                <a:lnTo>
                  <a:pt x="23767" y="14325"/>
                </a:lnTo>
                <a:lnTo>
                  <a:pt x="21980" y="18638"/>
                </a:lnTo>
                <a:lnTo>
                  <a:pt x="20421" y="20421"/>
                </a:lnTo>
                <a:lnTo>
                  <a:pt x="18638" y="21980"/>
                </a:lnTo>
                <a:lnTo>
                  <a:pt x="14325" y="23767"/>
                </a:lnTo>
                <a:lnTo>
                  <a:pt x="11962" y="23925"/>
                </a:lnTo>
                <a:lnTo>
                  <a:pt x="9599" y="23767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182" name="Shape 182"/>
          <p:cNvSpPr/>
          <p:nvPr/>
        </p:nvSpPr>
        <p:spPr>
          <a:xfrm>
            <a:off x="5694045" y="1955611"/>
            <a:ext cx="22098" cy="22098"/>
          </a:xfrm>
          <a:custGeom>
            <a:avLst/>
            <a:gdLst/>
            <a:ahLst/>
            <a:cxnLst/>
            <a:rect l="0" t="0" r="r" b="b"/>
            <a:pathLst>
              <a:path w="22098" h="22098">
                <a:moveTo>
                  <a:pt x="8866" y="21952"/>
                </a:moveTo>
                <a:lnTo>
                  <a:pt x="4882" y="20302"/>
                </a:lnTo>
                <a:lnTo>
                  <a:pt x="3236" y="18861"/>
                </a:lnTo>
                <a:lnTo>
                  <a:pt x="1795" y="17215"/>
                </a:lnTo>
                <a:lnTo>
                  <a:pt x="145" y="13231"/>
                </a:lnTo>
                <a:lnTo>
                  <a:pt x="0" y="11049"/>
                </a:lnTo>
                <a:lnTo>
                  <a:pt x="145" y="8866"/>
                </a:lnTo>
                <a:lnTo>
                  <a:pt x="1795" y="4882"/>
                </a:lnTo>
                <a:lnTo>
                  <a:pt x="3236" y="3236"/>
                </a:lnTo>
                <a:lnTo>
                  <a:pt x="4882" y="1795"/>
                </a:lnTo>
                <a:lnTo>
                  <a:pt x="8866" y="145"/>
                </a:lnTo>
                <a:lnTo>
                  <a:pt x="11049" y="0"/>
                </a:lnTo>
                <a:lnTo>
                  <a:pt x="13231" y="145"/>
                </a:lnTo>
                <a:lnTo>
                  <a:pt x="17215" y="1795"/>
                </a:lnTo>
                <a:lnTo>
                  <a:pt x="18861" y="3236"/>
                </a:lnTo>
                <a:lnTo>
                  <a:pt x="20302" y="4882"/>
                </a:lnTo>
                <a:lnTo>
                  <a:pt x="21952" y="8866"/>
                </a:lnTo>
                <a:lnTo>
                  <a:pt x="22098" y="11049"/>
                </a:lnTo>
                <a:lnTo>
                  <a:pt x="21952" y="13231"/>
                </a:lnTo>
                <a:lnTo>
                  <a:pt x="20302" y="17215"/>
                </a:lnTo>
                <a:lnTo>
                  <a:pt x="18861" y="18861"/>
                </a:lnTo>
                <a:lnTo>
                  <a:pt x="17215" y="20302"/>
                </a:lnTo>
                <a:lnTo>
                  <a:pt x="13231" y="21952"/>
                </a:lnTo>
                <a:lnTo>
                  <a:pt x="11049" y="22098"/>
                </a:lnTo>
                <a:lnTo>
                  <a:pt x="8866" y="21952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83" name="Shape 183"/>
          <p:cNvSpPr/>
          <p:nvPr/>
        </p:nvSpPr>
        <p:spPr>
          <a:xfrm>
            <a:off x="5721048" y="1958965"/>
            <a:ext cx="22346" cy="22346"/>
          </a:xfrm>
          <a:custGeom>
            <a:avLst/>
            <a:gdLst/>
            <a:ahLst/>
            <a:cxnLst/>
            <a:rect l="0" t="0" r="r" b="b"/>
            <a:pathLst>
              <a:path w="22346" h="22346">
                <a:moveTo>
                  <a:pt x="8966" y="22199"/>
                </a:moveTo>
                <a:lnTo>
                  <a:pt x="4937" y="20530"/>
                </a:lnTo>
                <a:lnTo>
                  <a:pt x="3272" y="19074"/>
                </a:lnTo>
                <a:lnTo>
                  <a:pt x="1815" y="17409"/>
                </a:lnTo>
                <a:lnTo>
                  <a:pt x="147" y="13380"/>
                </a:lnTo>
                <a:lnTo>
                  <a:pt x="0" y="11173"/>
                </a:lnTo>
                <a:lnTo>
                  <a:pt x="147" y="8966"/>
                </a:lnTo>
                <a:lnTo>
                  <a:pt x="1815" y="4937"/>
                </a:lnTo>
                <a:lnTo>
                  <a:pt x="3272" y="3272"/>
                </a:lnTo>
                <a:lnTo>
                  <a:pt x="4937" y="1815"/>
                </a:lnTo>
                <a:lnTo>
                  <a:pt x="8966" y="147"/>
                </a:lnTo>
                <a:lnTo>
                  <a:pt x="11173" y="0"/>
                </a:lnTo>
                <a:lnTo>
                  <a:pt x="13380" y="147"/>
                </a:lnTo>
                <a:lnTo>
                  <a:pt x="17409" y="1815"/>
                </a:lnTo>
                <a:lnTo>
                  <a:pt x="19074" y="3272"/>
                </a:lnTo>
                <a:lnTo>
                  <a:pt x="20530" y="4937"/>
                </a:lnTo>
                <a:lnTo>
                  <a:pt x="22199" y="8966"/>
                </a:lnTo>
                <a:lnTo>
                  <a:pt x="22346" y="11173"/>
                </a:lnTo>
                <a:lnTo>
                  <a:pt x="22199" y="13380"/>
                </a:lnTo>
                <a:lnTo>
                  <a:pt x="20530" y="17409"/>
                </a:lnTo>
                <a:lnTo>
                  <a:pt x="19074" y="19074"/>
                </a:lnTo>
                <a:lnTo>
                  <a:pt x="17409" y="20530"/>
                </a:lnTo>
                <a:lnTo>
                  <a:pt x="13380" y="22199"/>
                </a:lnTo>
                <a:lnTo>
                  <a:pt x="11173" y="22346"/>
                </a:lnTo>
                <a:lnTo>
                  <a:pt x="8966" y="2219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84" name="Shape 184"/>
          <p:cNvSpPr/>
          <p:nvPr/>
        </p:nvSpPr>
        <p:spPr>
          <a:xfrm>
            <a:off x="5740177" y="1961346"/>
            <a:ext cx="22510" cy="22510"/>
          </a:xfrm>
          <a:custGeom>
            <a:avLst/>
            <a:gdLst/>
            <a:ahLst/>
            <a:cxnLst/>
            <a:rect l="0" t="0" r="r" b="b"/>
            <a:pathLst>
              <a:path w="22510" h="22510">
                <a:moveTo>
                  <a:pt x="9031" y="22362"/>
                </a:moveTo>
                <a:lnTo>
                  <a:pt x="4973" y="20681"/>
                </a:lnTo>
                <a:lnTo>
                  <a:pt x="3296" y="19213"/>
                </a:lnTo>
                <a:lnTo>
                  <a:pt x="1829" y="17536"/>
                </a:lnTo>
                <a:lnTo>
                  <a:pt x="148" y="13478"/>
                </a:lnTo>
                <a:lnTo>
                  <a:pt x="0" y="11255"/>
                </a:lnTo>
                <a:lnTo>
                  <a:pt x="148" y="9031"/>
                </a:lnTo>
                <a:lnTo>
                  <a:pt x="1829" y="4973"/>
                </a:lnTo>
                <a:lnTo>
                  <a:pt x="3296" y="3296"/>
                </a:lnTo>
                <a:lnTo>
                  <a:pt x="4973" y="1829"/>
                </a:lnTo>
                <a:lnTo>
                  <a:pt x="9031" y="148"/>
                </a:lnTo>
                <a:lnTo>
                  <a:pt x="11255" y="0"/>
                </a:lnTo>
                <a:lnTo>
                  <a:pt x="13478" y="148"/>
                </a:lnTo>
                <a:lnTo>
                  <a:pt x="17536" y="1829"/>
                </a:lnTo>
                <a:lnTo>
                  <a:pt x="19213" y="3296"/>
                </a:lnTo>
                <a:lnTo>
                  <a:pt x="20681" y="4973"/>
                </a:lnTo>
                <a:lnTo>
                  <a:pt x="22362" y="9031"/>
                </a:lnTo>
                <a:lnTo>
                  <a:pt x="22510" y="11255"/>
                </a:lnTo>
                <a:lnTo>
                  <a:pt x="22362" y="13478"/>
                </a:lnTo>
                <a:lnTo>
                  <a:pt x="20681" y="17536"/>
                </a:lnTo>
                <a:lnTo>
                  <a:pt x="19213" y="19213"/>
                </a:lnTo>
                <a:lnTo>
                  <a:pt x="17536" y="20681"/>
                </a:lnTo>
                <a:lnTo>
                  <a:pt x="13478" y="22362"/>
                </a:lnTo>
                <a:lnTo>
                  <a:pt x="11255" y="22510"/>
                </a:lnTo>
                <a:lnTo>
                  <a:pt x="9031" y="22362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85" name="Shape 185"/>
          <p:cNvSpPr/>
          <p:nvPr/>
        </p:nvSpPr>
        <p:spPr>
          <a:xfrm>
            <a:off x="5760288" y="1963854"/>
            <a:ext cx="22673" cy="22673"/>
          </a:xfrm>
          <a:custGeom>
            <a:avLst/>
            <a:gdLst/>
            <a:ahLst/>
            <a:cxnLst/>
            <a:rect l="0" t="0" r="r" b="b"/>
            <a:pathLst>
              <a:path w="22673" h="22673">
                <a:moveTo>
                  <a:pt x="9097" y="22524"/>
                </a:moveTo>
                <a:lnTo>
                  <a:pt x="5009" y="20831"/>
                </a:lnTo>
                <a:lnTo>
                  <a:pt x="3320" y="19353"/>
                </a:lnTo>
                <a:lnTo>
                  <a:pt x="1842" y="17663"/>
                </a:lnTo>
                <a:lnTo>
                  <a:pt x="149" y="13576"/>
                </a:lnTo>
                <a:lnTo>
                  <a:pt x="0" y="11336"/>
                </a:lnTo>
                <a:lnTo>
                  <a:pt x="149" y="9097"/>
                </a:lnTo>
                <a:lnTo>
                  <a:pt x="1842" y="5009"/>
                </a:lnTo>
                <a:lnTo>
                  <a:pt x="3320" y="3320"/>
                </a:lnTo>
                <a:lnTo>
                  <a:pt x="5009" y="1842"/>
                </a:lnTo>
                <a:lnTo>
                  <a:pt x="9097" y="149"/>
                </a:lnTo>
                <a:lnTo>
                  <a:pt x="11336" y="0"/>
                </a:lnTo>
                <a:lnTo>
                  <a:pt x="13576" y="149"/>
                </a:lnTo>
                <a:lnTo>
                  <a:pt x="17663" y="1842"/>
                </a:lnTo>
                <a:lnTo>
                  <a:pt x="19353" y="3320"/>
                </a:lnTo>
                <a:lnTo>
                  <a:pt x="20831" y="5009"/>
                </a:lnTo>
                <a:lnTo>
                  <a:pt x="22524" y="9097"/>
                </a:lnTo>
                <a:lnTo>
                  <a:pt x="22673" y="11336"/>
                </a:lnTo>
                <a:lnTo>
                  <a:pt x="22524" y="13576"/>
                </a:lnTo>
                <a:lnTo>
                  <a:pt x="20831" y="17663"/>
                </a:lnTo>
                <a:lnTo>
                  <a:pt x="19353" y="19353"/>
                </a:lnTo>
                <a:lnTo>
                  <a:pt x="17663" y="20831"/>
                </a:lnTo>
                <a:lnTo>
                  <a:pt x="13576" y="22524"/>
                </a:lnTo>
                <a:lnTo>
                  <a:pt x="11336" y="22673"/>
                </a:lnTo>
                <a:lnTo>
                  <a:pt x="9097" y="22524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186" name="Shape 186"/>
          <p:cNvSpPr/>
          <p:nvPr/>
        </p:nvSpPr>
        <p:spPr>
          <a:xfrm>
            <a:off x="5792467" y="1967875"/>
            <a:ext cx="22913" cy="22913"/>
          </a:xfrm>
          <a:custGeom>
            <a:avLst/>
            <a:gdLst/>
            <a:ahLst/>
            <a:cxnLst/>
            <a:rect l="0" t="0" r="r" b="b"/>
            <a:pathLst>
              <a:path w="22913" h="22913">
                <a:moveTo>
                  <a:pt x="9193" y="22762"/>
                </a:moveTo>
                <a:lnTo>
                  <a:pt x="5062" y="21051"/>
                </a:lnTo>
                <a:lnTo>
                  <a:pt x="3355" y="19557"/>
                </a:lnTo>
                <a:lnTo>
                  <a:pt x="1861" y="17850"/>
                </a:lnTo>
                <a:lnTo>
                  <a:pt x="150" y="13719"/>
                </a:lnTo>
                <a:lnTo>
                  <a:pt x="0" y="11456"/>
                </a:lnTo>
                <a:lnTo>
                  <a:pt x="150" y="9193"/>
                </a:lnTo>
                <a:lnTo>
                  <a:pt x="1861" y="5062"/>
                </a:lnTo>
                <a:lnTo>
                  <a:pt x="3355" y="3355"/>
                </a:lnTo>
                <a:lnTo>
                  <a:pt x="5062" y="1861"/>
                </a:lnTo>
                <a:lnTo>
                  <a:pt x="9193" y="150"/>
                </a:lnTo>
                <a:lnTo>
                  <a:pt x="11456" y="0"/>
                </a:lnTo>
                <a:lnTo>
                  <a:pt x="13719" y="150"/>
                </a:lnTo>
                <a:lnTo>
                  <a:pt x="17850" y="1861"/>
                </a:lnTo>
                <a:lnTo>
                  <a:pt x="19557" y="3355"/>
                </a:lnTo>
                <a:lnTo>
                  <a:pt x="21051" y="5062"/>
                </a:lnTo>
                <a:lnTo>
                  <a:pt x="22762" y="9193"/>
                </a:lnTo>
                <a:lnTo>
                  <a:pt x="22913" y="11456"/>
                </a:lnTo>
                <a:lnTo>
                  <a:pt x="22762" y="13719"/>
                </a:lnTo>
                <a:lnTo>
                  <a:pt x="21051" y="17850"/>
                </a:lnTo>
                <a:lnTo>
                  <a:pt x="19557" y="19557"/>
                </a:lnTo>
                <a:lnTo>
                  <a:pt x="17850" y="21051"/>
                </a:lnTo>
                <a:lnTo>
                  <a:pt x="13719" y="22762"/>
                </a:lnTo>
                <a:lnTo>
                  <a:pt x="11456" y="22913"/>
                </a:lnTo>
                <a:lnTo>
                  <a:pt x="9193" y="22762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87" name="Shape 187"/>
          <p:cNvSpPr/>
          <p:nvPr/>
        </p:nvSpPr>
        <p:spPr>
          <a:xfrm>
            <a:off x="5827329" y="1972241"/>
            <a:ext cx="23150" cy="23150"/>
          </a:xfrm>
          <a:custGeom>
            <a:avLst/>
            <a:gdLst/>
            <a:ahLst/>
            <a:cxnLst/>
            <a:rect l="0" t="0" r="r" b="b"/>
            <a:pathLst>
              <a:path w="23150" h="23150">
                <a:moveTo>
                  <a:pt x="9288" y="22997"/>
                </a:moveTo>
                <a:lnTo>
                  <a:pt x="5114" y="21268"/>
                </a:lnTo>
                <a:lnTo>
                  <a:pt x="3390" y="19759"/>
                </a:lnTo>
                <a:lnTo>
                  <a:pt x="1881" y="18035"/>
                </a:lnTo>
                <a:lnTo>
                  <a:pt x="152" y="13861"/>
                </a:lnTo>
                <a:lnTo>
                  <a:pt x="0" y="11575"/>
                </a:lnTo>
                <a:lnTo>
                  <a:pt x="152" y="9288"/>
                </a:lnTo>
                <a:lnTo>
                  <a:pt x="1881" y="5114"/>
                </a:lnTo>
                <a:lnTo>
                  <a:pt x="3390" y="3390"/>
                </a:lnTo>
                <a:lnTo>
                  <a:pt x="5114" y="1881"/>
                </a:lnTo>
                <a:lnTo>
                  <a:pt x="9288" y="152"/>
                </a:lnTo>
                <a:lnTo>
                  <a:pt x="11575" y="0"/>
                </a:lnTo>
                <a:lnTo>
                  <a:pt x="13861" y="152"/>
                </a:lnTo>
                <a:lnTo>
                  <a:pt x="18035" y="1881"/>
                </a:lnTo>
                <a:lnTo>
                  <a:pt x="19759" y="3390"/>
                </a:lnTo>
                <a:lnTo>
                  <a:pt x="21268" y="5114"/>
                </a:lnTo>
                <a:lnTo>
                  <a:pt x="22997" y="9288"/>
                </a:lnTo>
                <a:lnTo>
                  <a:pt x="23150" y="11575"/>
                </a:lnTo>
                <a:lnTo>
                  <a:pt x="22997" y="13861"/>
                </a:lnTo>
                <a:lnTo>
                  <a:pt x="21268" y="18035"/>
                </a:lnTo>
                <a:lnTo>
                  <a:pt x="19759" y="19759"/>
                </a:lnTo>
                <a:lnTo>
                  <a:pt x="18035" y="21268"/>
                </a:lnTo>
                <a:lnTo>
                  <a:pt x="13861" y="22997"/>
                </a:lnTo>
                <a:lnTo>
                  <a:pt x="11575" y="23150"/>
                </a:lnTo>
                <a:lnTo>
                  <a:pt x="9288" y="22997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88" name="Shape 188"/>
          <p:cNvSpPr/>
          <p:nvPr/>
        </p:nvSpPr>
        <p:spPr>
          <a:xfrm>
            <a:off x="5852229" y="1975366"/>
            <a:ext cx="23304" cy="23304"/>
          </a:xfrm>
          <a:custGeom>
            <a:avLst/>
            <a:gdLst/>
            <a:ahLst/>
            <a:cxnLst/>
            <a:rect l="0" t="0" r="r" b="b"/>
            <a:pathLst>
              <a:path w="23304" h="23304">
                <a:moveTo>
                  <a:pt x="9350" y="23151"/>
                </a:moveTo>
                <a:lnTo>
                  <a:pt x="5149" y="21411"/>
                </a:lnTo>
                <a:lnTo>
                  <a:pt x="3412" y="19891"/>
                </a:lnTo>
                <a:lnTo>
                  <a:pt x="1893" y="18155"/>
                </a:lnTo>
                <a:lnTo>
                  <a:pt x="153" y="13954"/>
                </a:lnTo>
                <a:lnTo>
                  <a:pt x="0" y="11652"/>
                </a:lnTo>
                <a:lnTo>
                  <a:pt x="153" y="9350"/>
                </a:lnTo>
                <a:lnTo>
                  <a:pt x="1893" y="5149"/>
                </a:lnTo>
                <a:lnTo>
                  <a:pt x="3412" y="3412"/>
                </a:lnTo>
                <a:lnTo>
                  <a:pt x="5149" y="1893"/>
                </a:lnTo>
                <a:lnTo>
                  <a:pt x="9350" y="153"/>
                </a:lnTo>
                <a:lnTo>
                  <a:pt x="11652" y="0"/>
                </a:lnTo>
                <a:lnTo>
                  <a:pt x="13954" y="153"/>
                </a:lnTo>
                <a:lnTo>
                  <a:pt x="18155" y="1893"/>
                </a:lnTo>
                <a:lnTo>
                  <a:pt x="19891" y="3412"/>
                </a:lnTo>
                <a:lnTo>
                  <a:pt x="21411" y="5149"/>
                </a:lnTo>
                <a:lnTo>
                  <a:pt x="23151" y="9350"/>
                </a:lnTo>
                <a:lnTo>
                  <a:pt x="23304" y="11652"/>
                </a:lnTo>
                <a:lnTo>
                  <a:pt x="23151" y="13954"/>
                </a:lnTo>
                <a:lnTo>
                  <a:pt x="21411" y="18155"/>
                </a:lnTo>
                <a:lnTo>
                  <a:pt x="19891" y="19891"/>
                </a:lnTo>
                <a:lnTo>
                  <a:pt x="18155" y="21411"/>
                </a:lnTo>
                <a:lnTo>
                  <a:pt x="13954" y="23151"/>
                </a:lnTo>
                <a:lnTo>
                  <a:pt x="11652" y="23304"/>
                </a:lnTo>
                <a:lnTo>
                  <a:pt x="9350" y="2315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89" name="Shape 189"/>
          <p:cNvSpPr/>
          <p:nvPr/>
        </p:nvSpPr>
        <p:spPr>
          <a:xfrm>
            <a:off x="5892366" y="1980413"/>
            <a:ext cx="23533" cy="23533"/>
          </a:xfrm>
          <a:custGeom>
            <a:avLst/>
            <a:gdLst/>
            <a:ahLst/>
            <a:cxnLst/>
            <a:rect l="0" t="0" r="r" b="b"/>
            <a:pathLst>
              <a:path w="23533" h="23533">
                <a:moveTo>
                  <a:pt x="9442" y="23378"/>
                </a:moveTo>
                <a:lnTo>
                  <a:pt x="5199" y="21621"/>
                </a:lnTo>
                <a:lnTo>
                  <a:pt x="3446" y="20087"/>
                </a:lnTo>
                <a:lnTo>
                  <a:pt x="1912" y="18333"/>
                </a:lnTo>
                <a:lnTo>
                  <a:pt x="154" y="14091"/>
                </a:lnTo>
                <a:lnTo>
                  <a:pt x="0" y="11766"/>
                </a:lnTo>
                <a:lnTo>
                  <a:pt x="154" y="9442"/>
                </a:lnTo>
                <a:lnTo>
                  <a:pt x="1912" y="5199"/>
                </a:lnTo>
                <a:lnTo>
                  <a:pt x="3446" y="3446"/>
                </a:lnTo>
                <a:lnTo>
                  <a:pt x="5199" y="1912"/>
                </a:lnTo>
                <a:lnTo>
                  <a:pt x="9442" y="154"/>
                </a:lnTo>
                <a:lnTo>
                  <a:pt x="11766" y="0"/>
                </a:lnTo>
                <a:lnTo>
                  <a:pt x="14091" y="154"/>
                </a:lnTo>
                <a:lnTo>
                  <a:pt x="18333" y="1912"/>
                </a:lnTo>
                <a:lnTo>
                  <a:pt x="20087" y="3446"/>
                </a:lnTo>
                <a:lnTo>
                  <a:pt x="21621" y="5199"/>
                </a:lnTo>
                <a:lnTo>
                  <a:pt x="23378" y="9442"/>
                </a:lnTo>
                <a:lnTo>
                  <a:pt x="23533" y="11766"/>
                </a:lnTo>
                <a:lnTo>
                  <a:pt x="23378" y="14091"/>
                </a:lnTo>
                <a:lnTo>
                  <a:pt x="21621" y="18333"/>
                </a:lnTo>
                <a:lnTo>
                  <a:pt x="20087" y="20087"/>
                </a:lnTo>
                <a:lnTo>
                  <a:pt x="18333" y="21621"/>
                </a:lnTo>
                <a:lnTo>
                  <a:pt x="14091" y="23378"/>
                </a:lnTo>
                <a:lnTo>
                  <a:pt x="11766" y="23533"/>
                </a:lnTo>
                <a:lnTo>
                  <a:pt x="9442" y="2337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90" name="Shape 190"/>
          <p:cNvSpPr/>
          <p:nvPr/>
        </p:nvSpPr>
        <p:spPr>
          <a:xfrm>
            <a:off x="5936260" y="1985943"/>
            <a:ext cx="23757" cy="23757"/>
          </a:xfrm>
          <a:custGeom>
            <a:avLst/>
            <a:gdLst/>
            <a:ahLst/>
            <a:cxnLst/>
            <a:rect l="0" t="0" r="r" b="b"/>
            <a:pathLst>
              <a:path w="23757" h="23757">
                <a:moveTo>
                  <a:pt x="9532" y="23601"/>
                </a:moveTo>
                <a:lnTo>
                  <a:pt x="5249" y="21827"/>
                </a:lnTo>
                <a:lnTo>
                  <a:pt x="3479" y="20278"/>
                </a:lnTo>
                <a:lnTo>
                  <a:pt x="1930" y="18508"/>
                </a:lnTo>
                <a:lnTo>
                  <a:pt x="156" y="14225"/>
                </a:lnTo>
                <a:lnTo>
                  <a:pt x="0" y="11878"/>
                </a:lnTo>
                <a:lnTo>
                  <a:pt x="156" y="9532"/>
                </a:lnTo>
                <a:lnTo>
                  <a:pt x="1930" y="5249"/>
                </a:lnTo>
                <a:lnTo>
                  <a:pt x="3479" y="3479"/>
                </a:lnTo>
                <a:lnTo>
                  <a:pt x="5249" y="1930"/>
                </a:lnTo>
                <a:lnTo>
                  <a:pt x="9532" y="156"/>
                </a:lnTo>
                <a:lnTo>
                  <a:pt x="11878" y="0"/>
                </a:lnTo>
                <a:lnTo>
                  <a:pt x="14225" y="156"/>
                </a:lnTo>
                <a:lnTo>
                  <a:pt x="18508" y="1930"/>
                </a:lnTo>
                <a:lnTo>
                  <a:pt x="20278" y="3479"/>
                </a:lnTo>
                <a:lnTo>
                  <a:pt x="21827" y="5249"/>
                </a:lnTo>
                <a:lnTo>
                  <a:pt x="23601" y="9532"/>
                </a:lnTo>
                <a:lnTo>
                  <a:pt x="23757" y="11878"/>
                </a:lnTo>
                <a:lnTo>
                  <a:pt x="23601" y="14225"/>
                </a:lnTo>
                <a:lnTo>
                  <a:pt x="21827" y="18508"/>
                </a:lnTo>
                <a:lnTo>
                  <a:pt x="20278" y="20278"/>
                </a:lnTo>
                <a:lnTo>
                  <a:pt x="18508" y="21827"/>
                </a:lnTo>
                <a:lnTo>
                  <a:pt x="14225" y="23601"/>
                </a:lnTo>
                <a:lnTo>
                  <a:pt x="11878" y="23757"/>
                </a:lnTo>
                <a:lnTo>
                  <a:pt x="9532" y="2360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91" name="Shape 191"/>
          <p:cNvSpPr/>
          <p:nvPr/>
        </p:nvSpPr>
        <p:spPr>
          <a:xfrm>
            <a:off x="5967879" y="1989934"/>
            <a:ext cx="23903" cy="23903"/>
          </a:xfrm>
          <a:custGeom>
            <a:avLst/>
            <a:gdLst/>
            <a:ahLst/>
            <a:cxnLst/>
            <a:rect l="0" t="0" r="r" b="b"/>
            <a:pathLst>
              <a:path w="23903" h="23903">
                <a:moveTo>
                  <a:pt x="9590" y="23745"/>
                </a:moveTo>
                <a:lnTo>
                  <a:pt x="5281" y="21960"/>
                </a:lnTo>
                <a:lnTo>
                  <a:pt x="3500" y="20402"/>
                </a:lnTo>
                <a:lnTo>
                  <a:pt x="1942" y="18621"/>
                </a:lnTo>
                <a:lnTo>
                  <a:pt x="157" y="14312"/>
                </a:lnTo>
                <a:lnTo>
                  <a:pt x="0" y="11951"/>
                </a:lnTo>
                <a:lnTo>
                  <a:pt x="157" y="9590"/>
                </a:lnTo>
                <a:lnTo>
                  <a:pt x="1942" y="5281"/>
                </a:lnTo>
                <a:lnTo>
                  <a:pt x="3500" y="3500"/>
                </a:lnTo>
                <a:lnTo>
                  <a:pt x="5281" y="1942"/>
                </a:lnTo>
                <a:lnTo>
                  <a:pt x="9590" y="157"/>
                </a:lnTo>
                <a:lnTo>
                  <a:pt x="11951" y="0"/>
                </a:lnTo>
                <a:lnTo>
                  <a:pt x="14312" y="157"/>
                </a:lnTo>
                <a:lnTo>
                  <a:pt x="18621" y="1942"/>
                </a:lnTo>
                <a:lnTo>
                  <a:pt x="20402" y="3500"/>
                </a:lnTo>
                <a:lnTo>
                  <a:pt x="21960" y="5281"/>
                </a:lnTo>
                <a:lnTo>
                  <a:pt x="23745" y="9590"/>
                </a:lnTo>
                <a:lnTo>
                  <a:pt x="23903" y="11951"/>
                </a:lnTo>
                <a:lnTo>
                  <a:pt x="23745" y="14312"/>
                </a:lnTo>
                <a:lnTo>
                  <a:pt x="21960" y="18621"/>
                </a:lnTo>
                <a:lnTo>
                  <a:pt x="20402" y="20402"/>
                </a:lnTo>
                <a:lnTo>
                  <a:pt x="18621" y="21960"/>
                </a:lnTo>
                <a:lnTo>
                  <a:pt x="14312" y="23745"/>
                </a:lnTo>
                <a:lnTo>
                  <a:pt x="11951" y="23903"/>
                </a:lnTo>
                <a:lnTo>
                  <a:pt x="9590" y="23745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192" name="Shape 192"/>
          <p:cNvSpPr/>
          <p:nvPr/>
        </p:nvSpPr>
        <p:spPr>
          <a:xfrm>
            <a:off x="6019319" y="1996437"/>
            <a:ext cx="24114" cy="24114"/>
          </a:xfrm>
          <a:custGeom>
            <a:avLst/>
            <a:gdLst/>
            <a:ahLst/>
            <a:cxnLst/>
            <a:rect l="0" t="0" r="r" b="b"/>
            <a:pathLst>
              <a:path w="24114" h="24114">
                <a:moveTo>
                  <a:pt x="9675" y="23955"/>
                </a:moveTo>
                <a:lnTo>
                  <a:pt x="5328" y="22154"/>
                </a:lnTo>
                <a:lnTo>
                  <a:pt x="3531" y="20582"/>
                </a:lnTo>
                <a:lnTo>
                  <a:pt x="1959" y="18786"/>
                </a:lnTo>
                <a:lnTo>
                  <a:pt x="158" y="14439"/>
                </a:lnTo>
                <a:lnTo>
                  <a:pt x="0" y="12057"/>
                </a:lnTo>
                <a:lnTo>
                  <a:pt x="158" y="9675"/>
                </a:lnTo>
                <a:lnTo>
                  <a:pt x="1959" y="5328"/>
                </a:lnTo>
                <a:lnTo>
                  <a:pt x="3531" y="3531"/>
                </a:lnTo>
                <a:lnTo>
                  <a:pt x="5328" y="1959"/>
                </a:lnTo>
                <a:lnTo>
                  <a:pt x="9675" y="158"/>
                </a:lnTo>
                <a:lnTo>
                  <a:pt x="12057" y="0"/>
                </a:lnTo>
                <a:lnTo>
                  <a:pt x="14439" y="158"/>
                </a:lnTo>
                <a:lnTo>
                  <a:pt x="18786" y="1959"/>
                </a:lnTo>
                <a:lnTo>
                  <a:pt x="20582" y="3531"/>
                </a:lnTo>
                <a:lnTo>
                  <a:pt x="22154" y="5328"/>
                </a:lnTo>
                <a:lnTo>
                  <a:pt x="23955" y="9675"/>
                </a:lnTo>
                <a:lnTo>
                  <a:pt x="24114" y="12057"/>
                </a:lnTo>
                <a:lnTo>
                  <a:pt x="23955" y="14439"/>
                </a:lnTo>
                <a:lnTo>
                  <a:pt x="22154" y="18786"/>
                </a:lnTo>
                <a:lnTo>
                  <a:pt x="20582" y="20582"/>
                </a:lnTo>
                <a:lnTo>
                  <a:pt x="18786" y="22154"/>
                </a:lnTo>
                <a:lnTo>
                  <a:pt x="14439" y="23955"/>
                </a:lnTo>
                <a:lnTo>
                  <a:pt x="12057" y="24114"/>
                </a:lnTo>
                <a:lnTo>
                  <a:pt x="9675" y="23955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193" name="Shape 193"/>
          <p:cNvSpPr/>
          <p:nvPr/>
        </p:nvSpPr>
        <p:spPr>
          <a:xfrm>
            <a:off x="6076258" y="2003651"/>
            <a:ext cx="24313" cy="24313"/>
          </a:xfrm>
          <a:custGeom>
            <a:avLst/>
            <a:gdLst/>
            <a:ahLst/>
            <a:cxnLst/>
            <a:rect l="0" t="0" r="r" b="b"/>
            <a:pathLst>
              <a:path w="24313" h="24313">
                <a:moveTo>
                  <a:pt x="9755" y="24153"/>
                </a:moveTo>
                <a:lnTo>
                  <a:pt x="5372" y="22338"/>
                </a:lnTo>
                <a:lnTo>
                  <a:pt x="3560" y="20753"/>
                </a:lnTo>
                <a:lnTo>
                  <a:pt x="1975" y="18941"/>
                </a:lnTo>
                <a:lnTo>
                  <a:pt x="160" y="14558"/>
                </a:lnTo>
                <a:lnTo>
                  <a:pt x="0" y="12156"/>
                </a:lnTo>
                <a:lnTo>
                  <a:pt x="160" y="9755"/>
                </a:lnTo>
                <a:lnTo>
                  <a:pt x="1975" y="5372"/>
                </a:lnTo>
                <a:lnTo>
                  <a:pt x="3560" y="3560"/>
                </a:lnTo>
                <a:lnTo>
                  <a:pt x="5372" y="1975"/>
                </a:lnTo>
                <a:lnTo>
                  <a:pt x="9755" y="160"/>
                </a:lnTo>
                <a:lnTo>
                  <a:pt x="12156" y="0"/>
                </a:lnTo>
                <a:lnTo>
                  <a:pt x="14558" y="160"/>
                </a:lnTo>
                <a:lnTo>
                  <a:pt x="18941" y="1975"/>
                </a:lnTo>
                <a:lnTo>
                  <a:pt x="20753" y="3560"/>
                </a:lnTo>
                <a:lnTo>
                  <a:pt x="22338" y="5372"/>
                </a:lnTo>
                <a:lnTo>
                  <a:pt x="24153" y="9755"/>
                </a:lnTo>
                <a:lnTo>
                  <a:pt x="24313" y="12156"/>
                </a:lnTo>
                <a:lnTo>
                  <a:pt x="24153" y="14558"/>
                </a:lnTo>
                <a:lnTo>
                  <a:pt x="22338" y="18941"/>
                </a:lnTo>
                <a:lnTo>
                  <a:pt x="20753" y="20753"/>
                </a:lnTo>
                <a:lnTo>
                  <a:pt x="18941" y="22338"/>
                </a:lnTo>
                <a:lnTo>
                  <a:pt x="14558" y="24153"/>
                </a:lnTo>
                <a:lnTo>
                  <a:pt x="12156" y="24313"/>
                </a:lnTo>
                <a:lnTo>
                  <a:pt x="9755" y="24153"/>
                </a:lnTo>
                <a:close/>
              </a:path>
            </a:pathLst>
          </a:custGeom>
          <a:solidFill>
            <a:srgbClr val="7DD181"/>
          </a:solidFill>
          <a:ln>
            <a:noFill/>
          </a:ln>
        </p:spPr>
      </p:sp>
      <p:sp>
        <p:nvSpPr>
          <p:cNvPr id="194" name="Shape 194"/>
          <p:cNvSpPr/>
          <p:nvPr/>
        </p:nvSpPr>
        <p:spPr>
          <a:xfrm>
            <a:off x="6064593" y="2009891"/>
            <a:ext cx="24484" cy="24484"/>
          </a:xfrm>
          <a:custGeom>
            <a:avLst/>
            <a:gdLst/>
            <a:ahLst/>
            <a:cxnLst/>
            <a:rect l="0" t="0" r="r" b="b"/>
            <a:pathLst>
              <a:path w="24484" h="24484">
                <a:moveTo>
                  <a:pt x="9823" y="24323"/>
                </a:moveTo>
                <a:lnTo>
                  <a:pt x="5409" y="22494"/>
                </a:lnTo>
                <a:lnTo>
                  <a:pt x="3585" y="20898"/>
                </a:lnTo>
                <a:lnTo>
                  <a:pt x="1989" y="19074"/>
                </a:lnTo>
                <a:lnTo>
                  <a:pt x="161" y="14660"/>
                </a:lnTo>
                <a:lnTo>
                  <a:pt x="0" y="12242"/>
                </a:lnTo>
                <a:lnTo>
                  <a:pt x="161" y="9823"/>
                </a:lnTo>
                <a:lnTo>
                  <a:pt x="1989" y="5409"/>
                </a:lnTo>
                <a:lnTo>
                  <a:pt x="3585" y="3585"/>
                </a:lnTo>
                <a:lnTo>
                  <a:pt x="5409" y="1989"/>
                </a:lnTo>
                <a:lnTo>
                  <a:pt x="9823" y="161"/>
                </a:lnTo>
                <a:lnTo>
                  <a:pt x="12242" y="0"/>
                </a:lnTo>
                <a:lnTo>
                  <a:pt x="14660" y="161"/>
                </a:lnTo>
                <a:lnTo>
                  <a:pt x="19074" y="1989"/>
                </a:lnTo>
                <a:lnTo>
                  <a:pt x="20898" y="3585"/>
                </a:lnTo>
                <a:lnTo>
                  <a:pt x="22494" y="5409"/>
                </a:lnTo>
                <a:lnTo>
                  <a:pt x="24323" y="9823"/>
                </a:lnTo>
                <a:lnTo>
                  <a:pt x="24484" y="12242"/>
                </a:lnTo>
                <a:lnTo>
                  <a:pt x="24323" y="14660"/>
                </a:lnTo>
                <a:lnTo>
                  <a:pt x="22494" y="19074"/>
                </a:lnTo>
                <a:lnTo>
                  <a:pt x="20898" y="20898"/>
                </a:lnTo>
                <a:lnTo>
                  <a:pt x="19074" y="22494"/>
                </a:lnTo>
                <a:lnTo>
                  <a:pt x="14660" y="24323"/>
                </a:lnTo>
                <a:lnTo>
                  <a:pt x="12242" y="24484"/>
                </a:lnTo>
                <a:lnTo>
                  <a:pt x="9823" y="24323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95" name="Shape 195"/>
          <p:cNvSpPr/>
          <p:nvPr/>
        </p:nvSpPr>
        <p:spPr>
          <a:xfrm>
            <a:off x="6107501" y="2015641"/>
            <a:ext cx="24603" cy="24603"/>
          </a:xfrm>
          <a:custGeom>
            <a:avLst/>
            <a:gdLst/>
            <a:ahLst/>
            <a:cxnLst/>
            <a:rect l="0" t="0" r="r" b="b"/>
            <a:pathLst>
              <a:path w="24603" h="24603">
                <a:moveTo>
                  <a:pt x="9871" y="24441"/>
                </a:moveTo>
                <a:lnTo>
                  <a:pt x="5436" y="22604"/>
                </a:lnTo>
                <a:lnTo>
                  <a:pt x="3603" y="21000"/>
                </a:lnTo>
                <a:lnTo>
                  <a:pt x="1999" y="19167"/>
                </a:lnTo>
                <a:lnTo>
                  <a:pt x="162" y="14732"/>
                </a:lnTo>
                <a:lnTo>
                  <a:pt x="0" y="12301"/>
                </a:lnTo>
                <a:lnTo>
                  <a:pt x="162" y="9871"/>
                </a:lnTo>
                <a:lnTo>
                  <a:pt x="1999" y="5436"/>
                </a:lnTo>
                <a:lnTo>
                  <a:pt x="3603" y="3603"/>
                </a:lnTo>
                <a:lnTo>
                  <a:pt x="5436" y="1999"/>
                </a:lnTo>
                <a:lnTo>
                  <a:pt x="9871" y="162"/>
                </a:lnTo>
                <a:lnTo>
                  <a:pt x="12301" y="0"/>
                </a:lnTo>
                <a:lnTo>
                  <a:pt x="14732" y="162"/>
                </a:lnTo>
                <a:lnTo>
                  <a:pt x="19167" y="1999"/>
                </a:lnTo>
                <a:lnTo>
                  <a:pt x="21000" y="3603"/>
                </a:lnTo>
                <a:lnTo>
                  <a:pt x="22604" y="5436"/>
                </a:lnTo>
                <a:lnTo>
                  <a:pt x="24441" y="9871"/>
                </a:lnTo>
                <a:lnTo>
                  <a:pt x="24603" y="12301"/>
                </a:lnTo>
                <a:lnTo>
                  <a:pt x="24441" y="14732"/>
                </a:lnTo>
                <a:lnTo>
                  <a:pt x="22604" y="19167"/>
                </a:lnTo>
                <a:lnTo>
                  <a:pt x="21000" y="21000"/>
                </a:lnTo>
                <a:lnTo>
                  <a:pt x="19167" y="22604"/>
                </a:lnTo>
                <a:lnTo>
                  <a:pt x="14732" y="24441"/>
                </a:lnTo>
                <a:lnTo>
                  <a:pt x="12301" y="24603"/>
                </a:lnTo>
                <a:lnTo>
                  <a:pt x="9871" y="24441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196" name="Shape 196"/>
          <p:cNvSpPr/>
          <p:nvPr/>
        </p:nvSpPr>
        <p:spPr>
          <a:xfrm>
            <a:off x="5586531" y="1956816"/>
            <a:ext cx="22136" cy="22136"/>
          </a:xfrm>
          <a:custGeom>
            <a:avLst/>
            <a:gdLst/>
            <a:ahLst/>
            <a:cxnLst/>
            <a:rect l="0" t="0" r="r" b="b"/>
            <a:pathLst>
              <a:path w="22136" h="22136">
                <a:moveTo>
                  <a:pt x="8881" y="21990"/>
                </a:moveTo>
                <a:lnTo>
                  <a:pt x="4891" y="20337"/>
                </a:lnTo>
                <a:lnTo>
                  <a:pt x="3241" y="18894"/>
                </a:lnTo>
                <a:lnTo>
                  <a:pt x="1798" y="17245"/>
                </a:lnTo>
                <a:lnTo>
                  <a:pt x="145" y="13254"/>
                </a:lnTo>
                <a:lnTo>
                  <a:pt x="0" y="11068"/>
                </a:lnTo>
                <a:lnTo>
                  <a:pt x="145" y="8881"/>
                </a:lnTo>
                <a:lnTo>
                  <a:pt x="1798" y="4891"/>
                </a:lnTo>
                <a:lnTo>
                  <a:pt x="3241" y="3241"/>
                </a:lnTo>
                <a:lnTo>
                  <a:pt x="4891" y="1798"/>
                </a:lnTo>
                <a:lnTo>
                  <a:pt x="8881" y="145"/>
                </a:lnTo>
                <a:lnTo>
                  <a:pt x="11068" y="0"/>
                </a:lnTo>
                <a:lnTo>
                  <a:pt x="13254" y="145"/>
                </a:lnTo>
                <a:lnTo>
                  <a:pt x="17245" y="1798"/>
                </a:lnTo>
                <a:lnTo>
                  <a:pt x="18894" y="3241"/>
                </a:lnTo>
                <a:lnTo>
                  <a:pt x="20337" y="4891"/>
                </a:lnTo>
                <a:lnTo>
                  <a:pt x="21990" y="8881"/>
                </a:lnTo>
                <a:lnTo>
                  <a:pt x="22136" y="11068"/>
                </a:lnTo>
                <a:lnTo>
                  <a:pt x="21990" y="13254"/>
                </a:lnTo>
                <a:lnTo>
                  <a:pt x="20337" y="17245"/>
                </a:lnTo>
                <a:lnTo>
                  <a:pt x="18894" y="18894"/>
                </a:lnTo>
                <a:lnTo>
                  <a:pt x="17245" y="20337"/>
                </a:lnTo>
                <a:lnTo>
                  <a:pt x="13254" y="21990"/>
                </a:lnTo>
                <a:lnTo>
                  <a:pt x="11068" y="22136"/>
                </a:lnTo>
                <a:lnTo>
                  <a:pt x="8881" y="21990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97" name="Shape 197"/>
          <p:cNvSpPr/>
          <p:nvPr/>
        </p:nvSpPr>
        <p:spPr>
          <a:xfrm>
            <a:off x="5609923" y="1960260"/>
            <a:ext cx="22388" cy="22388"/>
          </a:xfrm>
          <a:custGeom>
            <a:avLst/>
            <a:gdLst/>
            <a:ahLst/>
            <a:cxnLst/>
            <a:rect l="0" t="0" r="r" b="b"/>
            <a:pathLst>
              <a:path w="22388" h="22388">
                <a:moveTo>
                  <a:pt x="8982" y="22241"/>
                </a:moveTo>
                <a:lnTo>
                  <a:pt x="4946" y="20569"/>
                </a:lnTo>
                <a:lnTo>
                  <a:pt x="3278" y="19109"/>
                </a:lnTo>
                <a:lnTo>
                  <a:pt x="1819" y="17441"/>
                </a:lnTo>
                <a:lnTo>
                  <a:pt x="147" y="13405"/>
                </a:lnTo>
                <a:lnTo>
                  <a:pt x="0" y="11194"/>
                </a:lnTo>
                <a:lnTo>
                  <a:pt x="147" y="8982"/>
                </a:lnTo>
                <a:lnTo>
                  <a:pt x="1819" y="4946"/>
                </a:lnTo>
                <a:lnTo>
                  <a:pt x="3278" y="3278"/>
                </a:lnTo>
                <a:lnTo>
                  <a:pt x="4946" y="1819"/>
                </a:lnTo>
                <a:lnTo>
                  <a:pt x="8982" y="147"/>
                </a:lnTo>
                <a:lnTo>
                  <a:pt x="11194" y="0"/>
                </a:lnTo>
                <a:lnTo>
                  <a:pt x="13405" y="147"/>
                </a:lnTo>
                <a:lnTo>
                  <a:pt x="17441" y="1819"/>
                </a:lnTo>
                <a:lnTo>
                  <a:pt x="19109" y="3278"/>
                </a:lnTo>
                <a:lnTo>
                  <a:pt x="20569" y="4946"/>
                </a:lnTo>
                <a:lnTo>
                  <a:pt x="22241" y="8982"/>
                </a:lnTo>
                <a:lnTo>
                  <a:pt x="22388" y="11194"/>
                </a:lnTo>
                <a:lnTo>
                  <a:pt x="22241" y="13405"/>
                </a:lnTo>
                <a:lnTo>
                  <a:pt x="20569" y="17441"/>
                </a:lnTo>
                <a:lnTo>
                  <a:pt x="19109" y="19109"/>
                </a:lnTo>
                <a:lnTo>
                  <a:pt x="17441" y="20569"/>
                </a:lnTo>
                <a:lnTo>
                  <a:pt x="13405" y="22241"/>
                </a:lnTo>
                <a:lnTo>
                  <a:pt x="11194" y="22388"/>
                </a:lnTo>
                <a:lnTo>
                  <a:pt x="8982" y="22241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98" name="Shape 198"/>
          <p:cNvSpPr/>
          <p:nvPr/>
        </p:nvSpPr>
        <p:spPr>
          <a:xfrm>
            <a:off x="5626509" y="1962707"/>
            <a:ext cx="22554" cy="22554"/>
          </a:xfrm>
          <a:custGeom>
            <a:avLst/>
            <a:gdLst/>
            <a:ahLst/>
            <a:cxnLst/>
            <a:rect l="0" t="0" r="r" b="b"/>
            <a:pathLst>
              <a:path w="22554" h="22554">
                <a:moveTo>
                  <a:pt x="9049" y="22405"/>
                </a:moveTo>
                <a:lnTo>
                  <a:pt x="4983" y="20721"/>
                </a:lnTo>
                <a:lnTo>
                  <a:pt x="3303" y="19251"/>
                </a:lnTo>
                <a:lnTo>
                  <a:pt x="1832" y="17571"/>
                </a:lnTo>
                <a:lnTo>
                  <a:pt x="148" y="13504"/>
                </a:lnTo>
                <a:lnTo>
                  <a:pt x="0" y="11277"/>
                </a:lnTo>
                <a:lnTo>
                  <a:pt x="148" y="9049"/>
                </a:lnTo>
                <a:lnTo>
                  <a:pt x="1832" y="4983"/>
                </a:lnTo>
                <a:lnTo>
                  <a:pt x="3303" y="3303"/>
                </a:lnTo>
                <a:lnTo>
                  <a:pt x="4983" y="1832"/>
                </a:lnTo>
                <a:lnTo>
                  <a:pt x="9049" y="148"/>
                </a:lnTo>
                <a:lnTo>
                  <a:pt x="11277" y="0"/>
                </a:lnTo>
                <a:lnTo>
                  <a:pt x="13504" y="148"/>
                </a:lnTo>
                <a:lnTo>
                  <a:pt x="17571" y="1832"/>
                </a:lnTo>
                <a:lnTo>
                  <a:pt x="19251" y="3303"/>
                </a:lnTo>
                <a:lnTo>
                  <a:pt x="20721" y="4983"/>
                </a:lnTo>
                <a:lnTo>
                  <a:pt x="22405" y="9049"/>
                </a:lnTo>
                <a:lnTo>
                  <a:pt x="22554" y="11277"/>
                </a:lnTo>
                <a:lnTo>
                  <a:pt x="22405" y="13504"/>
                </a:lnTo>
                <a:lnTo>
                  <a:pt x="20721" y="17571"/>
                </a:lnTo>
                <a:lnTo>
                  <a:pt x="19251" y="19251"/>
                </a:lnTo>
                <a:lnTo>
                  <a:pt x="17571" y="20721"/>
                </a:lnTo>
                <a:lnTo>
                  <a:pt x="13504" y="22405"/>
                </a:lnTo>
                <a:lnTo>
                  <a:pt x="11277" y="22554"/>
                </a:lnTo>
                <a:lnTo>
                  <a:pt x="9049" y="22405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99" name="Shape 199"/>
          <p:cNvSpPr/>
          <p:nvPr/>
        </p:nvSpPr>
        <p:spPr>
          <a:xfrm>
            <a:off x="5643958" y="1965286"/>
            <a:ext cx="22718" cy="22718"/>
          </a:xfrm>
          <a:custGeom>
            <a:avLst/>
            <a:gdLst/>
            <a:ahLst/>
            <a:cxnLst/>
            <a:rect l="0" t="0" r="r" b="b"/>
            <a:pathLst>
              <a:path w="22718" h="22718">
                <a:moveTo>
                  <a:pt x="9115" y="22569"/>
                </a:moveTo>
                <a:lnTo>
                  <a:pt x="5019" y="20872"/>
                </a:lnTo>
                <a:lnTo>
                  <a:pt x="3327" y="19391"/>
                </a:lnTo>
                <a:lnTo>
                  <a:pt x="1846" y="17699"/>
                </a:lnTo>
                <a:lnTo>
                  <a:pt x="149" y="13603"/>
                </a:lnTo>
                <a:lnTo>
                  <a:pt x="0" y="11359"/>
                </a:lnTo>
                <a:lnTo>
                  <a:pt x="149" y="9115"/>
                </a:lnTo>
                <a:lnTo>
                  <a:pt x="1846" y="5019"/>
                </a:lnTo>
                <a:lnTo>
                  <a:pt x="3327" y="3327"/>
                </a:lnTo>
                <a:lnTo>
                  <a:pt x="5019" y="1846"/>
                </a:lnTo>
                <a:lnTo>
                  <a:pt x="9115" y="149"/>
                </a:lnTo>
                <a:lnTo>
                  <a:pt x="11359" y="0"/>
                </a:lnTo>
                <a:lnTo>
                  <a:pt x="13603" y="149"/>
                </a:lnTo>
                <a:lnTo>
                  <a:pt x="17699" y="1846"/>
                </a:lnTo>
                <a:lnTo>
                  <a:pt x="19391" y="3327"/>
                </a:lnTo>
                <a:lnTo>
                  <a:pt x="20872" y="5019"/>
                </a:lnTo>
                <a:lnTo>
                  <a:pt x="22569" y="9115"/>
                </a:lnTo>
                <a:lnTo>
                  <a:pt x="22718" y="11359"/>
                </a:lnTo>
                <a:lnTo>
                  <a:pt x="22569" y="13603"/>
                </a:lnTo>
                <a:lnTo>
                  <a:pt x="20872" y="17699"/>
                </a:lnTo>
                <a:lnTo>
                  <a:pt x="19391" y="19391"/>
                </a:lnTo>
                <a:lnTo>
                  <a:pt x="17699" y="20872"/>
                </a:lnTo>
                <a:lnTo>
                  <a:pt x="13603" y="22569"/>
                </a:lnTo>
                <a:lnTo>
                  <a:pt x="11359" y="22718"/>
                </a:lnTo>
                <a:lnTo>
                  <a:pt x="9115" y="22569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200" name="Shape 200"/>
          <p:cNvSpPr/>
          <p:nvPr/>
        </p:nvSpPr>
        <p:spPr>
          <a:xfrm>
            <a:off x="5671905" y="1969424"/>
            <a:ext cx="22962" cy="22962"/>
          </a:xfrm>
          <a:custGeom>
            <a:avLst/>
            <a:gdLst/>
            <a:ahLst/>
            <a:cxnLst/>
            <a:rect l="0" t="0" r="r" b="b"/>
            <a:pathLst>
              <a:path w="22962" h="22962">
                <a:moveTo>
                  <a:pt x="9213" y="22810"/>
                </a:moveTo>
                <a:lnTo>
                  <a:pt x="5073" y="21096"/>
                </a:lnTo>
                <a:lnTo>
                  <a:pt x="3362" y="19599"/>
                </a:lnTo>
                <a:lnTo>
                  <a:pt x="1865" y="17888"/>
                </a:lnTo>
                <a:lnTo>
                  <a:pt x="151" y="13749"/>
                </a:lnTo>
                <a:lnTo>
                  <a:pt x="0" y="11481"/>
                </a:lnTo>
                <a:lnTo>
                  <a:pt x="151" y="9213"/>
                </a:lnTo>
                <a:lnTo>
                  <a:pt x="1865" y="5073"/>
                </a:lnTo>
                <a:lnTo>
                  <a:pt x="3362" y="3362"/>
                </a:lnTo>
                <a:lnTo>
                  <a:pt x="5073" y="1865"/>
                </a:lnTo>
                <a:lnTo>
                  <a:pt x="9213" y="151"/>
                </a:lnTo>
                <a:lnTo>
                  <a:pt x="11481" y="0"/>
                </a:lnTo>
                <a:lnTo>
                  <a:pt x="13749" y="151"/>
                </a:lnTo>
                <a:lnTo>
                  <a:pt x="17888" y="1865"/>
                </a:lnTo>
                <a:lnTo>
                  <a:pt x="19599" y="3362"/>
                </a:lnTo>
                <a:lnTo>
                  <a:pt x="21096" y="5073"/>
                </a:lnTo>
                <a:lnTo>
                  <a:pt x="22810" y="9213"/>
                </a:lnTo>
                <a:lnTo>
                  <a:pt x="22962" y="11481"/>
                </a:lnTo>
                <a:lnTo>
                  <a:pt x="22810" y="13749"/>
                </a:lnTo>
                <a:lnTo>
                  <a:pt x="21096" y="17888"/>
                </a:lnTo>
                <a:lnTo>
                  <a:pt x="19599" y="19599"/>
                </a:lnTo>
                <a:lnTo>
                  <a:pt x="17888" y="21096"/>
                </a:lnTo>
                <a:lnTo>
                  <a:pt x="13749" y="22810"/>
                </a:lnTo>
                <a:lnTo>
                  <a:pt x="11481" y="22962"/>
                </a:lnTo>
                <a:lnTo>
                  <a:pt x="9213" y="22810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201" name="Shape 201"/>
          <p:cNvSpPr/>
          <p:nvPr/>
        </p:nvSpPr>
        <p:spPr>
          <a:xfrm>
            <a:off x="5702218" y="1973922"/>
            <a:ext cx="23203" cy="23203"/>
          </a:xfrm>
          <a:custGeom>
            <a:avLst/>
            <a:gdLst/>
            <a:ahLst/>
            <a:cxnLst/>
            <a:rect l="0" t="0" r="r" b="b"/>
            <a:pathLst>
              <a:path w="23203" h="23203">
                <a:moveTo>
                  <a:pt x="9309" y="23050"/>
                </a:moveTo>
                <a:lnTo>
                  <a:pt x="5126" y="21318"/>
                </a:lnTo>
                <a:lnTo>
                  <a:pt x="3398" y="19805"/>
                </a:lnTo>
                <a:lnTo>
                  <a:pt x="1885" y="18076"/>
                </a:lnTo>
                <a:lnTo>
                  <a:pt x="152" y="13893"/>
                </a:lnTo>
                <a:lnTo>
                  <a:pt x="0" y="11601"/>
                </a:lnTo>
                <a:lnTo>
                  <a:pt x="152" y="9309"/>
                </a:lnTo>
                <a:lnTo>
                  <a:pt x="1885" y="5126"/>
                </a:lnTo>
                <a:lnTo>
                  <a:pt x="3398" y="3398"/>
                </a:lnTo>
                <a:lnTo>
                  <a:pt x="5126" y="1885"/>
                </a:lnTo>
                <a:lnTo>
                  <a:pt x="9309" y="152"/>
                </a:lnTo>
                <a:lnTo>
                  <a:pt x="11601" y="0"/>
                </a:lnTo>
                <a:lnTo>
                  <a:pt x="13893" y="152"/>
                </a:lnTo>
                <a:lnTo>
                  <a:pt x="18076" y="1885"/>
                </a:lnTo>
                <a:lnTo>
                  <a:pt x="19805" y="3398"/>
                </a:lnTo>
                <a:lnTo>
                  <a:pt x="21318" y="5126"/>
                </a:lnTo>
                <a:lnTo>
                  <a:pt x="23050" y="9309"/>
                </a:lnTo>
                <a:lnTo>
                  <a:pt x="23203" y="11601"/>
                </a:lnTo>
                <a:lnTo>
                  <a:pt x="23050" y="13893"/>
                </a:lnTo>
                <a:lnTo>
                  <a:pt x="21318" y="18076"/>
                </a:lnTo>
                <a:lnTo>
                  <a:pt x="19805" y="19805"/>
                </a:lnTo>
                <a:lnTo>
                  <a:pt x="18076" y="21318"/>
                </a:lnTo>
                <a:lnTo>
                  <a:pt x="13893" y="23050"/>
                </a:lnTo>
                <a:lnTo>
                  <a:pt x="11601" y="23203"/>
                </a:lnTo>
                <a:lnTo>
                  <a:pt x="9309" y="23050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202" name="Shape 202"/>
          <p:cNvSpPr/>
          <p:nvPr/>
        </p:nvSpPr>
        <p:spPr>
          <a:xfrm>
            <a:off x="5723893" y="1977145"/>
            <a:ext cx="23362" cy="23362"/>
          </a:xfrm>
          <a:custGeom>
            <a:avLst/>
            <a:gdLst/>
            <a:ahLst/>
            <a:cxnLst/>
            <a:rect l="0" t="0" r="r" b="b"/>
            <a:pathLst>
              <a:path w="23362" h="23362">
                <a:moveTo>
                  <a:pt x="9373" y="23208"/>
                </a:moveTo>
                <a:lnTo>
                  <a:pt x="5161" y="21464"/>
                </a:lnTo>
                <a:lnTo>
                  <a:pt x="3421" y="19941"/>
                </a:lnTo>
                <a:lnTo>
                  <a:pt x="1898" y="18200"/>
                </a:lnTo>
                <a:lnTo>
                  <a:pt x="153" y="13988"/>
                </a:lnTo>
                <a:lnTo>
                  <a:pt x="0" y="11681"/>
                </a:lnTo>
                <a:lnTo>
                  <a:pt x="153" y="9373"/>
                </a:lnTo>
                <a:lnTo>
                  <a:pt x="1898" y="5161"/>
                </a:lnTo>
                <a:lnTo>
                  <a:pt x="3421" y="3421"/>
                </a:lnTo>
                <a:lnTo>
                  <a:pt x="5161" y="1898"/>
                </a:lnTo>
                <a:lnTo>
                  <a:pt x="9373" y="153"/>
                </a:lnTo>
                <a:lnTo>
                  <a:pt x="11681" y="0"/>
                </a:lnTo>
                <a:lnTo>
                  <a:pt x="13988" y="153"/>
                </a:lnTo>
                <a:lnTo>
                  <a:pt x="18200" y="1898"/>
                </a:lnTo>
                <a:lnTo>
                  <a:pt x="19941" y="3421"/>
                </a:lnTo>
                <a:lnTo>
                  <a:pt x="21464" y="5161"/>
                </a:lnTo>
                <a:lnTo>
                  <a:pt x="23208" y="9373"/>
                </a:lnTo>
                <a:lnTo>
                  <a:pt x="23362" y="11681"/>
                </a:lnTo>
                <a:lnTo>
                  <a:pt x="23208" y="13988"/>
                </a:lnTo>
                <a:lnTo>
                  <a:pt x="21464" y="18200"/>
                </a:lnTo>
                <a:lnTo>
                  <a:pt x="19941" y="19941"/>
                </a:lnTo>
                <a:lnTo>
                  <a:pt x="18200" y="21464"/>
                </a:lnTo>
                <a:lnTo>
                  <a:pt x="13988" y="23208"/>
                </a:lnTo>
                <a:lnTo>
                  <a:pt x="11681" y="23362"/>
                </a:lnTo>
                <a:lnTo>
                  <a:pt x="9373" y="23208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203" name="Shape 203"/>
          <p:cNvSpPr/>
          <p:nvPr/>
        </p:nvSpPr>
        <p:spPr>
          <a:xfrm>
            <a:off x="5758871" y="1982355"/>
            <a:ext cx="23598" cy="23598"/>
          </a:xfrm>
          <a:custGeom>
            <a:avLst/>
            <a:gdLst/>
            <a:ahLst/>
            <a:cxnLst/>
            <a:rect l="0" t="0" r="r" b="b"/>
            <a:pathLst>
              <a:path w="23598" h="23598">
                <a:moveTo>
                  <a:pt x="9468" y="23442"/>
                </a:moveTo>
                <a:lnTo>
                  <a:pt x="5213" y="21680"/>
                </a:lnTo>
                <a:lnTo>
                  <a:pt x="3455" y="20142"/>
                </a:lnTo>
                <a:lnTo>
                  <a:pt x="1917" y="18384"/>
                </a:lnTo>
                <a:lnTo>
                  <a:pt x="155" y="14129"/>
                </a:lnTo>
                <a:lnTo>
                  <a:pt x="0" y="11799"/>
                </a:lnTo>
                <a:lnTo>
                  <a:pt x="155" y="9468"/>
                </a:lnTo>
                <a:lnTo>
                  <a:pt x="1917" y="5213"/>
                </a:lnTo>
                <a:lnTo>
                  <a:pt x="3455" y="3455"/>
                </a:lnTo>
                <a:lnTo>
                  <a:pt x="5213" y="1917"/>
                </a:lnTo>
                <a:lnTo>
                  <a:pt x="9468" y="155"/>
                </a:lnTo>
                <a:lnTo>
                  <a:pt x="11799" y="0"/>
                </a:lnTo>
                <a:lnTo>
                  <a:pt x="14129" y="155"/>
                </a:lnTo>
                <a:lnTo>
                  <a:pt x="18384" y="1917"/>
                </a:lnTo>
                <a:lnTo>
                  <a:pt x="20142" y="3455"/>
                </a:lnTo>
                <a:lnTo>
                  <a:pt x="21680" y="5213"/>
                </a:lnTo>
                <a:lnTo>
                  <a:pt x="23442" y="9468"/>
                </a:lnTo>
                <a:lnTo>
                  <a:pt x="23598" y="11799"/>
                </a:lnTo>
                <a:lnTo>
                  <a:pt x="23442" y="14129"/>
                </a:lnTo>
                <a:lnTo>
                  <a:pt x="21680" y="18384"/>
                </a:lnTo>
                <a:lnTo>
                  <a:pt x="20142" y="20142"/>
                </a:lnTo>
                <a:lnTo>
                  <a:pt x="18384" y="21680"/>
                </a:lnTo>
                <a:lnTo>
                  <a:pt x="14129" y="23442"/>
                </a:lnTo>
                <a:lnTo>
                  <a:pt x="11799" y="23598"/>
                </a:lnTo>
                <a:lnTo>
                  <a:pt x="9468" y="23442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204" name="Shape 204"/>
          <p:cNvSpPr/>
          <p:nvPr/>
        </p:nvSpPr>
        <p:spPr>
          <a:xfrm>
            <a:off x="5797181" y="1988071"/>
            <a:ext cx="23829" cy="23829"/>
          </a:xfrm>
          <a:custGeom>
            <a:avLst/>
            <a:gdLst/>
            <a:ahLst/>
            <a:cxnLst/>
            <a:rect l="0" t="0" r="r" b="b"/>
            <a:pathLst>
              <a:path w="23829" h="23829">
                <a:moveTo>
                  <a:pt x="9561" y="23672"/>
                </a:moveTo>
                <a:lnTo>
                  <a:pt x="5265" y="21893"/>
                </a:lnTo>
                <a:lnTo>
                  <a:pt x="3489" y="20339"/>
                </a:lnTo>
                <a:lnTo>
                  <a:pt x="1936" y="18564"/>
                </a:lnTo>
                <a:lnTo>
                  <a:pt x="156" y="14268"/>
                </a:lnTo>
                <a:lnTo>
                  <a:pt x="0" y="11914"/>
                </a:lnTo>
                <a:lnTo>
                  <a:pt x="156" y="9561"/>
                </a:lnTo>
                <a:lnTo>
                  <a:pt x="1936" y="5265"/>
                </a:lnTo>
                <a:lnTo>
                  <a:pt x="3489" y="3489"/>
                </a:lnTo>
                <a:lnTo>
                  <a:pt x="5265" y="1936"/>
                </a:lnTo>
                <a:lnTo>
                  <a:pt x="9561" y="156"/>
                </a:lnTo>
                <a:lnTo>
                  <a:pt x="11914" y="0"/>
                </a:lnTo>
                <a:lnTo>
                  <a:pt x="14268" y="156"/>
                </a:lnTo>
                <a:lnTo>
                  <a:pt x="18564" y="1936"/>
                </a:lnTo>
                <a:lnTo>
                  <a:pt x="20339" y="3489"/>
                </a:lnTo>
                <a:lnTo>
                  <a:pt x="21893" y="5265"/>
                </a:lnTo>
                <a:lnTo>
                  <a:pt x="23672" y="9561"/>
                </a:lnTo>
                <a:lnTo>
                  <a:pt x="23829" y="11914"/>
                </a:lnTo>
                <a:lnTo>
                  <a:pt x="23672" y="14268"/>
                </a:lnTo>
                <a:lnTo>
                  <a:pt x="21893" y="18564"/>
                </a:lnTo>
                <a:lnTo>
                  <a:pt x="20339" y="20339"/>
                </a:lnTo>
                <a:lnTo>
                  <a:pt x="18564" y="21893"/>
                </a:lnTo>
                <a:lnTo>
                  <a:pt x="14268" y="23672"/>
                </a:lnTo>
                <a:lnTo>
                  <a:pt x="11914" y="23829"/>
                </a:lnTo>
                <a:lnTo>
                  <a:pt x="9561" y="2367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205" name="Shape 205"/>
          <p:cNvSpPr/>
          <p:nvPr/>
        </p:nvSpPr>
        <p:spPr>
          <a:xfrm>
            <a:off x="5824814" y="1992201"/>
            <a:ext cx="23982" cy="23982"/>
          </a:xfrm>
          <a:custGeom>
            <a:avLst/>
            <a:gdLst/>
            <a:ahLst/>
            <a:cxnLst/>
            <a:rect l="0" t="0" r="r" b="b"/>
            <a:pathLst>
              <a:path w="23982" h="23982">
                <a:moveTo>
                  <a:pt x="9622" y="23824"/>
                </a:moveTo>
                <a:lnTo>
                  <a:pt x="5298" y="22033"/>
                </a:lnTo>
                <a:lnTo>
                  <a:pt x="3512" y="20469"/>
                </a:lnTo>
                <a:lnTo>
                  <a:pt x="1948" y="18683"/>
                </a:lnTo>
                <a:lnTo>
                  <a:pt x="157" y="14359"/>
                </a:lnTo>
                <a:lnTo>
                  <a:pt x="0" y="11991"/>
                </a:lnTo>
                <a:lnTo>
                  <a:pt x="157" y="9622"/>
                </a:lnTo>
                <a:lnTo>
                  <a:pt x="1948" y="5298"/>
                </a:lnTo>
                <a:lnTo>
                  <a:pt x="3512" y="3512"/>
                </a:lnTo>
                <a:lnTo>
                  <a:pt x="5298" y="1948"/>
                </a:lnTo>
                <a:lnTo>
                  <a:pt x="9622" y="157"/>
                </a:lnTo>
                <a:lnTo>
                  <a:pt x="11991" y="0"/>
                </a:lnTo>
                <a:lnTo>
                  <a:pt x="14359" y="157"/>
                </a:lnTo>
                <a:lnTo>
                  <a:pt x="18683" y="1948"/>
                </a:lnTo>
                <a:lnTo>
                  <a:pt x="20469" y="3512"/>
                </a:lnTo>
                <a:lnTo>
                  <a:pt x="22033" y="5298"/>
                </a:lnTo>
                <a:lnTo>
                  <a:pt x="23824" y="9622"/>
                </a:lnTo>
                <a:lnTo>
                  <a:pt x="23982" y="11991"/>
                </a:lnTo>
                <a:lnTo>
                  <a:pt x="23824" y="14359"/>
                </a:lnTo>
                <a:lnTo>
                  <a:pt x="22033" y="18683"/>
                </a:lnTo>
                <a:lnTo>
                  <a:pt x="20469" y="20469"/>
                </a:lnTo>
                <a:lnTo>
                  <a:pt x="18683" y="22033"/>
                </a:lnTo>
                <a:lnTo>
                  <a:pt x="14359" y="23824"/>
                </a:lnTo>
                <a:lnTo>
                  <a:pt x="11991" y="23982"/>
                </a:lnTo>
                <a:lnTo>
                  <a:pt x="9622" y="23824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206" name="Shape 206"/>
          <p:cNvSpPr/>
          <p:nvPr/>
        </p:nvSpPr>
        <p:spPr>
          <a:xfrm>
            <a:off x="5869835" y="1998939"/>
            <a:ext cx="24206" cy="24206"/>
          </a:xfrm>
          <a:custGeom>
            <a:avLst/>
            <a:gdLst/>
            <a:ahLst/>
            <a:cxnLst/>
            <a:rect l="0" t="0" r="r" b="b"/>
            <a:pathLst>
              <a:path w="24206" h="24206">
                <a:moveTo>
                  <a:pt x="9712" y="24046"/>
                </a:moveTo>
                <a:lnTo>
                  <a:pt x="5348" y="22239"/>
                </a:lnTo>
                <a:lnTo>
                  <a:pt x="3544" y="20661"/>
                </a:lnTo>
                <a:lnTo>
                  <a:pt x="1966" y="18857"/>
                </a:lnTo>
                <a:lnTo>
                  <a:pt x="159" y="14494"/>
                </a:lnTo>
                <a:lnTo>
                  <a:pt x="0" y="12103"/>
                </a:lnTo>
                <a:lnTo>
                  <a:pt x="159" y="9712"/>
                </a:lnTo>
                <a:lnTo>
                  <a:pt x="1966" y="5348"/>
                </a:lnTo>
                <a:lnTo>
                  <a:pt x="3544" y="3544"/>
                </a:lnTo>
                <a:lnTo>
                  <a:pt x="5348" y="1966"/>
                </a:lnTo>
                <a:lnTo>
                  <a:pt x="9712" y="159"/>
                </a:lnTo>
                <a:lnTo>
                  <a:pt x="12103" y="0"/>
                </a:lnTo>
                <a:lnTo>
                  <a:pt x="14494" y="159"/>
                </a:lnTo>
                <a:lnTo>
                  <a:pt x="18857" y="1966"/>
                </a:lnTo>
                <a:lnTo>
                  <a:pt x="20661" y="3544"/>
                </a:lnTo>
                <a:lnTo>
                  <a:pt x="22239" y="5348"/>
                </a:lnTo>
                <a:lnTo>
                  <a:pt x="24046" y="9712"/>
                </a:lnTo>
                <a:lnTo>
                  <a:pt x="24206" y="12103"/>
                </a:lnTo>
                <a:lnTo>
                  <a:pt x="24046" y="14494"/>
                </a:lnTo>
                <a:lnTo>
                  <a:pt x="22239" y="18857"/>
                </a:lnTo>
                <a:lnTo>
                  <a:pt x="20661" y="20661"/>
                </a:lnTo>
                <a:lnTo>
                  <a:pt x="18857" y="22239"/>
                </a:lnTo>
                <a:lnTo>
                  <a:pt x="14494" y="24046"/>
                </a:lnTo>
                <a:lnTo>
                  <a:pt x="12103" y="24206"/>
                </a:lnTo>
                <a:lnTo>
                  <a:pt x="9712" y="24046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207" name="Shape 207"/>
          <p:cNvSpPr/>
          <p:nvPr/>
        </p:nvSpPr>
        <p:spPr>
          <a:xfrm>
            <a:off x="5919763" y="2006425"/>
            <a:ext cx="24423" cy="24423"/>
          </a:xfrm>
          <a:custGeom>
            <a:avLst/>
            <a:gdLst/>
            <a:ahLst/>
            <a:cxnLst/>
            <a:rect l="0" t="0" r="r" b="b"/>
            <a:pathLst>
              <a:path w="24423" h="24423">
                <a:moveTo>
                  <a:pt x="9799" y="24262"/>
                </a:moveTo>
                <a:lnTo>
                  <a:pt x="5396" y="22439"/>
                </a:lnTo>
                <a:lnTo>
                  <a:pt x="3576" y="20847"/>
                </a:lnTo>
                <a:lnTo>
                  <a:pt x="1984" y="19027"/>
                </a:lnTo>
                <a:lnTo>
                  <a:pt x="160" y="14624"/>
                </a:lnTo>
                <a:lnTo>
                  <a:pt x="0" y="12211"/>
                </a:lnTo>
                <a:lnTo>
                  <a:pt x="160" y="9799"/>
                </a:lnTo>
                <a:lnTo>
                  <a:pt x="1984" y="5396"/>
                </a:lnTo>
                <a:lnTo>
                  <a:pt x="3576" y="3576"/>
                </a:lnTo>
                <a:lnTo>
                  <a:pt x="5396" y="1984"/>
                </a:lnTo>
                <a:lnTo>
                  <a:pt x="9799" y="160"/>
                </a:lnTo>
                <a:lnTo>
                  <a:pt x="12211" y="0"/>
                </a:lnTo>
                <a:lnTo>
                  <a:pt x="14624" y="160"/>
                </a:lnTo>
                <a:lnTo>
                  <a:pt x="19027" y="1984"/>
                </a:lnTo>
                <a:lnTo>
                  <a:pt x="20847" y="3576"/>
                </a:lnTo>
                <a:lnTo>
                  <a:pt x="22439" y="5396"/>
                </a:lnTo>
                <a:lnTo>
                  <a:pt x="24262" y="9799"/>
                </a:lnTo>
                <a:lnTo>
                  <a:pt x="24423" y="12211"/>
                </a:lnTo>
                <a:lnTo>
                  <a:pt x="24262" y="14624"/>
                </a:lnTo>
                <a:lnTo>
                  <a:pt x="22439" y="19027"/>
                </a:lnTo>
                <a:lnTo>
                  <a:pt x="20847" y="20847"/>
                </a:lnTo>
                <a:lnTo>
                  <a:pt x="19027" y="22439"/>
                </a:lnTo>
                <a:lnTo>
                  <a:pt x="14624" y="24262"/>
                </a:lnTo>
                <a:lnTo>
                  <a:pt x="12211" y="24423"/>
                </a:lnTo>
                <a:lnTo>
                  <a:pt x="9799" y="24262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208" name="Shape 208"/>
          <p:cNvSpPr/>
          <p:nvPr/>
        </p:nvSpPr>
        <p:spPr>
          <a:xfrm>
            <a:off x="5956185" y="2011894"/>
            <a:ext cx="24563" cy="24563"/>
          </a:xfrm>
          <a:custGeom>
            <a:avLst/>
            <a:gdLst/>
            <a:ahLst/>
            <a:cxnLst/>
            <a:rect l="0" t="0" r="r" b="b"/>
            <a:pathLst>
              <a:path w="24563" h="24563">
                <a:moveTo>
                  <a:pt x="9855" y="24401"/>
                </a:moveTo>
                <a:lnTo>
                  <a:pt x="5427" y="22567"/>
                </a:lnTo>
                <a:lnTo>
                  <a:pt x="3597" y="20966"/>
                </a:lnTo>
                <a:lnTo>
                  <a:pt x="1996" y="19136"/>
                </a:lnTo>
                <a:lnTo>
                  <a:pt x="161" y="14707"/>
                </a:lnTo>
                <a:lnTo>
                  <a:pt x="0" y="12281"/>
                </a:lnTo>
                <a:lnTo>
                  <a:pt x="161" y="9855"/>
                </a:lnTo>
                <a:lnTo>
                  <a:pt x="1996" y="5427"/>
                </a:lnTo>
                <a:lnTo>
                  <a:pt x="3597" y="3597"/>
                </a:lnTo>
                <a:lnTo>
                  <a:pt x="5427" y="1996"/>
                </a:lnTo>
                <a:lnTo>
                  <a:pt x="9855" y="161"/>
                </a:lnTo>
                <a:lnTo>
                  <a:pt x="12281" y="0"/>
                </a:lnTo>
                <a:lnTo>
                  <a:pt x="14707" y="161"/>
                </a:lnTo>
                <a:lnTo>
                  <a:pt x="19136" y="1996"/>
                </a:lnTo>
                <a:lnTo>
                  <a:pt x="20966" y="3597"/>
                </a:lnTo>
                <a:lnTo>
                  <a:pt x="22567" y="5427"/>
                </a:lnTo>
                <a:lnTo>
                  <a:pt x="24401" y="9855"/>
                </a:lnTo>
                <a:lnTo>
                  <a:pt x="24563" y="12281"/>
                </a:lnTo>
                <a:lnTo>
                  <a:pt x="24401" y="14707"/>
                </a:lnTo>
                <a:lnTo>
                  <a:pt x="22567" y="19136"/>
                </a:lnTo>
                <a:lnTo>
                  <a:pt x="20966" y="20966"/>
                </a:lnTo>
                <a:lnTo>
                  <a:pt x="19136" y="22567"/>
                </a:lnTo>
                <a:lnTo>
                  <a:pt x="14707" y="24401"/>
                </a:lnTo>
                <a:lnTo>
                  <a:pt x="12281" y="24563"/>
                </a:lnTo>
                <a:lnTo>
                  <a:pt x="9855" y="2440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209" name="Shape 209"/>
          <p:cNvSpPr/>
          <p:nvPr/>
        </p:nvSpPr>
        <p:spPr>
          <a:xfrm>
            <a:off x="5995460" y="2017799"/>
            <a:ext cx="24696" cy="24696"/>
          </a:xfrm>
          <a:custGeom>
            <a:avLst/>
            <a:gdLst/>
            <a:ahLst/>
            <a:cxnLst/>
            <a:rect l="0" t="0" r="r" b="b"/>
            <a:pathLst>
              <a:path w="24696" h="24696">
                <a:moveTo>
                  <a:pt x="9908" y="24533"/>
                </a:moveTo>
                <a:lnTo>
                  <a:pt x="5456" y="22689"/>
                </a:lnTo>
                <a:lnTo>
                  <a:pt x="3616" y="21079"/>
                </a:lnTo>
                <a:lnTo>
                  <a:pt x="2006" y="19239"/>
                </a:lnTo>
                <a:lnTo>
                  <a:pt x="162" y="14787"/>
                </a:lnTo>
                <a:lnTo>
                  <a:pt x="0" y="12348"/>
                </a:lnTo>
                <a:lnTo>
                  <a:pt x="162" y="9908"/>
                </a:lnTo>
                <a:lnTo>
                  <a:pt x="2006" y="5456"/>
                </a:lnTo>
                <a:lnTo>
                  <a:pt x="3616" y="3616"/>
                </a:lnTo>
                <a:lnTo>
                  <a:pt x="5456" y="2006"/>
                </a:lnTo>
                <a:lnTo>
                  <a:pt x="9908" y="162"/>
                </a:lnTo>
                <a:lnTo>
                  <a:pt x="12348" y="0"/>
                </a:lnTo>
                <a:lnTo>
                  <a:pt x="14787" y="162"/>
                </a:lnTo>
                <a:lnTo>
                  <a:pt x="19239" y="2006"/>
                </a:lnTo>
                <a:lnTo>
                  <a:pt x="21079" y="3616"/>
                </a:lnTo>
                <a:lnTo>
                  <a:pt x="22689" y="5456"/>
                </a:lnTo>
                <a:lnTo>
                  <a:pt x="24533" y="9908"/>
                </a:lnTo>
                <a:lnTo>
                  <a:pt x="24696" y="12348"/>
                </a:lnTo>
                <a:lnTo>
                  <a:pt x="24533" y="14787"/>
                </a:lnTo>
                <a:lnTo>
                  <a:pt x="22689" y="19239"/>
                </a:lnTo>
                <a:lnTo>
                  <a:pt x="21079" y="21079"/>
                </a:lnTo>
                <a:lnTo>
                  <a:pt x="19239" y="22689"/>
                </a:lnTo>
                <a:lnTo>
                  <a:pt x="14787" y="24533"/>
                </a:lnTo>
                <a:lnTo>
                  <a:pt x="12348" y="24696"/>
                </a:lnTo>
                <a:lnTo>
                  <a:pt x="9908" y="2453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210" name="Shape 210"/>
          <p:cNvSpPr/>
          <p:nvPr/>
        </p:nvSpPr>
        <p:spPr>
          <a:xfrm>
            <a:off x="6060502" y="2027596"/>
            <a:ext cx="24873" cy="24873"/>
          </a:xfrm>
          <a:custGeom>
            <a:avLst/>
            <a:gdLst/>
            <a:ahLst/>
            <a:cxnLst/>
            <a:rect l="0" t="0" r="r" b="b"/>
            <a:pathLst>
              <a:path w="24873" h="24873">
                <a:moveTo>
                  <a:pt x="9979" y="24709"/>
                </a:moveTo>
                <a:lnTo>
                  <a:pt x="5495" y="22851"/>
                </a:lnTo>
                <a:lnTo>
                  <a:pt x="3642" y="21230"/>
                </a:lnTo>
                <a:lnTo>
                  <a:pt x="2021" y="19377"/>
                </a:lnTo>
                <a:lnTo>
                  <a:pt x="163" y="14893"/>
                </a:lnTo>
                <a:lnTo>
                  <a:pt x="0" y="12436"/>
                </a:lnTo>
                <a:lnTo>
                  <a:pt x="163" y="9979"/>
                </a:lnTo>
                <a:lnTo>
                  <a:pt x="2021" y="5495"/>
                </a:lnTo>
                <a:lnTo>
                  <a:pt x="3642" y="3642"/>
                </a:lnTo>
                <a:lnTo>
                  <a:pt x="5495" y="2021"/>
                </a:lnTo>
                <a:lnTo>
                  <a:pt x="9979" y="163"/>
                </a:lnTo>
                <a:lnTo>
                  <a:pt x="12436" y="0"/>
                </a:lnTo>
                <a:lnTo>
                  <a:pt x="14893" y="163"/>
                </a:lnTo>
                <a:lnTo>
                  <a:pt x="19377" y="2021"/>
                </a:lnTo>
                <a:lnTo>
                  <a:pt x="21230" y="3642"/>
                </a:lnTo>
                <a:lnTo>
                  <a:pt x="22851" y="5495"/>
                </a:lnTo>
                <a:lnTo>
                  <a:pt x="24709" y="9979"/>
                </a:lnTo>
                <a:lnTo>
                  <a:pt x="24873" y="12436"/>
                </a:lnTo>
                <a:lnTo>
                  <a:pt x="24709" y="14893"/>
                </a:lnTo>
                <a:lnTo>
                  <a:pt x="22851" y="19377"/>
                </a:lnTo>
                <a:lnTo>
                  <a:pt x="21230" y="21230"/>
                </a:lnTo>
                <a:lnTo>
                  <a:pt x="19377" y="22851"/>
                </a:lnTo>
                <a:lnTo>
                  <a:pt x="14893" y="24709"/>
                </a:lnTo>
                <a:lnTo>
                  <a:pt x="12436" y="24873"/>
                </a:lnTo>
                <a:lnTo>
                  <a:pt x="9979" y="24709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211" name="Shape 211"/>
          <p:cNvSpPr/>
          <p:nvPr/>
        </p:nvSpPr>
        <p:spPr>
          <a:xfrm>
            <a:off x="6134215" y="2038735"/>
            <a:ext cx="24989" cy="24989"/>
          </a:xfrm>
          <a:custGeom>
            <a:avLst/>
            <a:gdLst/>
            <a:ahLst/>
            <a:cxnLst/>
            <a:rect l="0" t="0" r="r" b="b"/>
            <a:pathLst>
              <a:path w="24989" h="24989">
                <a:moveTo>
                  <a:pt x="10026" y="24824"/>
                </a:moveTo>
                <a:lnTo>
                  <a:pt x="5521" y="22958"/>
                </a:lnTo>
                <a:lnTo>
                  <a:pt x="3659" y="21329"/>
                </a:lnTo>
                <a:lnTo>
                  <a:pt x="2030" y="19468"/>
                </a:lnTo>
                <a:lnTo>
                  <a:pt x="164" y="14963"/>
                </a:lnTo>
                <a:lnTo>
                  <a:pt x="0" y="12494"/>
                </a:lnTo>
                <a:lnTo>
                  <a:pt x="164" y="10026"/>
                </a:lnTo>
                <a:lnTo>
                  <a:pt x="2030" y="5521"/>
                </a:lnTo>
                <a:lnTo>
                  <a:pt x="3659" y="3659"/>
                </a:lnTo>
                <a:lnTo>
                  <a:pt x="5521" y="2030"/>
                </a:lnTo>
                <a:lnTo>
                  <a:pt x="10026" y="164"/>
                </a:lnTo>
                <a:lnTo>
                  <a:pt x="12494" y="0"/>
                </a:lnTo>
                <a:lnTo>
                  <a:pt x="14963" y="164"/>
                </a:lnTo>
                <a:lnTo>
                  <a:pt x="19468" y="2030"/>
                </a:lnTo>
                <a:lnTo>
                  <a:pt x="21329" y="3659"/>
                </a:lnTo>
                <a:lnTo>
                  <a:pt x="22958" y="5521"/>
                </a:lnTo>
                <a:lnTo>
                  <a:pt x="24824" y="10026"/>
                </a:lnTo>
                <a:lnTo>
                  <a:pt x="24989" y="12494"/>
                </a:lnTo>
                <a:lnTo>
                  <a:pt x="24824" y="14963"/>
                </a:lnTo>
                <a:lnTo>
                  <a:pt x="22958" y="19468"/>
                </a:lnTo>
                <a:lnTo>
                  <a:pt x="21329" y="21329"/>
                </a:lnTo>
                <a:lnTo>
                  <a:pt x="19468" y="22958"/>
                </a:lnTo>
                <a:lnTo>
                  <a:pt x="14963" y="24824"/>
                </a:lnTo>
                <a:lnTo>
                  <a:pt x="12494" y="24989"/>
                </a:lnTo>
                <a:lnTo>
                  <a:pt x="10026" y="24824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212" name="Shape 212"/>
          <p:cNvSpPr/>
          <p:nvPr/>
        </p:nvSpPr>
        <p:spPr>
          <a:xfrm>
            <a:off x="6189078" y="2047056"/>
            <a:ext cx="25002" cy="25002"/>
          </a:xfrm>
          <a:custGeom>
            <a:avLst/>
            <a:gdLst/>
            <a:ahLst/>
            <a:cxnLst/>
            <a:rect l="0" t="0" r="r" b="b"/>
            <a:pathLst>
              <a:path w="25002" h="25002">
                <a:moveTo>
                  <a:pt x="10031" y="24838"/>
                </a:moveTo>
                <a:lnTo>
                  <a:pt x="5524" y="22971"/>
                </a:lnTo>
                <a:lnTo>
                  <a:pt x="3661" y="21341"/>
                </a:lnTo>
                <a:lnTo>
                  <a:pt x="2031" y="19478"/>
                </a:lnTo>
                <a:lnTo>
                  <a:pt x="164" y="14971"/>
                </a:lnTo>
                <a:lnTo>
                  <a:pt x="0" y="12501"/>
                </a:lnTo>
                <a:lnTo>
                  <a:pt x="164" y="10031"/>
                </a:lnTo>
                <a:lnTo>
                  <a:pt x="2031" y="5524"/>
                </a:lnTo>
                <a:lnTo>
                  <a:pt x="3661" y="3661"/>
                </a:lnTo>
                <a:lnTo>
                  <a:pt x="5524" y="2031"/>
                </a:lnTo>
                <a:lnTo>
                  <a:pt x="10031" y="164"/>
                </a:lnTo>
                <a:lnTo>
                  <a:pt x="12501" y="0"/>
                </a:lnTo>
                <a:lnTo>
                  <a:pt x="14971" y="164"/>
                </a:lnTo>
                <a:lnTo>
                  <a:pt x="19478" y="2031"/>
                </a:lnTo>
                <a:lnTo>
                  <a:pt x="21341" y="3661"/>
                </a:lnTo>
                <a:lnTo>
                  <a:pt x="22971" y="5524"/>
                </a:lnTo>
                <a:lnTo>
                  <a:pt x="24838" y="10031"/>
                </a:lnTo>
                <a:lnTo>
                  <a:pt x="25002" y="12501"/>
                </a:lnTo>
                <a:lnTo>
                  <a:pt x="24838" y="14971"/>
                </a:lnTo>
                <a:lnTo>
                  <a:pt x="22971" y="19478"/>
                </a:lnTo>
                <a:lnTo>
                  <a:pt x="21341" y="21341"/>
                </a:lnTo>
                <a:lnTo>
                  <a:pt x="19478" y="22971"/>
                </a:lnTo>
                <a:lnTo>
                  <a:pt x="14971" y="24838"/>
                </a:lnTo>
                <a:lnTo>
                  <a:pt x="12501" y="25002"/>
                </a:lnTo>
                <a:lnTo>
                  <a:pt x="10031" y="24838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213" name="Shape 213"/>
          <p:cNvSpPr/>
          <p:nvPr/>
        </p:nvSpPr>
        <p:spPr>
          <a:xfrm>
            <a:off x="6280784" y="2060272"/>
            <a:ext cx="26662" cy="26662"/>
          </a:xfrm>
          <a:custGeom>
            <a:avLst/>
            <a:gdLst/>
            <a:ahLst/>
            <a:cxnLst/>
            <a:rect l="0" t="0" r="r" b="b"/>
            <a:pathLst>
              <a:path w="26662" h="26662">
                <a:moveTo>
                  <a:pt x="10697" y="26487"/>
                </a:moveTo>
                <a:lnTo>
                  <a:pt x="5891" y="24496"/>
                </a:lnTo>
                <a:lnTo>
                  <a:pt x="3904" y="22758"/>
                </a:lnTo>
                <a:lnTo>
                  <a:pt x="2166" y="20771"/>
                </a:lnTo>
                <a:lnTo>
                  <a:pt x="175" y="15965"/>
                </a:lnTo>
                <a:lnTo>
                  <a:pt x="0" y="13331"/>
                </a:lnTo>
                <a:lnTo>
                  <a:pt x="175" y="10697"/>
                </a:lnTo>
                <a:lnTo>
                  <a:pt x="2166" y="5891"/>
                </a:lnTo>
                <a:lnTo>
                  <a:pt x="3904" y="3904"/>
                </a:lnTo>
                <a:lnTo>
                  <a:pt x="5891" y="2166"/>
                </a:lnTo>
                <a:lnTo>
                  <a:pt x="10697" y="175"/>
                </a:lnTo>
                <a:lnTo>
                  <a:pt x="13331" y="0"/>
                </a:lnTo>
                <a:lnTo>
                  <a:pt x="15965" y="175"/>
                </a:lnTo>
                <a:lnTo>
                  <a:pt x="20771" y="2166"/>
                </a:lnTo>
                <a:lnTo>
                  <a:pt x="22758" y="3904"/>
                </a:lnTo>
                <a:lnTo>
                  <a:pt x="24496" y="5891"/>
                </a:lnTo>
                <a:lnTo>
                  <a:pt x="26487" y="10697"/>
                </a:lnTo>
                <a:lnTo>
                  <a:pt x="26662" y="13331"/>
                </a:lnTo>
                <a:lnTo>
                  <a:pt x="26487" y="15965"/>
                </a:lnTo>
                <a:lnTo>
                  <a:pt x="24496" y="20771"/>
                </a:lnTo>
                <a:lnTo>
                  <a:pt x="22758" y="22758"/>
                </a:lnTo>
                <a:lnTo>
                  <a:pt x="20771" y="24496"/>
                </a:lnTo>
                <a:lnTo>
                  <a:pt x="15965" y="26487"/>
                </a:lnTo>
                <a:lnTo>
                  <a:pt x="13331" y="26662"/>
                </a:lnTo>
                <a:lnTo>
                  <a:pt x="10697" y="26487"/>
                </a:lnTo>
                <a:close/>
              </a:path>
            </a:pathLst>
          </a:custGeom>
          <a:solidFill>
            <a:srgbClr val="70C976"/>
          </a:solidFill>
          <a:ln>
            <a:noFill/>
          </a:ln>
        </p:spPr>
      </p:sp>
      <p:sp>
        <p:nvSpPr>
          <p:cNvPr id="214" name="Shape 214"/>
          <p:cNvSpPr/>
          <p:nvPr/>
        </p:nvSpPr>
        <p:spPr>
          <a:xfrm>
            <a:off x="5513314" y="1957642"/>
            <a:ext cx="22152" cy="22152"/>
          </a:xfrm>
          <a:custGeom>
            <a:avLst/>
            <a:gdLst/>
            <a:ahLst/>
            <a:cxnLst/>
            <a:rect l="0" t="0" r="r" b="b"/>
            <a:pathLst>
              <a:path w="22152" h="22152">
                <a:moveTo>
                  <a:pt x="8888" y="22006"/>
                </a:moveTo>
                <a:lnTo>
                  <a:pt x="4894" y="20352"/>
                </a:lnTo>
                <a:lnTo>
                  <a:pt x="3244" y="18908"/>
                </a:lnTo>
                <a:lnTo>
                  <a:pt x="1800" y="17258"/>
                </a:lnTo>
                <a:lnTo>
                  <a:pt x="145" y="13264"/>
                </a:lnTo>
                <a:lnTo>
                  <a:pt x="0" y="11076"/>
                </a:lnTo>
                <a:lnTo>
                  <a:pt x="145" y="8888"/>
                </a:lnTo>
                <a:lnTo>
                  <a:pt x="1800" y="4894"/>
                </a:lnTo>
                <a:lnTo>
                  <a:pt x="3244" y="3244"/>
                </a:lnTo>
                <a:lnTo>
                  <a:pt x="4894" y="1800"/>
                </a:lnTo>
                <a:lnTo>
                  <a:pt x="8888" y="145"/>
                </a:lnTo>
                <a:lnTo>
                  <a:pt x="11076" y="0"/>
                </a:lnTo>
                <a:lnTo>
                  <a:pt x="13264" y="145"/>
                </a:lnTo>
                <a:lnTo>
                  <a:pt x="17258" y="1800"/>
                </a:lnTo>
                <a:lnTo>
                  <a:pt x="18908" y="3244"/>
                </a:lnTo>
                <a:lnTo>
                  <a:pt x="20352" y="4894"/>
                </a:lnTo>
                <a:lnTo>
                  <a:pt x="22006" y="8888"/>
                </a:lnTo>
                <a:lnTo>
                  <a:pt x="22152" y="11076"/>
                </a:lnTo>
                <a:lnTo>
                  <a:pt x="22006" y="13264"/>
                </a:lnTo>
                <a:lnTo>
                  <a:pt x="20352" y="17258"/>
                </a:lnTo>
                <a:lnTo>
                  <a:pt x="18908" y="18908"/>
                </a:lnTo>
                <a:lnTo>
                  <a:pt x="17258" y="20352"/>
                </a:lnTo>
                <a:lnTo>
                  <a:pt x="13264" y="22006"/>
                </a:lnTo>
                <a:lnTo>
                  <a:pt x="11076" y="22152"/>
                </a:lnTo>
                <a:lnTo>
                  <a:pt x="8888" y="2200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215" name="Shape 215"/>
          <p:cNvSpPr/>
          <p:nvPr/>
        </p:nvSpPr>
        <p:spPr>
          <a:xfrm>
            <a:off x="5534188" y="1961148"/>
            <a:ext cx="22405" cy="22405"/>
          </a:xfrm>
          <a:custGeom>
            <a:avLst/>
            <a:gdLst/>
            <a:ahLst/>
            <a:cxnLst/>
            <a:rect l="0" t="0" r="r" b="b"/>
            <a:pathLst>
              <a:path w="22405" h="22405">
                <a:moveTo>
                  <a:pt x="8989" y="22257"/>
                </a:moveTo>
                <a:lnTo>
                  <a:pt x="4950" y="20584"/>
                </a:lnTo>
                <a:lnTo>
                  <a:pt x="3281" y="19123"/>
                </a:lnTo>
                <a:lnTo>
                  <a:pt x="1820" y="17454"/>
                </a:lnTo>
                <a:lnTo>
                  <a:pt x="147" y="13415"/>
                </a:lnTo>
                <a:lnTo>
                  <a:pt x="0" y="11202"/>
                </a:lnTo>
                <a:lnTo>
                  <a:pt x="147" y="8989"/>
                </a:lnTo>
                <a:lnTo>
                  <a:pt x="1820" y="4950"/>
                </a:lnTo>
                <a:lnTo>
                  <a:pt x="3281" y="3281"/>
                </a:lnTo>
                <a:lnTo>
                  <a:pt x="4950" y="1820"/>
                </a:lnTo>
                <a:lnTo>
                  <a:pt x="8989" y="147"/>
                </a:lnTo>
                <a:lnTo>
                  <a:pt x="11202" y="0"/>
                </a:lnTo>
                <a:lnTo>
                  <a:pt x="13415" y="147"/>
                </a:lnTo>
                <a:lnTo>
                  <a:pt x="17454" y="1820"/>
                </a:lnTo>
                <a:lnTo>
                  <a:pt x="19123" y="3281"/>
                </a:lnTo>
                <a:lnTo>
                  <a:pt x="20584" y="4950"/>
                </a:lnTo>
                <a:lnTo>
                  <a:pt x="22257" y="8989"/>
                </a:lnTo>
                <a:lnTo>
                  <a:pt x="22405" y="11202"/>
                </a:lnTo>
                <a:lnTo>
                  <a:pt x="22257" y="13415"/>
                </a:lnTo>
                <a:lnTo>
                  <a:pt x="20584" y="17454"/>
                </a:lnTo>
                <a:lnTo>
                  <a:pt x="19123" y="19123"/>
                </a:lnTo>
                <a:lnTo>
                  <a:pt x="17454" y="20584"/>
                </a:lnTo>
                <a:lnTo>
                  <a:pt x="13415" y="22257"/>
                </a:lnTo>
                <a:lnTo>
                  <a:pt x="11202" y="22405"/>
                </a:lnTo>
                <a:lnTo>
                  <a:pt x="8989" y="22257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216" name="Shape 216"/>
          <p:cNvSpPr/>
          <p:nvPr/>
        </p:nvSpPr>
        <p:spPr>
          <a:xfrm>
            <a:off x="5548997" y="1963641"/>
            <a:ext cx="22571" cy="22571"/>
          </a:xfrm>
          <a:custGeom>
            <a:avLst/>
            <a:gdLst/>
            <a:ahLst/>
            <a:cxnLst/>
            <a:rect l="0" t="0" r="r" b="b"/>
            <a:pathLst>
              <a:path w="22571" h="22571">
                <a:moveTo>
                  <a:pt x="9056" y="22423"/>
                </a:moveTo>
                <a:lnTo>
                  <a:pt x="4987" y="20737"/>
                </a:lnTo>
                <a:lnTo>
                  <a:pt x="3305" y="19266"/>
                </a:lnTo>
                <a:lnTo>
                  <a:pt x="1834" y="17584"/>
                </a:lnTo>
                <a:lnTo>
                  <a:pt x="148" y="13515"/>
                </a:lnTo>
                <a:lnTo>
                  <a:pt x="0" y="11285"/>
                </a:lnTo>
                <a:lnTo>
                  <a:pt x="148" y="9056"/>
                </a:lnTo>
                <a:lnTo>
                  <a:pt x="1834" y="4987"/>
                </a:lnTo>
                <a:lnTo>
                  <a:pt x="3305" y="3305"/>
                </a:lnTo>
                <a:lnTo>
                  <a:pt x="4987" y="1834"/>
                </a:lnTo>
                <a:lnTo>
                  <a:pt x="9056" y="148"/>
                </a:lnTo>
                <a:lnTo>
                  <a:pt x="11285" y="0"/>
                </a:lnTo>
                <a:lnTo>
                  <a:pt x="13515" y="148"/>
                </a:lnTo>
                <a:lnTo>
                  <a:pt x="17584" y="1834"/>
                </a:lnTo>
                <a:lnTo>
                  <a:pt x="19266" y="3305"/>
                </a:lnTo>
                <a:lnTo>
                  <a:pt x="20737" y="4987"/>
                </a:lnTo>
                <a:lnTo>
                  <a:pt x="22423" y="9056"/>
                </a:lnTo>
                <a:lnTo>
                  <a:pt x="22571" y="11285"/>
                </a:lnTo>
                <a:lnTo>
                  <a:pt x="22423" y="13515"/>
                </a:lnTo>
                <a:lnTo>
                  <a:pt x="20737" y="17584"/>
                </a:lnTo>
                <a:lnTo>
                  <a:pt x="19266" y="19266"/>
                </a:lnTo>
                <a:lnTo>
                  <a:pt x="17584" y="20737"/>
                </a:lnTo>
                <a:lnTo>
                  <a:pt x="13515" y="22423"/>
                </a:lnTo>
                <a:lnTo>
                  <a:pt x="11285" y="22571"/>
                </a:lnTo>
                <a:lnTo>
                  <a:pt x="9056" y="2242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217" name="Shape 217"/>
          <p:cNvSpPr/>
          <p:nvPr/>
        </p:nvSpPr>
        <p:spPr>
          <a:xfrm>
            <a:off x="5564585" y="1966269"/>
            <a:ext cx="22737" cy="22737"/>
          </a:xfrm>
          <a:custGeom>
            <a:avLst/>
            <a:gdLst/>
            <a:ahLst/>
            <a:cxnLst/>
            <a:rect l="0" t="0" r="r" b="b"/>
            <a:pathLst>
              <a:path w="22737" h="22737">
                <a:moveTo>
                  <a:pt x="9122" y="22587"/>
                </a:moveTo>
                <a:lnTo>
                  <a:pt x="5023" y="20889"/>
                </a:lnTo>
                <a:lnTo>
                  <a:pt x="3329" y="19407"/>
                </a:lnTo>
                <a:lnTo>
                  <a:pt x="1847" y="17713"/>
                </a:lnTo>
                <a:lnTo>
                  <a:pt x="149" y="13614"/>
                </a:lnTo>
                <a:lnTo>
                  <a:pt x="0" y="11368"/>
                </a:lnTo>
                <a:lnTo>
                  <a:pt x="149" y="9122"/>
                </a:lnTo>
                <a:lnTo>
                  <a:pt x="1847" y="5023"/>
                </a:lnTo>
                <a:lnTo>
                  <a:pt x="3329" y="3329"/>
                </a:lnTo>
                <a:lnTo>
                  <a:pt x="5023" y="1847"/>
                </a:lnTo>
                <a:lnTo>
                  <a:pt x="9122" y="149"/>
                </a:lnTo>
                <a:lnTo>
                  <a:pt x="11368" y="0"/>
                </a:lnTo>
                <a:lnTo>
                  <a:pt x="13614" y="149"/>
                </a:lnTo>
                <a:lnTo>
                  <a:pt x="17713" y="1847"/>
                </a:lnTo>
                <a:lnTo>
                  <a:pt x="19407" y="3329"/>
                </a:lnTo>
                <a:lnTo>
                  <a:pt x="20889" y="5023"/>
                </a:lnTo>
                <a:lnTo>
                  <a:pt x="22587" y="9122"/>
                </a:lnTo>
                <a:lnTo>
                  <a:pt x="22737" y="11368"/>
                </a:lnTo>
                <a:lnTo>
                  <a:pt x="22587" y="13614"/>
                </a:lnTo>
                <a:lnTo>
                  <a:pt x="20889" y="17713"/>
                </a:lnTo>
                <a:lnTo>
                  <a:pt x="19407" y="19407"/>
                </a:lnTo>
                <a:lnTo>
                  <a:pt x="17713" y="20889"/>
                </a:lnTo>
                <a:lnTo>
                  <a:pt x="13614" y="22587"/>
                </a:lnTo>
                <a:lnTo>
                  <a:pt x="11368" y="22737"/>
                </a:lnTo>
                <a:lnTo>
                  <a:pt x="9122" y="22587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218" name="Shape 218"/>
          <p:cNvSpPr/>
          <p:nvPr/>
        </p:nvSpPr>
        <p:spPr>
          <a:xfrm>
            <a:off x="5589567" y="1970490"/>
            <a:ext cx="22981" cy="22981"/>
          </a:xfrm>
          <a:custGeom>
            <a:avLst/>
            <a:gdLst/>
            <a:ahLst/>
            <a:cxnLst/>
            <a:rect l="0" t="0" r="r" b="b"/>
            <a:pathLst>
              <a:path w="22981" h="22981">
                <a:moveTo>
                  <a:pt x="9220" y="22830"/>
                </a:moveTo>
                <a:lnTo>
                  <a:pt x="5077" y="21114"/>
                </a:lnTo>
                <a:lnTo>
                  <a:pt x="3365" y="19616"/>
                </a:lnTo>
                <a:lnTo>
                  <a:pt x="1867" y="17904"/>
                </a:lnTo>
                <a:lnTo>
                  <a:pt x="151" y="13760"/>
                </a:lnTo>
                <a:lnTo>
                  <a:pt x="0" y="11490"/>
                </a:lnTo>
                <a:lnTo>
                  <a:pt x="151" y="9220"/>
                </a:lnTo>
                <a:lnTo>
                  <a:pt x="1867" y="5077"/>
                </a:lnTo>
                <a:lnTo>
                  <a:pt x="3365" y="3365"/>
                </a:lnTo>
                <a:lnTo>
                  <a:pt x="5077" y="1867"/>
                </a:lnTo>
                <a:lnTo>
                  <a:pt x="9220" y="151"/>
                </a:lnTo>
                <a:lnTo>
                  <a:pt x="11490" y="0"/>
                </a:lnTo>
                <a:lnTo>
                  <a:pt x="13760" y="151"/>
                </a:lnTo>
                <a:lnTo>
                  <a:pt x="17904" y="1867"/>
                </a:lnTo>
                <a:lnTo>
                  <a:pt x="19616" y="3365"/>
                </a:lnTo>
                <a:lnTo>
                  <a:pt x="21114" y="5077"/>
                </a:lnTo>
                <a:lnTo>
                  <a:pt x="22830" y="9220"/>
                </a:lnTo>
                <a:lnTo>
                  <a:pt x="22981" y="11490"/>
                </a:lnTo>
                <a:lnTo>
                  <a:pt x="22830" y="13760"/>
                </a:lnTo>
                <a:lnTo>
                  <a:pt x="21114" y="17904"/>
                </a:lnTo>
                <a:lnTo>
                  <a:pt x="19616" y="19616"/>
                </a:lnTo>
                <a:lnTo>
                  <a:pt x="17904" y="21114"/>
                </a:lnTo>
                <a:lnTo>
                  <a:pt x="13760" y="22830"/>
                </a:lnTo>
                <a:lnTo>
                  <a:pt x="11490" y="22981"/>
                </a:lnTo>
                <a:lnTo>
                  <a:pt x="9220" y="22830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219" name="Shape 219"/>
          <p:cNvSpPr/>
          <p:nvPr/>
        </p:nvSpPr>
        <p:spPr>
          <a:xfrm>
            <a:off x="5616687" y="1975080"/>
            <a:ext cx="23225" cy="23225"/>
          </a:xfrm>
          <a:custGeom>
            <a:avLst/>
            <a:gdLst/>
            <a:ahLst/>
            <a:cxnLst/>
            <a:rect l="0" t="0" r="r" b="b"/>
            <a:pathLst>
              <a:path w="23225" h="23225">
                <a:moveTo>
                  <a:pt x="9318" y="23072"/>
                </a:moveTo>
                <a:lnTo>
                  <a:pt x="5131" y="21338"/>
                </a:lnTo>
                <a:lnTo>
                  <a:pt x="3401" y="19824"/>
                </a:lnTo>
                <a:lnTo>
                  <a:pt x="1887" y="18093"/>
                </a:lnTo>
                <a:lnTo>
                  <a:pt x="152" y="13906"/>
                </a:lnTo>
                <a:lnTo>
                  <a:pt x="0" y="11612"/>
                </a:lnTo>
                <a:lnTo>
                  <a:pt x="152" y="9318"/>
                </a:lnTo>
                <a:lnTo>
                  <a:pt x="1887" y="5131"/>
                </a:lnTo>
                <a:lnTo>
                  <a:pt x="3401" y="3401"/>
                </a:lnTo>
                <a:lnTo>
                  <a:pt x="5131" y="1887"/>
                </a:lnTo>
                <a:lnTo>
                  <a:pt x="9318" y="152"/>
                </a:lnTo>
                <a:lnTo>
                  <a:pt x="11612" y="0"/>
                </a:lnTo>
                <a:lnTo>
                  <a:pt x="13906" y="152"/>
                </a:lnTo>
                <a:lnTo>
                  <a:pt x="18093" y="1887"/>
                </a:lnTo>
                <a:lnTo>
                  <a:pt x="19824" y="3401"/>
                </a:lnTo>
                <a:lnTo>
                  <a:pt x="21338" y="5131"/>
                </a:lnTo>
                <a:lnTo>
                  <a:pt x="23072" y="9318"/>
                </a:lnTo>
                <a:lnTo>
                  <a:pt x="23225" y="11612"/>
                </a:lnTo>
                <a:lnTo>
                  <a:pt x="23072" y="13906"/>
                </a:lnTo>
                <a:lnTo>
                  <a:pt x="21338" y="18093"/>
                </a:lnTo>
                <a:lnTo>
                  <a:pt x="19824" y="19824"/>
                </a:lnTo>
                <a:lnTo>
                  <a:pt x="18093" y="21338"/>
                </a:lnTo>
                <a:lnTo>
                  <a:pt x="13906" y="23072"/>
                </a:lnTo>
                <a:lnTo>
                  <a:pt x="11612" y="23225"/>
                </a:lnTo>
                <a:lnTo>
                  <a:pt x="9318" y="2307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220" name="Shape 220"/>
          <p:cNvSpPr/>
          <p:nvPr/>
        </p:nvSpPr>
        <p:spPr>
          <a:xfrm>
            <a:off x="5636093" y="1978371"/>
            <a:ext cx="23385" cy="23385"/>
          </a:xfrm>
          <a:custGeom>
            <a:avLst/>
            <a:gdLst/>
            <a:ahLst/>
            <a:cxnLst/>
            <a:rect l="0" t="0" r="r" b="b"/>
            <a:pathLst>
              <a:path w="23385" h="23385">
                <a:moveTo>
                  <a:pt x="9382" y="23231"/>
                </a:moveTo>
                <a:lnTo>
                  <a:pt x="5167" y="21485"/>
                </a:lnTo>
                <a:lnTo>
                  <a:pt x="3424" y="19960"/>
                </a:lnTo>
                <a:lnTo>
                  <a:pt x="1900" y="18218"/>
                </a:lnTo>
                <a:lnTo>
                  <a:pt x="154" y="14002"/>
                </a:lnTo>
                <a:lnTo>
                  <a:pt x="0" y="11692"/>
                </a:lnTo>
                <a:lnTo>
                  <a:pt x="154" y="9382"/>
                </a:lnTo>
                <a:lnTo>
                  <a:pt x="1900" y="5167"/>
                </a:lnTo>
                <a:lnTo>
                  <a:pt x="3424" y="3424"/>
                </a:lnTo>
                <a:lnTo>
                  <a:pt x="5167" y="1900"/>
                </a:lnTo>
                <a:lnTo>
                  <a:pt x="9382" y="154"/>
                </a:lnTo>
                <a:lnTo>
                  <a:pt x="11692" y="0"/>
                </a:lnTo>
                <a:lnTo>
                  <a:pt x="14002" y="154"/>
                </a:lnTo>
                <a:lnTo>
                  <a:pt x="18218" y="1900"/>
                </a:lnTo>
                <a:lnTo>
                  <a:pt x="19960" y="3424"/>
                </a:lnTo>
                <a:lnTo>
                  <a:pt x="21485" y="5167"/>
                </a:lnTo>
                <a:lnTo>
                  <a:pt x="23231" y="9382"/>
                </a:lnTo>
                <a:lnTo>
                  <a:pt x="23385" y="11692"/>
                </a:lnTo>
                <a:lnTo>
                  <a:pt x="23231" y="14002"/>
                </a:lnTo>
                <a:lnTo>
                  <a:pt x="21485" y="18218"/>
                </a:lnTo>
                <a:lnTo>
                  <a:pt x="19960" y="19960"/>
                </a:lnTo>
                <a:lnTo>
                  <a:pt x="18218" y="21485"/>
                </a:lnTo>
                <a:lnTo>
                  <a:pt x="14002" y="23231"/>
                </a:lnTo>
                <a:lnTo>
                  <a:pt x="11692" y="23385"/>
                </a:lnTo>
                <a:lnTo>
                  <a:pt x="9382" y="23231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221" name="Shape 221"/>
          <p:cNvSpPr/>
          <p:nvPr/>
        </p:nvSpPr>
        <p:spPr>
          <a:xfrm>
            <a:off x="5667435" y="1983694"/>
            <a:ext cx="23623" cy="23623"/>
          </a:xfrm>
          <a:custGeom>
            <a:avLst/>
            <a:gdLst/>
            <a:ahLst/>
            <a:cxnLst/>
            <a:rect l="0" t="0" r="r" b="b"/>
            <a:pathLst>
              <a:path w="23623" h="23623">
                <a:moveTo>
                  <a:pt x="9478" y="23467"/>
                </a:moveTo>
                <a:lnTo>
                  <a:pt x="5219" y="21703"/>
                </a:lnTo>
                <a:lnTo>
                  <a:pt x="3459" y="20163"/>
                </a:lnTo>
                <a:lnTo>
                  <a:pt x="1919" y="18403"/>
                </a:lnTo>
                <a:lnTo>
                  <a:pt x="155" y="14145"/>
                </a:lnTo>
                <a:lnTo>
                  <a:pt x="0" y="11811"/>
                </a:lnTo>
                <a:lnTo>
                  <a:pt x="155" y="9478"/>
                </a:lnTo>
                <a:lnTo>
                  <a:pt x="1919" y="5219"/>
                </a:lnTo>
                <a:lnTo>
                  <a:pt x="3459" y="3459"/>
                </a:lnTo>
                <a:lnTo>
                  <a:pt x="5219" y="1919"/>
                </a:lnTo>
                <a:lnTo>
                  <a:pt x="9478" y="155"/>
                </a:lnTo>
                <a:lnTo>
                  <a:pt x="11811" y="0"/>
                </a:lnTo>
                <a:lnTo>
                  <a:pt x="14145" y="155"/>
                </a:lnTo>
                <a:lnTo>
                  <a:pt x="18403" y="1919"/>
                </a:lnTo>
                <a:lnTo>
                  <a:pt x="20163" y="3459"/>
                </a:lnTo>
                <a:lnTo>
                  <a:pt x="21703" y="5219"/>
                </a:lnTo>
                <a:lnTo>
                  <a:pt x="23467" y="9478"/>
                </a:lnTo>
                <a:lnTo>
                  <a:pt x="23623" y="11811"/>
                </a:lnTo>
                <a:lnTo>
                  <a:pt x="23467" y="14145"/>
                </a:lnTo>
                <a:lnTo>
                  <a:pt x="21703" y="18403"/>
                </a:lnTo>
                <a:lnTo>
                  <a:pt x="20163" y="20163"/>
                </a:lnTo>
                <a:lnTo>
                  <a:pt x="18403" y="21703"/>
                </a:lnTo>
                <a:lnTo>
                  <a:pt x="14145" y="23467"/>
                </a:lnTo>
                <a:lnTo>
                  <a:pt x="11811" y="23623"/>
                </a:lnTo>
                <a:lnTo>
                  <a:pt x="9478" y="23467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222" name="Shape 222"/>
          <p:cNvSpPr/>
          <p:nvPr/>
        </p:nvSpPr>
        <p:spPr>
          <a:xfrm>
            <a:off x="5701798" y="1989540"/>
            <a:ext cx="23859" cy="23859"/>
          </a:xfrm>
          <a:custGeom>
            <a:avLst/>
            <a:gdLst/>
            <a:ahLst/>
            <a:cxnLst/>
            <a:rect l="0" t="0" r="r" b="b"/>
            <a:pathLst>
              <a:path w="23859" h="23859">
                <a:moveTo>
                  <a:pt x="9572" y="23702"/>
                </a:moveTo>
                <a:lnTo>
                  <a:pt x="5271" y="21920"/>
                </a:lnTo>
                <a:lnTo>
                  <a:pt x="3494" y="20365"/>
                </a:lnTo>
                <a:lnTo>
                  <a:pt x="1938" y="18587"/>
                </a:lnTo>
                <a:lnTo>
                  <a:pt x="157" y="14286"/>
                </a:lnTo>
                <a:lnTo>
                  <a:pt x="0" y="11929"/>
                </a:lnTo>
                <a:lnTo>
                  <a:pt x="157" y="9572"/>
                </a:lnTo>
                <a:lnTo>
                  <a:pt x="1938" y="5271"/>
                </a:lnTo>
                <a:lnTo>
                  <a:pt x="3494" y="3494"/>
                </a:lnTo>
                <a:lnTo>
                  <a:pt x="5271" y="1938"/>
                </a:lnTo>
                <a:lnTo>
                  <a:pt x="9572" y="157"/>
                </a:lnTo>
                <a:lnTo>
                  <a:pt x="11929" y="0"/>
                </a:lnTo>
                <a:lnTo>
                  <a:pt x="14286" y="157"/>
                </a:lnTo>
                <a:lnTo>
                  <a:pt x="18587" y="1938"/>
                </a:lnTo>
                <a:lnTo>
                  <a:pt x="20365" y="3494"/>
                </a:lnTo>
                <a:lnTo>
                  <a:pt x="21920" y="5271"/>
                </a:lnTo>
                <a:lnTo>
                  <a:pt x="23702" y="9572"/>
                </a:lnTo>
                <a:lnTo>
                  <a:pt x="23859" y="11929"/>
                </a:lnTo>
                <a:lnTo>
                  <a:pt x="23702" y="14286"/>
                </a:lnTo>
                <a:lnTo>
                  <a:pt x="21920" y="18587"/>
                </a:lnTo>
                <a:lnTo>
                  <a:pt x="20365" y="20365"/>
                </a:lnTo>
                <a:lnTo>
                  <a:pt x="18587" y="21920"/>
                </a:lnTo>
                <a:lnTo>
                  <a:pt x="14286" y="23702"/>
                </a:lnTo>
                <a:lnTo>
                  <a:pt x="11929" y="23859"/>
                </a:lnTo>
                <a:lnTo>
                  <a:pt x="9572" y="2370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223" name="Shape 223"/>
          <p:cNvSpPr/>
          <p:nvPr/>
        </p:nvSpPr>
        <p:spPr>
          <a:xfrm>
            <a:off x="5726607" y="1993768"/>
            <a:ext cx="24014" cy="24014"/>
          </a:xfrm>
          <a:custGeom>
            <a:avLst/>
            <a:gdLst/>
            <a:ahLst/>
            <a:cxnLst/>
            <a:rect l="0" t="0" r="r" b="b"/>
            <a:pathLst>
              <a:path w="24014" h="24014">
                <a:moveTo>
                  <a:pt x="9635" y="23856"/>
                </a:moveTo>
                <a:lnTo>
                  <a:pt x="5305" y="22063"/>
                </a:lnTo>
                <a:lnTo>
                  <a:pt x="3516" y="20497"/>
                </a:lnTo>
                <a:lnTo>
                  <a:pt x="1951" y="18708"/>
                </a:lnTo>
                <a:lnTo>
                  <a:pt x="158" y="14379"/>
                </a:lnTo>
                <a:lnTo>
                  <a:pt x="0" y="12007"/>
                </a:lnTo>
                <a:lnTo>
                  <a:pt x="158" y="9635"/>
                </a:lnTo>
                <a:lnTo>
                  <a:pt x="1951" y="5305"/>
                </a:lnTo>
                <a:lnTo>
                  <a:pt x="3516" y="3516"/>
                </a:lnTo>
                <a:lnTo>
                  <a:pt x="5305" y="1951"/>
                </a:lnTo>
                <a:lnTo>
                  <a:pt x="9635" y="158"/>
                </a:lnTo>
                <a:lnTo>
                  <a:pt x="12007" y="0"/>
                </a:lnTo>
                <a:lnTo>
                  <a:pt x="14379" y="158"/>
                </a:lnTo>
                <a:lnTo>
                  <a:pt x="18708" y="1951"/>
                </a:lnTo>
                <a:lnTo>
                  <a:pt x="20497" y="3516"/>
                </a:lnTo>
                <a:lnTo>
                  <a:pt x="22063" y="5305"/>
                </a:lnTo>
                <a:lnTo>
                  <a:pt x="23856" y="9635"/>
                </a:lnTo>
                <a:lnTo>
                  <a:pt x="24014" y="12007"/>
                </a:lnTo>
                <a:lnTo>
                  <a:pt x="23856" y="14379"/>
                </a:lnTo>
                <a:lnTo>
                  <a:pt x="22063" y="18708"/>
                </a:lnTo>
                <a:lnTo>
                  <a:pt x="20497" y="20497"/>
                </a:lnTo>
                <a:lnTo>
                  <a:pt x="18708" y="22063"/>
                </a:lnTo>
                <a:lnTo>
                  <a:pt x="14379" y="23856"/>
                </a:lnTo>
                <a:lnTo>
                  <a:pt x="12007" y="24014"/>
                </a:lnTo>
                <a:lnTo>
                  <a:pt x="9635" y="23856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224" name="Shape 224"/>
          <p:cNvSpPr/>
          <p:nvPr/>
        </p:nvSpPr>
        <p:spPr>
          <a:xfrm>
            <a:off x="5767069" y="2000672"/>
            <a:ext cx="24244" cy="24244"/>
          </a:xfrm>
          <a:custGeom>
            <a:avLst/>
            <a:gdLst/>
            <a:ahLst/>
            <a:cxnLst/>
            <a:rect l="0" t="0" r="r" b="b"/>
            <a:pathLst>
              <a:path w="24244" h="24244">
                <a:moveTo>
                  <a:pt x="9727" y="24085"/>
                </a:moveTo>
                <a:lnTo>
                  <a:pt x="5356" y="22274"/>
                </a:lnTo>
                <a:lnTo>
                  <a:pt x="3550" y="20694"/>
                </a:lnTo>
                <a:lnTo>
                  <a:pt x="1970" y="18887"/>
                </a:lnTo>
                <a:lnTo>
                  <a:pt x="159" y="14517"/>
                </a:lnTo>
                <a:lnTo>
                  <a:pt x="0" y="12122"/>
                </a:lnTo>
                <a:lnTo>
                  <a:pt x="159" y="9727"/>
                </a:lnTo>
                <a:lnTo>
                  <a:pt x="1970" y="5356"/>
                </a:lnTo>
                <a:lnTo>
                  <a:pt x="3550" y="3550"/>
                </a:lnTo>
                <a:lnTo>
                  <a:pt x="5356" y="1970"/>
                </a:lnTo>
                <a:lnTo>
                  <a:pt x="9727" y="159"/>
                </a:lnTo>
                <a:lnTo>
                  <a:pt x="12122" y="0"/>
                </a:lnTo>
                <a:lnTo>
                  <a:pt x="14517" y="159"/>
                </a:lnTo>
                <a:lnTo>
                  <a:pt x="18887" y="1970"/>
                </a:lnTo>
                <a:lnTo>
                  <a:pt x="20694" y="3550"/>
                </a:lnTo>
                <a:lnTo>
                  <a:pt x="22274" y="5356"/>
                </a:lnTo>
                <a:lnTo>
                  <a:pt x="24085" y="9727"/>
                </a:lnTo>
                <a:lnTo>
                  <a:pt x="24244" y="12122"/>
                </a:lnTo>
                <a:lnTo>
                  <a:pt x="24085" y="14517"/>
                </a:lnTo>
                <a:lnTo>
                  <a:pt x="22274" y="18887"/>
                </a:lnTo>
                <a:lnTo>
                  <a:pt x="20694" y="20694"/>
                </a:lnTo>
                <a:lnTo>
                  <a:pt x="18887" y="22274"/>
                </a:lnTo>
                <a:lnTo>
                  <a:pt x="14517" y="24085"/>
                </a:lnTo>
                <a:lnTo>
                  <a:pt x="12122" y="24244"/>
                </a:lnTo>
                <a:lnTo>
                  <a:pt x="9727" y="24085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225" name="Shape 225"/>
          <p:cNvSpPr/>
          <p:nvPr/>
        </p:nvSpPr>
        <p:spPr>
          <a:xfrm>
            <a:off x="5811999" y="2008350"/>
            <a:ext cx="24471" cy="24471"/>
          </a:xfrm>
          <a:custGeom>
            <a:avLst/>
            <a:gdLst/>
            <a:ahLst/>
            <a:cxnLst/>
            <a:rect l="0" t="0" r="r" b="b"/>
            <a:pathLst>
              <a:path w="24471" h="24471">
                <a:moveTo>
                  <a:pt x="9818" y="24309"/>
                </a:moveTo>
                <a:lnTo>
                  <a:pt x="5406" y="22482"/>
                </a:lnTo>
                <a:lnTo>
                  <a:pt x="3583" y="20887"/>
                </a:lnTo>
                <a:lnTo>
                  <a:pt x="1988" y="19064"/>
                </a:lnTo>
                <a:lnTo>
                  <a:pt x="161" y="14652"/>
                </a:lnTo>
                <a:lnTo>
                  <a:pt x="0" y="12235"/>
                </a:lnTo>
                <a:lnTo>
                  <a:pt x="161" y="9818"/>
                </a:lnTo>
                <a:lnTo>
                  <a:pt x="1988" y="5406"/>
                </a:lnTo>
                <a:lnTo>
                  <a:pt x="3583" y="3583"/>
                </a:lnTo>
                <a:lnTo>
                  <a:pt x="5406" y="1988"/>
                </a:lnTo>
                <a:lnTo>
                  <a:pt x="9818" y="161"/>
                </a:lnTo>
                <a:lnTo>
                  <a:pt x="12235" y="0"/>
                </a:lnTo>
                <a:lnTo>
                  <a:pt x="14652" y="161"/>
                </a:lnTo>
                <a:lnTo>
                  <a:pt x="19064" y="1988"/>
                </a:lnTo>
                <a:lnTo>
                  <a:pt x="20887" y="3583"/>
                </a:lnTo>
                <a:lnTo>
                  <a:pt x="22482" y="5406"/>
                </a:lnTo>
                <a:lnTo>
                  <a:pt x="24309" y="9818"/>
                </a:lnTo>
                <a:lnTo>
                  <a:pt x="24471" y="12235"/>
                </a:lnTo>
                <a:lnTo>
                  <a:pt x="24309" y="14652"/>
                </a:lnTo>
                <a:lnTo>
                  <a:pt x="22482" y="19064"/>
                </a:lnTo>
                <a:lnTo>
                  <a:pt x="20887" y="20887"/>
                </a:lnTo>
                <a:lnTo>
                  <a:pt x="19064" y="22482"/>
                </a:lnTo>
                <a:lnTo>
                  <a:pt x="14652" y="24309"/>
                </a:lnTo>
                <a:lnTo>
                  <a:pt x="12235" y="24471"/>
                </a:lnTo>
                <a:lnTo>
                  <a:pt x="9818" y="24309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226" name="Shape 226"/>
          <p:cNvSpPr/>
          <p:nvPr/>
        </p:nvSpPr>
        <p:spPr>
          <a:xfrm>
            <a:off x="5844813" y="2013965"/>
            <a:ext cx="24619" cy="24619"/>
          </a:xfrm>
          <a:custGeom>
            <a:avLst/>
            <a:gdLst/>
            <a:ahLst/>
            <a:cxnLst/>
            <a:rect l="0" t="0" r="r" b="b"/>
            <a:pathLst>
              <a:path w="24619" h="24619">
                <a:moveTo>
                  <a:pt x="9877" y="24457"/>
                </a:moveTo>
                <a:lnTo>
                  <a:pt x="5439" y="22618"/>
                </a:lnTo>
                <a:lnTo>
                  <a:pt x="3605" y="21013"/>
                </a:lnTo>
                <a:lnTo>
                  <a:pt x="2000" y="19179"/>
                </a:lnTo>
                <a:lnTo>
                  <a:pt x="162" y="14741"/>
                </a:lnTo>
                <a:lnTo>
                  <a:pt x="0" y="12309"/>
                </a:lnTo>
                <a:lnTo>
                  <a:pt x="162" y="9877"/>
                </a:lnTo>
                <a:lnTo>
                  <a:pt x="2000" y="5439"/>
                </a:lnTo>
                <a:lnTo>
                  <a:pt x="3605" y="3605"/>
                </a:lnTo>
                <a:lnTo>
                  <a:pt x="5439" y="2000"/>
                </a:lnTo>
                <a:lnTo>
                  <a:pt x="9877" y="162"/>
                </a:lnTo>
                <a:lnTo>
                  <a:pt x="12309" y="0"/>
                </a:lnTo>
                <a:lnTo>
                  <a:pt x="14741" y="162"/>
                </a:lnTo>
                <a:lnTo>
                  <a:pt x="19179" y="2000"/>
                </a:lnTo>
                <a:lnTo>
                  <a:pt x="21013" y="3605"/>
                </a:lnTo>
                <a:lnTo>
                  <a:pt x="22618" y="5439"/>
                </a:lnTo>
                <a:lnTo>
                  <a:pt x="24457" y="9877"/>
                </a:lnTo>
                <a:lnTo>
                  <a:pt x="24619" y="12309"/>
                </a:lnTo>
                <a:lnTo>
                  <a:pt x="24457" y="14741"/>
                </a:lnTo>
                <a:lnTo>
                  <a:pt x="22618" y="19179"/>
                </a:lnTo>
                <a:lnTo>
                  <a:pt x="21013" y="21013"/>
                </a:lnTo>
                <a:lnTo>
                  <a:pt x="19179" y="22618"/>
                </a:lnTo>
                <a:lnTo>
                  <a:pt x="14741" y="24457"/>
                </a:lnTo>
                <a:lnTo>
                  <a:pt x="12309" y="24619"/>
                </a:lnTo>
                <a:lnTo>
                  <a:pt x="9877" y="24457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227" name="Shape 227"/>
          <p:cNvSpPr/>
          <p:nvPr/>
        </p:nvSpPr>
        <p:spPr>
          <a:xfrm>
            <a:off x="5880234" y="2020032"/>
            <a:ext cx="24763" cy="24763"/>
          </a:xfrm>
          <a:custGeom>
            <a:avLst/>
            <a:gdLst/>
            <a:ahLst/>
            <a:cxnLst/>
            <a:rect l="0" t="0" r="r" b="b"/>
            <a:pathLst>
              <a:path w="24763" h="24763">
                <a:moveTo>
                  <a:pt x="9935" y="24600"/>
                </a:moveTo>
                <a:lnTo>
                  <a:pt x="5471" y="22751"/>
                </a:lnTo>
                <a:lnTo>
                  <a:pt x="3626" y="21137"/>
                </a:lnTo>
                <a:lnTo>
                  <a:pt x="2012" y="19292"/>
                </a:lnTo>
                <a:lnTo>
                  <a:pt x="163" y="14827"/>
                </a:lnTo>
                <a:lnTo>
                  <a:pt x="0" y="12381"/>
                </a:lnTo>
                <a:lnTo>
                  <a:pt x="163" y="9935"/>
                </a:lnTo>
                <a:lnTo>
                  <a:pt x="2012" y="5471"/>
                </a:lnTo>
                <a:lnTo>
                  <a:pt x="3626" y="3626"/>
                </a:lnTo>
                <a:lnTo>
                  <a:pt x="5471" y="2012"/>
                </a:lnTo>
                <a:lnTo>
                  <a:pt x="9935" y="163"/>
                </a:lnTo>
                <a:lnTo>
                  <a:pt x="12381" y="0"/>
                </a:lnTo>
                <a:lnTo>
                  <a:pt x="14827" y="163"/>
                </a:lnTo>
                <a:lnTo>
                  <a:pt x="19292" y="2012"/>
                </a:lnTo>
                <a:lnTo>
                  <a:pt x="21137" y="3626"/>
                </a:lnTo>
                <a:lnTo>
                  <a:pt x="22751" y="5471"/>
                </a:lnTo>
                <a:lnTo>
                  <a:pt x="24600" y="9935"/>
                </a:lnTo>
                <a:lnTo>
                  <a:pt x="24763" y="12381"/>
                </a:lnTo>
                <a:lnTo>
                  <a:pt x="24600" y="14827"/>
                </a:lnTo>
                <a:lnTo>
                  <a:pt x="22751" y="19292"/>
                </a:lnTo>
                <a:lnTo>
                  <a:pt x="21137" y="21137"/>
                </a:lnTo>
                <a:lnTo>
                  <a:pt x="19292" y="22751"/>
                </a:lnTo>
                <a:lnTo>
                  <a:pt x="14827" y="24600"/>
                </a:lnTo>
                <a:lnTo>
                  <a:pt x="12381" y="24763"/>
                </a:lnTo>
                <a:lnTo>
                  <a:pt x="9935" y="24600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228" name="Shape 228"/>
          <p:cNvSpPr/>
          <p:nvPr/>
        </p:nvSpPr>
        <p:spPr>
          <a:xfrm>
            <a:off x="5938975" y="2030109"/>
            <a:ext cx="24969" cy="24969"/>
          </a:xfrm>
          <a:custGeom>
            <a:avLst/>
            <a:gdLst/>
            <a:ahLst/>
            <a:cxnLst/>
            <a:rect l="0" t="0" r="r" b="b"/>
            <a:pathLst>
              <a:path w="24969" h="24969">
                <a:moveTo>
                  <a:pt x="10018" y="24804"/>
                </a:moveTo>
                <a:lnTo>
                  <a:pt x="5516" y="22940"/>
                </a:lnTo>
                <a:lnTo>
                  <a:pt x="3656" y="21312"/>
                </a:lnTo>
                <a:lnTo>
                  <a:pt x="2028" y="19452"/>
                </a:lnTo>
                <a:lnTo>
                  <a:pt x="164" y="14950"/>
                </a:lnTo>
                <a:lnTo>
                  <a:pt x="0" y="12484"/>
                </a:lnTo>
                <a:lnTo>
                  <a:pt x="164" y="10018"/>
                </a:lnTo>
                <a:lnTo>
                  <a:pt x="2028" y="5516"/>
                </a:lnTo>
                <a:lnTo>
                  <a:pt x="3656" y="3656"/>
                </a:lnTo>
                <a:lnTo>
                  <a:pt x="5516" y="2028"/>
                </a:lnTo>
                <a:lnTo>
                  <a:pt x="10018" y="164"/>
                </a:lnTo>
                <a:lnTo>
                  <a:pt x="12484" y="0"/>
                </a:lnTo>
                <a:lnTo>
                  <a:pt x="14950" y="164"/>
                </a:lnTo>
                <a:lnTo>
                  <a:pt x="19452" y="2028"/>
                </a:lnTo>
                <a:lnTo>
                  <a:pt x="21312" y="3656"/>
                </a:lnTo>
                <a:lnTo>
                  <a:pt x="22940" y="5516"/>
                </a:lnTo>
                <a:lnTo>
                  <a:pt x="24804" y="10018"/>
                </a:lnTo>
                <a:lnTo>
                  <a:pt x="24969" y="12484"/>
                </a:lnTo>
                <a:lnTo>
                  <a:pt x="24804" y="14950"/>
                </a:lnTo>
                <a:lnTo>
                  <a:pt x="22940" y="19452"/>
                </a:lnTo>
                <a:lnTo>
                  <a:pt x="21312" y="21312"/>
                </a:lnTo>
                <a:lnTo>
                  <a:pt x="19452" y="22940"/>
                </a:lnTo>
                <a:lnTo>
                  <a:pt x="14950" y="24804"/>
                </a:lnTo>
                <a:lnTo>
                  <a:pt x="12484" y="24969"/>
                </a:lnTo>
                <a:lnTo>
                  <a:pt x="10018" y="24804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229" name="Shape 229"/>
          <p:cNvSpPr/>
          <p:nvPr/>
        </p:nvSpPr>
        <p:spPr>
          <a:xfrm>
            <a:off x="6005672" y="2041580"/>
            <a:ext cx="25128" cy="25128"/>
          </a:xfrm>
          <a:custGeom>
            <a:avLst/>
            <a:gdLst/>
            <a:ahLst/>
            <a:cxnLst/>
            <a:rect l="0" t="0" r="r" b="b"/>
            <a:pathLst>
              <a:path w="25128" h="25128">
                <a:moveTo>
                  <a:pt x="10082" y="24963"/>
                </a:moveTo>
                <a:lnTo>
                  <a:pt x="5552" y="23086"/>
                </a:lnTo>
                <a:lnTo>
                  <a:pt x="3680" y="21448"/>
                </a:lnTo>
                <a:lnTo>
                  <a:pt x="2041" y="19576"/>
                </a:lnTo>
                <a:lnTo>
                  <a:pt x="165" y="15046"/>
                </a:lnTo>
                <a:lnTo>
                  <a:pt x="0" y="12564"/>
                </a:lnTo>
                <a:lnTo>
                  <a:pt x="165" y="10082"/>
                </a:lnTo>
                <a:lnTo>
                  <a:pt x="2041" y="5552"/>
                </a:lnTo>
                <a:lnTo>
                  <a:pt x="3680" y="3680"/>
                </a:lnTo>
                <a:lnTo>
                  <a:pt x="5552" y="2041"/>
                </a:lnTo>
                <a:lnTo>
                  <a:pt x="10082" y="165"/>
                </a:lnTo>
                <a:lnTo>
                  <a:pt x="12564" y="0"/>
                </a:lnTo>
                <a:lnTo>
                  <a:pt x="15046" y="165"/>
                </a:lnTo>
                <a:lnTo>
                  <a:pt x="19576" y="2041"/>
                </a:lnTo>
                <a:lnTo>
                  <a:pt x="21448" y="3680"/>
                </a:lnTo>
                <a:lnTo>
                  <a:pt x="23086" y="5552"/>
                </a:lnTo>
                <a:lnTo>
                  <a:pt x="24963" y="10082"/>
                </a:lnTo>
                <a:lnTo>
                  <a:pt x="25128" y="12564"/>
                </a:lnTo>
                <a:lnTo>
                  <a:pt x="24963" y="15046"/>
                </a:lnTo>
                <a:lnTo>
                  <a:pt x="23086" y="19576"/>
                </a:lnTo>
                <a:lnTo>
                  <a:pt x="21448" y="21448"/>
                </a:lnTo>
                <a:lnTo>
                  <a:pt x="19576" y="23086"/>
                </a:lnTo>
                <a:lnTo>
                  <a:pt x="15046" y="24963"/>
                </a:lnTo>
                <a:lnTo>
                  <a:pt x="12564" y="25128"/>
                </a:lnTo>
                <a:lnTo>
                  <a:pt x="10082" y="24963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230" name="Shape 230"/>
          <p:cNvSpPr/>
          <p:nvPr/>
        </p:nvSpPr>
        <p:spPr>
          <a:xfrm>
            <a:off x="6055416" y="2050175"/>
            <a:ext cx="25150" cy="25150"/>
          </a:xfrm>
          <a:custGeom>
            <a:avLst/>
            <a:gdLst/>
            <a:ahLst/>
            <a:cxnLst/>
            <a:rect l="0" t="0" r="r" b="b"/>
            <a:pathLst>
              <a:path w="25150" h="25150">
                <a:moveTo>
                  <a:pt x="10091" y="24985"/>
                </a:moveTo>
                <a:lnTo>
                  <a:pt x="5556" y="23107"/>
                </a:lnTo>
                <a:lnTo>
                  <a:pt x="3683" y="21467"/>
                </a:lnTo>
                <a:lnTo>
                  <a:pt x="2043" y="19593"/>
                </a:lnTo>
                <a:lnTo>
                  <a:pt x="165" y="15059"/>
                </a:lnTo>
                <a:lnTo>
                  <a:pt x="0" y="12575"/>
                </a:lnTo>
                <a:lnTo>
                  <a:pt x="165" y="10091"/>
                </a:lnTo>
                <a:lnTo>
                  <a:pt x="2043" y="5556"/>
                </a:lnTo>
                <a:lnTo>
                  <a:pt x="3683" y="3683"/>
                </a:lnTo>
                <a:lnTo>
                  <a:pt x="5556" y="2043"/>
                </a:lnTo>
                <a:lnTo>
                  <a:pt x="10091" y="165"/>
                </a:lnTo>
                <a:lnTo>
                  <a:pt x="12575" y="0"/>
                </a:lnTo>
                <a:lnTo>
                  <a:pt x="15059" y="165"/>
                </a:lnTo>
                <a:lnTo>
                  <a:pt x="19593" y="2043"/>
                </a:lnTo>
                <a:lnTo>
                  <a:pt x="21467" y="3683"/>
                </a:lnTo>
                <a:lnTo>
                  <a:pt x="23107" y="5556"/>
                </a:lnTo>
                <a:lnTo>
                  <a:pt x="24985" y="10091"/>
                </a:lnTo>
                <a:lnTo>
                  <a:pt x="25150" y="12575"/>
                </a:lnTo>
                <a:lnTo>
                  <a:pt x="24985" y="15059"/>
                </a:lnTo>
                <a:lnTo>
                  <a:pt x="23107" y="19593"/>
                </a:lnTo>
                <a:lnTo>
                  <a:pt x="21467" y="21467"/>
                </a:lnTo>
                <a:lnTo>
                  <a:pt x="19593" y="23107"/>
                </a:lnTo>
                <a:lnTo>
                  <a:pt x="15059" y="24985"/>
                </a:lnTo>
                <a:lnTo>
                  <a:pt x="12575" y="25150"/>
                </a:lnTo>
                <a:lnTo>
                  <a:pt x="10091" y="2498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231" name="Shape 231"/>
          <p:cNvSpPr/>
          <p:nvPr/>
        </p:nvSpPr>
        <p:spPr>
          <a:xfrm>
            <a:off x="6139560" y="2064784"/>
            <a:ext cx="25021" cy="25021"/>
          </a:xfrm>
          <a:custGeom>
            <a:avLst/>
            <a:gdLst/>
            <a:ahLst/>
            <a:cxnLst/>
            <a:rect l="0" t="0" r="r" b="b"/>
            <a:pathLst>
              <a:path w="25021" h="25021">
                <a:moveTo>
                  <a:pt x="10039" y="24857"/>
                </a:moveTo>
                <a:lnTo>
                  <a:pt x="5528" y="22988"/>
                </a:lnTo>
                <a:lnTo>
                  <a:pt x="3664" y="21357"/>
                </a:lnTo>
                <a:lnTo>
                  <a:pt x="2033" y="19493"/>
                </a:lnTo>
                <a:lnTo>
                  <a:pt x="164" y="14982"/>
                </a:lnTo>
                <a:lnTo>
                  <a:pt x="0" y="12510"/>
                </a:lnTo>
                <a:lnTo>
                  <a:pt x="164" y="10039"/>
                </a:lnTo>
                <a:lnTo>
                  <a:pt x="2033" y="5528"/>
                </a:lnTo>
                <a:lnTo>
                  <a:pt x="3664" y="3664"/>
                </a:lnTo>
                <a:lnTo>
                  <a:pt x="5528" y="2033"/>
                </a:lnTo>
                <a:lnTo>
                  <a:pt x="10039" y="164"/>
                </a:lnTo>
                <a:lnTo>
                  <a:pt x="12510" y="0"/>
                </a:lnTo>
                <a:lnTo>
                  <a:pt x="14982" y="164"/>
                </a:lnTo>
                <a:lnTo>
                  <a:pt x="19493" y="2033"/>
                </a:lnTo>
                <a:lnTo>
                  <a:pt x="21357" y="3664"/>
                </a:lnTo>
                <a:lnTo>
                  <a:pt x="22988" y="5528"/>
                </a:lnTo>
                <a:lnTo>
                  <a:pt x="24857" y="10039"/>
                </a:lnTo>
                <a:lnTo>
                  <a:pt x="25021" y="12510"/>
                </a:lnTo>
                <a:lnTo>
                  <a:pt x="24857" y="14982"/>
                </a:lnTo>
                <a:lnTo>
                  <a:pt x="22988" y="19493"/>
                </a:lnTo>
                <a:lnTo>
                  <a:pt x="21357" y="21357"/>
                </a:lnTo>
                <a:lnTo>
                  <a:pt x="19493" y="22988"/>
                </a:lnTo>
                <a:lnTo>
                  <a:pt x="14982" y="24857"/>
                </a:lnTo>
                <a:lnTo>
                  <a:pt x="12510" y="25021"/>
                </a:lnTo>
                <a:lnTo>
                  <a:pt x="10039" y="24857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232" name="Shape 232"/>
          <p:cNvSpPr/>
          <p:nvPr/>
        </p:nvSpPr>
        <p:spPr>
          <a:xfrm>
            <a:off x="6237557" y="2081817"/>
            <a:ext cx="24824" cy="24824"/>
          </a:xfrm>
          <a:custGeom>
            <a:avLst/>
            <a:gdLst/>
            <a:ahLst/>
            <a:cxnLst/>
            <a:rect l="0" t="0" r="r" b="b"/>
            <a:pathLst>
              <a:path w="24824" h="24824">
                <a:moveTo>
                  <a:pt x="9960" y="24661"/>
                </a:moveTo>
                <a:lnTo>
                  <a:pt x="5484" y="22807"/>
                </a:lnTo>
                <a:lnTo>
                  <a:pt x="3635" y="21189"/>
                </a:lnTo>
                <a:lnTo>
                  <a:pt x="2017" y="19339"/>
                </a:lnTo>
                <a:lnTo>
                  <a:pt x="163" y="14864"/>
                </a:lnTo>
                <a:lnTo>
                  <a:pt x="0" y="12412"/>
                </a:lnTo>
                <a:lnTo>
                  <a:pt x="163" y="9960"/>
                </a:lnTo>
                <a:lnTo>
                  <a:pt x="2017" y="5484"/>
                </a:lnTo>
                <a:lnTo>
                  <a:pt x="3635" y="3635"/>
                </a:lnTo>
                <a:lnTo>
                  <a:pt x="5484" y="2017"/>
                </a:lnTo>
                <a:lnTo>
                  <a:pt x="9960" y="163"/>
                </a:lnTo>
                <a:lnTo>
                  <a:pt x="12412" y="0"/>
                </a:lnTo>
                <a:lnTo>
                  <a:pt x="14864" y="163"/>
                </a:lnTo>
                <a:lnTo>
                  <a:pt x="19339" y="2017"/>
                </a:lnTo>
                <a:lnTo>
                  <a:pt x="21189" y="3635"/>
                </a:lnTo>
                <a:lnTo>
                  <a:pt x="22807" y="5484"/>
                </a:lnTo>
                <a:lnTo>
                  <a:pt x="24661" y="9960"/>
                </a:lnTo>
                <a:lnTo>
                  <a:pt x="24824" y="12412"/>
                </a:lnTo>
                <a:lnTo>
                  <a:pt x="24661" y="14864"/>
                </a:lnTo>
                <a:lnTo>
                  <a:pt x="22807" y="19339"/>
                </a:lnTo>
                <a:lnTo>
                  <a:pt x="21189" y="21189"/>
                </a:lnTo>
                <a:lnTo>
                  <a:pt x="19339" y="22807"/>
                </a:lnTo>
                <a:lnTo>
                  <a:pt x="14864" y="24661"/>
                </a:lnTo>
                <a:lnTo>
                  <a:pt x="12412" y="24824"/>
                </a:lnTo>
                <a:lnTo>
                  <a:pt x="9960" y="24661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233" name="Shape 233"/>
          <p:cNvSpPr/>
          <p:nvPr/>
        </p:nvSpPr>
        <p:spPr>
          <a:xfrm>
            <a:off x="6311470" y="2093933"/>
            <a:ext cx="26445" cy="26445"/>
          </a:xfrm>
          <a:custGeom>
            <a:avLst/>
            <a:gdLst/>
            <a:ahLst/>
            <a:cxnLst/>
            <a:rect l="0" t="0" r="r" b="b"/>
            <a:pathLst>
              <a:path w="26445" h="26445">
                <a:moveTo>
                  <a:pt x="10610" y="26271"/>
                </a:moveTo>
                <a:lnTo>
                  <a:pt x="5843" y="24296"/>
                </a:lnTo>
                <a:lnTo>
                  <a:pt x="3872" y="22572"/>
                </a:lnTo>
                <a:lnTo>
                  <a:pt x="2148" y="20602"/>
                </a:lnTo>
                <a:lnTo>
                  <a:pt x="174" y="15835"/>
                </a:lnTo>
                <a:lnTo>
                  <a:pt x="0" y="13222"/>
                </a:lnTo>
                <a:lnTo>
                  <a:pt x="174" y="10610"/>
                </a:lnTo>
                <a:lnTo>
                  <a:pt x="2148" y="5843"/>
                </a:lnTo>
                <a:lnTo>
                  <a:pt x="3872" y="3872"/>
                </a:lnTo>
                <a:lnTo>
                  <a:pt x="5843" y="2148"/>
                </a:lnTo>
                <a:lnTo>
                  <a:pt x="10610" y="174"/>
                </a:lnTo>
                <a:lnTo>
                  <a:pt x="13222" y="0"/>
                </a:lnTo>
                <a:lnTo>
                  <a:pt x="15835" y="174"/>
                </a:lnTo>
                <a:lnTo>
                  <a:pt x="20602" y="2148"/>
                </a:lnTo>
                <a:lnTo>
                  <a:pt x="22572" y="3872"/>
                </a:lnTo>
                <a:lnTo>
                  <a:pt x="24296" y="5843"/>
                </a:lnTo>
                <a:lnTo>
                  <a:pt x="26271" y="10610"/>
                </a:lnTo>
                <a:lnTo>
                  <a:pt x="26445" y="13222"/>
                </a:lnTo>
                <a:lnTo>
                  <a:pt x="26271" y="15835"/>
                </a:lnTo>
                <a:lnTo>
                  <a:pt x="24296" y="20602"/>
                </a:lnTo>
                <a:lnTo>
                  <a:pt x="22572" y="22572"/>
                </a:lnTo>
                <a:lnTo>
                  <a:pt x="20602" y="24296"/>
                </a:lnTo>
                <a:lnTo>
                  <a:pt x="15835" y="26271"/>
                </a:lnTo>
                <a:lnTo>
                  <a:pt x="13222" y="26445"/>
                </a:lnTo>
                <a:lnTo>
                  <a:pt x="10610" y="26271"/>
                </a:lnTo>
                <a:close/>
              </a:path>
            </a:pathLst>
          </a:custGeom>
          <a:solidFill>
            <a:srgbClr val="71CA77"/>
          </a:solidFill>
          <a:ln>
            <a:noFill/>
          </a:ln>
        </p:spPr>
      </p:sp>
      <p:sp>
        <p:nvSpPr>
          <p:cNvPr id="234" name="Shape 234"/>
          <p:cNvSpPr/>
          <p:nvPr/>
        </p:nvSpPr>
        <p:spPr>
          <a:xfrm>
            <a:off x="5438826" y="1958487"/>
            <a:ext cx="22160" cy="22160"/>
          </a:xfrm>
          <a:custGeom>
            <a:avLst/>
            <a:gdLst/>
            <a:ahLst/>
            <a:cxnLst/>
            <a:rect l="0" t="0" r="r" b="b"/>
            <a:pathLst>
              <a:path w="22160" h="22160">
                <a:moveTo>
                  <a:pt x="8891" y="22014"/>
                </a:moveTo>
                <a:lnTo>
                  <a:pt x="4896" y="20359"/>
                </a:lnTo>
                <a:lnTo>
                  <a:pt x="3245" y="18914"/>
                </a:lnTo>
                <a:lnTo>
                  <a:pt x="1800" y="17263"/>
                </a:lnTo>
                <a:lnTo>
                  <a:pt x="145" y="13268"/>
                </a:lnTo>
                <a:lnTo>
                  <a:pt x="0" y="11080"/>
                </a:lnTo>
                <a:lnTo>
                  <a:pt x="145" y="8891"/>
                </a:lnTo>
                <a:lnTo>
                  <a:pt x="1800" y="4896"/>
                </a:lnTo>
                <a:lnTo>
                  <a:pt x="3245" y="3245"/>
                </a:lnTo>
                <a:lnTo>
                  <a:pt x="4896" y="1800"/>
                </a:lnTo>
                <a:lnTo>
                  <a:pt x="8891" y="145"/>
                </a:lnTo>
                <a:lnTo>
                  <a:pt x="11080" y="0"/>
                </a:lnTo>
                <a:lnTo>
                  <a:pt x="13268" y="145"/>
                </a:lnTo>
                <a:lnTo>
                  <a:pt x="17263" y="1800"/>
                </a:lnTo>
                <a:lnTo>
                  <a:pt x="18914" y="3245"/>
                </a:lnTo>
                <a:lnTo>
                  <a:pt x="20359" y="4896"/>
                </a:lnTo>
                <a:lnTo>
                  <a:pt x="22014" y="8891"/>
                </a:lnTo>
                <a:lnTo>
                  <a:pt x="22160" y="11080"/>
                </a:lnTo>
                <a:lnTo>
                  <a:pt x="22014" y="13268"/>
                </a:lnTo>
                <a:lnTo>
                  <a:pt x="20359" y="17263"/>
                </a:lnTo>
                <a:lnTo>
                  <a:pt x="18914" y="18914"/>
                </a:lnTo>
                <a:lnTo>
                  <a:pt x="17263" y="20359"/>
                </a:lnTo>
                <a:lnTo>
                  <a:pt x="13268" y="22014"/>
                </a:lnTo>
                <a:lnTo>
                  <a:pt x="11080" y="22160"/>
                </a:lnTo>
                <a:lnTo>
                  <a:pt x="8891" y="22014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235" name="Shape 235"/>
          <p:cNvSpPr/>
          <p:nvPr/>
        </p:nvSpPr>
        <p:spPr>
          <a:xfrm>
            <a:off x="5457089" y="1962058"/>
            <a:ext cx="22412" cy="22412"/>
          </a:xfrm>
          <a:custGeom>
            <a:avLst/>
            <a:gdLst/>
            <a:ahLst/>
            <a:cxnLst/>
            <a:rect l="0" t="0" r="r" b="b"/>
            <a:pathLst>
              <a:path w="22412" h="22412">
                <a:moveTo>
                  <a:pt x="8992" y="22265"/>
                </a:moveTo>
                <a:lnTo>
                  <a:pt x="4952" y="20591"/>
                </a:lnTo>
                <a:lnTo>
                  <a:pt x="3282" y="19130"/>
                </a:lnTo>
                <a:lnTo>
                  <a:pt x="1821" y="17460"/>
                </a:lnTo>
                <a:lnTo>
                  <a:pt x="147" y="13420"/>
                </a:lnTo>
                <a:lnTo>
                  <a:pt x="0" y="11206"/>
                </a:lnTo>
                <a:lnTo>
                  <a:pt x="147" y="8992"/>
                </a:lnTo>
                <a:lnTo>
                  <a:pt x="1821" y="4952"/>
                </a:lnTo>
                <a:lnTo>
                  <a:pt x="3282" y="3282"/>
                </a:lnTo>
                <a:lnTo>
                  <a:pt x="4952" y="1821"/>
                </a:lnTo>
                <a:lnTo>
                  <a:pt x="8992" y="147"/>
                </a:lnTo>
                <a:lnTo>
                  <a:pt x="11206" y="0"/>
                </a:lnTo>
                <a:lnTo>
                  <a:pt x="13420" y="147"/>
                </a:lnTo>
                <a:lnTo>
                  <a:pt x="17460" y="1821"/>
                </a:lnTo>
                <a:lnTo>
                  <a:pt x="19130" y="3282"/>
                </a:lnTo>
                <a:lnTo>
                  <a:pt x="20591" y="4952"/>
                </a:lnTo>
                <a:lnTo>
                  <a:pt x="22265" y="8992"/>
                </a:lnTo>
                <a:lnTo>
                  <a:pt x="22412" y="11206"/>
                </a:lnTo>
                <a:lnTo>
                  <a:pt x="22265" y="13420"/>
                </a:lnTo>
                <a:lnTo>
                  <a:pt x="20591" y="17460"/>
                </a:lnTo>
                <a:lnTo>
                  <a:pt x="19130" y="19130"/>
                </a:lnTo>
                <a:lnTo>
                  <a:pt x="17460" y="20591"/>
                </a:lnTo>
                <a:lnTo>
                  <a:pt x="13420" y="22265"/>
                </a:lnTo>
                <a:lnTo>
                  <a:pt x="11206" y="22412"/>
                </a:lnTo>
                <a:lnTo>
                  <a:pt x="8992" y="22265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236" name="Shape 236"/>
          <p:cNvSpPr/>
          <p:nvPr/>
        </p:nvSpPr>
        <p:spPr>
          <a:xfrm>
            <a:off x="5470053" y="1964598"/>
            <a:ext cx="22579" cy="22579"/>
          </a:xfrm>
          <a:custGeom>
            <a:avLst/>
            <a:gdLst/>
            <a:ahLst/>
            <a:cxnLst/>
            <a:rect l="0" t="0" r="r" b="b"/>
            <a:pathLst>
              <a:path w="22579" h="22579">
                <a:moveTo>
                  <a:pt x="9059" y="22431"/>
                </a:moveTo>
                <a:lnTo>
                  <a:pt x="4988" y="20744"/>
                </a:lnTo>
                <a:lnTo>
                  <a:pt x="3306" y="19273"/>
                </a:lnTo>
                <a:lnTo>
                  <a:pt x="1834" y="17590"/>
                </a:lnTo>
                <a:lnTo>
                  <a:pt x="148" y="13520"/>
                </a:lnTo>
                <a:lnTo>
                  <a:pt x="0" y="11289"/>
                </a:lnTo>
                <a:lnTo>
                  <a:pt x="148" y="9059"/>
                </a:lnTo>
                <a:lnTo>
                  <a:pt x="1834" y="4988"/>
                </a:lnTo>
                <a:lnTo>
                  <a:pt x="3306" y="3306"/>
                </a:lnTo>
                <a:lnTo>
                  <a:pt x="4988" y="1834"/>
                </a:lnTo>
                <a:lnTo>
                  <a:pt x="9059" y="148"/>
                </a:lnTo>
                <a:lnTo>
                  <a:pt x="11289" y="0"/>
                </a:lnTo>
                <a:lnTo>
                  <a:pt x="13520" y="148"/>
                </a:lnTo>
                <a:lnTo>
                  <a:pt x="17590" y="1834"/>
                </a:lnTo>
                <a:lnTo>
                  <a:pt x="19273" y="3306"/>
                </a:lnTo>
                <a:lnTo>
                  <a:pt x="20744" y="4988"/>
                </a:lnTo>
                <a:lnTo>
                  <a:pt x="22431" y="9059"/>
                </a:lnTo>
                <a:lnTo>
                  <a:pt x="22579" y="11289"/>
                </a:lnTo>
                <a:lnTo>
                  <a:pt x="22431" y="13520"/>
                </a:lnTo>
                <a:lnTo>
                  <a:pt x="20744" y="17590"/>
                </a:lnTo>
                <a:lnTo>
                  <a:pt x="19273" y="19273"/>
                </a:lnTo>
                <a:lnTo>
                  <a:pt x="17590" y="20744"/>
                </a:lnTo>
                <a:lnTo>
                  <a:pt x="13520" y="22431"/>
                </a:lnTo>
                <a:lnTo>
                  <a:pt x="11289" y="22579"/>
                </a:lnTo>
                <a:lnTo>
                  <a:pt x="9059" y="22431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237" name="Shape 237"/>
          <p:cNvSpPr/>
          <p:nvPr/>
        </p:nvSpPr>
        <p:spPr>
          <a:xfrm>
            <a:off x="5483707" y="1967276"/>
            <a:ext cx="22745" cy="22745"/>
          </a:xfrm>
          <a:custGeom>
            <a:avLst/>
            <a:gdLst/>
            <a:ahLst/>
            <a:cxnLst/>
            <a:rect l="0" t="0" r="r" b="b"/>
            <a:pathLst>
              <a:path w="22745" h="22745">
                <a:moveTo>
                  <a:pt x="9126" y="22595"/>
                </a:moveTo>
                <a:lnTo>
                  <a:pt x="5025" y="20897"/>
                </a:lnTo>
                <a:lnTo>
                  <a:pt x="3330" y="19414"/>
                </a:lnTo>
                <a:lnTo>
                  <a:pt x="1848" y="17719"/>
                </a:lnTo>
                <a:lnTo>
                  <a:pt x="149" y="13619"/>
                </a:lnTo>
                <a:lnTo>
                  <a:pt x="0" y="11372"/>
                </a:lnTo>
                <a:lnTo>
                  <a:pt x="149" y="9126"/>
                </a:lnTo>
                <a:lnTo>
                  <a:pt x="1848" y="5025"/>
                </a:lnTo>
                <a:lnTo>
                  <a:pt x="3330" y="3330"/>
                </a:lnTo>
                <a:lnTo>
                  <a:pt x="5025" y="1848"/>
                </a:lnTo>
                <a:lnTo>
                  <a:pt x="9126" y="149"/>
                </a:lnTo>
                <a:lnTo>
                  <a:pt x="11372" y="0"/>
                </a:lnTo>
                <a:lnTo>
                  <a:pt x="13619" y="149"/>
                </a:lnTo>
                <a:lnTo>
                  <a:pt x="17719" y="1848"/>
                </a:lnTo>
                <a:lnTo>
                  <a:pt x="19414" y="3330"/>
                </a:lnTo>
                <a:lnTo>
                  <a:pt x="20897" y="5025"/>
                </a:lnTo>
                <a:lnTo>
                  <a:pt x="22595" y="9126"/>
                </a:lnTo>
                <a:lnTo>
                  <a:pt x="22745" y="11372"/>
                </a:lnTo>
                <a:lnTo>
                  <a:pt x="22595" y="13619"/>
                </a:lnTo>
                <a:lnTo>
                  <a:pt x="20897" y="17719"/>
                </a:lnTo>
                <a:lnTo>
                  <a:pt x="19414" y="19414"/>
                </a:lnTo>
                <a:lnTo>
                  <a:pt x="17719" y="20897"/>
                </a:lnTo>
                <a:lnTo>
                  <a:pt x="13619" y="22595"/>
                </a:lnTo>
                <a:lnTo>
                  <a:pt x="11372" y="22745"/>
                </a:lnTo>
                <a:lnTo>
                  <a:pt x="9126" y="22595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238" name="Shape 238"/>
          <p:cNvSpPr/>
          <p:nvPr/>
        </p:nvSpPr>
        <p:spPr>
          <a:xfrm>
            <a:off x="5505604" y="1971582"/>
            <a:ext cx="22990" cy="22990"/>
          </a:xfrm>
          <a:custGeom>
            <a:avLst/>
            <a:gdLst/>
            <a:ahLst/>
            <a:cxnLst/>
            <a:rect l="0" t="0" r="r" b="b"/>
            <a:pathLst>
              <a:path w="22990" h="22990">
                <a:moveTo>
                  <a:pt x="9224" y="22839"/>
                </a:moveTo>
                <a:lnTo>
                  <a:pt x="5079" y="21122"/>
                </a:lnTo>
                <a:lnTo>
                  <a:pt x="3366" y="19623"/>
                </a:lnTo>
                <a:lnTo>
                  <a:pt x="1868" y="17910"/>
                </a:lnTo>
                <a:lnTo>
                  <a:pt x="151" y="13766"/>
                </a:lnTo>
                <a:lnTo>
                  <a:pt x="0" y="11495"/>
                </a:lnTo>
                <a:lnTo>
                  <a:pt x="151" y="9224"/>
                </a:lnTo>
                <a:lnTo>
                  <a:pt x="1868" y="5079"/>
                </a:lnTo>
                <a:lnTo>
                  <a:pt x="3366" y="3366"/>
                </a:lnTo>
                <a:lnTo>
                  <a:pt x="5079" y="1868"/>
                </a:lnTo>
                <a:lnTo>
                  <a:pt x="9224" y="151"/>
                </a:lnTo>
                <a:lnTo>
                  <a:pt x="11495" y="0"/>
                </a:lnTo>
                <a:lnTo>
                  <a:pt x="13766" y="151"/>
                </a:lnTo>
                <a:lnTo>
                  <a:pt x="17910" y="1868"/>
                </a:lnTo>
                <a:lnTo>
                  <a:pt x="19623" y="3366"/>
                </a:lnTo>
                <a:lnTo>
                  <a:pt x="21122" y="5079"/>
                </a:lnTo>
                <a:lnTo>
                  <a:pt x="22839" y="9224"/>
                </a:lnTo>
                <a:lnTo>
                  <a:pt x="22990" y="11495"/>
                </a:lnTo>
                <a:lnTo>
                  <a:pt x="22839" y="13766"/>
                </a:lnTo>
                <a:lnTo>
                  <a:pt x="21122" y="17910"/>
                </a:lnTo>
                <a:lnTo>
                  <a:pt x="19623" y="19623"/>
                </a:lnTo>
                <a:lnTo>
                  <a:pt x="17910" y="21122"/>
                </a:lnTo>
                <a:lnTo>
                  <a:pt x="13766" y="22839"/>
                </a:lnTo>
                <a:lnTo>
                  <a:pt x="11495" y="22990"/>
                </a:lnTo>
                <a:lnTo>
                  <a:pt x="9224" y="22839"/>
                </a:lnTo>
                <a:close/>
              </a:path>
            </a:pathLst>
          </a:custGeom>
          <a:solidFill>
            <a:srgbClr val="85D486"/>
          </a:solidFill>
          <a:ln>
            <a:noFill/>
          </a:ln>
        </p:spPr>
      </p:sp>
      <p:sp>
        <p:nvSpPr>
          <p:cNvPr id="239" name="Shape 239"/>
          <p:cNvSpPr/>
          <p:nvPr/>
        </p:nvSpPr>
        <p:spPr>
          <a:xfrm>
            <a:off x="5529395" y="1976267"/>
            <a:ext cx="23235" cy="23235"/>
          </a:xfrm>
          <a:custGeom>
            <a:avLst/>
            <a:gdLst/>
            <a:ahLst/>
            <a:cxnLst/>
            <a:rect l="0" t="0" r="r" b="b"/>
            <a:pathLst>
              <a:path w="23235" h="23235">
                <a:moveTo>
                  <a:pt x="9322" y="23082"/>
                </a:moveTo>
                <a:lnTo>
                  <a:pt x="5133" y="21347"/>
                </a:lnTo>
                <a:lnTo>
                  <a:pt x="3402" y="19832"/>
                </a:lnTo>
                <a:lnTo>
                  <a:pt x="1888" y="18101"/>
                </a:lnTo>
                <a:lnTo>
                  <a:pt x="153" y="13912"/>
                </a:lnTo>
                <a:lnTo>
                  <a:pt x="0" y="11617"/>
                </a:lnTo>
                <a:lnTo>
                  <a:pt x="153" y="9322"/>
                </a:lnTo>
                <a:lnTo>
                  <a:pt x="1888" y="5133"/>
                </a:lnTo>
                <a:lnTo>
                  <a:pt x="3402" y="3402"/>
                </a:lnTo>
                <a:lnTo>
                  <a:pt x="5133" y="1888"/>
                </a:lnTo>
                <a:lnTo>
                  <a:pt x="9322" y="153"/>
                </a:lnTo>
                <a:lnTo>
                  <a:pt x="11617" y="0"/>
                </a:lnTo>
                <a:lnTo>
                  <a:pt x="13912" y="153"/>
                </a:lnTo>
                <a:lnTo>
                  <a:pt x="18101" y="1888"/>
                </a:lnTo>
                <a:lnTo>
                  <a:pt x="19832" y="3402"/>
                </a:lnTo>
                <a:lnTo>
                  <a:pt x="21347" y="5133"/>
                </a:lnTo>
                <a:lnTo>
                  <a:pt x="23082" y="9322"/>
                </a:lnTo>
                <a:lnTo>
                  <a:pt x="23235" y="11617"/>
                </a:lnTo>
                <a:lnTo>
                  <a:pt x="23082" y="13912"/>
                </a:lnTo>
                <a:lnTo>
                  <a:pt x="21347" y="18101"/>
                </a:lnTo>
                <a:lnTo>
                  <a:pt x="19832" y="19832"/>
                </a:lnTo>
                <a:lnTo>
                  <a:pt x="18101" y="21347"/>
                </a:lnTo>
                <a:lnTo>
                  <a:pt x="13912" y="23082"/>
                </a:lnTo>
                <a:lnTo>
                  <a:pt x="11617" y="23235"/>
                </a:lnTo>
                <a:lnTo>
                  <a:pt x="9322" y="2308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240" name="Shape 240"/>
          <p:cNvSpPr/>
          <p:nvPr/>
        </p:nvSpPr>
        <p:spPr>
          <a:xfrm>
            <a:off x="5546433" y="1979628"/>
            <a:ext cx="23396" cy="23396"/>
          </a:xfrm>
          <a:custGeom>
            <a:avLst/>
            <a:gdLst/>
            <a:ahLst/>
            <a:cxnLst/>
            <a:rect l="0" t="0" r="r" b="b"/>
            <a:pathLst>
              <a:path w="23396" h="23396">
                <a:moveTo>
                  <a:pt x="9387" y="23242"/>
                </a:moveTo>
                <a:lnTo>
                  <a:pt x="5169" y="21495"/>
                </a:lnTo>
                <a:lnTo>
                  <a:pt x="3426" y="19970"/>
                </a:lnTo>
                <a:lnTo>
                  <a:pt x="1901" y="18227"/>
                </a:lnTo>
                <a:lnTo>
                  <a:pt x="154" y="14009"/>
                </a:lnTo>
                <a:lnTo>
                  <a:pt x="0" y="11698"/>
                </a:lnTo>
                <a:lnTo>
                  <a:pt x="154" y="9387"/>
                </a:lnTo>
                <a:lnTo>
                  <a:pt x="1901" y="5169"/>
                </a:lnTo>
                <a:lnTo>
                  <a:pt x="3426" y="3426"/>
                </a:lnTo>
                <a:lnTo>
                  <a:pt x="5169" y="1901"/>
                </a:lnTo>
                <a:lnTo>
                  <a:pt x="9387" y="154"/>
                </a:lnTo>
                <a:lnTo>
                  <a:pt x="11698" y="0"/>
                </a:lnTo>
                <a:lnTo>
                  <a:pt x="14009" y="154"/>
                </a:lnTo>
                <a:lnTo>
                  <a:pt x="18227" y="1901"/>
                </a:lnTo>
                <a:lnTo>
                  <a:pt x="19970" y="3426"/>
                </a:lnTo>
                <a:lnTo>
                  <a:pt x="21495" y="5169"/>
                </a:lnTo>
                <a:lnTo>
                  <a:pt x="23242" y="9387"/>
                </a:lnTo>
                <a:lnTo>
                  <a:pt x="23396" y="11698"/>
                </a:lnTo>
                <a:lnTo>
                  <a:pt x="23242" y="14009"/>
                </a:lnTo>
                <a:lnTo>
                  <a:pt x="21495" y="18227"/>
                </a:lnTo>
                <a:lnTo>
                  <a:pt x="19970" y="19970"/>
                </a:lnTo>
                <a:lnTo>
                  <a:pt x="18227" y="21495"/>
                </a:lnTo>
                <a:lnTo>
                  <a:pt x="14009" y="23242"/>
                </a:lnTo>
                <a:lnTo>
                  <a:pt x="11698" y="23396"/>
                </a:lnTo>
                <a:lnTo>
                  <a:pt x="9387" y="23242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241" name="Shape 241"/>
          <p:cNvSpPr/>
          <p:nvPr/>
        </p:nvSpPr>
        <p:spPr>
          <a:xfrm>
            <a:off x="5573972" y="1985070"/>
            <a:ext cx="23635" cy="23635"/>
          </a:xfrm>
          <a:custGeom>
            <a:avLst/>
            <a:gdLst/>
            <a:ahLst/>
            <a:cxnLst/>
            <a:rect l="0" t="0" r="r" b="b"/>
            <a:pathLst>
              <a:path w="23635" h="23635">
                <a:moveTo>
                  <a:pt x="9483" y="23480"/>
                </a:moveTo>
                <a:lnTo>
                  <a:pt x="5222" y="21715"/>
                </a:lnTo>
                <a:lnTo>
                  <a:pt x="3461" y="20174"/>
                </a:lnTo>
                <a:lnTo>
                  <a:pt x="1920" y="18413"/>
                </a:lnTo>
                <a:lnTo>
                  <a:pt x="155" y="14152"/>
                </a:lnTo>
                <a:lnTo>
                  <a:pt x="0" y="11817"/>
                </a:lnTo>
                <a:lnTo>
                  <a:pt x="155" y="9483"/>
                </a:lnTo>
                <a:lnTo>
                  <a:pt x="1920" y="5222"/>
                </a:lnTo>
                <a:lnTo>
                  <a:pt x="3461" y="3461"/>
                </a:lnTo>
                <a:lnTo>
                  <a:pt x="5222" y="1920"/>
                </a:lnTo>
                <a:lnTo>
                  <a:pt x="9483" y="155"/>
                </a:lnTo>
                <a:lnTo>
                  <a:pt x="11817" y="0"/>
                </a:lnTo>
                <a:lnTo>
                  <a:pt x="14152" y="155"/>
                </a:lnTo>
                <a:lnTo>
                  <a:pt x="18413" y="1920"/>
                </a:lnTo>
                <a:lnTo>
                  <a:pt x="20174" y="3461"/>
                </a:lnTo>
                <a:lnTo>
                  <a:pt x="21715" y="5222"/>
                </a:lnTo>
                <a:lnTo>
                  <a:pt x="23480" y="9483"/>
                </a:lnTo>
                <a:lnTo>
                  <a:pt x="23635" y="11817"/>
                </a:lnTo>
                <a:lnTo>
                  <a:pt x="23480" y="14152"/>
                </a:lnTo>
                <a:lnTo>
                  <a:pt x="21715" y="18413"/>
                </a:lnTo>
                <a:lnTo>
                  <a:pt x="20174" y="20174"/>
                </a:lnTo>
                <a:lnTo>
                  <a:pt x="18413" y="21715"/>
                </a:lnTo>
                <a:lnTo>
                  <a:pt x="14152" y="23480"/>
                </a:lnTo>
                <a:lnTo>
                  <a:pt x="11817" y="23635"/>
                </a:lnTo>
                <a:lnTo>
                  <a:pt x="9483" y="23480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242" name="Shape 242"/>
          <p:cNvSpPr/>
          <p:nvPr/>
        </p:nvSpPr>
        <p:spPr>
          <a:xfrm>
            <a:off x="5604199" y="1991052"/>
            <a:ext cx="23873" cy="23873"/>
          </a:xfrm>
          <a:custGeom>
            <a:avLst/>
            <a:gdLst/>
            <a:ahLst/>
            <a:cxnLst/>
            <a:rect l="0" t="0" r="r" b="b"/>
            <a:pathLst>
              <a:path w="23873" h="23873">
                <a:moveTo>
                  <a:pt x="9578" y="23715"/>
                </a:moveTo>
                <a:lnTo>
                  <a:pt x="5274" y="21933"/>
                </a:lnTo>
                <a:lnTo>
                  <a:pt x="3496" y="20376"/>
                </a:lnTo>
                <a:lnTo>
                  <a:pt x="1939" y="18598"/>
                </a:lnTo>
                <a:lnTo>
                  <a:pt x="157" y="14294"/>
                </a:lnTo>
                <a:lnTo>
                  <a:pt x="0" y="11936"/>
                </a:lnTo>
                <a:lnTo>
                  <a:pt x="157" y="9578"/>
                </a:lnTo>
                <a:lnTo>
                  <a:pt x="1939" y="5274"/>
                </a:lnTo>
                <a:lnTo>
                  <a:pt x="3496" y="3496"/>
                </a:lnTo>
                <a:lnTo>
                  <a:pt x="5274" y="1939"/>
                </a:lnTo>
                <a:lnTo>
                  <a:pt x="9578" y="157"/>
                </a:lnTo>
                <a:lnTo>
                  <a:pt x="11936" y="0"/>
                </a:lnTo>
                <a:lnTo>
                  <a:pt x="14294" y="157"/>
                </a:lnTo>
                <a:lnTo>
                  <a:pt x="18598" y="1939"/>
                </a:lnTo>
                <a:lnTo>
                  <a:pt x="20376" y="3496"/>
                </a:lnTo>
                <a:lnTo>
                  <a:pt x="21933" y="5274"/>
                </a:lnTo>
                <a:lnTo>
                  <a:pt x="23715" y="9578"/>
                </a:lnTo>
                <a:lnTo>
                  <a:pt x="23873" y="11936"/>
                </a:lnTo>
                <a:lnTo>
                  <a:pt x="23715" y="14294"/>
                </a:lnTo>
                <a:lnTo>
                  <a:pt x="21933" y="18598"/>
                </a:lnTo>
                <a:lnTo>
                  <a:pt x="20376" y="20376"/>
                </a:lnTo>
                <a:lnTo>
                  <a:pt x="18598" y="21933"/>
                </a:lnTo>
                <a:lnTo>
                  <a:pt x="14294" y="23715"/>
                </a:lnTo>
                <a:lnTo>
                  <a:pt x="11936" y="23873"/>
                </a:lnTo>
                <a:lnTo>
                  <a:pt x="9578" y="23715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243" name="Shape 243"/>
          <p:cNvSpPr/>
          <p:nvPr/>
        </p:nvSpPr>
        <p:spPr>
          <a:xfrm>
            <a:off x="5626042" y="1995382"/>
            <a:ext cx="24029" cy="24029"/>
          </a:xfrm>
          <a:custGeom>
            <a:avLst/>
            <a:gdLst/>
            <a:ahLst/>
            <a:cxnLst/>
            <a:rect l="0" t="0" r="r" b="b"/>
            <a:pathLst>
              <a:path w="24029" h="24029">
                <a:moveTo>
                  <a:pt x="9641" y="23871"/>
                </a:moveTo>
                <a:lnTo>
                  <a:pt x="5309" y="22077"/>
                </a:lnTo>
                <a:lnTo>
                  <a:pt x="3519" y="20510"/>
                </a:lnTo>
                <a:lnTo>
                  <a:pt x="1952" y="18720"/>
                </a:lnTo>
                <a:lnTo>
                  <a:pt x="158" y="14388"/>
                </a:lnTo>
                <a:lnTo>
                  <a:pt x="0" y="12014"/>
                </a:lnTo>
                <a:lnTo>
                  <a:pt x="158" y="9641"/>
                </a:lnTo>
                <a:lnTo>
                  <a:pt x="1952" y="5309"/>
                </a:lnTo>
                <a:lnTo>
                  <a:pt x="3519" y="3519"/>
                </a:lnTo>
                <a:lnTo>
                  <a:pt x="5309" y="1952"/>
                </a:lnTo>
                <a:lnTo>
                  <a:pt x="9641" y="158"/>
                </a:lnTo>
                <a:lnTo>
                  <a:pt x="12014" y="0"/>
                </a:lnTo>
                <a:lnTo>
                  <a:pt x="14388" y="158"/>
                </a:lnTo>
                <a:lnTo>
                  <a:pt x="18720" y="1952"/>
                </a:lnTo>
                <a:lnTo>
                  <a:pt x="20510" y="3519"/>
                </a:lnTo>
                <a:lnTo>
                  <a:pt x="22077" y="5309"/>
                </a:lnTo>
                <a:lnTo>
                  <a:pt x="23871" y="9641"/>
                </a:lnTo>
                <a:lnTo>
                  <a:pt x="24029" y="12014"/>
                </a:lnTo>
                <a:lnTo>
                  <a:pt x="23871" y="14388"/>
                </a:lnTo>
                <a:lnTo>
                  <a:pt x="22077" y="18720"/>
                </a:lnTo>
                <a:lnTo>
                  <a:pt x="20510" y="20510"/>
                </a:lnTo>
                <a:lnTo>
                  <a:pt x="18720" y="22077"/>
                </a:lnTo>
                <a:lnTo>
                  <a:pt x="14388" y="23871"/>
                </a:lnTo>
                <a:lnTo>
                  <a:pt x="12014" y="24029"/>
                </a:lnTo>
                <a:lnTo>
                  <a:pt x="9641" y="23871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244" name="Shape 244"/>
          <p:cNvSpPr/>
          <p:nvPr/>
        </p:nvSpPr>
        <p:spPr>
          <a:xfrm>
            <a:off x="5661704" y="2002459"/>
            <a:ext cx="24262" cy="24262"/>
          </a:xfrm>
          <a:custGeom>
            <a:avLst/>
            <a:gdLst/>
            <a:ahLst/>
            <a:cxnLst/>
            <a:rect l="0" t="0" r="r" b="b"/>
            <a:pathLst>
              <a:path w="24262" h="24262">
                <a:moveTo>
                  <a:pt x="9734" y="24103"/>
                </a:moveTo>
                <a:lnTo>
                  <a:pt x="5360" y="22291"/>
                </a:lnTo>
                <a:lnTo>
                  <a:pt x="3553" y="20709"/>
                </a:lnTo>
                <a:lnTo>
                  <a:pt x="1971" y="18902"/>
                </a:lnTo>
                <a:lnTo>
                  <a:pt x="159" y="14527"/>
                </a:lnTo>
                <a:lnTo>
                  <a:pt x="0" y="12131"/>
                </a:lnTo>
                <a:lnTo>
                  <a:pt x="159" y="9734"/>
                </a:lnTo>
                <a:lnTo>
                  <a:pt x="1971" y="5360"/>
                </a:lnTo>
                <a:lnTo>
                  <a:pt x="3553" y="3553"/>
                </a:lnTo>
                <a:lnTo>
                  <a:pt x="5360" y="1971"/>
                </a:lnTo>
                <a:lnTo>
                  <a:pt x="9734" y="159"/>
                </a:lnTo>
                <a:lnTo>
                  <a:pt x="12131" y="0"/>
                </a:lnTo>
                <a:lnTo>
                  <a:pt x="14527" y="159"/>
                </a:lnTo>
                <a:lnTo>
                  <a:pt x="18902" y="1971"/>
                </a:lnTo>
                <a:lnTo>
                  <a:pt x="20709" y="3553"/>
                </a:lnTo>
                <a:lnTo>
                  <a:pt x="22291" y="5360"/>
                </a:lnTo>
                <a:lnTo>
                  <a:pt x="24103" y="9734"/>
                </a:lnTo>
                <a:lnTo>
                  <a:pt x="24262" y="12131"/>
                </a:lnTo>
                <a:lnTo>
                  <a:pt x="24103" y="14527"/>
                </a:lnTo>
                <a:lnTo>
                  <a:pt x="22291" y="18902"/>
                </a:lnTo>
                <a:lnTo>
                  <a:pt x="20709" y="20709"/>
                </a:lnTo>
                <a:lnTo>
                  <a:pt x="18902" y="22291"/>
                </a:lnTo>
                <a:lnTo>
                  <a:pt x="14527" y="24103"/>
                </a:lnTo>
                <a:lnTo>
                  <a:pt x="12131" y="24262"/>
                </a:lnTo>
                <a:lnTo>
                  <a:pt x="9734" y="24103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245" name="Shape 245"/>
          <p:cNvSpPr/>
          <p:nvPr/>
        </p:nvSpPr>
        <p:spPr>
          <a:xfrm>
            <a:off x="5701359" y="2010340"/>
            <a:ext cx="24493" cy="24493"/>
          </a:xfrm>
          <a:custGeom>
            <a:avLst/>
            <a:gdLst/>
            <a:ahLst/>
            <a:cxnLst/>
            <a:rect l="0" t="0" r="r" b="b"/>
            <a:pathLst>
              <a:path w="24493" h="24493">
                <a:moveTo>
                  <a:pt x="9827" y="24332"/>
                </a:moveTo>
                <a:lnTo>
                  <a:pt x="5411" y="22503"/>
                </a:lnTo>
                <a:lnTo>
                  <a:pt x="3587" y="20906"/>
                </a:lnTo>
                <a:lnTo>
                  <a:pt x="1990" y="19081"/>
                </a:lnTo>
                <a:lnTo>
                  <a:pt x="161" y="14666"/>
                </a:lnTo>
                <a:lnTo>
                  <a:pt x="0" y="12246"/>
                </a:lnTo>
                <a:lnTo>
                  <a:pt x="161" y="9827"/>
                </a:lnTo>
                <a:lnTo>
                  <a:pt x="1990" y="5411"/>
                </a:lnTo>
                <a:lnTo>
                  <a:pt x="3587" y="3587"/>
                </a:lnTo>
                <a:lnTo>
                  <a:pt x="5411" y="1990"/>
                </a:lnTo>
                <a:lnTo>
                  <a:pt x="9827" y="161"/>
                </a:lnTo>
                <a:lnTo>
                  <a:pt x="12246" y="0"/>
                </a:lnTo>
                <a:lnTo>
                  <a:pt x="14666" y="161"/>
                </a:lnTo>
                <a:lnTo>
                  <a:pt x="19081" y="1990"/>
                </a:lnTo>
                <a:lnTo>
                  <a:pt x="20906" y="3587"/>
                </a:lnTo>
                <a:lnTo>
                  <a:pt x="22503" y="5411"/>
                </a:lnTo>
                <a:lnTo>
                  <a:pt x="24332" y="9827"/>
                </a:lnTo>
                <a:lnTo>
                  <a:pt x="24493" y="12246"/>
                </a:lnTo>
                <a:lnTo>
                  <a:pt x="24332" y="14666"/>
                </a:lnTo>
                <a:lnTo>
                  <a:pt x="22503" y="19081"/>
                </a:lnTo>
                <a:lnTo>
                  <a:pt x="20906" y="20906"/>
                </a:lnTo>
                <a:lnTo>
                  <a:pt x="19081" y="22503"/>
                </a:lnTo>
                <a:lnTo>
                  <a:pt x="14666" y="24332"/>
                </a:lnTo>
                <a:lnTo>
                  <a:pt x="12246" y="24493"/>
                </a:lnTo>
                <a:lnTo>
                  <a:pt x="9827" y="24332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246" name="Shape 246"/>
          <p:cNvSpPr/>
          <p:nvPr/>
        </p:nvSpPr>
        <p:spPr>
          <a:xfrm>
            <a:off x="5730356" y="2016109"/>
            <a:ext cx="24646" cy="24646"/>
          </a:xfrm>
          <a:custGeom>
            <a:avLst/>
            <a:gdLst/>
            <a:ahLst/>
            <a:cxnLst/>
            <a:rect l="0" t="0" r="r" b="b"/>
            <a:pathLst>
              <a:path w="24646" h="24646">
                <a:moveTo>
                  <a:pt x="9888" y="24483"/>
                </a:moveTo>
                <a:lnTo>
                  <a:pt x="5445" y="22643"/>
                </a:lnTo>
                <a:lnTo>
                  <a:pt x="3609" y="21036"/>
                </a:lnTo>
                <a:lnTo>
                  <a:pt x="2002" y="19200"/>
                </a:lnTo>
                <a:lnTo>
                  <a:pt x="162" y="14757"/>
                </a:lnTo>
                <a:lnTo>
                  <a:pt x="0" y="12323"/>
                </a:lnTo>
                <a:lnTo>
                  <a:pt x="162" y="9888"/>
                </a:lnTo>
                <a:lnTo>
                  <a:pt x="2002" y="5445"/>
                </a:lnTo>
                <a:lnTo>
                  <a:pt x="3609" y="3609"/>
                </a:lnTo>
                <a:lnTo>
                  <a:pt x="5445" y="2002"/>
                </a:lnTo>
                <a:lnTo>
                  <a:pt x="9888" y="162"/>
                </a:lnTo>
                <a:lnTo>
                  <a:pt x="12323" y="0"/>
                </a:lnTo>
                <a:lnTo>
                  <a:pt x="14757" y="162"/>
                </a:lnTo>
                <a:lnTo>
                  <a:pt x="19200" y="2002"/>
                </a:lnTo>
                <a:lnTo>
                  <a:pt x="21036" y="3609"/>
                </a:lnTo>
                <a:lnTo>
                  <a:pt x="22643" y="5445"/>
                </a:lnTo>
                <a:lnTo>
                  <a:pt x="24483" y="9888"/>
                </a:lnTo>
                <a:lnTo>
                  <a:pt x="24646" y="12323"/>
                </a:lnTo>
                <a:lnTo>
                  <a:pt x="24483" y="14757"/>
                </a:lnTo>
                <a:lnTo>
                  <a:pt x="22643" y="19200"/>
                </a:lnTo>
                <a:lnTo>
                  <a:pt x="21036" y="21036"/>
                </a:lnTo>
                <a:lnTo>
                  <a:pt x="19200" y="22643"/>
                </a:lnTo>
                <a:lnTo>
                  <a:pt x="14757" y="24483"/>
                </a:lnTo>
                <a:lnTo>
                  <a:pt x="12323" y="24646"/>
                </a:lnTo>
                <a:lnTo>
                  <a:pt x="9888" y="24483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247" name="Shape 247"/>
          <p:cNvSpPr/>
          <p:nvPr/>
        </p:nvSpPr>
        <p:spPr>
          <a:xfrm>
            <a:off x="5761690" y="2022348"/>
            <a:ext cx="24797" cy="24797"/>
          </a:xfrm>
          <a:custGeom>
            <a:avLst/>
            <a:gdLst/>
            <a:ahLst/>
            <a:cxnLst/>
            <a:rect l="0" t="0" r="r" b="b"/>
            <a:pathLst>
              <a:path w="24797" h="24797">
                <a:moveTo>
                  <a:pt x="9949" y="24634"/>
                </a:moveTo>
                <a:lnTo>
                  <a:pt x="5478" y="22782"/>
                </a:lnTo>
                <a:lnTo>
                  <a:pt x="3631" y="21166"/>
                </a:lnTo>
                <a:lnTo>
                  <a:pt x="2015" y="19318"/>
                </a:lnTo>
                <a:lnTo>
                  <a:pt x="163" y="14848"/>
                </a:lnTo>
                <a:lnTo>
                  <a:pt x="0" y="12398"/>
                </a:lnTo>
                <a:lnTo>
                  <a:pt x="163" y="9949"/>
                </a:lnTo>
                <a:lnTo>
                  <a:pt x="2015" y="5478"/>
                </a:lnTo>
                <a:lnTo>
                  <a:pt x="3631" y="3631"/>
                </a:lnTo>
                <a:lnTo>
                  <a:pt x="5478" y="2015"/>
                </a:lnTo>
                <a:lnTo>
                  <a:pt x="9949" y="163"/>
                </a:lnTo>
                <a:lnTo>
                  <a:pt x="12398" y="0"/>
                </a:lnTo>
                <a:lnTo>
                  <a:pt x="14848" y="163"/>
                </a:lnTo>
                <a:lnTo>
                  <a:pt x="19318" y="2015"/>
                </a:lnTo>
                <a:lnTo>
                  <a:pt x="21166" y="3631"/>
                </a:lnTo>
                <a:lnTo>
                  <a:pt x="22782" y="5478"/>
                </a:lnTo>
                <a:lnTo>
                  <a:pt x="24634" y="9949"/>
                </a:lnTo>
                <a:lnTo>
                  <a:pt x="24797" y="12398"/>
                </a:lnTo>
                <a:lnTo>
                  <a:pt x="24634" y="14848"/>
                </a:lnTo>
                <a:lnTo>
                  <a:pt x="22782" y="19318"/>
                </a:lnTo>
                <a:lnTo>
                  <a:pt x="21166" y="21166"/>
                </a:lnTo>
                <a:lnTo>
                  <a:pt x="19318" y="22782"/>
                </a:lnTo>
                <a:lnTo>
                  <a:pt x="14848" y="24634"/>
                </a:lnTo>
                <a:lnTo>
                  <a:pt x="12398" y="24797"/>
                </a:lnTo>
                <a:lnTo>
                  <a:pt x="9949" y="2463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248" name="Shape 248"/>
          <p:cNvSpPr/>
          <p:nvPr/>
        </p:nvSpPr>
        <p:spPr>
          <a:xfrm>
            <a:off x="5813727" y="2032722"/>
            <a:ext cx="25021" cy="25021"/>
          </a:xfrm>
          <a:custGeom>
            <a:avLst/>
            <a:gdLst/>
            <a:ahLst/>
            <a:cxnLst/>
            <a:rect l="0" t="0" r="r" b="b"/>
            <a:pathLst>
              <a:path w="25021" h="25021">
                <a:moveTo>
                  <a:pt x="10039" y="24856"/>
                </a:moveTo>
                <a:lnTo>
                  <a:pt x="5528" y="22988"/>
                </a:lnTo>
                <a:lnTo>
                  <a:pt x="3664" y="21357"/>
                </a:lnTo>
                <a:lnTo>
                  <a:pt x="2033" y="19493"/>
                </a:lnTo>
                <a:lnTo>
                  <a:pt x="164" y="14982"/>
                </a:lnTo>
                <a:lnTo>
                  <a:pt x="0" y="12510"/>
                </a:lnTo>
                <a:lnTo>
                  <a:pt x="164" y="10039"/>
                </a:lnTo>
                <a:lnTo>
                  <a:pt x="2033" y="5528"/>
                </a:lnTo>
                <a:lnTo>
                  <a:pt x="3664" y="3664"/>
                </a:lnTo>
                <a:lnTo>
                  <a:pt x="5528" y="2033"/>
                </a:lnTo>
                <a:lnTo>
                  <a:pt x="10039" y="164"/>
                </a:lnTo>
                <a:lnTo>
                  <a:pt x="12510" y="0"/>
                </a:lnTo>
                <a:lnTo>
                  <a:pt x="14982" y="164"/>
                </a:lnTo>
                <a:lnTo>
                  <a:pt x="19493" y="2033"/>
                </a:lnTo>
                <a:lnTo>
                  <a:pt x="21357" y="3664"/>
                </a:lnTo>
                <a:lnTo>
                  <a:pt x="22988" y="5528"/>
                </a:lnTo>
                <a:lnTo>
                  <a:pt x="24856" y="10039"/>
                </a:lnTo>
                <a:lnTo>
                  <a:pt x="25021" y="12510"/>
                </a:lnTo>
                <a:lnTo>
                  <a:pt x="24856" y="14982"/>
                </a:lnTo>
                <a:lnTo>
                  <a:pt x="22988" y="19493"/>
                </a:lnTo>
                <a:lnTo>
                  <a:pt x="21357" y="21357"/>
                </a:lnTo>
                <a:lnTo>
                  <a:pt x="19493" y="22988"/>
                </a:lnTo>
                <a:lnTo>
                  <a:pt x="14982" y="24856"/>
                </a:lnTo>
                <a:lnTo>
                  <a:pt x="12510" y="25021"/>
                </a:lnTo>
                <a:lnTo>
                  <a:pt x="10039" y="24856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249" name="Shape 249"/>
          <p:cNvSpPr/>
          <p:nvPr/>
        </p:nvSpPr>
        <p:spPr>
          <a:xfrm>
            <a:off x="5872915" y="2044536"/>
            <a:ext cx="25238" cy="25238"/>
          </a:xfrm>
          <a:custGeom>
            <a:avLst/>
            <a:gdLst/>
            <a:ahLst/>
            <a:cxnLst/>
            <a:rect l="0" t="0" r="r" b="b"/>
            <a:pathLst>
              <a:path w="25238" h="25238">
                <a:moveTo>
                  <a:pt x="10126" y="25071"/>
                </a:moveTo>
                <a:lnTo>
                  <a:pt x="5576" y="23187"/>
                </a:lnTo>
                <a:lnTo>
                  <a:pt x="3696" y="21542"/>
                </a:lnTo>
                <a:lnTo>
                  <a:pt x="2050" y="19661"/>
                </a:lnTo>
                <a:lnTo>
                  <a:pt x="166" y="15111"/>
                </a:lnTo>
                <a:lnTo>
                  <a:pt x="0" y="12619"/>
                </a:lnTo>
                <a:lnTo>
                  <a:pt x="166" y="10126"/>
                </a:lnTo>
                <a:lnTo>
                  <a:pt x="2050" y="5576"/>
                </a:lnTo>
                <a:lnTo>
                  <a:pt x="3696" y="3696"/>
                </a:lnTo>
                <a:lnTo>
                  <a:pt x="5576" y="2050"/>
                </a:lnTo>
                <a:lnTo>
                  <a:pt x="10126" y="166"/>
                </a:lnTo>
                <a:lnTo>
                  <a:pt x="12619" y="0"/>
                </a:lnTo>
                <a:lnTo>
                  <a:pt x="15111" y="166"/>
                </a:lnTo>
                <a:lnTo>
                  <a:pt x="19661" y="2050"/>
                </a:lnTo>
                <a:lnTo>
                  <a:pt x="21542" y="3696"/>
                </a:lnTo>
                <a:lnTo>
                  <a:pt x="23187" y="5576"/>
                </a:lnTo>
                <a:lnTo>
                  <a:pt x="25071" y="10126"/>
                </a:lnTo>
                <a:lnTo>
                  <a:pt x="25238" y="12619"/>
                </a:lnTo>
                <a:lnTo>
                  <a:pt x="25071" y="15111"/>
                </a:lnTo>
                <a:lnTo>
                  <a:pt x="23187" y="19661"/>
                </a:lnTo>
                <a:lnTo>
                  <a:pt x="21542" y="21542"/>
                </a:lnTo>
                <a:lnTo>
                  <a:pt x="19661" y="23187"/>
                </a:lnTo>
                <a:lnTo>
                  <a:pt x="15111" y="25071"/>
                </a:lnTo>
                <a:lnTo>
                  <a:pt x="12619" y="25238"/>
                </a:lnTo>
                <a:lnTo>
                  <a:pt x="10126" y="25071"/>
                </a:lnTo>
                <a:close/>
              </a:path>
            </a:pathLst>
          </a:custGeom>
          <a:solidFill>
            <a:srgbClr val="78CE7D"/>
          </a:solidFill>
          <a:ln>
            <a:noFill/>
          </a:ln>
        </p:spPr>
      </p:sp>
      <p:sp>
        <p:nvSpPr>
          <p:cNvPr id="250" name="Shape 250"/>
          <p:cNvSpPr/>
          <p:nvPr/>
        </p:nvSpPr>
        <p:spPr>
          <a:xfrm>
            <a:off x="5917151" y="2053409"/>
            <a:ext cx="25289" cy="25289"/>
          </a:xfrm>
          <a:custGeom>
            <a:avLst/>
            <a:gdLst/>
            <a:ahLst/>
            <a:cxnLst/>
            <a:rect l="0" t="0" r="r" b="b"/>
            <a:pathLst>
              <a:path w="25289" h="25289">
                <a:moveTo>
                  <a:pt x="10146" y="25122"/>
                </a:moveTo>
                <a:lnTo>
                  <a:pt x="5587" y="23234"/>
                </a:lnTo>
                <a:lnTo>
                  <a:pt x="3703" y="21585"/>
                </a:lnTo>
                <a:lnTo>
                  <a:pt x="2054" y="19701"/>
                </a:lnTo>
                <a:lnTo>
                  <a:pt x="166" y="15142"/>
                </a:lnTo>
                <a:lnTo>
                  <a:pt x="0" y="12644"/>
                </a:lnTo>
                <a:lnTo>
                  <a:pt x="166" y="10146"/>
                </a:lnTo>
                <a:lnTo>
                  <a:pt x="2054" y="5587"/>
                </a:lnTo>
                <a:lnTo>
                  <a:pt x="3703" y="3703"/>
                </a:lnTo>
                <a:lnTo>
                  <a:pt x="5587" y="2054"/>
                </a:lnTo>
                <a:lnTo>
                  <a:pt x="10146" y="166"/>
                </a:lnTo>
                <a:lnTo>
                  <a:pt x="12644" y="0"/>
                </a:lnTo>
                <a:lnTo>
                  <a:pt x="15142" y="166"/>
                </a:lnTo>
                <a:lnTo>
                  <a:pt x="19701" y="2054"/>
                </a:lnTo>
                <a:lnTo>
                  <a:pt x="21585" y="3703"/>
                </a:lnTo>
                <a:lnTo>
                  <a:pt x="23234" y="5587"/>
                </a:lnTo>
                <a:lnTo>
                  <a:pt x="25122" y="10146"/>
                </a:lnTo>
                <a:lnTo>
                  <a:pt x="25289" y="12644"/>
                </a:lnTo>
                <a:lnTo>
                  <a:pt x="25122" y="15142"/>
                </a:lnTo>
                <a:lnTo>
                  <a:pt x="23234" y="19701"/>
                </a:lnTo>
                <a:lnTo>
                  <a:pt x="21585" y="21585"/>
                </a:lnTo>
                <a:lnTo>
                  <a:pt x="19701" y="23234"/>
                </a:lnTo>
                <a:lnTo>
                  <a:pt x="15142" y="25122"/>
                </a:lnTo>
                <a:lnTo>
                  <a:pt x="12644" y="25289"/>
                </a:lnTo>
                <a:lnTo>
                  <a:pt x="10146" y="25122"/>
                </a:lnTo>
                <a:close/>
              </a:path>
            </a:pathLst>
          </a:custGeom>
          <a:solidFill>
            <a:srgbClr val="78CD7C"/>
          </a:solidFill>
          <a:ln>
            <a:noFill/>
          </a:ln>
        </p:spPr>
      </p:sp>
      <p:sp>
        <p:nvSpPr>
          <p:cNvPr id="251" name="Shape 251"/>
          <p:cNvSpPr/>
          <p:nvPr/>
        </p:nvSpPr>
        <p:spPr>
          <a:xfrm>
            <a:off x="5992204" y="2068581"/>
            <a:ext cx="25084" cy="25084"/>
          </a:xfrm>
          <a:custGeom>
            <a:avLst/>
            <a:gdLst/>
            <a:ahLst/>
            <a:cxnLst/>
            <a:rect l="0" t="0" r="r" b="b"/>
            <a:pathLst>
              <a:path w="25084" h="25084">
                <a:moveTo>
                  <a:pt x="10064" y="24919"/>
                </a:moveTo>
                <a:lnTo>
                  <a:pt x="5542" y="23046"/>
                </a:lnTo>
                <a:lnTo>
                  <a:pt x="3673" y="21411"/>
                </a:lnTo>
                <a:lnTo>
                  <a:pt x="2038" y="19542"/>
                </a:lnTo>
                <a:lnTo>
                  <a:pt x="165" y="15020"/>
                </a:lnTo>
                <a:lnTo>
                  <a:pt x="0" y="12542"/>
                </a:lnTo>
                <a:lnTo>
                  <a:pt x="165" y="10064"/>
                </a:lnTo>
                <a:lnTo>
                  <a:pt x="2038" y="5542"/>
                </a:lnTo>
                <a:lnTo>
                  <a:pt x="3673" y="3673"/>
                </a:lnTo>
                <a:lnTo>
                  <a:pt x="5542" y="2038"/>
                </a:lnTo>
                <a:lnTo>
                  <a:pt x="10064" y="165"/>
                </a:lnTo>
                <a:lnTo>
                  <a:pt x="12542" y="0"/>
                </a:lnTo>
                <a:lnTo>
                  <a:pt x="15020" y="165"/>
                </a:lnTo>
                <a:lnTo>
                  <a:pt x="19542" y="2038"/>
                </a:lnTo>
                <a:lnTo>
                  <a:pt x="21411" y="3673"/>
                </a:lnTo>
                <a:lnTo>
                  <a:pt x="23046" y="5542"/>
                </a:lnTo>
                <a:lnTo>
                  <a:pt x="24919" y="10064"/>
                </a:lnTo>
                <a:lnTo>
                  <a:pt x="25084" y="12542"/>
                </a:lnTo>
                <a:lnTo>
                  <a:pt x="24919" y="15020"/>
                </a:lnTo>
                <a:lnTo>
                  <a:pt x="23046" y="19542"/>
                </a:lnTo>
                <a:lnTo>
                  <a:pt x="21411" y="21411"/>
                </a:lnTo>
                <a:lnTo>
                  <a:pt x="19542" y="23046"/>
                </a:lnTo>
                <a:lnTo>
                  <a:pt x="15020" y="24919"/>
                </a:lnTo>
                <a:lnTo>
                  <a:pt x="12542" y="25084"/>
                </a:lnTo>
                <a:lnTo>
                  <a:pt x="10064" y="24919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252" name="Shape 252"/>
          <p:cNvSpPr/>
          <p:nvPr/>
        </p:nvSpPr>
        <p:spPr>
          <a:xfrm>
            <a:off x="6079835" y="2086289"/>
            <a:ext cx="24862" cy="24862"/>
          </a:xfrm>
          <a:custGeom>
            <a:avLst/>
            <a:gdLst/>
            <a:ahLst/>
            <a:cxnLst/>
            <a:rect l="0" t="0" r="r" b="b"/>
            <a:pathLst>
              <a:path w="24862" h="24862">
                <a:moveTo>
                  <a:pt x="9975" y="24698"/>
                </a:moveTo>
                <a:lnTo>
                  <a:pt x="5493" y="22842"/>
                </a:lnTo>
                <a:lnTo>
                  <a:pt x="3641" y="21221"/>
                </a:lnTo>
                <a:lnTo>
                  <a:pt x="2020" y="19369"/>
                </a:lnTo>
                <a:lnTo>
                  <a:pt x="163" y="14886"/>
                </a:lnTo>
                <a:lnTo>
                  <a:pt x="0" y="12431"/>
                </a:lnTo>
                <a:lnTo>
                  <a:pt x="163" y="9975"/>
                </a:lnTo>
                <a:lnTo>
                  <a:pt x="2020" y="5493"/>
                </a:lnTo>
                <a:lnTo>
                  <a:pt x="3641" y="3641"/>
                </a:lnTo>
                <a:lnTo>
                  <a:pt x="5493" y="2020"/>
                </a:lnTo>
                <a:lnTo>
                  <a:pt x="9975" y="163"/>
                </a:lnTo>
                <a:lnTo>
                  <a:pt x="12431" y="0"/>
                </a:lnTo>
                <a:lnTo>
                  <a:pt x="14886" y="163"/>
                </a:lnTo>
                <a:lnTo>
                  <a:pt x="19369" y="2020"/>
                </a:lnTo>
                <a:lnTo>
                  <a:pt x="21221" y="3641"/>
                </a:lnTo>
                <a:lnTo>
                  <a:pt x="22842" y="5493"/>
                </a:lnTo>
                <a:lnTo>
                  <a:pt x="24698" y="9975"/>
                </a:lnTo>
                <a:lnTo>
                  <a:pt x="24862" y="12431"/>
                </a:lnTo>
                <a:lnTo>
                  <a:pt x="24698" y="14886"/>
                </a:lnTo>
                <a:lnTo>
                  <a:pt x="22842" y="19369"/>
                </a:lnTo>
                <a:lnTo>
                  <a:pt x="21221" y="21221"/>
                </a:lnTo>
                <a:lnTo>
                  <a:pt x="19369" y="22842"/>
                </a:lnTo>
                <a:lnTo>
                  <a:pt x="14886" y="24698"/>
                </a:lnTo>
                <a:lnTo>
                  <a:pt x="12431" y="24862"/>
                </a:lnTo>
                <a:lnTo>
                  <a:pt x="9975" y="24698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253" name="Shape 253"/>
          <p:cNvSpPr/>
          <p:nvPr/>
        </p:nvSpPr>
        <p:spPr>
          <a:xfrm>
            <a:off x="6146892" y="2099832"/>
            <a:ext cx="24711" cy="24711"/>
          </a:xfrm>
          <a:custGeom>
            <a:avLst/>
            <a:gdLst/>
            <a:ahLst/>
            <a:cxnLst/>
            <a:rect l="0" t="0" r="r" b="b"/>
            <a:pathLst>
              <a:path w="24711" h="24711">
                <a:moveTo>
                  <a:pt x="9914" y="24548"/>
                </a:moveTo>
                <a:lnTo>
                  <a:pt x="5459" y="22703"/>
                </a:lnTo>
                <a:lnTo>
                  <a:pt x="3618" y="21092"/>
                </a:lnTo>
                <a:lnTo>
                  <a:pt x="2008" y="19251"/>
                </a:lnTo>
                <a:lnTo>
                  <a:pt x="162" y="14796"/>
                </a:lnTo>
                <a:lnTo>
                  <a:pt x="0" y="12355"/>
                </a:lnTo>
                <a:lnTo>
                  <a:pt x="162" y="9914"/>
                </a:lnTo>
                <a:lnTo>
                  <a:pt x="2008" y="5459"/>
                </a:lnTo>
                <a:lnTo>
                  <a:pt x="3618" y="3618"/>
                </a:lnTo>
                <a:lnTo>
                  <a:pt x="5459" y="2008"/>
                </a:lnTo>
                <a:lnTo>
                  <a:pt x="9914" y="162"/>
                </a:lnTo>
                <a:lnTo>
                  <a:pt x="12355" y="0"/>
                </a:lnTo>
                <a:lnTo>
                  <a:pt x="14796" y="162"/>
                </a:lnTo>
                <a:lnTo>
                  <a:pt x="19251" y="2008"/>
                </a:lnTo>
                <a:lnTo>
                  <a:pt x="21092" y="3618"/>
                </a:lnTo>
                <a:lnTo>
                  <a:pt x="22703" y="5459"/>
                </a:lnTo>
                <a:lnTo>
                  <a:pt x="24548" y="9914"/>
                </a:lnTo>
                <a:lnTo>
                  <a:pt x="24711" y="12355"/>
                </a:lnTo>
                <a:lnTo>
                  <a:pt x="24548" y="14796"/>
                </a:lnTo>
                <a:lnTo>
                  <a:pt x="22703" y="19251"/>
                </a:lnTo>
                <a:lnTo>
                  <a:pt x="21092" y="21092"/>
                </a:lnTo>
                <a:lnTo>
                  <a:pt x="19251" y="22703"/>
                </a:lnTo>
                <a:lnTo>
                  <a:pt x="14796" y="24548"/>
                </a:lnTo>
                <a:lnTo>
                  <a:pt x="12355" y="24711"/>
                </a:lnTo>
                <a:lnTo>
                  <a:pt x="9914" y="24548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254" name="Shape 254"/>
          <p:cNvSpPr/>
          <p:nvPr/>
        </p:nvSpPr>
        <p:spPr>
          <a:xfrm>
            <a:off x="6263798" y="2123429"/>
            <a:ext cx="24482" cy="24482"/>
          </a:xfrm>
          <a:custGeom>
            <a:avLst/>
            <a:gdLst/>
            <a:ahLst/>
            <a:cxnLst/>
            <a:rect l="0" t="0" r="r" b="b"/>
            <a:pathLst>
              <a:path w="24482" h="24482">
                <a:moveTo>
                  <a:pt x="9823" y="24321"/>
                </a:moveTo>
                <a:lnTo>
                  <a:pt x="5409" y="22493"/>
                </a:lnTo>
                <a:lnTo>
                  <a:pt x="3585" y="20897"/>
                </a:lnTo>
                <a:lnTo>
                  <a:pt x="1989" y="19073"/>
                </a:lnTo>
                <a:lnTo>
                  <a:pt x="161" y="14659"/>
                </a:lnTo>
                <a:lnTo>
                  <a:pt x="0" y="12241"/>
                </a:lnTo>
                <a:lnTo>
                  <a:pt x="161" y="9823"/>
                </a:lnTo>
                <a:lnTo>
                  <a:pt x="1989" y="5409"/>
                </a:lnTo>
                <a:lnTo>
                  <a:pt x="3585" y="3585"/>
                </a:lnTo>
                <a:lnTo>
                  <a:pt x="5409" y="1989"/>
                </a:lnTo>
                <a:lnTo>
                  <a:pt x="9823" y="161"/>
                </a:lnTo>
                <a:lnTo>
                  <a:pt x="12241" y="0"/>
                </a:lnTo>
                <a:lnTo>
                  <a:pt x="14659" y="161"/>
                </a:lnTo>
                <a:lnTo>
                  <a:pt x="19073" y="1989"/>
                </a:lnTo>
                <a:lnTo>
                  <a:pt x="20897" y="3585"/>
                </a:lnTo>
                <a:lnTo>
                  <a:pt x="22493" y="5409"/>
                </a:lnTo>
                <a:lnTo>
                  <a:pt x="24321" y="9823"/>
                </a:lnTo>
                <a:lnTo>
                  <a:pt x="24482" y="12241"/>
                </a:lnTo>
                <a:lnTo>
                  <a:pt x="24321" y="14659"/>
                </a:lnTo>
                <a:lnTo>
                  <a:pt x="22493" y="19073"/>
                </a:lnTo>
                <a:lnTo>
                  <a:pt x="20897" y="20897"/>
                </a:lnTo>
                <a:lnTo>
                  <a:pt x="19073" y="22493"/>
                </a:lnTo>
                <a:lnTo>
                  <a:pt x="14659" y="24321"/>
                </a:lnTo>
                <a:lnTo>
                  <a:pt x="12241" y="24482"/>
                </a:lnTo>
                <a:lnTo>
                  <a:pt x="9823" y="24321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255" name="Shape 255"/>
          <p:cNvSpPr/>
          <p:nvPr/>
        </p:nvSpPr>
        <p:spPr>
          <a:xfrm>
            <a:off x="5324639" y="1959790"/>
            <a:ext cx="22154" cy="22154"/>
          </a:xfrm>
          <a:custGeom>
            <a:avLst/>
            <a:gdLst/>
            <a:ahLst/>
            <a:cxnLst/>
            <a:rect l="0" t="0" r="r" b="b"/>
            <a:pathLst>
              <a:path w="22154" h="22154">
                <a:moveTo>
                  <a:pt x="8888" y="22008"/>
                </a:moveTo>
                <a:lnTo>
                  <a:pt x="4894" y="20354"/>
                </a:lnTo>
                <a:lnTo>
                  <a:pt x="3244" y="18909"/>
                </a:lnTo>
                <a:lnTo>
                  <a:pt x="1800" y="17259"/>
                </a:lnTo>
                <a:lnTo>
                  <a:pt x="145" y="13265"/>
                </a:lnTo>
                <a:lnTo>
                  <a:pt x="0" y="11077"/>
                </a:lnTo>
                <a:lnTo>
                  <a:pt x="145" y="8888"/>
                </a:lnTo>
                <a:lnTo>
                  <a:pt x="1800" y="4894"/>
                </a:lnTo>
                <a:lnTo>
                  <a:pt x="3244" y="3244"/>
                </a:lnTo>
                <a:lnTo>
                  <a:pt x="4894" y="1800"/>
                </a:lnTo>
                <a:lnTo>
                  <a:pt x="8888" y="145"/>
                </a:lnTo>
                <a:lnTo>
                  <a:pt x="11077" y="0"/>
                </a:lnTo>
                <a:lnTo>
                  <a:pt x="13265" y="145"/>
                </a:lnTo>
                <a:lnTo>
                  <a:pt x="17259" y="1800"/>
                </a:lnTo>
                <a:lnTo>
                  <a:pt x="18909" y="3244"/>
                </a:lnTo>
                <a:lnTo>
                  <a:pt x="20354" y="4894"/>
                </a:lnTo>
                <a:lnTo>
                  <a:pt x="22008" y="8888"/>
                </a:lnTo>
                <a:lnTo>
                  <a:pt x="22154" y="11077"/>
                </a:lnTo>
                <a:lnTo>
                  <a:pt x="22008" y="13265"/>
                </a:lnTo>
                <a:lnTo>
                  <a:pt x="20354" y="17259"/>
                </a:lnTo>
                <a:lnTo>
                  <a:pt x="18909" y="18909"/>
                </a:lnTo>
                <a:lnTo>
                  <a:pt x="17259" y="20354"/>
                </a:lnTo>
                <a:lnTo>
                  <a:pt x="13265" y="22008"/>
                </a:lnTo>
                <a:lnTo>
                  <a:pt x="11077" y="22154"/>
                </a:lnTo>
                <a:lnTo>
                  <a:pt x="8888" y="22008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256" name="Shape 256"/>
          <p:cNvSpPr/>
          <p:nvPr/>
        </p:nvSpPr>
        <p:spPr>
          <a:xfrm>
            <a:off x="5338802" y="1963462"/>
            <a:ext cx="22406" cy="22406"/>
          </a:xfrm>
          <a:custGeom>
            <a:avLst/>
            <a:gdLst/>
            <a:ahLst/>
            <a:cxnLst/>
            <a:rect l="0" t="0" r="r" b="b"/>
            <a:pathLst>
              <a:path w="22406" h="22406">
                <a:moveTo>
                  <a:pt x="8990" y="22259"/>
                </a:moveTo>
                <a:lnTo>
                  <a:pt x="4950" y="20586"/>
                </a:lnTo>
                <a:lnTo>
                  <a:pt x="3281" y="19125"/>
                </a:lnTo>
                <a:lnTo>
                  <a:pt x="1820" y="17456"/>
                </a:lnTo>
                <a:lnTo>
                  <a:pt x="147" y="13416"/>
                </a:lnTo>
                <a:lnTo>
                  <a:pt x="0" y="11203"/>
                </a:lnTo>
                <a:lnTo>
                  <a:pt x="147" y="8990"/>
                </a:lnTo>
                <a:lnTo>
                  <a:pt x="1820" y="4950"/>
                </a:lnTo>
                <a:lnTo>
                  <a:pt x="3281" y="3281"/>
                </a:lnTo>
                <a:lnTo>
                  <a:pt x="4950" y="1820"/>
                </a:lnTo>
                <a:lnTo>
                  <a:pt x="8990" y="147"/>
                </a:lnTo>
                <a:lnTo>
                  <a:pt x="11203" y="0"/>
                </a:lnTo>
                <a:lnTo>
                  <a:pt x="13416" y="147"/>
                </a:lnTo>
                <a:lnTo>
                  <a:pt x="17456" y="1820"/>
                </a:lnTo>
                <a:lnTo>
                  <a:pt x="19125" y="3281"/>
                </a:lnTo>
                <a:lnTo>
                  <a:pt x="20586" y="4950"/>
                </a:lnTo>
                <a:lnTo>
                  <a:pt x="22259" y="8990"/>
                </a:lnTo>
                <a:lnTo>
                  <a:pt x="22406" y="11203"/>
                </a:lnTo>
                <a:lnTo>
                  <a:pt x="22259" y="13416"/>
                </a:lnTo>
                <a:lnTo>
                  <a:pt x="20586" y="17456"/>
                </a:lnTo>
                <a:lnTo>
                  <a:pt x="19125" y="19125"/>
                </a:lnTo>
                <a:lnTo>
                  <a:pt x="17456" y="20586"/>
                </a:lnTo>
                <a:lnTo>
                  <a:pt x="13416" y="22259"/>
                </a:lnTo>
                <a:lnTo>
                  <a:pt x="11203" y="22406"/>
                </a:lnTo>
                <a:lnTo>
                  <a:pt x="8990" y="2225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257" name="Shape 257"/>
          <p:cNvSpPr/>
          <p:nvPr/>
        </p:nvSpPr>
        <p:spPr>
          <a:xfrm>
            <a:off x="5348865" y="1966075"/>
            <a:ext cx="22574" cy="22574"/>
          </a:xfrm>
          <a:custGeom>
            <a:avLst/>
            <a:gdLst/>
            <a:ahLst/>
            <a:cxnLst/>
            <a:rect l="0" t="0" r="r" b="b"/>
            <a:pathLst>
              <a:path w="22574" h="22574">
                <a:moveTo>
                  <a:pt x="9057" y="22425"/>
                </a:moveTo>
                <a:lnTo>
                  <a:pt x="4987" y="20739"/>
                </a:lnTo>
                <a:lnTo>
                  <a:pt x="3305" y="19268"/>
                </a:lnTo>
                <a:lnTo>
                  <a:pt x="1834" y="17586"/>
                </a:lnTo>
                <a:lnTo>
                  <a:pt x="148" y="13516"/>
                </a:lnTo>
                <a:lnTo>
                  <a:pt x="0" y="11287"/>
                </a:lnTo>
                <a:lnTo>
                  <a:pt x="148" y="9057"/>
                </a:lnTo>
                <a:lnTo>
                  <a:pt x="1834" y="4987"/>
                </a:lnTo>
                <a:lnTo>
                  <a:pt x="3305" y="3305"/>
                </a:lnTo>
                <a:lnTo>
                  <a:pt x="4987" y="1834"/>
                </a:lnTo>
                <a:lnTo>
                  <a:pt x="9057" y="148"/>
                </a:lnTo>
                <a:lnTo>
                  <a:pt x="11287" y="0"/>
                </a:lnTo>
                <a:lnTo>
                  <a:pt x="13516" y="148"/>
                </a:lnTo>
                <a:lnTo>
                  <a:pt x="17586" y="1834"/>
                </a:lnTo>
                <a:lnTo>
                  <a:pt x="19268" y="3305"/>
                </a:lnTo>
                <a:lnTo>
                  <a:pt x="20739" y="4987"/>
                </a:lnTo>
                <a:lnTo>
                  <a:pt x="22425" y="9057"/>
                </a:lnTo>
                <a:lnTo>
                  <a:pt x="22574" y="11287"/>
                </a:lnTo>
                <a:lnTo>
                  <a:pt x="22425" y="13516"/>
                </a:lnTo>
                <a:lnTo>
                  <a:pt x="20739" y="17586"/>
                </a:lnTo>
                <a:lnTo>
                  <a:pt x="19268" y="19268"/>
                </a:lnTo>
                <a:lnTo>
                  <a:pt x="17586" y="20739"/>
                </a:lnTo>
                <a:lnTo>
                  <a:pt x="13516" y="22425"/>
                </a:lnTo>
                <a:lnTo>
                  <a:pt x="11287" y="22574"/>
                </a:lnTo>
                <a:lnTo>
                  <a:pt x="9057" y="22425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258" name="Shape 258"/>
          <p:cNvSpPr/>
          <p:nvPr/>
        </p:nvSpPr>
        <p:spPr>
          <a:xfrm>
            <a:off x="5359473" y="1968834"/>
            <a:ext cx="22738" cy="22738"/>
          </a:xfrm>
          <a:custGeom>
            <a:avLst/>
            <a:gdLst/>
            <a:ahLst/>
            <a:cxnLst/>
            <a:rect l="0" t="0" r="r" b="b"/>
            <a:pathLst>
              <a:path w="22738" h="22738">
                <a:moveTo>
                  <a:pt x="9123" y="22589"/>
                </a:moveTo>
                <a:lnTo>
                  <a:pt x="5024" y="20891"/>
                </a:lnTo>
                <a:lnTo>
                  <a:pt x="3330" y="19408"/>
                </a:lnTo>
                <a:lnTo>
                  <a:pt x="1847" y="17714"/>
                </a:lnTo>
                <a:lnTo>
                  <a:pt x="149" y="13615"/>
                </a:lnTo>
                <a:lnTo>
                  <a:pt x="0" y="11369"/>
                </a:lnTo>
                <a:lnTo>
                  <a:pt x="149" y="9123"/>
                </a:lnTo>
                <a:lnTo>
                  <a:pt x="1847" y="5024"/>
                </a:lnTo>
                <a:lnTo>
                  <a:pt x="3330" y="3330"/>
                </a:lnTo>
                <a:lnTo>
                  <a:pt x="5024" y="1847"/>
                </a:lnTo>
                <a:lnTo>
                  <a:pt x="9123" y="149"/>
                </a:lnTo>
                <a:lnTo>
                  <a:pt x="11369" y="0"/>
                </a:lnTo>
                <a:lnTo>
                  <a:pt x="13615" y="149"/>
                </a:lnTo>
                <a:lnTo>
                  <a:pt x="17714" y="1847"/>
                </a:lnTo>
                <a:lnTo>
                  <a:pt x="19408" y="3330"/>
                </a:lnTo>
                <a:lnTo>
                  <a:pt x="20891" y="5024"/>
                </a:lnTo>
                <a:lnTo>
                  <a:pt x="22589" y="9123"/>
                </a:lnTo>
                <a:lnTo>
                  <a:pt x="22738" y="11369"/>
                </a:lnTo>
                <a:lnTo>
                  <a:pt x="22589" y="13615"/>
                </a:lnTo>
                <a:lnTo>
                  <a:pt x="20891" y="17714"/>
                </a:lnTo>
                <a:lnTo>
                  <a:pt x="19408" y="19408"/>
                </a:lnTo>
                <a:lnTo>
                  <a:pt x="17714" y="20891"/>
                </a:lnTo>
                <a:lnTo>
                  <a:pt x="13615" y="22589"/>
                </a:lnTo>
                <a:lnTo>
                  <a:pt x="11369" y="22738"/>
                </a:lnTo>
                <a:lnTo>
                  <a:pt x="9123" y="22589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259" name="Shape 259"/>
          <p:cNvSpPr/>
          <p:nvPr/>
        </p:nvSpPr>
        <p:spPr>
          <a:xfrm>
            <a:off x="5376504" y="1973270"/>
            <a:ext cx="22984" cy="22984"/>
          </a:xfrm>
          <a:custGeom>
            <a:avLst/>
            <a:gdLst/>
            <a:ahLst/>
            <a:cxnLst/>
            <a:rect l="0" t="0" r="r" b="b"/>
            <a:pathLst>
              <a:path w="22984" h="22984">
                <a:moveTo>
                  <a:pt x="9222" y="22833"/>
                </a:moveTo>
                <a:lnTo>
                  <a:pt x="5078" y="21117"/>
                </a:lnTo>
                <a:lnTo>
                  <a:pt x="3366" y="19618"/>
                </a:lnTo>
                <a:lnTo>
                  <a:pt x="1867" y="17906"/>
                </a:lnTo>
                <a:lnTo>
                  <a:pt x="151" y="13762"/>
                </a:lnTo>
                <a:lnTo>
                  <a:pt x="0" y="11492"/>
                </a:lnTo>
                <a:lnTo>
                  <a:pt x="151" y="9222"/>
                </a:lnTo>
                <a:lnTo>
                  <a:pt x="1867" y="5078"/>
                </a:lnTo>
                <a:lnTo>
                  <a:pt x="3366" y="3366"/>
                </a:lnTo>
                <a:lnTo>
                  <a:pt x="5078" y="1867"/>
                </a:lnTo>
                <a:lnTo>
                  <a:pt x="9222" y="151"/>
                </a:lnTo>
                <a:lnTo>
                  <a:pt x="11492" y="0"/>
                </a:lnTo>
                <a:lnTo>
                  <a:pt x="13762" y="151"/>
                </a:lnTo>
                <a:lnTo>
                  <a:pt x="17906" y="1867"/>
                </a:lnTo>
                <a:lnTo>
                  <a:pt x="19618" y="3366"/>
                </a:lnTo>
                <a:lnTo>
                  <a:pt x="21117" y="5078"/>
                </a:lnTo>
                <a:lnTo>
                  <a:pt x="22833" y="9222"/>
                </a:lnTo>
                <a:lnTo>
                  <a:pt x="22984" y="11492"/>
                </a:lnTo>
                <a:lnTo>
                  <a:pt x="22833" y="13762"/>
                </a:lnTo>
                <a:lnTo>
                  <a:pt x="21117" y="17906"/>
                </a:lnTo>
                <a:lnTo>
                  <a:pt x="19618" y="19618"/>
                </a:lnTo>
                <a:lnTo>
                  <a:pt x="17906" y="21117"/>
                </a:lnTo>
                <a:lnTo>
                  <a:pt x="13762" y="22833"/>
                </a:lnTo>
                <a:lnTo>
                  <a:pt x="11492" y="22984"/>
                </a:lnTo>
                <a:lnTo>
                  <a:pt x="9222" y="22833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260" name="Shape 260"/>
          <p:cNvSpPr/>
          <p:nvPr/>
        </p:nvSpPr>
        <p:spPr>
          <a:xfrm>
            <a:off x="5395035" y="1978106"/>
            <a:ext cx="23227" cy="23227"/>
          </a:xfrm>
          <a:custGeom>
            <a:avLst/>
            <a:gdLst/>
            <a:ahLst/>
            <a:cxnLst/>
            <a:rect l="0" t="0" r="r" b="b"/>
            <a:pathLst>
              <a:path w="23227" h="23227">
                <a:moveTo>
                  <a:pt x="9319" y="23074"/>
                </a:moveTo>
                <a:lnTo>
                  <a:pt x="5132" y="21340"/>
                </a:lnTo>
                <a:lnTo>
                  <a:pt x="3401" y="19826"/>
                </a:lnTo>
                <a:lnTo>
                  <a:pt x="1887" y="18095"/>
                </a:lnTo>
                <a:lnTo>
                  <a:pt x="152" y="13908"/>
                </a:lnTo>
                <a:lnTo>
                  <a:pt x="0" y="11613"/>
                </a:lnTo>
                <a:lnTo>
                  <a:pt x="152" y="9319"/>
                </a:lnTo>
                <a:lnTo>
                  <a:pt x="1887" y="5132"/>
                </a:lnTo>
                <a:lnTo>
                  <a:pt x="3401" y="3401"/>
                </a:lnTo>
                <a:lnTo>
                  <a:pt x="5132" y="1887"/>
                </a:lnTo>
                <a:lnTo>
                  <a:pt x="9319" y="152"/>
                </a:lnTo>
                <a:lnTo>
                  <a:pt x="11613" y="0"/>
                </a:lnTo>
                <a:lnTo>
                  <a:pt x="13908" y="152"/>
                </a:lnTo>
                <a:lnTo>
                  <a:pt x="18095" y="1887"/>
                </a:lnTo>
                <a:lnTo>
                  <a:pt x="19826" y="3401"/>
                </a:lnTo>
                <a:lnTo>
                  <a:pt x="21340" y="5132"/>
                </a:lnTo>
                <a:lnTo>
                  <a:pt x="23074" y="9319"/>
                </a:lnTo>
                <a:lnTo>
                  <a:pt x="23227" y="11613"/>
                </a:lnTo>
                <a:lnTo>
                  <a:pt x="23074" y="13908"/>
                </a:lnTo>
                <a:lnTo>
                  <a:pt x="21340" y="18095"/>
                </a:lnTo>
                <a:lnTo>
                  <a:pt x="19826" y="19826"/>
                </a:lnTo>
                <a:lnTo>
                  <a:pt x="18095" y="21340"/>
                </a:lnTo>
                <a:lnTo>
                  <a:pt x="13908" y="23074"/>
                </a:lnTo>
                <a:lnTo>
                  <a:pt x="11613" y="23227"/>
                </a:lnTo>
                <a:lnTo>
                  <a:pt x="9319" y="23074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261" name="Shape 261"/>
          <p:cNvSpPr/>
          <p:nvPr/>
        </p:nvSpPr>
        <p:spPr>
          <a:xfrm>
            <a:off x="5408321" y="1981578"/>
            <a:ext cx="23388" cy="23388"/>
          </a:xfrm>
          <a:custGeom>
            <a:avLst/>
            <a:gdLst/>
            <a:ahLst/>
            <a:cxnLst/>
            <a:rect l="0" t="0" r="r" b="b"/>
            <a:pathLst>
              <a:path w="23388" h="23388">
                <a:moveTo>
                  <a:pt x="9384" y="23234"/>
                </a:moveTo>
                <a:lnTo>
                  <a:pt x="5167" y="21487"/>
                </a:lnTo>
                <a:lnTo>
                  <a:pt x="3425" y="19963"/>
                </a:lnTo>
                <a:lnTo>
                  <a:pt x="1900" y="18220"/>
                </a:lnTo>
                <a:lnTo>
                  <a:pt x="154" y="14004"/>
                </a:lnTo>
                <a:lnTo>
                  <a:pt x="0" y="11694"/>
                </a:lnTo>
                <a:lnTo>
                  <a:pt x="154" y="9384"/>
                </a:lnTo>
                <a:lnTo>
                  <a:pt x="1900" y="5167"/>
                </a:lnTo>
                <a:lnTo>
                  <a:pt x="3425" y="3425"/>
                </a:lnTo>
                <a:lnTo>
                  <a:pt x="5167" y="1900"/>
                </a:lnTo>
                <a:lnTo>
                  <a:pt x="9384" y="154"/>
                </a:lnTo>
                <a:lnTo>
                  <a:pt x="11694" y="0"/>
                </a:lnTo>
                <a:lnTo>
                  <a:pt x="14004" y="154"/>
                </a:lnTo>
                <a:lnTo>
                  <a:pt x="18220" y="1900"/>
                </a:lnTo>
                <a:lnTo>
                  <a:pt x="19963" y="3425"/>
                </a:lnTo>
                <a:lnTo>
                  <a:pt x="21487" y="5167"/>
                </a:lnTo>
                <a:lnTo>
                  <a:pt x="23234" y="9384"/>
                </a:lnTo>
                <a:lnTo>
                  <a:pt x="23388" y="11694"/>
                </a:lnTo>
                <a:lnTo>
                  <a:pt x="23234" y="14004"/>
                </a:lnTo>
                <a:lnTo>
                  <a:pt x="21487" y="18220"/>
                </a:lnTo>
                <a:lnTo>
                  <a:pt x="19963" y="19963"/>
                </a:lnTo>
                <a:lnTo>
                  <a:pt x="18220" y="21487"/>
                </a:lnTo>
                <a:lnTo>
                  <a:pt x="14004" y="23234"/>
                </a:lnTo>
                <a:lnTo>
                  <a:pt x="11694" y="23388"/>
                </a:lnTo>
                <a:lnTo>
                  <a:pt x="9384" y="23234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262" name="Shape 262"/>
          <p:cNvSpPr/>
          <p:nvPr/>
        </p:nvSpPr>
        <p:spPr>
          <a:xfrm>
            <a:off x="5429826" y="1987206"/>
            <a:ext cx="23627" cy="23627"/>
          </a:xfrm>
          <a:custGeom>
            <a:avLst/>
            <a:gdLst/>
            <a:ahLst/>
            <a:cxnLst/>
            <a:rect l="0" t="0" r="r" b="b"/>
            <a:pathLst>
              <a:path w="23627" h="23627">
                <a:moveTo>
                  <a:pt x="9479" y="23472"/>
                </a:moveTo>
                <a:lnTo>
                  <a:pt x="5220" y="21707"/>
                </a:lnTo>
                <a:lnTo>
                  <a:pt x="3460" y="20167"/>
                </a:lnTo>
                <a:lnTo>
                  <a:pt x="1919" y="18407"/>
                </a:lnTo>
                <a:lnTo>
                  <a:pt x="155" y="14147"/>
                </a:lnTo>
                <a:lnTo>
                  <a:pt x="0" y="11813"/>
                </a:lnTo>
                <a:lnTo>
                  <a:pt x="155" y="9479"/>
                </a:lnTo>
                <a:lnTo>
                  <a:pt x="1919" y="5220"/>
                </a:lnTo>
                <a:lnTo>
                  <a:pt x="3460" y="3460"/>
                </a:lnTo>
                <a:lnTo>
                  <a:pt x="5220" y="1919"/>
                </a:lnTo>
                <a:lnTo>
                  <a:pt x="9479" y="155"/>
                </a:lnTo>
                <a:lnTo>
                  <a:pt x="11813" y="0"/>
                </a:lnTo>
                <a:lnTo>
                  <a:pt x="14147" y="155"/>
                </a:lnTo>
                <a:lnTo>
                  <a:pt x="18407" y="1919"/>
                </a:lnTo>
                <a:lnTo>
                  <a:pt x="20167" y="3460"/>
                </a:lnTo>
                <a:lnTo>
                  <a:pt x="21707" y="5220"/>
                </a:lnTo>
                <a:lnTo>
                  <a:pt x="23472" y="9479"/>
                </a:lnTo>
                <a:lnTo>
                  <a:pt x="23627" y="11813"/>
                </a:lnTo>
                <a:lnTo>
                  <a:pt x="23472" y="14147"/>
                </a:lnTo>
                <a:lnTo>
                  <a:pt x="21707" y="18407"/>
                </a:lnTo>
                <a:lnTo>
                  <a:pt x="20167" y="20167"/>
                </a:lnTo>
                <a:lnTo>
                  <a:pt x="18407" y="21707"/>
                </a:lnTo>
                <a:lnTo>
                  <a:pt x="14147" y="23472"/>
                </a:lnTo>
                <a:lnTo>
                  <a:pt x="11813" y="23627"/>
                </a:lnTo>
                <a:lnTo>
                  <a:pt x="9479" y="23472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263" name="Shape 263"/>
          <p:cNvSpPr/>
          <p:nvPr/>
        </p:nvSpPr>
        <p:spPr>
          <a:xfrm>
            <a:off x="5453470" y="1993403"/>
            <a:ext cx="23862" cy="23862"/>
          </a:xfrm>
          <a:custGeom>
            <a:avLst/>
            <a:gdLst/>
            <a:ahLst/>
            <a:cxnLst/>
            <a:rect l="0" t="0" r="r" b="b"/>
            <a:pathLst>
              <a:path w="23862" h="23862">
                <a:moveTo>
                  <a:pt x="9574" y="23705"/>
                </a:moveTo>
                <a:lnTo>
                  <a:pt x="5272" y="21923"/>
                </a:lnTo>
                <a:lnTo>
                  <a:pt x="3494" y="20368"/>
                </a:lnTo>
                <a:lnTo>
                  <a:pt x="1939" y="18590"/>
                </a:lnTo>
                <a:lnTo>
                  <a:pt x="157" y="14288"/>
                </a:lnTo>
                <a:lnTo>
                  <a:pt x="0" y="11931"/>
                </a:lnTo>
                <a:lnTo>
                  <a:pt x="157" y="9574"/>
                </a:lnTo>
                <a:lnTo>
                  <a:pt x="1939" y="5272"/>
                </a:lnTo>
                <a:lnTo>
                  <a:pt x="3494" y="3494"/>
                </a:lnTo>
                <a:lnTo>
                  <a:pt x="5272" y="1939"/>
                </a:lnTo>
                <a:lnTo>
                  <a:pt x="9574" y="157"/>
                </a:lnTo>
                <a:lnTo>
                  <a:pt x="11931" y="0"/>
                </a:lnTo>
                <a:lnTo>
                  <a:pt x="14288" y="157"/>
                </a:lnTo>
                <a:lnTo>
                  <a:pt x="18590" y="1939"/>
                </a:lnTo>
                <a:lnTo>
                  <a:pt x="20368" y="3494"/>
                </a:lnTo>
                <a:lnTo>
                  <a:pt x="21923" y="5272"/>
                </a:lnTo>
                <a:lnTo>
                  <a:pt x="23705" y="9574"/>
                </a:lnTo>
                <a:lnTo>
                  <a:pt x="23862" y="11931"/>
                </a:lnTo>
                <a:lnTo>
                  <a:pt x="23705" y="14288"/>
                </a:lnTo>
                <a:lnTo>
                  <a:pt x="21923" y="18590"/>
                </a:lnTo>
                <a:lnTo>
                  <a:pt x="20368" y="20368"/>
                </a:lnTo>
                <a:lnTo>
                  <a:pt x="18590" y="21923"/>
                </a:lnTo>
                <a:lnTo>
                  <a:pt x="14288" y="23705"/>
                </a:lnTo>
                <a:lnTo>
                  <a:pt x="11931" y="23862"/>
                </a:lnTo>
                <a:lnTo>
                  <a:pt x="9574" y="23705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264" name="Shape 264"/>
          <p:cNvSpPr/>
          <p:nvPr/>
        </p:nvSpPr>
        <p:spPr>
          <a:xfrm>
            <a:off x="5470582" y="1997894"/>
            <a:ext cx="24018" cy="24018"/>
          </a:xfrm>
          <a:custGeom>
            <a:avLst/>
            <a:gdLst/>
            <a:ahLst/>
            <a:cxnLst/>
            <a:rect l="0" t="0" r="r" b="b"/>
            <a:pathLst>
              <a:path w="24018" h="24018">
                <a:moveTo>
                  <a:pt x="9636" y="23860"/>
                </a:moveTo>
                <a:lnTo>
                  <a:pt x="5306" y="22066"/>
                </a:lnTo>
                <a:lnTo>
                  <a:pt x="3517" y="20501"/>
                </a:lnTo>
                <a:lnTo>
                  <a:pt x="1951" y="18711"/>
                </a:lnTo>
                <a:lnTo>
                  <a:pt x="158" y="14381"/>
                </a:lnTo>
                <a:lnTo>
                  <a:pt x="0" y="12009"/>
                </a:lnTo>
                <a:lnTo>
                  <a:pt x="158" y="9636"/>
                </a:lnTo>
                <a:lnTo>
                  <a:pt x="1951" y="5306"/>
                </a:lnTo>
                <a:lnTo>
                  <a:pt x="3517" y="3517"/>
                </a:lnTo>
                <a:lnTo>
                  <a:pt x="5306" y="1951"/>
                </a:lnTo>
                <a:lnTo>
                  <a:pt x="9636" y="158"/>
                </a:lnTo>
                <a:lnTo>
                  <a:pt x="12009" y="0"/>
                </a:lnTo>
                <a:lnTo>
                  <a:pt x="14381" y="158"/>
                </a:lnTo>
                <a:lnTo>
                  <a:pt x="18711" y="1951"/>
                </a:lnTo>
                <a:lnTo>
                  <a:pt x="20501" y="3517"/>
                </a:lnTo>
                <a:lnTo>
                  <a:pt x="22066" y="5306"/>
                </a:lnTo>
                <a:lnTo>
                  <a:pt x="23860" y="9636"/>
                </a:lnTo>
                <a:lnTo>
                  <a:pt x="24018" y="12009"/>
                </a:lnTo>
                <a:lnTo>
                  <a:pt x="23860" y="14381"/>
                </a:lnTo>
                <a:lnTo>
                  <a:pt x="22066" y="18711"/>
                </a:lnTo>
                <a:lnTo>
                  <a:pt x="20501" y="20501"/>
                </a:lnTo>
                <a:lnTo>
                  <a:pt x="18711" y="22066"/>
                </a:lnTo>
                <a:lnTo>
                  <a:pt x="14381" y="23860"/>
                </a:lnTo>
                <a:lnTo>
                  <a:pt x="12009" y="24018"/>
                </a:lnTo>
                <a:lnTo>
                  <a:pt x="9636" y="23860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265" name="Shape 265"/>
          <p:cNvSpPr/>
          <p:nvPr/>
        </p:nvSpPr>
        <p:spPr>
          <a:xfrm>
            <a:off x="5498567" y="2005247"/>
            <a:ext cx="24248" cy="24248"/>
          </a:xfrm>
          <a:custGeom>
            <a:avLst/>
            <a:gdLst/>
            <a:ahLst/>
            <a:cxnLst/>
            <a:rect l="0" t="0" r="r" b="b"/>
            <a:pathLst>
              <a:path w="24248" h="24248">
                <a:moveTo>
                  <a:pt x="9729" y="24089"/>
                </a:moveTo>
                <a:lnTo>
                  <a:pt x="5357" y="22278"/>
                </a:lnTo>
                <a:lnTo>
                  <a:pt x="3551" y="20697"/>
                </a:lnTo>
                <a:lnTo>
                  <a:pt x="1970" y="18891"/>
                </a:lnTo>
                <a:lnTo>
                  <a:pt x="159" y="14519"/>
                </a:lnTo>
                <a:lnTo>
                  <a:pt x="0" y="12124"/>
                </a:lnTo>
                <a:lnTo>
                  <a:pt x="159" y="9729"/>
                </a:lnTo>
                <a:lnTo>
                  <a:pt x="1970" y="5357"/>
                </a:lnTo>
                <a:lnTo>
                  <a:pt x="3551" y="3551"/>
                </a:lnTo>
                <a:lnTo>
                  <a:pt x="5357" y="1970"/>
                </a:lnTo>
                <a:lnTo>
                  <a:pt x="9729" y="159"/>
                </a:lnTo>
                <a:lnTo>
                  <a:pt x="12124" y="0"/>
                </a:lnTo>
                <a:lnTo>
                  <a:pt x="14519" y="159"/>
                </a:lnTo>
                <a:lnTo>
                  <a:pt x="18891" y="1970"/>
                </a:lnTo>
                <a:lnTo>
                  <a:pt x="20697" y="3551"/>
                </a:lnTo>
                <a:lnTo>
                  <a:pt x="22278" y="5357"/>
                </a:lnTo>
                <a:lnTo>
                  <a:pt x="24089" y="9729"/>
                </a:lnTo>
                <a:lnTo>
                  <a:pt x="24248" y="12124"/>
                </a:lnTo>
                <a:lnTo>
                  <a:pt x="24089" y="14519"/>
                </a:lnTo>
                <a:lnTo>
                  <a:pt x="22278" y="18891"/>
                </a:lnTo>
                <a:lnTo>
                  <a:pt x="20697" y="20697"/>
                </a:lnTo>
                <a:lnTo>
                  <a:pt x="18891" y="22278"/>
                </a:lnTo>
                <a:lnTo>
                  <a:pt x="14519" y="24089"/>
                </a:lnTo>
                <a:lnTo>
                  <a:pt x="12124" y="24248"/>
                </a:lnTo>
                <a:lnTo>
                  <a:pt x="9729" y="24089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266" name="Shape 266"/>
          <p:cNvSpPr/>
          <p:nvPr/>
        </p:nvSpPr>
        <p:spPr>
          <a:xfrm>
            <a:off x="5529751" y="2013452"/>
            <a:ext cx="24477" cy="24477"/>
          </a:xfrm>
          <a:custGeom>
            <a:avLst/>
            <a:gdLst/>
            <a:ahLst/>
            <a:cxnLst/>
            <a:rect l="0" t="0" r="r" b="b"/>
            <a:pathLst>
              <a:path w="24477" h="24477">
                <a:moveTo>
                  <a:pt x="9820" y="24316"/>
                </a:moveTo>
                <a:lnTo>
                  <a:pt x="5408" y="22488"/>
                </a:lnTo>
                <a:lnTo>
                  <a:pt x="3584" y="20892"/>
                </a:lnTo>
                <a:lnTo>
                  <a:pt x="1988" y="19069"/>
                </a:lnTo>
                <a:lnTo>
                  <a:pt x="161" y="14656"/>
                </a:lnTo>
                <a:lnTo>
                  <a:pt x="0" y="12238"/>
                </a:lnTo>
                <a:lnTo>
                  <a:pt x="161" y="9820"/>
                </a:lnTo>
                <a:lnTo>
                  <a:pt x="1988" y="5408"/>
                </a:lnTo>
                <a:lnTo>
                  <a:pt x="3584" y="3584"/>
                </a:lnTo>
                <a:lnTo>
                  <a:pt x="5408" y="1988"/>
                </a:lnTo>
                <a:lnTo>
                  <a:pt x="9820" y="161"/>
                </a:lnTo>
                <a:lnTo>
                  <a:pt x="12238" y="0"/>
                </a:lnTo>
                <a:lnTo>
                  <a:pt x="14656" y="161"/>
                </a:lnTo>
                <a:lnTo>
                  <a:pt x="19069" y="1988"/>
                </a:lnTo>
                <a:lnTo>
                  <a:pt x="20892" y="3584"/>
                </a:lnTo>
                <a:lnTo>
                  <a:pt x="22488" y="5408"/>
                </a:lnTo>
                <a:lnTo>
                  <a:pt x="24316" y="9820"/>
                </a:lnTo>
                <a:lnTo>
                  <a:pt x="24477" y="12238"/>
                </a:lnTo>
                <a:lnTo>
                  <a:pt x="24316" y="14656"/>
                </a:lnTo>
                <a:lnTo>
                  <a:pt x="22488" y="19069"/>
                </a:lnTo>
                <a:lnTo>
                  <a:pt x="20892" y="20892"/>
                </a:lnTo>
                <a:lnTo>
                  <a:pt x="19069" y="22488"/>
                </a:lnTo>
                <a:lnTo>
                  <a:pt x="14656" y="24316"/>
                </a:lnTo>
                <a:lnTo>
                  <a:pt x="12238" y="24477"/>
                </a:lnTo>
                <a:lnTo>
                  <a:pt x="9820" y="2431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267" name="Shape 267"/>
          <p:cNvSpPr/>
          <p:nvPr/>
        </p:nvSpPr>
        <p:spPr>
          <a:xfrm>
            <a:off x="5552600" y="2019469"/>
            <a:ext cx="24627" cy="24627"/>
          </a:xfrm>
          <a:custGeom>
            <a:avLst/>
            <a:gdLst/>
            <a:ahLst/>
            <a:cxnLst/>
            <a:rect l="0" t="0" r="r" b="b"/>
            <a:pathLst>
              <a:path w="24627" h="24627">
                <a:moveTo>
                  <a:pt x="9881" y="24465"/>
                </a:moveTo>
                <a:lnTo>
                  <a:pt x="5441" y="22626"/>
                </a:lnTo>
                <a:lnTo>
                  <a:pt x="3606" y="21020"/>
                </a:lnTo>
                <a:lnTo>
                  <a:pt x="2001" y="19185"/>
                </a:lnTo>
                <a:lnTo>
                  <a:pt x="162" y="14746"/>
                </a:lnTo>
                <a:lnTo>
                  <a:pt x="0" y="12313"/>
                </a:lnTo>
                <a:lnTo>
                  <a:pt x="162" y="9881"/>
                </a:lnTo>
                <a:lnTo>
                  <a:pt x="2001" y="5441"/>
                </a:lnTo>
                <a:lnTo>
                  <a:pt x="3606" y="3606"/>
                </a:lnTo>
                <a:lnTo>
                  <a:pt x="5441" y="2001"/>
                </a:lnTo>
                <a:lnTo>
                  <a:pt x="9881" y="162"/>
                </a:lnTo>
                <a:lnTo>
                  <a:pt x="12313" y="0"/>
                </a:lnTo>
                <a:lnTo>
                  <a:pt x="14746" y="162"/>
                </a:lnTo>
                <a:lnTo>
                  <a:pt x="19185" y="2001"/>
                </a:lnTo>
                <a:lnTo>
                  <a:pt x="21020" y="3606"/>
                </a:lnTo>
                <a:lnTo>
                  <a:pt x="22626" y="5441"/>
                </a:lnTo>
                <a:lnTo>
                  <a:pt x="24465" y="9881"/>
                </a:lnTo>
                <a:lnTo>
                  <a:pt x="24627" y="12313"/>
                </a:lnTo>
                <a:lnTo>
                  <a:pt x="24465" y="14746"/>
                </a:lnTo>
                <a:lnTo>
                  <a:pt x="22626" y="19185"/>
                </a:lnTo>
                <a:lnTo>
                  <a:pt x="21020" y="21020"/>
                </a:lnTo>
                <a:lnTo>
                  <a:pt x="19185" y="22626"/>
                </a:lnTo>
                <a:lnTo>
                  <a:pt x="14746" y="24465"/>
                </a:lnTo>
                <a:lnTo>
                  <a:pt x="12313" y="24627"/>
                </a:lnTo>
                <a:lnTo>
                  <a:pt x="9881" y="24465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268" name="Shape 268"/>
          <p:cNvSpPr/>
          <p:nvPr/>
        </p:nvSpPr>
        <p:spPr>
          <a:xfrm>
            <a:off x="5577333" y="2025989"/>
            <a:ext cx="24773" cy="24773"/>
          </a:xfrm>
          <a:custGeom>
            <a:avLst/>
            <a:gdLst/>
            <a:ahLst/>
            <a:cxnLst/>
            <a:rect l="0" t="0" r="r" b="b"/>
            <a:pathLst>
              <a:path w="24773" h="24773">
                <a:moveTo>
                  <a:pt x="9939" y="24610"/>
                </a:moveTo>
                <a:lnTo>
                  <a:pt x="5473" y="22760"/>
                </a:lnTo>
                <a:lnTo>
                  <a:pt x="3628" y="21145"/>
                </a:lnTo>
                <a:lnTo>
                  <a:pt x="2013" y="19300"/>
                </a:lnTo>
                <a:lnTo>
                  <a:pt x="163" y="14834"/>
                </a:lnTo>
                <a:lnTo>
                  <a:pt x="0" y="12386"/>
                </a:lnTo>
                <a:lnTo>
                  <a:pt x="163" y="9939"/>
                </a:lnTo>
                <a:lnTo>
                  <a:pt x="2013" y="5473"/>
                </a:lnTo>
                <a:lnTo>
                  <a:pt x="3628" y="3628"/>
                </a:lnTo>
                <a:lnTo>
                  <a:pt x="5473" y="2013"/>
                </a:lnTo>
                <a:lnTo>
                  <a:pt x="9939" y="163"/>
                </a:lnTo>
                <a:lnTo>
                  <a:pt x="12386" y="0"/>
                </a:lnTo>
                <a:lnTo>
                  <a:pt x="14834" y="163"/>
                </a:lnTo>
                <a:lnTo>
                  <a:pt x="19300" y="2013"/>
                </a:lnTo>
                <a:lnTo>
                  <a:pt x="21145" y="3628"/>
                </a:lnTo>
                <a:lnTo>
                  <a:pt x="22760" y="5473"/>
                </a:lnTo>
                <a:lnTo>
                  <a:pt x="24610" y="9939"/>
                </a:lnTo>
                <a:lnTo>
                  <a:pt x="24773" y="12386"/>
                </a:lnTo>
                <a:lnTo>
                  <a:pt x="24610" y="14834"/>
                </a:lnTo>
                <a:lnTo>
                  <a:pt x="22760" y="19300"/>
                </a:lnTo>
                <a:lnTo>
                  <a:pt x="21145" y="21145"/>
                </a:lnTo>
                <a:lnTo>
                  <a:pt x="19300" y="22760"/>
                </a:lnTo>
                <a:lnTo>
                  <a:pt x="14834" y="24610"/>
                </a:lnTo>
                <a:lnTo>
                  <a:pt x="12386" y="24773"/>
                </a:lnTo>
                <a:lnTo>
                  <a:pt x="9939" y="24610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269" name="Shape 269"/>
          <p:cNvSpPr/>
          <p:nvPr/>
        </p:nvSpPr>
        <p:spPr>
          <a:xfrm>
            <a:off x="5618509" y="2036856"/>
            <a:ext cx="24983" cy="24983"/>
          </a:xfrm>
          <a:custGeom>
            <a:avLst/>
            <a:gdLst/>
            <a:ahLst/>
            <a:cxnLst/>
            <a:rect l="0" t="0" r="r" b="b"/>
            <a:pathLst>
              <a:path w="24983" h="24983">
                <a:moveTo>
                  <a:pt x="10023" y="24818"/>
                </a:moveTo>
                <a:lnTo>
                  <a:pt x="5519" y="22953"/>
                </a:lnTo>
                <a:lnTo>
                  <a:pt x="3658" y="21324"/>
                </a:lnTo>
                <a:lnTo>
                  <a:pt x="2030" y="19463"/>
                </a:lnTo>
                <a:lnTo>
                  <a:pt x="164" y="14959"/>
                </a:lnTo>
                <a:lnTo>
                  <a:pt x="0" y="12491"/>
                </a:lnTo>
                <a:lnTo>
                  <a:pt x="164" y="10023"/>
                </a:lnTo>
                <a:lnTo>
                  <a:pt x="2030" y="5519"/>
                </a:lnTo>
                <a:lnTo>
                  <a:pt x="3658" y="3658"/>
                </a:lnTo>
                <a:lnTo>
                  <a:pt x="5519" y="2030"/>
                </a:lnTo>
                <a:lnTo>
                  <a:pt x="10023" y="164"/>
                </a:lnTo>
                <a:lnTo>
                  <a:pt x="12491" y="0"/>
                </a:lnTo>
                <a:lnTo>
                  <a:pt x="14959" y="164"/>
                </a:lnTo>
                <a:lnTo>
                  <a:pt x="19463" y="2030"/>
                </a:lnTo>
                <a:lnTo>
                  <a:pt x="21324" y="3658"/>
                </a:lnTo>
                <a:lnTo>
                  <a:pt x="22953" y="5519"/>
                </a:lnTo>
                <a:lnTo>
                  <a:pt x="24818" y="10023"/>
                </a:lnTo>
                <a:lnTo>
                  <a:pt x="24983" y="12491"/>
                </a:lnTo>
                <a:lnTo>
                  <a:pt x="24818" y="14959"/>
                </a:lnTo>
                <a:lnTo>
                  <a:pt x="22953" y="19463"/>
                </a:lnTo>
                <a:lnTo>
                  <a:pt x="21324" y="21324"/>
                </a:lnTo>
                <a:lnTo>
                  <a:pt x="19463" y="22953"/>
                </a:lnTo>
                <a:lnTo>
                  <a:pt x="14959" y="24818"/>
                </a:lnTo>
                <a:lnTo>
                  <a:pt x="12491" y="24983"/>
                </a:lnTo>
                <a:lnTo>
                  <a:pt x="10023" y="24818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270" name="Shape 270"/>
          <p:cNvSpPr/>
          <p:nvPr/>
        </p:nvSpPr>
        <p:spPr>
          <a:xfrm>
            <a:off x="5665504" y="2049283"/>
            <a:ext cx="25155" cy="25155"/>
          </a:xfrm>
          <a:custGeom>
            <a:avLst/>
            <a:gdLst/>
            <a:ahLst/>
            <a:cxnLst/>
            <a:rect l="0" t="0" r="r" b="b"/>
            <a:pathLst>
              <a:path w="25155" h="25155">
                <a:moveTo>
                  <a:pt x="10092" y="24989"/>
                </a:moveTo>
                <a:lnTo>
                  <a:pt x="5557" y="23111"/>
                </a:lnTo>
                <a:lnTo>
                  <a:pt x="3683" y="21471"/>
                </a:lnTo>
                <a:lnTo>
                  <a:pt x="2044" y="19597"/>
                </a:lnTo>
                <a:lnTo>
                  <a:pt x="165" y="15062"/>
                </a:lnTo>
                <a:lnTo>
                  <a:pt x="0" y="12577"/>
                </a:lnTo>
                <a:lnTo>
                  <a:pt x="165" y="10092"/>
                </a:lnTo>
                <a:lnTo>
                  <a:pt x="2044" y="5557"/>
                </a:lnTo>
                <a:lnTo>
                  <a:pt x="3683" y="3683"/>
                </a:lnTo>
                <a:lnTo>
                  <a:pt x="5557" y="2044"/>
                </a:lnTo>
                <a:lnTo>
                  <a:pt x="10092" y="165"/>
                </a:lnTo>
                <a:lnTo>
                  <a:pt x="12577" y="0"/>
                </a:lnTo>
                <a:lnTo>
                  <a:pt x="15062" y="165"/>
                </a:lnTo>
                <a:lnTo>
                  <a:pt x="19597" y="2044"/>
                </a:lnTo>
                <a:lnTo>
                  <a:pt x="21471" y="3683"/>
                </a:lnTo>
                <a:lnTo>
                  <a:pt x="23111" y="5557"/>
                </a:lnTo>
                <a:lnTo>
                  <a:pt x="24989" y="10092"/>
                </a:lnTo>
                <a:lnTo>
                  <a:pt x="25155" y="12577"/>
                </a:lnTo>
                <a:lnTo>
                  <a:pt x="24989" y="15062"/>
                </a:lnTo>
                <a:lnTo>
                  <a:pt x="23111" y="19597"/>
                </a:lnTo>
                <a:lnTo>
                  <a:pt x="21471" y="21471"/>
                </a:lnTo>
                <a:lnTo>
                  <a:pt x="19597" y="23111"/>
                </a:lnTo>
                <a:lnTo>
                  <a:pt x="15062" y="24989"/>
                </a:lnTo>
                <a:lnTo>
                  <a:pt x="12577" y="25155"/>
                </a:lnTo>
                <a:lnTo>
                  <a:pt x="10092" y="24989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271" name="Shape 271"/>
          <p:cNvSpPr/>
          <p:nvPr/>
        </p:nvSpPr>
        <p:spPr>
          <a:xfrm>
            <a:off x="5700734" y="2058637"/>
            <a:ext cx="25181" cy="25181"/>
          </a:xfrm>
          <a:custGeom>
            <a:avLst/>
            <a:gdLst/>
            <a:ahLst/>
            <a:cxnLst/>
            <a:rect l="0" t="0" r="r" b="b"/>
            <a:pathLst>
              <a:path w="25181" h="25181">
                <a:moveTo>
                  <a:pt x="10103" y="25015"/>
                </a:moveTo>
                <a:lnTo>
                  <a:pt x="5563" y="23134"/>
                </a:lnTo>
                <a:lnTo>
                  <a:pt x="3687" y="21493"/>
                </a:lnTo>
                <a:lnTo>
                  <a:pt x="2046" y="19617"/>
                </a:lnTo>
                <a:lnTo>
                  <a:pt x="165" y="15077"/>
                </a:lnTo>
                <a:lnTo>
                  <a:pt x="0" y="12590"/>
                </a:lnTo>
                <a:lnTo>
                  <a:pt x="165" y="10103"/>
                </a:lnTo>
                <a:lnTo>
                  <a:pt x="2046" y="5563"/>
                </a:lnTo>
                <a:lnTo>
                  <a:pt x="3687" y="3687"/>
                </a:lnTo>
                <a:lnTo>
                  <a:pt x="5563" y="2046"/>
                </a:lnTo>
                <a:lnTo>
                  <a:pt x="10103" y="165"/>
                </a:lnTo>
                <a:lnTo>
                  <a:pt x="12590" y="0"/>
                </a:lnTo>
                <a:lnTo>
                  <a:pt x="15077" y="165"/>
                </a:lnTo>
                <a:lnTo>
                  <a:pt x="19617" y="2046"/>
                </a:lnTo>
                <a:lnTo>
                  <a:pt x="21493" y="3687"/>
                </a:lnTo>
                <a:lnTo>
                  <a:pt x="23134" y="5563"/>
                </a:lnTo>
                <a:lnTo>
                  <a:pt x="25015" y="10103"/>
                </a:lnTo>
                <a:lnTo>
                  <a:pt x="25181" y="12590"/>
                </a:lnTo>
                <a:lnTo>
                  <a:pt x="25015" y="15077"/>
                </a:lnTo>
                <a:lnTo>
                  <a:pt x="23134" y="19617"/>
                </a:lnTo>
                <a:lnTo>
                  <a:pt x="21493" y="21493"/>
                </a:lnTo>
                <a:lnTo>
                  <a:pt x="19617" y="23134"/>
                </a:lnTo>
                <a:lnTo>
                  <a:pt x="15077" y="25015"/>
                </a:lnTo>
                <a:lnTo>
                  <a:pt x="12590" y="25181"/>
                </a:lnTo>
                <a:lnTo>
                  <a:pt x="10103" y="2501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272" name="Shape 272"/>
          <p:cNvSpPr/>
          <p:nvPr/>
        </p:nvSpPr>
        <p:spPr>
          <a:xfrm>
            <a:off x="5760680" y="2074621"/>
            <a:ext cx="25039" cy="25039"/>
          </a:xfrm>
          <a:custGeom>
            <a:avLst/>
            <a:gdLst/>
            <a:ahLst/>
            <a:cxnLst/>
            <a:rect l="0" t="0" r="r" b="b"/>
            <a:pathLst>
              <a:path w="25039" h="25039">
                <a:moveTo>
                  <a:pt x="10046" y="24874"/>
                </a:moveTo>
                <a:lnTo>
                  <a:pt x="5532" y="23005"/>
                </a:lnTo>
                <a:lnTo>
                  <a:pt x="3666" y="21372"/>
                </a:lnTo>
                <a:lnTo>
                  <a:pt x="2034" y="19507"/>
                </a:lnTo>
                <a:lnTo>
                  <a:pt x="164" y="14993"/>
                </a:lnTo>
                <a:lnTo>
                  <a:pt x="0" y="12519"/>
                </a:lnTo>
                <a:lnTo>
                  <a:pt x="164" y="10046"/>
                </a:lnTo>
                <a:lnTo>
                  <a:pt x="2034" y="5532"/>
                </a:lnTo>
                <a:lnTo>
                  <a:pt x="3666" y="3666"/>
                </a:lnTo>
                <a:lnTo>
                  <a:pt x="5532" y="2034"/>
                </a:lnTo>
                <a:lnTo>
                  <a:pt x="10046" y="164"/>
                </a:lnTo>
                <a:lnTo>
                  <a:pt x="12519" y="0"/>
                </a:lnTo>
                <a:lnTo>
                  <a:pt x="14993" y="164"/>
                </a:lnTo>
                <a:lnTo>
                  <a:pt x="19507" y="2034"/>
                </a:lnTo>
                <a:lnTo>
                  <a:pt x="21372" y="3666"/>
                </a:lnTo>
                <a:lnTo>
                  <a:pt x="23005" y="5532"/>
                </a:lnTo>
                <a:lnTo>
                  <a:pt x="24874" y="10046"/>
                </a:lnTo>
                <a:lnTo>
                  <a:pt x="25039" y="12519"/>
                </a:lnTo>
                <a:lnTo>
                  <a:pt x="24874" y="14993"/>
                </a:lnTo>
                <a:lnTo>
                  <a:pt x="23005" y="19507"/>
                </a:lnTo>
                <a:lnTo>
                  <a:pt x="21372" y="21372"/>
                </a:lnTo>
                <a:lnTo>
                  <a:pt x="19507" y="23005"/>
                </a:lnTo>
                <a:lnTo>
                  <a:pt x="14993" y="24874"/>
                </a:lnTo>
                <a:lnTo>
                  <a:pt x="12519" y="25039"/>
                </a:lnTo>
                <a:lnTo>
                  <a:pt x="10046" y="24874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273" name="Shape 273"/>
          <p:cNvSpPr/>
          <p:nvPr/>
        </p:nvSpPr>
        <p:spPr>
          <a:xfrm>
            <a:off x="5831011" y="2093388"/>
            <a:ext cx="24835" cy="24835"/>
          </a:xfrm>
          <a:custGeom>
            <a:avLst/>
            <a:gdLst/>
            <a:ahLst/>
            <a:cxnLst/>
            <a:rect l="0" t="0" r="r" b="b"/>
            <a:pathLst>
              <a:path w="24835" h="24835">
                <a:moveTo>
                  <a:pt x="9964" y="24672"/>
                </a:moveTo>
                <a:lnTo>
                  <a:pt x="5487" y="22817"/>
                </a:lnTo>
                <a:lnTo>
                  <a:pt x="3637" y="21198"/>
                </a:lnTo>
                <a:lnTo>
                  <a:pt x="2018" y="19348"/>
                </a:lnTo>
                <a:lnTo>
                  <a:pt x="163" y="14871"/>
                </a:lnTo>
                <a:lnTo>
                  <a:pt x="0" y="12417"/>
                </a:lnTo>
                <a:lnTo>
                  <a:pt x="163" y="9964"/>
                </a:lnTo>
                <a:lnTo>
                  <a:pt x="2018" y="5487"/>
                </a:lnTo>
                <a:lnTo>
                  <a:pt x="3637" y="3637"/>
                </a:lnTo>
                <a:lnTo>
                  <a:pt x="5487" y="2018"/>
                </a:lnTo>
                <a:lnTo>
                  <a:pt x="9964" y="163"/>
                </a:lnTo>
                <a:lnTo>
                  <a:pt x="12417" y="0"/>
                </a:lnTo>
                <a:lnTo>
                  <a:pt x="14871" y="163"/>
                </a:lnTo>
                <a:lnTo>
                  <a:pt x="19348" y="2018"/>
                </a:lnTo>
                <a:lnTo>
                  <a:pt x="21198" y="3637"/>
                </a:lnTo>
                <a:lnTo>
                  <a:pt x="22817" y="5487"/>
                </a:lnTo>
                <a:lnTo>
                  <a:pt x="24672" y="9964"/>
                </a:lnTo>
                <a:lnTo>
                  <a:pt x="24835" y="12417"/>
                </a:lnTo>
                <a:lnTo>
                  <a:pt x="24672" y="14871"/>
                </a:lnTo>
                <a:lnTo>
                  <a:pt x="22817" y="19348"/>
                </a:lnTo>
                <a:lnTo>
                  <a:pt x="21198" y="21198"/>
                </a:lnTo>
                <a:lnTo>
                  <a:pt x="19348" y="22817"/>
                </a:lnTo>
                <a:lnTo>
                  <a:pt x="14871" y="24672"/>
                </a:lnTo>
                <a:lnTo>
                  <a:pt x="12417" y="24835"/>
                </a:lnTo>
                <a:lnTo>
                  <a:pt x="9964" y="24672"/>
                </a:lnTo>
                <a:close/>
              </a:path>
            </a:pathLst>
          </a:custGeom>
          <a:solidFill>
            <a:srgbClr val="7BCF7E"/>
          </a:solidFill>
          <a:ln>
            <a:noFill/>
          </a:ln>
        </p:spPr>
      </p:sp>
      <p:sp>
        <p:nvSpPr>
          <p:cNvPr id="274" name="Shape 274"/>
          <p:cNvSpPr/>
          <p:nvPr/>
        </p:nvSpPr>
        <p:spPr>
          <a:xfrm>
            <a:off x="5885060" y="2107808"/>
            <a:ext cx="24690" cy="24690"/>
          </a:xfrm>
          <a:custGeom>
            <a:avLst/>
            <a:gdLst/>
            <a:ahLst/>
            <a:cxnLst/>
            <a:rect l="0" t="0" r="r" b="b"/>
            <a:pathLst>
              <a:path w="24690" h="24690">
                <a:moveTo>
                  <a:pt x="9906" y="24528"/>
                </a:moveTo>
                <a:lnTo>
                  <a:pt x="5455" y="22684"/>
                </a:lnTo>
                <a:lnTo>
                  <a:pt x="3615" y="21074"/>
                </a:lnTo>
                <a:lnTo>
                  <a:pt x="2006" y="19235"/>
                </a:lnTo>
                <a:lnTo>
                  <a:pt x="162" y="14784"/>
                </a:lnTo>
                <a:lnTo>
                  <a:pt x="0" y="12345"/>
                </a:lnTo>
                <a:lnTo>
                  <a:pt x="162" y="9906"/>
                </a:lnTo>
                <a:lnTo>
                  <a:pt x="2006" y="5455"/>
                </a:lnTo>
                <a:lnTo>
                  <a:pt x="3615" y="3615"/>
                </a:lnTo>
                <a:lnTo>
                  <a:pt x="5455" y="2006"/>
                </a:lnTo>
                <a:lnTo>
                  <a:pt x="9906" y="162"/>
                </a:lnTo>
                <a:lnTo>
                  <a:pt x="12345" y="0"/>
                </a:lnTo>
                <a:lnTo>
                  <a:pt x="14784" y="162"/>
                </a:lnTo>
                <a:lnTo>
                  <a:pt x="19235" y="2006"/>
                </a:lnTo>
                <a:lnTo>
                  <a:pt x="21074" y="3615"/>
                </a:lnTo>
                <a:lnTo>
                  <a:pt x="22684" y="5455"/>
                </a:lnTo>
                <a:lnTo>
                  <a:pt x="24528" y="9906"/>
                </a:lnTo>
                <a:lnTo>
                  <a:pt x="24690" y="12345"/>
                </a:lnTo>
                <a:lnTo>
                  <a:pt x="24528" y="14784"/>
                </a:lnTo>
                <a:lnTo>
                  <a:pt x="22684" y="19235"/>
                </a:lnTo>
                <a:lnTo>
                  <a:pt x="21074" y="21074"/>
                </a:lnTo>
                <a:lnTo>
                  <a:pt x="19235" y="22684"/>
                </a:lnTo>
                <a:lnTo>
                  <a:pt x="14784" y="24528"/>
                </a:lnTo>
                <a:lnTo>
                  <a:pt x="12345" y="24690"/>
                </a:lnTo>
                <a:lnTo>
                  <a:pt x="9906" y="24528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275" name="Shape 275"/>
          <p:cNvSpPr/>
          <p:nvPr/>
        </p:nvSpPr>
        <p:spPr>
          <a:xfrm>
            <a:off x="5979768" y="2133060"/>
            <a:ext cx="24467" cy="24467"/>
          </a:xfrm>
          <a:custGeom>
            <a:avLst/>
            <a:gdLst/>
            <a:ahLst/>
            <a:cxnLst/>
            <a:rect l="0" t="0" r="r" b="b"/>
            <a:pathLst>
              <a:path w="24467" h="24467">
                <a:moveTo>
                  <a:pt x="9816" y="24306"/>
                </a:moveTo>
                <a:lnTo>
                  <a:pt x="5405" y="22479"/>
                </a:lnTo>
                <a:lnTo>
                  <a:pt x="3583" y="20884"/>
                </a:lnTo>
                <a:lnTo>
                  <a:pt x="1988" y="19061"/>
                </a:lnTo>
                <a:lnTo>
                  <a:pt x="161" y="14650"/>
                </a:lnTo>
                <a:lnTo>
                  <a:pt x="0" y="12233"/>
                </a:lnTo>
                <a:lnTo>
                  <a:pt x="161" y="9816"/>
                </a:lnTo>
                <a:lnTo>
                  <a:pt x="1988" y="5405"/>
                </a:lnTo>
                <a:lnTo>
                  <a:pt x="3583" y="3583"/>
                </a:lnTo>
                <a:lnTo>
                  <a:pt x="5405" y="1988"/>
                </a:lnTo>
                <a:lnTo>
                  <a:pt x="9816" y="161"/>
                </a:lnTo>
                <a:lnTo>
                  <a:pt x="12233" y="0"/>
                </a:lnTo>
                <a:lnTo>
                  <a:pt x="14650" y="161"/>
                </a:lnTo>
                <a:lnTo>
                  <a:pt x="19061" y="1988"/>
                </a:lnTo>
                <a:lnTo>
                  <a:pt x="20884" y="3583"/>
                </a:lnTo>
                <a:lnTo>
                  <a:pt x="22479" y="5405"/>
                </a:lnTo>
                <a:lnTo>
                  <a:pt x="24306" y="9816"/>
                </a:lnTo>
                <a:lnTo>
                  <a:pt x="24467" y="12233"/>
                </a:lnTo>
                <a:lnTo>
                  <a:pt x="24306" y="14650"/>
                </a:lnTo>
                <a:lnTo>
                  <a:pt x="22479" y="19061"/>
                </a:lnTo>
                <a:lnTo>
                  <a:pt x="20884" y="20884"/>
                </a:lnTo>
                <a:lnTo>
                  <a:pt x="19061" y="22479"/>
                </a:lnTo>
                <a:lnTo>
                  <a:pt x="14650" y="24306"/>
                </a:lnTo>
                <a:lnTo>
                  <a:pt x="12233" y="24467"/>
                </a:lnTo>
                <a:lnTo>
                  <a:pt x="9816" y="2430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276" name="Shape 276"/>
          <p:cNvSpPr/>
          <p:nvPr/>
        </p:nvSpPr>
        <p:spPr>
          <a:xfrm>
            <a:off x="6095733" y="2163965"/>
            <a:ext cx="24239" cy="24239"/>
          </a:xfrm>
          <a:custGeom>
            <a:avLst/>
            <a:gdLst/>
            <a:ahLst/>
            <a:cxnLst/>
            <a:rect l="0" t="0" r="r" b="b"/>
            <a:pathLst>
              <a:path w="24239" h="24239">
                <a:moveTo>
                  <a:pt x="9725" y="24079"/>
                </a:moveTo>
                <a:lnTo>
                  <a:pt x="5355" y="22269"/>
                </a:lnTo>
                <a:lnTo>
                  <a:pt x="3549" y="20689"/>
                </a:lnTo>
                <a:lnTo>
                  <a:pt x="1969" y="18883"/>
                </a:lnTo>
                <a:lnTo>
                  <a:pt x="159" y="14514"/>
                </a:lnTo>
                <a:lnTo>
                  <a:pt x="0" y="12119"/>
                </a:lnTo>
                <a:lnTo>
                  <a:pt x="159" y="9725"/>
                </a:lnTo>
                <a:lnTo>
                  <a:pt x="1969" y="5355"/>
                </a:lnTo>
                <a:lnTo>
                  <a:pt x="3549" y="3549"/>
                </a:lnTo>
                <a:lnTo>
                  <a:pt x="5355" y="1969"/>
                </a:lnTo>
                <a:lnTo>
                  <a:pt x="9725" y="159"/>
                </a:lnTo>
                <a:lnTo>
                  <a:pt x="12119" y="0"/>
                </a:lnTo>
                <a:lnTo>
                  <a:pt x="14514" y="159"/>
                </a:lnTo>
                <a:lnTo>
                  <a:pt x="18883" y="1969"/>
                </a:lnTo>
                <a:lnTo>
                  <a:pt x="20689" y="3549"/>
                </a:lnTo>
                <a:lnTo>
                  <a:pt x="22269" y="5355"/>
                </a:lnTo>
                <a:lnTo>
                  <a:pt x="24079" y="9725"/>
                </a:lnTo>
                <a:lnTo>
                  <a:pt x="24239" y="12119"/>
                </a:lnTo>
                <a:lnTo>
                  <a:pt x="24079" y="14514"/>
                </a:lnTo>
                <a:lnTo>
                  <a:pt x="22269" y="18883"/>
                </a:lnTo>
                <a:lnTo>
                  <a:pt x="20689" y="20689"/>
                </a:lnTo>
                <a:lnTo>
                  <a:pt x="18883" y="22269"/>
                </a:lnTo>
                <a:lnTo>
                  <a:pt x="14514" y="24079"/>
                </a:lnTo>
                <a:lnTo>
                  <a:pt x="12119" y="24239"/>
                </a:lnTo>
                <a:lnTo>
                  <a:pt x="9725" y="24079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277" name="Shape 277"/>
          <p:cNvSpPr/>
          <p:nvPr/>
        </p:nvSpPr>
        <p:spPr>
          <a:xfrm>
            <a:off x="6188678" y="2188724"/>
            <a:ext cx="24085" cy="24085"/>
          </a:xfrm>
          <a:custGeom>
            <a:avLst/>
            <a:gdLst/>
            <a:ahLst/>
            <a:cxnLst/>
            <a:rect l="0" t="0" r="r" b="b"/>
            <a:pathLst>
              <a:path w="24085" h="24085">
                <a:moveTo>
                  <a:pt x="9663" y="23927"/>
                </a:moveTo>
                <a:lnTo>
                  <a:pt x="5321" y="22128"/>
                </a:lnTo>
                <a:lnTo>
                  <a:pt x="3527" y="20558"/>
                </a:lnTo>
                <a:lnTo>
                  <a:pt x="1957" y="18764"/>
                </a:lnTo>
                <a:lnTo>
                  <a:pt x="158" y="14421"/>
                </a:lnTo>
                <a:lnTo>
                  <a:pt x="0" y="12042"/>
                </a:lnTo>
                <a:lnTo>
                  <a:pt x="158" y="9663"/>
                </a:lnTo>
                <a:lnTo>
                  <a:pt x="1957" y="5321"/>
                </a:lnTo>
                <a:lnTo>
                  <a:pt x="3527" y="3527"/>
                </a:lnTo>
                <a:lnTo>
                  <a:pt x="5321" y="1957"/>
                </a:lnTo>
                <a:lnTo>
                  <a:pt x="9663" y="158"/>
                </a:lnTo>
                <a:lnTo>
                  <a:pt x="12042" y="0"/>
                </a:lnTo>
                <a:lnTo>
                  <a:pt x="14421" y="158"/>
                </a:lnTo>
                <a:lnTo>
                  <a:pt x="18764" y="1957"/>
                </a:lnTo>
                <a:lnTo>
                  <a:pt x="20558" y="3527"/>
                </a:lnTo>
                <a:lnTo>
                  <a:pt x="22128" y="5321"/>
                </a:lnTo>
                <a:lnTo>
                  <a:pt x="23927" y="9663"/>
                </a:lnTo>
                <a:lnTo>
                  <a:pt x="24085" y="12042"/>
                </a:lnTo>
                <a:lnTo>
                  <a:pt x="23927" y="14421"/>
                </a:lnTo>
                <a:lnTo>
                  <a:pt x="22128" y="18764"/>
                </a:lnTo>
                <a:lnTo>
                  <a:pt x="20558" y="20558"/>
                </a:lnTo>
                <a:lnTo>
                  <a:pt x="18764" y="22128"/>
                </a:lnTo>
                <a:lnTo>
                  <a:pt x="14421" y="23927"/>
                </a:lnTo>
                <a:lnTo>
                  <a:pt x="12042" y="24085"/>
                </a:lnTo>
                <a:lnTo>
                  <a:pt x="9663" y="23927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278" name="Shape 278"/>
          <p:cNvSpPr/>
          <p:nvPr/>
        </p:nvSpPr>
        <p:spPr>
          <a:xfrm>
            <a:off x="6297080" y="2216926"/>
            <a:ext cx="25745" cy="25745"/>
          </a:xfrm>
          <a:custGeom>
            <a:avLst/>
            <a:gdLst/>
            <a:ahLst/>
            <a:cxnLst/>
            <a:rect l="0" t="0" r="r" b="b"/>
            <a:pathLst>
              <a:path w="25745" h="25745">
                <a:moveTo>
                  <a:pt x="10329" y="25575"/>
                </a:moveTo>
                <a:lnTo>
                  <a:pt x="5688" y="23653"/>
                </a:lnTo>
                <a:lnTo>
                  <a:pt x="3770" y="21975"/>
                </a:lnTo>
                <a:lnTo>
                  <a:pt x="2092" y="20056"/>
                </a:lnTo>
                <a:lnTo>
                  <a:pt x="169" y="15415"/>
                </a:lnTo>
                <a:lnTo>
                  <a:pt x="0" y="12872"/>
                </a:lnTo>
                <a:lnTo>
                  <a:pt x="169" y="10329"/>
                </a:lnTo>
                <a:lnTo>
                  <a:pt x="2092" y="5688"/>
                </a:lnTo>
                <a:lnTo>
                  <a:pt x="3770" y="3770"/>
                </a:lnTo>
                <a:lnTo>
                  <a:pt x="5688" y="2092"/>
                </a:lnTo>
                <a:lnTo>
                  <a:pt x="10329" y="169"/>
                </a:lnTo>
                <a:lnTo>
                  <a:pt x="12872" y="0"/>
                </a:lnTo>
                <a:lnTo>
                  <a:pt x="15415" y="169"/>
                </a:lnTo>
                <a:lnTo>
                  <a:pt x="20056" y="2092"/>
                </a:lnTo>
                <a:lnTo>
                  <a:pt x="21975" y="3770"/>
                </a:lnTo>
                <a:lnTo>
                  <a:pt x="23653" y="5688"/>
                </a:lnTo>
                <a:lnTo>
                  <a:pt x="25575" y="10329"/>
                </a:lnTo>
                <a:lnTo>
                  <a:pt x="25745" y="12872"/>
                </a:lnTo>
                <a:lnTo>
                  <a:pt x="25575" y="15415"/>
                </a:lnTo>
                <a:lnTo>
                  <a:pt x="23653" y="20056"/>
                </a:lnTo>
                <a:lnTo>
                  <a:pt x="21975" y="21975"/>
                </a:lnTo>
                <a:lnTo>
                  <a:pt x="20056" y="23653"/>
                </a:lnTo>
                <a:lnTo>
                  <a:pt x="15415" y="25575"/>
                </a:lnTo>
                <a:lnTo>
                  <a:pt x="12872" y="25745"/>
                </a:lnTo>
                <a:lnTo>
                  <a:pt x="10329" y="25575"/>
                </a:lnTo>
                <a:close/>
              </a:path>
            </a:pathLst>
          </a:custGeom>
          <a:solidFill>
            <a:srgbClr val="75CC7A"/>
          </a:solidFill>
          <a:ln>
            <a:noFill/>
          </a:ln>
        </p:spPr>
      </p:sp>
      <p:sp>
        <p:nvSpPr>
          <p:cNvPr id="279" name="Shape 279"/>
          <p:cNvSpPr/>
          <p:nvPr/>
        </p:nvSpPr>
        <p:spPr>
          <a:xfrm>
            <a:off x="5207398" y="1961138"/>
            <a:ext cx="22130" cy="22130"/>
          </a:xfrm>
          <a:custGeom>
            <a:avLst/>
            <a:gdLst/>
            <a:ahLst/>
            <a:cxnLst/>
            <a:rect l="0" t="0" r="r" b="b"/>
            <a:pathLst>
              <a:path w="22130" h="22130">
                <a:moveTo>
                  <a:pt x="8879" y="21984"/>
                </a:moveTo>
                <a:lnTo>
                  <a:pt x="4889" y="20332"/>
                </a:lnTo>
                <a:lnTo>
                  <a:pt x="3240" y="18889"/>
                </a:lnTo>
                <a:lnTo>
                  <a:pt x="1798" y="17240"/>
                </a:lnTo>
                <a:lnTo>
                  <a:pt x="145" y="13251"/>
                </a:lnTo>
                <a:lnTo>
                  <a:pt x="0" y="11065"/>
                </a:lnTo>
                <a:lnTo>
                  <a:pt x="145" y="8879"/>
                </a:lnTo>
                <a:lnTo>
                  <a:pt x="1798" y="4889"/>
                </a:lnTo>
                <a:lnTo>
                  <a:pt x="3240" y="3240"/>
                </a:lnTo>
                <a:lnTo>
                  <a:pt x="4889" y="1798"/>
                </a:lnTo>
                <a:lnTo>
                  <a:pt x="8879" y="145"/>
                </a:lnTo>
                <a:lnTo>
                  <a:pt x="11065" y="0"/>
                </a:lnTo>
                <a:lnTo>
                  <a:pt x="13251" y="145"/>
                </a:lnTo>
                <a:lnTo>
                  <a:pt x="17240" y="1798"/>
                </a:lnTo>
                <a:lnTo>
                  <a:pt x="18889" y="3240"/>
                </a:lnTo>
                <a:lnTo>
                  <a:pt x="20332" y="4889"/>
                </a:lnTo>
                <a:lnTo>
                  <a:pt x="21984" y="8879"/>
                </a:lnTo>
                <a:lnTo>
                  <a:pt x="22130" y="11065"/>
                </a:lnTo>
                <a:lnTo>
                  <a:pt x="21984" y="13251"/>
                </a:lnTo>
                <a:lnTo>
                  <a:pt x="20332" y="17240"/>
                </a:lnTo>
                <a:lnTo>
                  <a:pt x="18889" y="18889"/>
                </a:lnTo>
                <a:lnTo>
                  <a:pt x="17240" y="20332"/>
                </a:lnTo>
                <a:lnTo>
                  <a:pt x="13251" y="21984"/>
                </a:lnTo>
                <a:lnTo>
                  <a:pt x="11065" y="22130"/>
                </a:lnTo>
                <a:lnTo>
                  <a:pt x="8879" y="21984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280" name="Shape 280"/>
          <p:cNvSpPr/>
          <p:nvPr/>
        </p:nvSpPr>
        <p:spPr>
          <a:xfrm>
            <a:off x="5217229" y="1964914"/>
            <a:ext cx="22382" cy="22382"/>
          </a:xfrm>
          <a:custGeom>
            <a:avLst/>
            <a:gdLst/>
            <a:ahLst/>
            <a:cxnLst/>
            <a:rect l="0" t="0" r="r" b="b"/>
            <a:pathLst>
              <a:path w="22382" h="22382">
                <a:moveTo>
                  <a:pt x="8980" y="22234"/>
                </a:moveTo>
                <a:lnTo>
                  <a:pt x="4945" y="20563"/>
                </a:lnTo>
                <a:lnTo>
                  <a:pt x="3277" y="19104"/>
                </a:lnTo>
                <a:lnTo>
                  <a:pt x="1818" y="17436"/>
                </a:lnTo>
                <a:lnTo>
                  <a:pt x="147" y="13401"/>
                </a:lnTo>
                <a:lnTo>
                  <a:pt x="0" y="11191"/>
                </a:lnTo>
                <a:lnTo>
                  <a:pt x="147" y="8980"/>
                </a:lnTo>
                <a:lnTo>
                  <a:pt x="1818" y="4945"/>
                </a:lnTo>
                <a:lnTo>
                  <a:pt x="3277" y="3277"/>
                </a:lnTo>
                <a:lnTo>
                  <a:pt x="4945" y="1818"/>
                </a:lnTo>
                <a:lnTo>
                  <a:pt x="8980" y="147"/>
                </a:lnTo>
                <a:lnTo>
                  <a:pt x="11191" y="0"/>
                </a:lnTo>
                <a:lnTo>
                  <a:pt x="13401" y="147"/>
                </a:lnTo>
                <a:lnTo>
                  <a:pt x="17436" y="1818"/>
                </a:lnTo>
                <a:lnTo>
                  <a:pt x="19104" y="3277"/>
                </a:lnTo>
                <a:lnTo>
                  <a:pt x="20563" y="4945"/>
                </a:lnTo>
                <a:lnTo>
                  <a:pt x="22234" y="8980"/>
                </a:lnTo>
                <a:lnTo>
                  <a:pt x="22382" y="11191"/>
                </a:lnTo>
                <a:lnTo>
                  <a:pt x="22234" y="13401"/>
                </a:lnTo>
                <a:lnTo>
                  <a:pt x="20563" y="17436"/>
                </a:lnTo>
                <a:lnTo>
                  <a:pt x="19104" y="19104"/>
                </a:lnTo>
                <a:lnTo>
                  <a:pt x="17436" y="20563"/>
                </a:lnTo>
                <a:lnTo>
                  <a:pt x="13401" y="22234"/>
                </a:lnTo>
                <a:lnTo>
                  <a:pt x="11191" y="22382"/>
                </a:lnTo>
                <a:lnTo>
                  <a:pt x="8980" y="22234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281" name="Shape 281"/>
          <p:cNvSpPr/>
          <p:nvPr/>
        </p:nvSpPr>
        <p:spPr>
          <a:xfrm>
            <a:off x="5224223" y="1967605"/>
            <a:ext cx="22547" cy="22547"/>
          </a:xfrm>
          <a:custGeom>
            <a:avLst/>
            <a:gdLst/>
            <a:ahLst/>
            <a:cxnLst/>
            <a:rect l="0" t="0" r="r" b="b"/>
            <a:pathLst>
              <a:path w="22547" h="22547">
                <a:moveTo>
                  <a:pt x="9046" y="22399"/>
                </a:moveTo>
                <a:lnTo>
                  <a:pt x="4981" y="20715"/>
                </a:lnTo>
                <a:lnTo>
                  <a:pt x="3302" y="19245"/>
                </a:lnTo>
                <a:lnTo>
                  <a:pt x="1832" y="17565"/>
                </a:lnTo>
                <a:lnTo>
                  <a:pt x="148" y="13500"/>
                </a:lnTo>
                <a:lnTo>
                  <a:pt x="0" y="11273"/>
                </a:lnTo>
                <a:lnTo>
                  <a:pt x="148" y="9046"/>
                </a:lnTo>
                <a:lnTo>
                  <a:pt x="1832" y="4981"/>
                </a:lnTo>
                <a:lnTo>
                  <a:pt x="3302" y="3302"/>
                </a:lnTo>
                <a:lnTo>
                  <a:pt x="4981" y="1832"/>
                </a:lnTo>
                <a:lnTo>
                  <a:pt x="9046" y="148"/>
                </a:lnTo>
                <a:lnTo>
                  <a:pt x="11273" y="0"/>
                </a:lnTo>
                <a:lnTo>
                  <a:pt x="13500" y="148"/>
                </a:lnTo>
                <a:lnTo>
                  <a:pt x="17565" y="1832"/>
                </a:lnTo>
                <a:lnTo>
                  <a:pt x="19245" y="3302"/>
                </a:lnTo>
                <a:lnTo>
                  <a:pt x="20715" y="4981"/>
                </a:lnTo>
                <a:lnTo>
                  <a:pt x="22399" y="9046"/>
                </a:lnTo>
                <a:lnTo>
                  <a:pt x="22547" y="11273"/>
                </a:lnTo>
                <a:lnTo>
                  <a:pt x="22399" y="13500"/>
                </a:lnTo>
                <a:lnTo>
                  <a:pt x="20715" y="17565"/>
                </a:lnTo>
                <a:lnTo>
                  <a:pt x="19245" y="19245"/>
                </a:lnTo>
                <a:lnTo>
                  <a:pt x="17565" y="20715"/>
                </a:lnTo>
                <a:lnTo>
                  <a:pt x="13500" y="22399"/>
                </a:lnTo>
                <a:lnTo>
                  <a:pt x="11273" y="22547"/>
                </a:lnTo>
                <a:lnTo>
                  <a:pt x="9046" y="22399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282" name="Shape 282"/>
          <p:cNvSpPr/>
          <p:nvPr/>
        </p:nvSpPr>
        <p:spPr>
          <a:xfrm>
            <a:off x="5231602" y="1970447"/>
            <a:ext cx="22711" cy="22711"/>
          </a:xfrm>
          <a:custGeom>
            <a:avLst/>
            <a:gdLst/>
            <a:ahLst/>
            <a:cxnLst/>
            <a:rect l="0" t="0" r="r" b="b"/>
            <a:pathLst>
              <a:path w="22711" h="22711">
                <a:moveTo>
                  <a:pt x="9112" y="22562"/>
                </a:moveTo>
                <a:lnTo>
                  <a:pt x="5018" y="20866"/>
                </a:lnTo>
                <a:lnTo>
                  <a:pt x="3326" y="19385"/>
                </a:lnTo>
                <a:lnTo>
                  <a:pt x="1845" y="17693"/>
                </a:lnTo>
                <a:lnTo>
                  <a:pt x="149" y="13599"/>
                </a:lnTo>
                <a:lnTo>
                  <a:pt x="0" y="11355"/>
                </a:lnTo>
                <a:lnTo>
                  <a:pt x="149" y="9112"/>
                </a:lnTo>
                <a:lnTo>
                  <a:pt x="1845" y="5018"/>
                </a:lnTo>
                <a:lnTo>
                  <a:pt x="3326" y="3326"/>
                </a:lnTo>
                <a:lnTo>
                  <a:pt x="5018" y="1845"/>
                </a:lnTo>
                <a:lnTo>
                  <a:pt x="9112" y="149"/>
                </a:lnTo>
                <a:lnTo>
                  <a:pt x="11355" y="0"/>
                </a:lnTo>
                <a:lnTo>
                  <a:pt x="13599" y="149"/>
                </a:lnTo>
                <a:lnTo>
                  <a:pt x="17693" y="1845"/>
                </a:lnTo>
                <a:lnTo>
                  <a:pt x="19385" y="3326"/>
                </a:lnTo>
                <a:lnTo>
                  <a:pt x="20866" y="5018"/>
                </a:lnTo>
                <a:lnTo>
                  <a:pt x="22562" y="9112"/>
                </a:lnTo>
                <a:lnTo>
                  <a:pt x="22711" y="11355"/>
                </a:lnTo>
                <a:lnTo>
                  <a:pt x="22562" y="13599"/>
                </a:lnTo>
                <a:lnTo>
                  <a:pt x="20866" y="17693"/>
                </a:lnTo>
                <a:lnTo>
                  <a:pt x="19385" y="19385"/>
                </a:lnTo>
                <a:lnTo>
                  <a:pt x="17693" y="20866"/>
                </a:lnTo>
                <a:lnTo>
                  <a:pt x="13599" y="22562"/>
                </a:lnTo>
                <a:lnTo>
                  <a:pt x="11355" y="22711"/>
                </a:lnTo>
                <a:lnTo>
                  <a:pt x="9112" y="22562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283" name="Shape 283"/>
          <p:cNvSpPr/>
          <p:nvPr/>
        </p:nvSpPr>
        <p:spPr>
          <a:xfrm>
            <a:off x="5243464" y="1975022"/>
            <a:ext cx="22955" cy="22955"/>
          </a:xfrm>
          <a:custGeom>
            <a:avLst/>
            <a:gdLst/>
            <a:ahLst/>
            <a:cxnLst/>
            <a:rect l="0" t="0" r="r" b="b"/>
            <a:pathLst>
              <a:path w="22955" h="22955">
                <a:moveTo>
                  <a:pt x="9210" y="22803"/>
                </a:moveTo>
                <a:lnTo>
                  <a:pt x="5071" y="21089"/>
                </a:lnTo>
                <a:lnTo>
                  <a:pt x="3361" y="19593"/>
                </a:lnTo>
                <a:lnTo>
                  <a:pt x="1865" y="17883"/>
                </a:lnTo>
                <a:lnTo>
                  <a:pt x="151" y="13744"/>
                </a:lnTo>
                <a:lnTo>
                  <a:pt x="0" y="11477"/>
                </a:lnTo>
                <a:lnTo>
                  <a:pt x="151" y="9210"/>
                </a:lnTo>
                <a:lnTo>
                  <a:pt x="1865" y="5071"/>
                </a:lnTo>
                <a:lnTo>
                  <a:pt x="3361" y="3361"/>
                </a:lnTo>
                <a:lnTo>
                  <a:pt x="5071" y="1865"/>
                </a:lnTo>
                <a:lnTo>
                  <a:pt x="9210" y="151"/>
                </a:lnTo>
                <a:lnTo>
                  <a:pt x="11477" y="0"/>
                </a:lnTo>
                <a:lnTo>
                  <a:pt x="13744" y="151"/>
                </a:lnTo>
                <a:lnTo>
                  <a:pt x="17883" y="1865"/>
                </a:lnTo>
                <a:lnTo>
                  <a:pt x="19593" y="3361"/>
                </a:lnTo>
                <a:lnTo>
                  <a:pt x="21089" y="5071"/>
                </a:lnTo>
                <a:lnTo>
                  <a:pt x="22803" y="9210"/>
                </a:lnTo>
                <a:lnTo>
                  <a:pt x="22955" y="11477"/>
                </a:lnTo>
                <a:lnTo>
                  <a:pt x="22803" y="13744"/>
                </a:lnTo>
                <a:lnTo>
                  <a:pt x="21089" y="17883"/>
                </a:lnTo>
                <a:lnTo>
                  <a:pt x="19593" y="19593"/>
                </a:lnTo>
                <a:lnTo>
                  <a:pt x="17883" y="21089"/>
                </a:lnTo>
                <a:lnTo>
                  <a:pt x="13744" y="22803"/>
                </a:lnTo>
                <a:lnTo>
                  <a:pt x="11477" y="22955"/>
                </a:lnTo>
                <a:lnTo>
                  <a:pt x="9210" y="22803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284" name="Shape 284"/>
          <p:cNvSpPr/>
          <p:nvPr/>
        </p:nvSpPr>
        <p:spPr>
          <a:xfrm>
            <a:off x="5256391" y="1980015"/>
            <a:ext cx="23195" cy="23195"/>
          </a:xfrm>
          <a:custGeom>
            <a:avLst/>
            <a:gdLst/>
            <a:ahLst/>
            <a:cxnLst/>
            <a:rect l="0" t="0" r="r" b="b"/>
            <a:pathLst>
              <a:path w="23195" h="23195">
                <a:moveTo>
                  <a:pt x="9306" y="23042"/>
                </a:moveTo>
                <a:lnTo>
                  <a:pt x="5124" y="21310"/>
                </a:lnTo>
                <a:lnTo>
                  <a:pt x="3396" y="19798"/>
                </a:lnTo>
                <a:lnTo>
                  <a:pt x="1884" y="18070"/>
                </a:lnTo>
                <a:lnTo>
                  <a:pt x="152" y="13888"/>
                </a:lnTo>
                <a:lnTo>
                  <a:pt x="0" y="11597"/>
                </a:lnTo>
                <a:lnTo>
                  <a:pt x="152" y="9306"/>
                </a:lnTo>
                <a:lnTo>
                  <a:pt x="1884" y="5124"/>
                </a:lnTo>
                <a:lnTo>
                  <a:pt x="3396" y="3396"/>
                </a:lnTo>
                <a:lnTo>
                  <a:pt x="5124" y="1884"/>
                </a:lnTo>
                <a:lnTo>
                  <a:pt x="9306" y="152"/>
                </a:lnTo>
                <a:lnTo>
                  <a:pt x="11597" y="0"/>
                </a:lnTo>
                <a:lnTo>
                  <a:pt x="13888" y="152"/>
                </a:lnTo>
                <a:lnTo>
                  <a:pt x="18070" y="1884"/>
                </a:lnTo>
                <a:lnTo>
                  <a:pt x="19798" y="3396"/>
                </a:lnTo>
                <a:lnTo>
                  <a:pt x="21310" y="5124"/>
                </a:lnTo>
                <a:lnTo>
                  <a:pt x="23042" y="9306"/>
                </a:lnTo>
                <a:lnTo>
                  <a:pt x="23195" y="11597"/>
                </a:lnTo>
                <a:lnTo>
                  <a:pt x="23042" y="13888"/>
                </a:lnTo>
                <a:lnTo>
                  <a:pt x="21310" y="18070"/>
                </a:lnTo>
                <a:lnTo>
                  <a:pt x="19798" y="19798"/>
                </a:lnTo>
                <a:lnTo>
                  <a:pt x="18070" y="21310"/>
                </a:lnTo>
                <a:lnTo>
                  <a:pt x="13888" y="23042"/>
                </a:lnTo>
                <a:lnTo>
                  <a:pt x="11597" y="23195"/>
                </a:lnTo>
                <a:lnTo>
                  <a:pt x="9306" y="23042"/>
                </a:lnTo>
                <a:close/>
              </a:path>
            </a:pathLst>
          </a:custGeom>
          <a:solidFill>
            <a:srgbClr val="84D485"/>
          </a:solidFill>
          <a:ln>
            <a:noFill/>
          </a:ln>
        </p:spPr>
      </p:sp>
      <p:sp>
        <p:nvSpPr>
          <p:cNvPr id="285" name="Shape 285"/>
          <p:cNvSpPr/>
          <p:nvPr/>
        </p:nvSpPr>
        <p:spPr>
          <a:xfrm>
            <a:off x="5265673" y="1983605"/>
            <a:ext cx="23353" cy="23353"/>
          </a:xfrm>
          <a:custGeom>
            <a:avLst/>
            <a:gdLst/>
            <a:ahLst/>
            <a:cxnLst/>
            <a:rect l="0" t="0" r="r" b="b"/>
            <a:pathLst>
              <a:path w="23353" h="23353">
                <a:moveTo>
                  <a:pt x="9370" y="23199"/>
                </a:moveTo>
                <a:lnTo>
                  <a:pt x="5159" y="21455"/>
                </a:lnTo>
                <a:lnTo>
                  <a:pt x="3420" y="19933"/>
                </a:lnTo>
                <a:lnTo>
                  <a:pt x="1897" y="18193"/>
                </a:lnTo>
                <a:lnTo>
                  <a:pt x="153" y="13983"/>
                </a:lnTo>
                <a:lnTo>
                  <a:pt x="0" y="11676"/>
                </a:lnTo>
                <a:lnTo>
                  <a:pt x="153" y="9370"/>
                </a:lnTo>
                <a:lnTo>
                  <a:pt x="1897" y="5159"/>
                </a:lnTo>
                <a:lnTo>
                  <a:pt x="3420" y="3420"/>
                </a:lnTo>
                <a:lnTo>
                  <a:pt x="5159" y="1897"/>
                </a:lnTo>
                <a:lnTo>
                  <a:pt x="9370" y="153"/>
                </a:lnTo>
                <a:lnTo>
                  <a:pt x="11676" y="0"/>
                </a:lnTo>
                <a:lnTo>
                  <a:pt x="13983" y="153"/>
                </a:lnTo>
                <a:lnTo>
                  <a:pt x="18193" y="1897"/>
                </a:lnTo>
                <a:lnTo>
                  <a:pt x="19933" y="3420"/>
                </a:lnTo>
                <a:lnTo>
                  <a:pt x="21455" y="5159"/>
                </a:lnTo>
                <a:lnTo>
                  <a:pt x="23199" y="9370"/>
                </a:lnTo>
                <a:lnTo>
                  <a:pt x="23353" y="11676"/>
                </a:lnTo>
                <a:lnTo>
                  <a:pt x="23199" y="13983"/>
                </a:lnTo>
                <a:lnTo>
                  <a:pt x="21455" y="18193"/>
                </a:lnTo>
                <a:lnTo>
                  <a:pt x="19933" y="19933"/>
                </a:lnTo>
                <a:lnTo>
                  <a:pt x="18193" y="21455"/>
                </a:lnTo>
                <a:lnTo>
                  <a:pt x="13983" y="23199"/>
                </a:lnTo>
                <a:lnTo>
                  <a:pt x="11676" y="23353"/>
                </a:lnTo>
                <a:lnTo>
                  <a:pt x="9370" y="23199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286" name="Shape 286"/>
          <p:cNvSpPr/>
          <p:nvPr/>
        </p:nvSpPr>
        <p:spPr>
          <a:xfrm>
            <a:off x="5280718" y="1989432"/>
            <a:ext cx="23587" cy="23587"/>
          </a:xfrm>
          <a:custGeom>
            <a:avLst/>
            <a:gdLst/>
            <a:ahLst/>
            <a:cxnLst/>
            <a:rect l="0" t="0" r="r" b="b"/>
            <a:pathLst>
              <a:path w="23587" h="23587">
                <a:moveTo>
                  <a:pt x="9463" y="23431"/>
                </a:moveTo>
                <a:lnTo>
                  <a:pt x="5211" y="21670"/>
                </a:lnTo>
                <a:lnTo>
                  <a:pt x="3454" y="20132"/>
                </a:lnTo>
                <a:lnTo>
                  <a:pt x="1916" y="18375"/>
                </a:lnTo>
                <a:lnTo>
                  <a:pt x="155" y="14123"/>
                </a:lnTo>
                <a:lnTo>
                  <a:pt x="0" y="11793"/>
                </a:lnTo>
                <a:lnTo>
                  <a:pt x="155" y="9463"/>
                </a:lnTo>
                <a:lnTo>
                  <a:pt x="1916" y="5211"/>
                </a:lnTo>
                <a:lnTo>
                  <a:pt x="3454" y="3454"/>
                </a:lnTo>
                <a:lnTo>
                  <a:pt x="5211" y="1916"/>
                </a:lnTo>
                <a:lnTo>
                  <a:pt x="9463" y="155"/>
                </a:lnTo>
                <a:lnTo>
                  <a:pt x="11793" y="0"/>
                </a:lnTo>
                <a:lnTo>
                  <a:pt x="14123" y="155"/>
                </a:lnTo>
                <a:lnTo>
                  <a:pt x="18375" y="1916"/>
                </a:lnTo>
                <a:lnTo>
                  <a:pt x="20132" y="3454"/>
                </a:lnTo>
                <a:lnTo>
                  <a:pt x="21670" y="5211"/>
                </a:lnTo>
                <a:lnTo>
                  <a:pt x="23431" y="9463"/>
                </a:lnTo>
                <a:lnTo>
                  <a:pt x="23587" y="11793"/>
                </a:lnTo>
                <a:lnTo>
                  <a:pt x="23431" y="14123"/>
                </a:lnTo>
                <a:lnTo>
                  <a:pt x="21670" y="18375"/>
                </a:lnTo>
                <a:lnTo>
                  <a:pt x="20132" y="20132"/>
                </a:lnTo>
                <a:lnTo>
                  <a:pt x="18375" y="21670"/>
                </a:lnTo>
                <a:lnTo>
                  <a:pt x="14123" y="23431"/>
                </a:lnTo>
                <a:lnTo>
                  <a:pt x="11793" y="23587"/>
                </a:lnTo>
                <a:lnTo>
                  <a:pt x="9463" y="23431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287" name="Shape 287"/>
          <p:cNvSpPr/>
          <p:nvPr/>
        </p:nvSpPr>
        <p:spPr>
          <a:xfrm>
            <a:off x="5297291" y="1995857"/>
            <a:ext cx="23818" cy="23818"/>
          </a:xfrm>
          <a:custGeom>
            <a:avLst/>
            <a:gdLst/>
            <a:ahLst/>
            <a:cxnLst/>
            <a:rect l="0" t="0" r="r" b="b"/>
            <a:pathLst>
              <a:path w="23818" h="23818">
                <a:moveTo>
                  <a:pt x="9556" y="23661"/>
                </a:moveTo>
                <a:lnTo>
                  <a:pt x="5262" y="21882"/>
                </a:lnTo>
                <a:lnTo>
                  <a:pt x="3488" y="20330"/>
                </a:lnTo>
                <a:lnTo>
                  <a:pt x="1935" y="18555"/>
                </a:lnTo>
                <a:lnTo>
                  <a:pt x="156" y="14261"/>
                </a:lnTo>
                <a:lnTo>
                  <a:pt x="0" y="11909"/>
                </a:lnTo>
                <a:lnTo>
                  <a:pt x="156" y="9556"/>
                </a:lnTo>
                <a:lnTo>
                  <a:pt x="1935" y="5262"/>
                </a:lnTo>
                <a:lnTo>
                  <a:pt x="3488" y="3488"/>
                </a:lnTo>
                <a:lnTo>
                  <a:pt x="5262" y="1935"/>
                </a:lnTo>
                <a:lnTo>
                  <a:pt x="9556" y="156"/>
                </a:lnTo>
                <a:lnTo>
                  <a:pt x="11909" y="0"/>
                </a:lnTo>
                <a:lnTo>
                  <a:pt x="14261" y="156"/>
                </a:lnTo>
                <a:lnTo>
                  <a:pt x="18555" y="1935"/>
                </a:lnTo>
                <a:lnTo>
                  <a:pt x="20330" y="3488"/>
                </a:lnTo>
                <a:lnTo>
                  <a:pt x="21882" y="5262"/>
                </a:lnTo>
                <a:lnTo>
                  <a:pt x="23661" y="9556"/>
                </a:lnTo>
                <a:lnTo>
                  <a:pt x="23818" y="11909"/>
                </a:lnTo>
                <a:lnTo>
                  <a:pt x="23661" y="14261"/>
                </a:lnTo>
                <a:lnTo>
                  <a:pt x="21882" y="18555"/>
                </a:lnTo>
                <a:lnTo>
                  <a:pt x="20330" y="20330"/>
                </a:lnTo>
                <a:lnTo>
                  <a:pt x="18555" y="21882"/>
                </a:lnTo>
                <a:lnTo>
                  <a:pt x="14261" y="23661"/>
                </a:lnTo>
                <a:lnTo>
                  <a:pt x="11909" y="23818"/>
                </a:lnTo>
                <a:lnTo>
                  <a:pt x="9556" y="2366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288" name="Shape 288"/>
          <p:cNvSpPr/>
          <p:nvPr/>
        </p:nvSpPr>
        <p:spPr>
          <a:xfrm>
            <a:off x="5309307" y="2000520"/>
            <a:ext cx="23969" cy="23969"/>
          </a:xfrm>
          <a:custGeom>
            <a:avLst/>
            <a:gdLst/>
            <a:ahLst/>
            <a:cxnLst/>
            <a:rect l="0" t="0" r="r" b="b"/>
            <a:pathLst>
              <a:path w="23969" h="23969">
                <a:moveTo>
                  <a:pt x="9617" y="23811"/>
                </a:moveTo>
                <a:lnTo>
                  <a:pt x="5295" y="22021"/>
                </a:lnTo>
                <a:lnTo>
                  <a:pt x="3510" y="20459"/>
                </a:lnTo>
                <a:lnTo>
                  <a:pt x="1947" y="18673"/>
                </a:lnTo>
                <a:lnTo>
                  <a:pt x="157" y="14352"/>
                </a:lnTo>
                <a:lnTo>
                  <a:pt x="0" y="11984"/>
                </a:lnTo>
                <a:lnTo>
                  <a:pt x="157" y="9617"/>
                </a:lnTo>
                <a:lnTo>
                  <a:pt x="1947" y="5295"/>
                </a:lnTo>
                <a:lnTo>
                  <a:pt x="3510" y="3510"/>
                </a:lnTo>
                <a:lnTo>
                  <a:pt x="5295" y="1947"/>
                </a:lnTo>
                <a:lnTo>
                  <a:pt x="9617" y="157"/>
                </a:lnTo>
                <a:lnTo>
                  <a:pt x="11984" y="0"/>
                </a:lnTo>
                <a:lnTo>
                  <a:pt x="14352" y="157"/>
                </a:lnTo>
                <a:lnTo>
                  <a:pt x="18673" y="1947"/>
                </a:lnTo>
                <a:lnTo>
                  <a:pt x="20459" y="3510"/>
                </a:lnTo>
                <a:lnTo>
                  <a:pt x="22021" y="5295"/>
                </a:lnTo>
                <a:lnTo>
                  <a:pt x="23811" y="9617"/>
                </a:lnTo>
                <a:lnTo>
                  <a:pt x="23969" y="11984"/>
                </a:lnTo>
                <a:lnTo>
                  <a:pt x="23811" y="14352"/>
                </a:lnTo>
                <a:lnTo>
                  <a:pt x="22021" y="18673"/>
                </a:lnTo>
                <a:lnTo>
                  <a:pt x="20459" y="20459"/>
                </a:lnTo>
                <a:lnTo>
                  <a:pt x="18673" y="22021"/>
                </a:lnTo>
                <a:lnTo>
                  <a:pt x="14352" y="23811"/>
                </a:lnTo>
                <a:lnTo>
                  <a:pt x="11984" y="23969"/>
                </a:lnTo>
                <a:lnTo>
                  <a:pt x="9617" y="23811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289" name="Shape 289"/>
          <p:cNvSpPr/>
          <p:nvPr/>
        </p:nvSpPr>
        <p:spPr>
          <a:xfrm>
            <a:off x="5328993" y="2008168"/>
            <a:ext cx="24191" cy="24191"/>
          </a:xfrm>
          <a:custGeom>
            <a:avLst/>
            <a:gdLst/>
            <a:ahLst/>
            <a:cxnLst/>
            <a:rect l="0" t="0" r="r" b="b"/>
            <a:pathLst>
              <a:path w="24191" h="24191">
                <a:moveTo>
                  <a:pt x="9706" y="24032"/>
                </a:moveTo>
                <a:lnTo>
                  <a:pt x="5345" y="22225"/>
                </a:lnTo>
                <a:lnTo>
                  <a:pt x="3542" y="20648"/>
                </a:lnTo>
                <a:lnTo>
                  <a:pt x="1965" y="18846"/>
                </a:lnTo>
                <a:lnTo>
                  <a:pt x="159" y="14485"/>
                </a:lnTo>
                <a:lnTo>
                  <a:pt x="0" y="12095"/>
                </a:lnTo>
                <a:lnTo>
                  <a:pt x="159" y="9706"/>
                </a:lnTo>
                <a:lnTo>
                  <a:pt x="1965" y="5345"/>
                </a:lnTo>
                <a:lnTo>
                  <a:pt x="3542" y="3542"/>
                </a:lnTo>
                <a:lnTo>
                  <a:pt x="5345" y="1965"/>
                </a:lnTo>
                <a:lnTo>
                  <a:pt x="9706" y="159"/>
                </a:lnTo>
                <a:lnTo>
                  <a:pt x="12095" y="0"/>
                </a:lnTo>
                <a:lnTo>
                  <a:pt x="14485" y="159"/>
                </a:lnTo>
                <a:lnTo>
                  <a:pt x="18846" y="1965"/>
                </a:lnTo>
                <a:lnTo>
                  <a:pt x="20648" y="3542"/>
                </a:lnTo>
                <a:lnTo>
                  <a:pt x="22225" y="5345"/>
                </a:lnTo>
                <a:lnTo>
                  <a:pt x="24032" y="9706"/>
                </a:lnTo>
                <a:lnTo>
                  <a:pt x="24191" y="12095"/>
                </a:lnTo>
                <a:lnTo>
                  <a:pt x="24032" y="14485"/>
                </a:lnTo>
                <a:lnTo>
                  <a:pt x="22225" y="18846"/>
                </a:lnTo>
                <a:lnTo>
                  <a:pt x="20648" y="20648"/>
                </a:lnTo>
                <a:lnTo>
                  <a:pt x="18846" y="22225"/>
                </a:lnTo>
                <a:lnTo>
                  <a:pt x="14485" y="24032"/>
                </a:lnTo>
                <a:lnTo>
                  <a:pt x="12095" y="24191"/>
                </a:lnTo>
                <a:lnTo>
                  <a:pt x="9706" y="24032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290" name="Shape 290"/>
          <p:cNvSpPr/>
          <p:nvPr/>
        </p:nvSpPr>
        <p:spPr>
          <a:xfrm>
            <a:off x="5350983" y="2016721"/>
            <a:ext cx="24405" cy="24405"/>
          </a:xfrm>
          <a:custGeom>
            <a:avLst/>
            <a:gdLst/>
            <a:ahLst/>
            <a:cxnLst/>
            <a:rect l="0" t="0" r="r" b="b"/>
            <a:pathLst>
              <a:path w="24405" h="24405">
                <a:moveTo>
                  <a:pt x="9792" y="24245"/>
                </a:moveTo>
                <a:lnTo>
                  <a:pt x="5392" y="22422"/>
                </a:lnTo>
                <a:lnTo>
                  <a:pt x="3574" y="20831"/>
                </a:lnTo>
                <a:lnTo>
                  <a:pt x="1983" y="19013"/>
                </a:lnTo>
                <a:lnTo>
                  <a:pt x="160" y="14613"/>
                </a:lnTo>
                <a:lnTo>
                  <a:pt x="0" y="12202"/>
                </a:lnTo>
                <a:lnTo>
                  <a:pt x="160" y="9792"/>
                </a:lnTo>
                <a:lnTo>
                  <a:pt x="1983" y="5392"/>
                </a:lnTo>
                <a:lnTo>
                  <a:pt x="3574" y="3574"/>
                </a:lnTo>
                <a:lnTo>
                  <a:pt x="5392" y="1983"/>
                </a:lnTo>
                <a:lnTo>
                  <a:pt x="9792" y="160"/>
                </a:lnTo>
                <a:lnTo>
                  <a:pt x="12202" y="0"/>
                </a:lnTo>
                <a:lnTo>
                  <a:pt x="14613" y="160"/>
                </a:lnTo>
                <a:lnTo>
                  <a:pt x="19013" y="1983"/>
                </a:lnTo>
                <a:lnTo>
                  <a:pt x="20831" y="3574"/>
                </a:lnTo>
                <a:lnTo>
                  <a:pt x="22422" y="5392"/>
                </a:lnTo>
                <a:lnTo>
                  <a:pt x="24245" y="9792"/>
                </a:lnTo>
                <a:lnTo>
                  <a:pt x="24405" y="12202"/>
                </a:lnTo>
                <a:lnTo>
                  <a:pt x="24245" y="14613"/>
                </a:lnTo>
                <a:lnTo>
                  <a:pt x="22422" y="19013"/>
                </a:lnTo>
                <a:lnTo>
                  <a:pt x="20831" y="20831"/>
                </a:lnTo>
                <a:lnTo>
                  <a:pt x="19013" y="22422"/>
                </a:lnTo>
                <a:lnTo>
                  <a:pt x="14613" y="24245"/>
                </a:lnTo>
                <a:lnTo>
                  <a:pt x="12202" y="24405"/>
                </a:lnTo>
                <a:lnTo>
                  <a:pt x="9792" y="24245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291" name="Shape 291"/>
          <p:cNvSpPr/>
          <p:nvPr/>
        </p:nvSpPr>
        <p:spPr>
          <a:xfrm>
            <a:off x="5367131" y="2023009"/>
            <a:ext cx="24542" cy="24542"/>
          </a:xfrm>
          <a:custGeom>
            <a:avLst/>
            <a:gdLst/>
            <a:ahLst/>
            <a:cxnLst/>
            <a:rect l="0" t="0" r="r" b="b"/>
            <a:pathLst>
              <a:path w="24542" h="24542">
                <a:moveTo>
                  <a:pt x="9847" y="24380"/>
                </a:moveTo>
                <a:lnTo>
                  <a:pt x="5422" y="22548"/>
                </a:lnTo>
                <a:lnTo>
                  <a:pt x="3594" y="20948"/>
                </a:lnTo>
                <a:lnTo>
                  <a:pt x="1994" y="19119"/>
                </a:lnTo>
                <a:lnTo>
                  <a:pt x="161" y="14695"/>
                </a:lnTo>
                <a:lnTo>
                  <a:pt x="0" y="12271"/>
                </a:lnTo>
                <a:lnTo>
                  <a:pt x="161" y="9847"/>
                </a:lnTo>
                <a:lnTo>
                  <a:pt x="1994" y="5422"/>
                </a:lnTo>
                <a:lnTo>
                  <a:pt x="3594" y="3594"/>
                </a:lnTo>
                <a:lnTo>
                  <a:pt x="5422" y="1994"/>
                </a:lnTo>
                <a:lnTo>
                  <a:pt x="9847" y="161"/>
                </a:lnTo>
                <a:lnTo>
                  <a:pt x="12271" y="0"/>
                </a:lnTo>
                <a:lnTo>
                  <a:pt x="14695" y="161"/>
                </a:lnTo>
                <a:lnTo>
                  <a:pt x="19119" y="1994"/>
                </a:lnTo>
                <a:lnTo>
                  <a:pt x="20948" y="3594"/>
                </a:lnTo>
                <a:lnTo>
                  <a:pt x="22548" y="5422"/>
                </a:lnTo>
                <a:lnTo>
                  <a:pt x="24380" y="9847"/>
                </a:lnTo>
                <a:lnTo>
                  <a:pt x="24542" y="12271"/>
                </a:lnTo>
                <a:lnTo>
                  <a:pt x="24380" y="14695"/>
                </a:lnTo>
                <a:lnTo>
                  <a:pt x="22548" y="19119"/>
                </a:lnTo>
                <a:lnTo>
                  <a:pt x="20948" y="20948"/>
                </a:lnTo>
                <a:lnTo>
                  <a:pt x="19119" y="22548"/>
                </a:lnTo>
                <a:lnTo>
                  <a:pt x="14695" y="24380"/>
                </a:lnTo>
                <a:lnTo>
                  <a:pt x="12271" y="24542"/>
                </a:lnTo>
                <a:lnTo>
                  <a:pt x="9847" y="24380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292" name="Shape 292"/>
          <p:cNvSpPr/>
          <p:nvPr/>
        </p:nvSpPr>
        <p:spPr>
          <a:xfrm>
            <a:off x="5384645" y="2029834"/>
            <a:ext cx="24671" cy="24671"/>
          </a:xfrm>
          <a:custGeom>
            <a:avLst/>
            <a:gdLst/>
            <a:ahLst/>
            <a:cxnLst/>
            <a:rect l="0" t="0" r="r" b="b"/>
            <a:pathLst>
              <a:path w="24671" h="24671">
                <a:moveTo>
                  <a:pt x="9898" y="24509"/>
                </a:moveTo>
                <a:lnTo>
                  <a:pt x="5451" y="22666"/>
                </a:lnTo>
                <a:lnTo>
                  <a:pt x="3613" y="21058"/>
                </a:lnTo>
                <a:lnTo>
                  <a:pt x="2004" y="19220"/>
                </a:lnTo>
                <a:lnTo>
                  <a:pt x="162" y="14772"/>
                </a:lnTo>
                <a:lnTo>
                  <a:pt x="0" y="12335"/>
                </a:lnTo>
                <a:lnTo>
                  <a:pt x="162" y="9898"/>
                </a:lnTo>
                <a:lnTo>
                  <a:pt x="2004" y="5451"/>
                </a:lnTo>
                <a:lnTo>
                  <a:pt x="3613" y="3613"/>
                </a:lnTo>
                <a:lnTo>
                  <a:pt x="5451" y="2004"/>
                </a:lnTo>
                <a:lnTo>
                  <a:pt x="9898" y="162"/>
                </a:lnTo>
                <a:lnTo>
                  <a:pt x="12335" y="0"/>
                </a:lnTo>
                <a:lnTo>
                  <a:pt x="14772" y="162"/>
                </a:lnTo>
                <a:lnTo>
                  <a:pt x="19220" y="2004"/>
                </a:lnTo>
                <a:lnTo>
                  <a:pt x="21058" y="3613"/>
                </a:lnTo>
                <a:lnTo>
                  <a:pt x="22666" y="5451"/>
                </a:lnTo>
                <a:lnTo>
                  <a:pt x="24509" y="9898"/>
                </a:lnTo>
                <a:lnTo>
                  <a:pt x="24671" y="12335"/>
                </a:lnTo>
                <a:lnTo>
                  <a:pt x="24509" y="14772"/>
                </a:lnTo>
                <a:lnTo>
                  <a:pt x="22666" y="19220"/>
                </a:lnTo>
                <a:lnTo>
                  <a:pt x="21058" y="21058"/>
                </a:lnTo>
                <a:lnTo>
                  <a:pt x="19220" y="22666"/>
                </a:lnTo>
                <a:lnTo>
                  <a:pt x="14772" y="24509"/>
                </a:lnTo>
                <a:lnTo>
                  <a:pt x="12335" y="24671"/>
                </a:lnTo>
                <a:lnTo>
                  <a:pt x="9898" y="24509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293" name="Shape 293"/>
          <p:cNvSpPr/>
          <p:nvPr/>
        </p:nvSpPr>
        <p:spPr>
          <a:xfrm>
            <a:off x="5413883" y="2041242"/>
            <a:ext cx="24840" cy="24840"/>
          </a:xfrm>
          <a:custGeom>
            <a:avLst/>
            <a:gdLst/>
            <a:ahLst/>
            <a:cxnLst/>
            <a:rect l="0" t="0" r="r" b="b"/>
            <a:pathLst>
              <a:path w="24840" h="24840">
                <a:moveTo>
                  <a:pt x="9966" y="24676"/>
                </a:moveTo>
                <a:lnTo>
                  <a:pt x="5488" y="22821"/>
                </a:lnTo>
                <a:lnTo>
                  <a:pt x="3637" y="21202"/>
                </a:lnTo>
                <a:lnTo>
                  <a:pt x="2018" y="19351"/>
                </a:lnTo>
                <a:lnTo>
                  <a:pt x="163" y="14873"/>
                </a:lnTo>
                <a:lnTo>
                  <a:pt x="0" y="12420"/>
                </a:lnTo>
                <a:lnTo>
                  <a:pt x="163" y="9966"/>
                </a:lnTo>
                <a:lnTo>
                  <a:pt x="2018" y="5488"/>
                </a:lnTo>
                <a:lnTo>
                  <a:pt x="3637" y="3637"/>
                </a:lnTo>
                <a:lnTo>
                  <a:pt x="5488" y="2018"/>
                </a:lnTo>
                <a:lnTo>
                  <a:pt x="9966" y="163"/>
                </a:lnTo>
                <a:lnTo>
                  <a:pt x="12420" y="0"/>
                </a:lnTo>
                <a:lnTo>
                  <a:pt x="14873" y="163"/>
                </a:lnTo>
                <a:lnTo>
                  <a:pt x="19351" y="2018"/>
                </a:lnTo>
                <a:lnTo>
                  <a:pt x="21202" y="3637"/>
                </a:lnTo>
                <a:lnTo>
                  <a:pt x="22821" y="5488"/>
                </a:lnTo>
                <a:lnTo>
                  <a:pt x="24676" y="9966"/>
                </a:lnTo>
                <a:lnTo>
                  <a:pt x="24840" y="12420"/>
                </a:lnTo>
                <a:lnTo>
                  <a:pt x="24676" y="14873"/>
                </a:lnTo>
                <a:lnTo>
                  <a:pt x="22821" y="19351"/>
                </a:lnTo>
                <a:lnTo>
                  <a:pt x="21202" y="21202"/>
                </a:lnTo>
                <a:lnTo>
                  <a:pt x="19351" y="22821"/>
                </a:lnTo>
                <a:lnTo>
                  <a:pt x="14873" y="24676"/>
                </a:lnTo>
                <a:lnTo>
                  <a:pt x="12420" y="24840"/>
                </a:lnTo>
                <a:lnTo>
                  <a:pt x="9966" y="24676"/>
                </a:lnTo>
                <a:close/>
              </a:path>
            </a:pathLst>
          </a:custGeom>
          <a:solidFill>
            <a:srgbClr val="7BCF7E"/>
          </a:solidFill>
          <a:ln>
            <a:noFill/>
          </a:ln>
        </p:spPr>
      </p:sp>
      <p:sp>
        <p:nvSpPr>
          <p:cNvPr id="294" name="Shape 294"/>
          <p:cNvSpPr/>
          <p:nvPr/>
        </p:nvSpPr>
        <p:spPr>
          <a:xfrm>
            <a:off x="5447379" y="2054337"/>
            <a:ext cx="24947" cy="24947"/>
          </a:xfrm>
          <a:custGeom>
            <a:avLst/>
            <a:gdLst/>
            <a:ahLst/>
            <a:cxnLst/>
            <a:rect l="0" t="0" r="r" b="b"/>
            <a:pathLst>
              <a:path w="24947" h="24947">
                <a:moveTo>
                  <a:pt x="10009" y="24782"/>
                </a:moveTo>
                <a:lnTo>
                  <a:pt x="5512" y="22920"/>
                </a:lnTo>
                <a:lnTo>
                  <a:pt x="3653" y="21293"/>
                </a:lnTo>
                <a:lnTo>
                  <a:pt x="2027" y="19435"/>
                </a:lnTo>
                <a:lnTo>
                  <a:pt x="164" y="14937"/>
                </a:lnTo>
                <a:lnTo>
                  <a:pt x="0" y="12473"/>
                </a:lnTo>
                <a:lnTo>
                  <a:pt x="164" y="10009"/>
                </a:lnTo>
                <a:lnTo>
                  <a:pt x="2027" y="5512"/>
                </a:lnTo>
                <a:lnTo>
                  <a:pt x="3653" y="3653"/>
                </a:lnTo>
                <a:lnTo>
                  <a:pt x="5512" y="2027"/>
                </a:lnTo>
                <a:lnTo>
                  <a:pt x="10009" y="164"/>
                </a:lnTo>
                <a:lnTo>
                  <a:pt x="12473" y="0"/>
                </a:lnTo>
                <a:lnTo>
                  <a:pt x="14937" y="164"/>
                </a:lnTo>
                <a:lnTo>
                  <a:pt x="19435" y="2027"/>
                </a:lnTo>
                <a:lnTo>
                  <a:pt x="21293" y="3653"/>
                </a:lnTo>
                <a:lnTo>
                  <a:pt x="22920" y="5512"/>
                </a:lnTo>
                <a:lnTo>
                  <a:pt x="24782" y="10009"/>
                </a:lnTo>
                <a:lnTo>
                  <a:pt x="24947" y="12473"/>
                </a:lnTo>
                <a:lnTo>
                  <a:pt x="24782" y="14937"/>
                </a:lnTo>
                <a:lnTo>
                  <a:pt x="22920" y="19435"/>
                </a:lnTo>
                <a:lnTo>
                  <a:pt x="21293" y="21293"/>
                </a:lnTo>
                <a:lnTo>
                  <a:pt x="19435" y="22920"/>
                </a:lnTo>
                <a:lnTo>
                  <a:pt x="14937" y="24782"/>
                </a:lnTo>
                <a:lnTo>
                  <a:pt x="12473" y="24947"/>
                </a:lnTo>
                <a:lnTo>
                  <a:pt x="10009" y="24782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295" name="Shape 295"/>
          <p:cNvSpPr/>
          <p:nvPr/>
        </p:nvSpPr>
        <p:spPr>
          <a:xfrm>
            <a:off x="5472561" y="2064203"/>
            <a:ext cx="24959" cy="24959"/>
          </a:xfrm>
          <a:custGeom>
            <a:avLst/>
            <a:gdLst/>
            <a:ahLst/>
            <a:cxnLst/>
            <a:rect l="0" t="0" r="r" b="b"/>
            <a:pathLst>
              <a:path w="24959" h="24959">
                <a:moveTo>
                  <a:pt x="10014" y="24794"/>
                </a:moveTo>
                <a:lnTo>
                  <a:pt x="5514" y="22931"/>
                </a:lnTo>
                <a:lnTo>
                  <a:pt x="3655" y="21304"/>
                </a:lnTo>
                <a:lnTo>
                  <a:pt x="2028" y="19444"/>
                </a:lnTo>
                <a:lnTo>
                  <a:pt x="164" y="14944"/>
                </a:lnTo>
                <a:lnTo>
                  <a:pt x="0" y="12479"/>
                </a:lnTo>
                <a:lnTo>
                  <a:pt x="164" y="10014"/>
                </a:lnTo>
                <a:lnTo>
                  <a:pt x="2028" y="5514"/>
                </a:lnTo>
                <a:lnTo>
                  <a:pt x="3655" y="3655"/>
                </a:lnTo>
                <a:lnTo>
                  <a:pt x="5514" y="2028"/>
                </a:lnTo>
                <a:lnTo>
                  <a:pt x="10014" y="164"/>
                </a:lnTo>
                <a:lnTo>
                  <a:pt x="12479" y="0"/>
                </a:lnTo>
                <a:lnTo>
                  <a:pt x="14944" y="164"/>
                </a:lnTo>
                <a:lnTo>
                  <a:pt x="19444" y="2028"/>
                </a:lnTo>
                <a:lnTo>
                  <a:pt x="21304" y="3655"/>
                </a:lnTo>
                <a:lnTo>
                  <a:pt x="22931" y="5514"/>
                </a:lnTo>
                <a:lnTo>
                  <a:pt x="24794" y="10014"/>
                </a:lnTo>
                <a:lnTo>
                  <a:pt x="24959" y="12479"/>
                </a:lnTo>
                <a:lnTo>
                  <a:pt x="24794" y="14944"/>
                </a:lnTo>
                <a:lnTo>
                  <a:pt x="22931" y="19444"/>
                </a:lnTo>
                <a:lnTo>
                  <a:pt x="21304" y="21304"/>
                </a:lnTo>
                <a:lnTo>
                  <a:pt x="19444" y="22931"/>
                </a:lnTo>
                <a:lnTo>
                  <a:pt x="14944" y="24794"/>
                </a:lnTo>
                <a:lnTo>
                  <a:pt x="12479" y="24959"/>
                </a:lnTo>
                <a:lnTo>
                  <a:pt x="10014" y="24794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296" name="Shape 296"/>
          <p:cNvSpPr/>
          <p:nvPr/>
        </p:nvSpPr>
        <p:spPr>
          <a:xfrm>
            <a:off x="5515544" y="2081074"/>
            <a:ext cx="24878" cy="24878"/>
          </a:xfrm>
          <a:custGeom>
            <a:avLst/>
            <a:gdLst/>
            <a:ahLst/>
            <a:cxnLst/>
            <a:rect l="0" t="0" r="r" b="b"/>
            <a:pathLst>
              <a:path w="24878" h="24878">
                <a:moveTo>
                  <a:pt x="9981" y="24714"/>
                </a:moveTo>
                <a:lnTo>
                  <a:pt x="5496" y="22857"/>
                </a:lnTo>
                <a:lnTo>
                  <a:pt x="3643" y="21235"/>
                </a:lnTo>
                <a:lnTo>
                  <a:pt x="2021" y="19381"/>
                </a:lnTo>
                <a:lnTo>
                  <a:pt x="163" y="14896"/>
                </a:lnTo>
                <a:lnTo>
                  <a:pt x="0" y="12439"/>
                </a:lnTo>
                <a:lnTo>
                  <a:pt x="163" y="9981"/>
                </a:lnTo>
                <a:lnTo>
                  <a:pt x="2021" y="5496"/>
                </a:lnTo>
                <a:lnTo>
                  <a:pt x="3643" y="3643"/>
                </a:lnTo>
                <a:lnTo>
                  <a:pt x="5496" y="2021"/>
                </a:lnTo>
                <a:lnTo>
                  <a:pt x="9981" y="163"/>
                </a:lnTo>
                <a:lnTo>
                  <a:pt x="12439" y="0"/>
                </a:lnTo>
                <a:lnTo>
                  <a:pt x="14896" y="163"/>
                </a:lnTo>
                <a:lnTo>
                  <a:pt x="19381" y="2021"/>
                </a:lnTo>
                <a:lnTo>
                  <a:pt x="21235" y="3643"/>
                </a:lnTo>
                <a:lnTo>
                  <a:pt x="22857" y="5496"/>
                </a:lnTo>
                <a:lnTo>
                  <a:pt x="24714" y="9981"/>
                </a:lnTo>
                <a:lnTo>
                  <a:pt x="24878" y="12439"/>
                </a:lnTo>
                <a:lnTo>
                  <a:pt x="24714" y="14896"/>
                </a:lnTo>
                <a:lnTo>
                  <a:pt x="22857" y="19381"/>
                </a:lnTo>
                <a:lnTo>
                  <a:pt x="21235" y="21235"/>
                </a:lnTo>
                <a:lnTo>
                  <a:pt x="19381" y="22857"/>
                </a:lnTo>
                <a:lnTo>
                  <a:pt x="14896" y="24714"/>
                </a:lnTo>
                <a:lnTo>
                  <a:pt x="12439" y="24878"/>
                </a:lnTo>
                <a:lnTo>
                  <a:pt x="9981" y="24714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297" name="Shape 297"/>
          <p:cNvSpPr/>
          <p:nvPr/>
        </p:nvSpPr>
        <p:spPr>
          <a:xfrm>
            <a:off x="5566226" y="2100986"/>
            <a:ext cx="24723" cy="24723"/>
          </a:xfrm>
          <a:custGeom>
            <a:avLst/>
            <a:gdLst/>
            <a:ahLst/>
            <a:cxnLst/>
            <a:rect l="0" t="0" r="r" b="b"/>
            <a:pathLst>
              <a:path w="24723" h="24723">
                <a:moveTo>
                  <a:pt x="9919" y="24561"/>
                </a:moveTo>
                <a:lnTo>
                  <a:pt x="5462" y="22714"/>
                </a:lnTo>
                <a:lnTo>
                  <a:pt x="3620" y="21103"/>
                </a:lnTo>
                <a:lnTo>
                  <a:pt x="2009" y="19261"/>
                </a:lnTo>
                <a:lnTo>
                  <a:pt x="162" y="14804"/>
                </a:lnTo>
                <a:lnTo>
                  <a:pt x="0" y="12361"/>
                </a:lnTo>
                <a:lnTo>
                  <a:pt x="162" y="9919"/>
                </a:lnTo>
                <a:lnTo>
                  <a:pt x="2009" y="5462"/>
                </a:lnTo>
                <a:lnTo>
                  <a:pt x="3620" y="3620"/>
                </a:lnTo>
                <a:lnTo>
                  <a:pt x="5462" y="2009"/>
                </a:lnTo>
                <a:lnTo>
                  <a:pt x="9919" y="162"/>
                </a:lnTo>
                <a:lnTo>
                  <a:pt x="12361" y="0"/>
                </a:lnTo>
                <a:lnTo>
                  <a:pt x="14804" y="162"/>
                </a:lnTo>
                <a:lnTo>
                  <a:pt x="19261" y="2009"/>
                </a:lnTo>
                <a:lnTo>
                  <a:pt x="21103" y="3620"/>
                </a:lnTo>
                <a:lnTo>
                  <a:pt x="22714" y="5462"/>
                </a:lnTo>
                <a:lnTo>
                  <a:pt x="24561" y="9919"/>
                </a:lnTo>
                <a:lnTo>
                  <a:pt x="24723" y="12361"/>
                </a:lnTo>
                <a:lnTo>
                  <a:pt x="24561" y="14804"/>
                </a:lnTo>
                <a:lnTo>
                  <a:pt x="22714" y="19261"/>
                </a:lnTo>
                <a:lnTo>
                  <a:pt x="21103" y="21103"/>
                </a:lnTo>
                <a:lnTo>
                  <a:pt x="19261" y="22714"/>
                </a:lnTo>
                <a:lnTo>
                  <a:pt x="14804" y="24561"/>
                </a:lnTo>
                <a:lnTo>
                  <a:pt x="12361" y="24723"/>
                </a:lnTo>
                <a:lnTo>
                  <a:pt x="9919" y="24561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298" name="Shape 298"/>
          <p:cNvSpPr/>
          <p:nvPr/>
        </p:nvSpPr>
        <p:spPr>
          <a:xfrm>
            <a:off x="5605360" y="2116362"/>
            <a:ext cx="24599" cy="24599"/>
          </a:xfrm>
          <a:custGeom>
            <a:avLst/>
            <a:gdLst/>
            <a:ahLst/>
            <a:cxnLst/>
            <a:rect l="0" t="0" r="r" b="b"/>
            <a:pathLst>
              <a:path w="24599" h="24599">
                <a:moveTo>
                  <a:pt x="9869" y="24437"/>
                </a:moveTo>
                <a:lnTo>
                  <a:pt x="5435" y="22600"/>
                </a:lnTo>
                <a:lnTo>
                  <a:pt x="3602" y="20996"/>
                </a:lnTo>
                <a:lnTo>
                  <a:pt x="1998" y="19164"/>
                </a:lnTo>
                <a:lnTo>
                  <a:pt x="161" y="14729"/>
                </a:lnTo>
                <a:lnTo>
                  <a:pt x="0" y="12299"/>
                </a:lnTo>
                <a:lnTo>
                  <a:pt x="161" y="9869"/>
                </a:lnTo>
                <a:lnTo>
                  <a:pt x="1998" y="5435"/>
                </a:lnTo>
                <a:lnTo>
                  <a:pt x="3602" y="3602"/>
                </a:lnTo>
                <a:lnTo>
                  <a:pt x="5435" y="1998"/>
                </a:lnTo>
                <a:lnTo>
                  <a:pt x="9869" y="161"/>
                </a:lnTo>
                <a:lnTo>
                  <a:pt x="12299" y="0"/>
                </a:lnTo>
                <a:lnTo>
                  <a:pt x="14729" y="161"/>
                </a:lnTo>
                <a:lnTo>
                  <a:pt x="19164" y="1998"/>
                </a:lnTo>
                <a:lnTo>
                  <a:pt x="20996" y="3602"/>
                </a:lnTo>
                <a:lnTo>
                  <a:pt x="22600" y="5435"/>
                </a:lnTo>
                <a:lnTo>
                  <a:pt x="24437" y="9869"/>
                </a:lnTo>
                <a:lnTo>
                  <a:pt x="24599" y="12299"/>
                </a:lnTo>
                <a:lnTo>
                  <a:pt x="24437" y="14729"/>
                </a:lnTo>
                <a:lnTo>
                  <a:pt x="22600" y="19164"/>
                </a:lnTo>
                <a:lnTo>
                  <a:pt x="20996" y="20996"/>
                </a:lnTo>
                <a:lnTo>
                  <a:pt x="19164" y="22600"/>
                </a:lnTo>
                <a:lnTo>
                  <a:pt x="14729" y="24437"/>
                </a:lnTo>
                <a:lnTo>
                  <a:pt x="12299" y="24599"/>
                </a:lnTo>
                <a:lnTo>
                  <a:pt x="9869" y="24437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299" name="Shape 299"/>
          <p:cNvSpPr/>
          <p:nvPr/>
        </p:nvSpPr>
        <p:spPr>
          <a:xfrm>
            <a:off x="5667337" y="2136475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00" name="Shape 300"/>
          <p:cNvSpPr/>
          <p:nvPr/>
        </p:nvSpPr>
        <p:spPr>
          <a:xfrm>
            <a:off x="5752305" y="216977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01" name="Shape 301"/>
          <p:cNvSpPr/>
          <p:nvPr/>
        </p:nvSpPr>
        <p:spPr>
          <a:xfrm>
            <a:off x="5820942" y="2196678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02" name="Shape 302"/>
          <p:cNvSpPr/>
          <p:nvPr/>
        </p:nvSpPr>
        <p:spPr>
          <a:xfrm>
            <a:off x="5902277" y="2228556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03" name="Shape 303"/>
          <p:cNvSpPr/>
          <p:nvPr/>
        </p:nvSpPr>
        <p:spPr>
          <a:xfrm>
            <a:off x="6057095" y="2289267"/>
            <a:ext cx="38227" cy="38227"/>
          </a:xfrm>
          <a:custGeom>
            <a:avLst/>
            <a:gdLst/>
            <a:ahLst/>
            <a:cxnLst/>
            <a:rect l="0" t="0" r="r" b="b"/>
            <a:pathLst>
              <a:path w="38227" h="38227">
                <a:moveTo>
                  <a:pt x="15337" y="37975"/>
                </a:moveTo>
                <a:lnTo>
                  <a:pt x="8446" y="35120"/>
                </a:lnTo>
                <a:lnTo>
                  <a:pt x="5598" y="32628"/>
                </a:lnTo>
                <a:lnTo>
                  <a:pt x="3106" y="29780"/>
                </a:lnTo>
                <a:lnTo>
                  <a:pt x="251" y="22889"/>
                </a:lnTo>
                <a:lnTo>
                  <a:pt x="0" y="19113"/>
                </a:lnTo>
                <a:lnTo>
                  <a:pt x="251" y="15337"/>
                </a:lnTo>
                <a:lnTo>
                  <a:pt x="3106" y="8446"/>
                </a:lnTo>
                <a:lnTo>
                  <a:pt x="5598" y="5598"/>
                </a:lnTo>
                <a:lnTo>
                  <a:pt x="8446" y="3106"/>
                </a:lnTo>
                <a:lnTo>
                  <a:pt x="15337" y="251"/>
                </a:lnTo>
                <a:lnTo>
                  <a:pt x="19113" y="0"/>
                </a:lnTo>
                <a:lnTo>
                  <a:pt x="22889" y="251"/>
                </a:lnTo>
                <a:lnTo>
                  <a:pt x="29780" y="3106"/>
                </a:lnTo>
                <a:lnTo>
                  <a:pt x="32628" y="5598"/>
                </a:lnTo>
                <a:lnTo>
                  <a:pt x="35120" y="8446"/>
                </a:lnTo>
                <a:lnTo>
                  <a:pt x="37975" y="15337"/>
                </a:lnTo>
                <a:lnTo>
                  <a:pt x="38227" y="19113"/>
                </a:lnTo>
                <a:lnTo>
                  <a:pt x="37975" y="22889"/>
                </a:lnTo>
                <a:lnTo>
                  <a:pt x="35120" y="29780"/>
                </a:lnTo>
                <a:lnTo>
                  <a:pt x="32628" y="32628"/>
                </a:lnTo>
                <a:lnTo>
                  <a:pt x="29780" y="35120"/>
                </a:lnTo>
                <a:lnTo>
                  <a:pt x="22889" y="37975"/>
                </a:lnTo>
                <a:lnTo>
                  <a:pt x="19113" y="38227"/>
                </a:lnTo>
                <a:lnTo>
                  <a:pt x="15337" y="37975"/>
                </a:lnTo>
                <a:close/>
              </a:path>
            </a:pathLst>
          </a:custGeom>
          <a:solidFill>
            <a:srgbClr val="1A9A34"/>
          </a:solidFill>
          <a:ln>
            <a:noFill/>
          </a:ln>
        </p:spPr>
      </p:sp>
      <p:sp>
        <p:nvSpPr>
          <p:cNvPr id="304" name="Shape 304"/>
          <p:cNvSpPr/>
          <p:nvPr/>
        </p:nvSpPr>
        <p:spPr>
          <a:xfrm>
            <a:off x="5127480" y="1962061"/>
            <a:ext cx="22105" cy="22105"/>
          </a:xfrm>
          <a:custGeom>
            <a:avLst/>
            <a:gdLst/>
            <a:ahLst/>
            <a:cxnLst/>
            <a:rect l="0" t="0" r="r" b="b"/>
            <a:pathLst>
              <a:path w="22105" h="22105">
                <a:moveTo>
                  <a:pt x="8869" y="21959"/>
                </a:moveTo>
                <a:lnTo>
                  <a:pt x="4884" y="20308"/>
                </a:lnTo>
                <a:lnTo>
                  <a:pt x="3237" y="18867"/>
                </a:lnTo>
                <a:lnTo>
                  <a:pt x="1796" y="17221"/>
                </a:lnTo>
                <a:lnTo>
                  <a:pt x="145" y="13236"/>
                </a:lnTo>
                <a:lnTo>
                  <a:pt x="0" y="11052"/>
                </a:lnTo>
                <a:lnTo>
                  <a:pt x="145" y="8869"/>
                </a:lnTo>
                <a:lnTo>
                  <a:pt x="1796" y="4884"/>
                </a:lnTo>
                <a:lnTo>
                  <a:pt x="3237" y="3237"/>
                </a:lnTo>
                <a:lnTo>
                  <a:pt x="4884" y="1796"/>
                </a:lnTo>
                <a:lnTo>
                  <a:pt x="8869" y="145"/>
                </a:lnTo>
                <a:lnTo>
                  <a:pt x="11052" y="0"/>
                </a:lnTo>
                <a:lnTo>
                  <a:pt x="13236" y="145"/>
                </a:lnTo>
                <a:lnTo>
                  <a:pt x="17221" y="1796"/>
                </a:lnTo>
                <a:lnTo>
                  <a:pt x="18867" y="3237"/>
                </a:lnTo>
                <a:lnTo>
                  <a:pt x="20308" y="4884"/>
                </a:lnTo>
                <a:lnTo>
                  <a:pt x="21959" y="8869"/>
                </a:lnTo>
                <a:lnTo>
                  <a:pt x="22105" y="11052"/>
                </a:lnTo>
                <a:lnTo>
                  <a:pt x="21959" y="13236"/>
                </a:lnTo>
                <a:lnTo>
                  <a:pt x="20308" y="17221"/>
                </a:lnTo>
                <a:lnTo>
                  <a:pt x="18867" y="18867"/>
                </a:lnTo>
                <a:lnTo>
                  <a:pt x="17221" y="20308"/>
                </a:lnTo>
                <a:lnTo>
                  <a:pt x="13236" y="21959"/>
                </a:lnTo>
                <a:lnTo>
                  <a:pt x="11052" y="22105"/>
                </a:lnTo>
                <a:lnTo>
                  <a:pt x="8869" y="21959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305" name="Shape 305"/>
          <p:cNvSpPr/>
          <p:nvPr/>
        </p:nvSpPr>
        <p:spPr>
          <a:xfrm>
            <a:off x="5134287" y="1965910"/>
            <a:ext cx="22354" cy="22354"/>
          </a:xfrm>
          <a:custGeom>
            <a:avLst/>
            <a:gdLst/>
            <a:ahLst/>
            <a:cxnLst/>
            <a:rect l="0" t="0" r="r" b="b"/>
            <a:pathLst>
              <a:path w="22354" h="22354">
                <a:moveTo>
                  <a:pt x="8969" y="22207"/>
                </a:moveTo>
                <a:lnTo>
                  <a:pt x="4939" y="20537"/>
                </a:lnTo>
                <a:lnTo>
                  <a:pt x="3273" y="19080"/>
                </a:lnTo>
                <a:lnTo>
                  <a:pt x="1816" y="17415"/>
                </a:lnTo>
                <a:lnTo>
                  <a:pt x="147" y="13385"/>
                </a:lnTo>
                <a:lnTo>
                  <a:pt x="0" y="11177"/>
                </a:lnTo>
                <a:lnTo>
                  <a:pt x="147" y="8969"/>
                </a:lnTo>
                <a:lnTo>
                  <a:pt x="1816" y="4939"/>
                </a:lnTo>
                <a:lnTo>
                  <a:pt x="3273" y="3273"/>
                </a:lnTo>
                <a:lnTo>
                  <a:pt x="4939" y="1816"/>
                </a:lnTo>
                <a:lnTo>
                  <a:pt x="8969" y="147"/>
                </a:lnTo>
                <a:lnTo>
                  <a:pt x="11177" y="0"/>
                </a:lnTo>
                <a:lnTo>
                  <a:pt x="13385" y="147"/>
                </a:lnTo>
                <a:lnTo>
                  <a:pt x="17415" y="1816"/>
                </a:lnTo>
                <a:lnTo>
                  <a:pt x="19080" y="3273"/>
                </a:lnTo>
                <a:lnTo>
                  <a:pt x="20537" y="4939"/>
                </a:lnTo>
                <a:lnTo>
                  <a:pt x="22207" y="8969"/>
                </a:lnTo>
                <a:lnTo>
                  <a:pt x="22354" y="11177"/>
                </a:lnTo>
                <a:lnTo>
                  <a:pt x="22207" y="13385"/>
                </a:lnTo>
                <a:lnTo>
                  <a:pt x="20537" y="17415"/>
                </a:lnTo>
                <a:lnTo>
                  <a:pt x="19080" y="19080"/>
                </a:lnTo>
                <a:lnTo>
                  <a:pt x="17415" y="20537"/>
                </a:lnTo>
                <a:lnTo>
                  <a:pt x="13385" y="22207"/>
                </a:lnTo>
                <a:lnTo>
                  <a:pt x="11177" y="22354"/>
                </a:lnTo>
                <a:lnTo>
                  <a:pt x="8969" y="22207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306" name="Shape 306"/>
          <p:cNvSpPr/>
          <p:nvPr/>
        </p:nvSpPr>
        <p:spPr>
          <a:xfrm>
            <a:off x="5139134" y="1968655"/>
            <a:ext cx="22518" cy="22518"/>
          </a:xfrm>
          <a:custGeom>
            <a:avLst/>
            <a:gdLst/>
            <a:ahLst/>
            <a:cxnLst/>
            <a:rect l="0" t="0" r="r" b="b"/>
            <a:pathLst>
              <a:path w="22518" h="22518">
                <a:moveTo>
                  <a:pt x="9034" y="22370"/>
                </a:moveTo>
                <a:lnTo>
                  <a:pt x="4975" y="20688"/>
                </a:lnTo>
                <a:lnTo>
                  <a:pt x="3297" y="19220"/>
                </a:lnTo>
                <a:lnTo>
                  <a:pt x="1829" y="17543"/>
                </a:lnTo>
                <a:lnTo>
                  <a:pt x="148" y="13483"/>
                </a:lnTo>
                <a:lnTo>
                  <a:pt x="0" y="11259"/>
                </a:lnTo>
                <a:lnTo>
                  <a:pt x="148" y="9034"/>
                </a:lnTo>
                <a:lnTo>
                  <a:pt x="1829" y="4975"/>
                </a:lnTo>
                <a:lnTo>
                  <a:pt x="3297" y="3297"/>
                </a:lnTo>
                <a:lnTo>
                  <a:pt x="4975" y="1829"/>
                </a:lnTo>
                <a:lnTo>
                  <a:pt x="9034" y="148"/>
                </a:lnTo>
                <a:lnTo>
                  <a:pt x="11259" y="0"/>
                </a:lnTo>
                <a:lnTo>
                  <a:pt x="13483" y="148"/>
                </a:lnTo>
                <a:lnTo>
                  <a:pt x="17543" y="1829"/>
                </a:lnTo>
                <a:lnTo>
                  <a:pt x="19220" y="3297"/>
                </a:lnTo>
                <a:lnTo>
                  <a:pt x="20688" y="4975"/>
                </a:lnTo>
                <a:lnTo>
                  <a:pt x="22370" y="9034"/>
                </a:lnTo>
                <a:lnTo>
                  <a:pt x="22518" y="11259"/>
                </a:lnTo>
                <a:lnTo>
                  <a:pt x="22370" y="13483"/>
                </a:lnTo>
                <a:lnTo>
                  <a:pt x="20688" y="17543"/>
                </a:lnTo>
                <a:lnTo>
                  <a:pt x="19220" y="19220"/>
                </a:lnTo>
                <a:lnTo>
                  <a:pt x="17543" y="20688"/>
                </a:lnTo>
                <a:lnTo>
                  <a:pt x="13483" y="22370"/>
                </a:lnTo>
                <a:lnTo>
                  <a:pt x="11259" y="22518"/>
                </a:lnTo>
                <a:lnTo>
                  <a:pt x="9034" y="22370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307" name="Shape 307"/>
          <p:cNvSpPr/>
          <p:nvPr/>
        </p:nvSpPr>
        <p:spPr>
          <a:xfrm>
            <a:off x="5144253" y="1971555"/>
            <a:ext cx="22681" cy="22681"/>
          </a:xfrm>
          <a:custGeom>
            <a:avLst/>
            <a:gdLst/>
            <a:ahLst/>
            <a:cxnLst/>
            <a:rect l="0" t="0" r="r" b="b"/>
            <a:pathLst>
              <a:path w="22681" h="22681">
                <a:moveTo>
                  <a:pt x="9100" y="22531"/>
                </a:moveTo>
                <a:lnTo>
                  <a:pt x="5011" y="20838"/>
                </a:lnTo>
                <a:lnTo>
                  <a:pt x="3321" y="19359"/>
                </a:lnTo>
                <a:lnTo>
                  <a:pt x="1843" y="17669"/>
                </a:lnTo>
                <a:lnTo>
                  <a:pt x="149" y="13580"/>
                </a:lnTo>
                <a:lnTo>
                  <a:pt x="0" y="11340"/>
                </a:lnTo>
                <a:lnTo>
                  <a:pt x="149" y="9100"/>
                </a:lnTo>
                <a:lnTo>
                  <a:pt x="1843" y="5011"/>
                </a:lnTo>
                <a:lnTo>
                  <a:pt x="3321" y="3321"/>
                </a:lnTo>
                <a:lnTo>
                  <a:pt x="5011" y="1843"/>
                </a:lnTo>
                <a:lnTo>
                  <a:pt x="9100" y="149"/>
                </a:lnTo>
                <a:lnTo>
                  <a:pt x="11340" y="0"/>
                </a:lnTo>
                <a:lnTo>
                  <a:pt x="13580" y="149"/>
                </a:lnTo>
                <a:lnTo>
                  <a:pt x="17669" y="1843"/>
                </a:lnTo>
                <a:lnTo>
                  <a:pt x="19359" y="3321"/>
                </a:lnTo>
                <a:lnTo>
                  <a:pt x="20838" y="5011"/>
                </a:lnTo>
                <a:lnTo>
                  <a:pt x="22531" y="9100"/>
                </a:lnTo>
                <a:lnTo>
                  <a:pt x="22681" y="11340"/>
                </a:lnTo>
                <a:lnTo>
                  <a:pt x="22531" y="13580"/>
                </a:lnTo>
                <a:lnTo>
                  <a:pt x="20838" y="17669"/>
                </a:lnTo>
                <a:lnTo>
                  <a:pt x="19359" y="19359"/>
                </a:lnTo>
                <a:lnTo>
                  <a:pt x="17669" y="20838"/>
                </a:lnTo>
                <a:lnTo>
                  <a:pt x="13580" y="22531"/>
                </a:lnTo>
                <a:lnTo>
                  <a:pt x="11340" y="22681"/>
                </a:lnTo>
                <a:lnTo>
                  <a:pt x="9100" y="22531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308" name="Shape 308"/>
          <p:cNvSpPr/>
          <p:nvPr/>
        </p:nvSpPr>
        <p:spPr>
          <a:xfrm>
            <a:off x="5152491" y="1976227"/>
            <a:ext cx="22921" cy="22921"/>
          </a:xfrm>
          <a:custGeom>
            <a:avLst/>
            <a:gdLst/>
            <a:ahLst/>
            <a:cxnLst/>
            <a:rect l="0" t="0" r="r" b="b"/>
            <a:pathLst>
              <a:path w="22921" h="22921">
                <a:moveTo>
                  <a:pt x="9196" y="22770"/>
                </a:moveTo>
                <a:lnTo>
                  <a:pt x="5064" y="21058"/>
                </a:lnTo>
                <a:lnTo>
                  <a:pt x="3356" y="19564"/>
                </a:lnTo>
                <a:lnTo>
                  <a:pt x="1862" y="17856"/>
                </a:lnTo>
                <a:lnTo>
                  <a:pt x="150" y="13724"/>
                </a:lnTo>
                <a:lnTo>
                  <a:pt x="0" y="11460"/>
                </a:lnTo>
                <a:lnTo>
                  <a:pt x="150" y="9196"/>
                </a:lnTo>
                <a:lnTo>
                  <a:pt x="1862" y="5064"/>
                </a:lnTo>
                <a:lnTo>
                  <a:pt x="3356" y="3356"/>
                </a:lnTo>
                <a:lnTo>
                  <a:pt x="5064" y="1862"/>
                </a:lnTo>
                <a:lnTo>
                  <a:pt x="9196" y="150"/>
                </a:lnTo>
                <a:lnTo>
                  <a:pt x="11460" y="0"/>
                </a:lnTo>
                <a:lnTo>
                  <a:pt x="13724" y="150"/>
                </a:lnTo>
                <a:lnTo>
                  <a:pt x="17856" y="1862"/>
                </a:lnTo>
                <a:lnTo>
                  <a:pt x="19564" y="3356"/>
                </a:lnTo>
                <a:lnTo>
                  <a:pt x="21058" y="5064"/>
                </a:lnTo>
                <a:lnTo>
                  <a:pt x="22770" y="9196"/>
                </a:lnTo>
                <a:lnTo>
                  <a:pt x="22921" y="11460"/>
                </a:lnTo>
                <a:lnTo>
                  <a:pt x="22770" y="13724"/>
                </a:lnTo>
                <a:lnTo>
                  <a:pt x="21058" y="17856"/>
                </a:lnTo>
                <a:lnTo>
                  <a:pt x="19564" y="19564"/>
                </a:lnTo>
                <a:lnTo>
                  <a:pt x="17856" y="21058"/>
                </a:lnTo>
                <a:lnTo>
                  <a:pt x="13724" y="22770"/>
                </a:lnTo>
                <a:lnTo>
                  <a:pt x="11460" y="22921"/>
                </a:lnTo>
                <a:lnTo>
                  <a:pt x="9196" y="22770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309" name="Shape 309"/>
          <p:cNvSpPr/>
          <p:nvPr/>
        </p:nvSpPr>
        <p:spPr>
          <a:xfrm>
            <a:off x="5161479" y="1981330"/>
            <a:ext cx="23159" cy="23159"/>
          </a:xfrm>
          <a:custGeom>
            <a:avLst/>
            <a:gdLst/>
            <a:ahLst/>
            <a:cxnLst/>
            <a:rect l="0" t="0" r="r" b="b"/>
            <a:pathLst>
              <a:path w="23159" h="23159">
                <a:moveTo>
                  <a:pt x="9292" y="23006"/>
                </a:moveTo>
                <a:lnTo>
                  <a:pt x="5116" y="21277"/>
                </a:lnTo>
                <a:lnTo>
                  <a:pt x="3391" y="19767"/>
                </a:lnTo>
                <a:lnTo>
                  <a:pt x="1881" y="18042"/>
                </a:lnTo>
                <a:lnTo>
                  <a:pt x="152" y="13867"/>
                </a:lnTo>
                <a:lnTo>
                  <a:pt x="0" y="11579"/>
                </a:lnTo>
                <a:lnTo>
                  <a:pt x="152" y="9292"/>
                </a:lnTo>
                <a:lnTo>
                  <a:pt x="1881" y="5116"/>
                </a:lnTo>
                <a:lnTo>
                  <a:pt x="3391" y="3391"/>
                </a:lnTo>
                <a:lnTo>
                  <a:pt x="5116" y="1881"/>
                </a:lnTo>
                <a:lnTo>
                  <a:pt x="9292" y="152"/>
                </a:lnTo>
                <a:lnTo>
                  <a:pt x="11579" y="0"/>
                </a:lnTo>
                <a:lnTo>
                  <a:pt x="13867" y="152"/>
                </a:lnTo>
                <a:lnTo>
                  <a:pt x="18042" y="1881"/>
                </a:lnTo>
                <a:lnTo>
                  <a:pt x="19767" y="3391"/>
                </a:lnTo>
                <a:lnTo>
                  <a:pt x="21277" y="5116"/>
                </a:lnTo>
                <a:lnTo>
                  <a:pt x="23006" y="9292"/>
                </a:lnTo>
                <a:lnTo>
                  <a:pt x="23159" y="11579"/>
                </a:lnTo>
                <a:lnTo>
                  <a:pt x="23006" y="13867"/>
                </a:lnTo>
                <a:lnTo>
                  <a:pt x="21277" y="18042"/>
                </a:lnTo>
                <a:lnTo>
                  <a:pt x="19767" y="19767"/>
                </a:lnTo>
                <a:lnTo>
                  <a:pt x="18042" y="21277"/>
                </a:lnTo>
                <a:lnTo>
                  <a:pt x="13867" y="23006"/>
                </a:lnTo>
                <a:lnTo>
                  <a:pt x="11579" y="23159"/>
                </a:lnTo>
                <a:lnTo>
                  <a:pt x="9292" y="23006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310" name="Shape 310"/>
          <p:cNvSpPr/>
          <p:nvPr/>
        </p:nvSpPr>
        <p:spPr>
          <a:xfrm>
            <a:off x="5167941" y="1985002"/>
            <a:ext cx="23314" cy="23314"/>
          </a:xfrm>
          <a:custGeom>
            <a:avLst/>
            <a:gdLst/>
            <a:ahLst/>
            <a:cxnLst/>
            <a:rect l="0" t="0" r="r" b="b"/>
            <a:pathLst>
              <a:path w="23314" h="23314">
                <a:moveTo>
                  <a:pt x="9354" y="23161"/>
                </a:moveTo>
                <a:lnTo>
                  <a:pt x="5151" y="21420"/>
                </a:lnTo>
                <a:lnTo>
                  <a:pt x="3414" y="19900"/>
                </a:lnTo>
                <a:lnTo>
                  <a:pt x="1894" y="18163"/>
                </a:lnTo>
                <a:lnTo>
                  <a:pt x="153" y="13960"/>
                </a:lnTo>
                <a:lnTo>
                  <a:pt x="0" y="11657"/>
                </a:lnTo>
                <a:lnTo>
                  <a:pt x="153" y="9354"/>
                </a:lnTo>
                <a:lnTo>
                  <a:pt x="1894" y="5151"/>
                </a:lnTo>
                <a:lnTo>
                  <a:pt x="3414" y="3414"/>
                </a:lnTo>
                <a:lnTo>
                  <a:pt x="5151" y="1894"/>
                </a:lnTo>
                <a:lnTo>
                  <a:pt x="9354" y="153"/>
                </a:lnTo>
                <a:lnTo>
                  <a:pt x="11657" y="0"/>
                </a:lnTo>
                <a:lnTo>
                  <a:pt x="13960" y="153"/>
                </a:lnTo>
                <a:lnTo>
                  <a:pt x="18163" y="1894"/>
                </a:lnTo>
                <a:lnTo>
                  <a:pt x="19900" y="3414"/>
                </a:lnTo>
                <a:lnTo>
                  <a:pt x="21420" y="5151"/>
                </a:lnTo>
                <a:lnTo>
                  <a:pt x="23161" y="9354"/>
                </a:lnTo>
                <a:lnTo>
                  <a:pt x="23314" y="11657"/>
                </a:lnTo>
                <a:lnTo>
                  <a:pt x="23161" y="13960"/>
                </a:lnTo>
                <a:lnTo>
                  <a:pt x="21420" y="18163"/>
                </a:lnTo>
                <a:lnTo>
                  <a:pt x="19900" y="19900"/>
                </a:lnTo>
                <a:lnTo>
                  <a:pt x="18163" y="21420"/>
                </a:lnTo>
                <a:lnTo>
                  <a:pt x="13960" y="23161"/>
                </a:lnTo>
                <a:lnTo>
                  <a:pt x="11657" y="23314"/>
                </a:lnTo>
                <a:lnTo>
                  <a:pt x="9354" y="2316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311" name="Shape 311"/>
          <p:cNvSpPr/>
          <p:nvPr/>
        </p:nvSpPr>
        <p:spPr>
          <a:xfrm>
            <a:off x="5178427" y="1990966"/>
            <a:ext cx="23544" cy="23544"/>
          </a:xfrm>
          <a:custGeom>
            <a:avLst/>
            <a:gdLst/>
            <a:ahLst/>
            <a:cxnLst/>
            <a:rect l="0" t="0" r="r" b="b"/>
            <a:pathLst>
              <a:path w="23544" h="23544">
                <a:moveTo>
                  <a:pt x="9446" y="23389"/>
                </a:moveTo>
                <a:lnTo>
                  <a:pt x="5202" y="21631"/>
                </a:lnTo>
                <a:lnTo>
                  <a:pt x="3448" y="20096"/>
                </a:lnTo>
                <a:lnTo>
                  <a:pt x="1913" y="18342"/>
                </a:lnTo>
                <a:lnTo>
                  <a:pt x="155" y="14098"/>
                </a:lnTo>
                <a:lnTo>
                  <a:pt x="0" y="11772"/>
                </a:lnTo>
                <a:lnTo>
                  <a:pt x="155" y="9446"/>
                </a:lnTo>
                <a:lnTo>
                  <a:pt x="1913" y="5202"/>
                </a:lnTo>
                <a:lnTo>
                  <a:pt x="3448" y="3448"/>
                </a:lnTo>
                <a:lnTo>
                  <a:pt x="5202" y="1913"/>
                </a:lnTo>
                <a:lnTo>
                  <a:pt x="9446" y="155"/>
                </a:lnTo>
                <a:lnTo>
                  <a:pt x="11772" y="0"/>
                </a:lnTo>
                <a:lnTo>
                  <a:pt x="14098" y="155"/>
                </a:lnTo>
                <a:lnTo>
                  <a:pt x="18342" y="1913"/>
                </a:lnTo>
                <a:lnTo>
                  <a:pt x="20096" y="3448"/>
                </a:lnTo>
                <a:lnTo>
                  <a:pt x="21631" y="5202"/>
                </a:lnTo>
                <a:lnTo>
                  <a:pt x="23389" y="9446"/>
                </a:lnTo>
                <a:lnTo>
                  <a:pt x="23544" y="11772"/>
                </a:lnTo>
                <a:lnTo>
                  <a:pt x="23389" y="14098"/>
                </a:lnTo>
                <a:lnTo>
                  <a:pt x="21631" y="18342"/>
                </a:lnTo>
                <a:lnTo>
                  <a:pt x="20096" y="20096"/>
                </a:lnTo>
                <a:lnTo>
                  <a:pt x="18342" y="21631"/>
                </a:lnTo>
                <a:lnTo>
                  <a:pt x="14098" y="23389"/>
                </a:lnTo>
                <a:lnTo>
                  <a:pt x="11772" y="23544"/>
                </a:lnTo>
                <a:lnTo>
                  <a:pt x="9446" y="23389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312" name="Shape 312"/>
          <p:cNvSpPr/>
          <p:nvPr/>
        </p:nvSpPr>
        <p:spPr>
          <a:xfrm>
            <a:off x="5189996" y="1997551"/>
            <a:ext cx="23769" cy="23769"/>
          </a:xfrm>
          <a:custGeom>
            <a:avLst/>
            <a:gdLst/>
            <a:ahLst/>
            <a:cxnLst/>
            <a:rect l="0" t="0" r="r" b="b"/>
            <a:pathLst>
              <a:path w="23769" h="23769">
                <a:moveTo>
                  <a:pt x="9537" y="23613"/>
                </a:moveTo>
                <a:lnTo>
                  <a:pt x="5251" y="21838"/>
                </a:lnTo>
                <a:lnTo>
                  <a:pt x="3481" y="20288"/>
                </a:lnTo>
                <a:lnTo>
                  <a:pt x="1931" y="18517"/>
                </a:lnTo>
                <a:lnTo>
                  <a:pt x="156" y="14232"/>
                </a:lnTo>
                <a:lnTo>
                  <a:pt x="0" y="11884"/>
                </a:lnTo>
                <a:lnTo>
                  <a:pt x="156" y="9537"/>
                </a:lnTo>
                <a:lnTo>
                  <a:pt x="1931" y="5251"/>
                </a:lnTo>
                <a:lnTo>
                  <a:pt x="3481" y="3481"/>
                </a:lnTo>
                <a:lnTo>
                  <a:pt x="5251" y="1931"/>
                </a:lnTo>
                <a:lnTo>
                  <a:pt x="9537" y="156"/>
                </a:lnTo>
                <a:lnTo>
                  <a:pt x="11884" y="0"/>
                </a:lnTo>
                <a:lnTo>
                  <a:pt x="14232" y="156"/>
                </a:lnTo>
                <a:lnTo>
                  <a:pt x="18517" y="1931"/>
                </a:lnTo>
                <a:lnTo>
                  <a:pt x="20288" y="3481"/>
                </a:lnTo>
                <a:lnTo>
                  <a:pt x="21838" y="5251"/>
                </a:lnTo>
                <a:lnTo>
                  <a:pt x="23613" y="9537"/>
                </a:lnTo>
                <a:lnTo>
                  <a:pt x="23769" y="11884"/>
                </a:lnTo>
                <a:lnTo>
                  <a:pt x="23613" y="14232"/>
                </a:lnTo>
                <a:lnTo>
                  <a:pt x="21838" y="18517"/>
                </a:lnTo>
                <a:lnTo>
                  <a:pt x="20288" y="20288"/>
                </a:lnTo>
                <a:lnTo>
                  <a:pt x="18517" y="21838"/>
                </a:lnTo>
                <a:lnTo>
                  <a:pt x="14232" y="23613"/>
                </a:lnTo>
                <a:lnTo>
                  <a:pt x="11884" y="23769"/>
                </a:lnTo>
                <a:lnTo>
                  <a:pt x="9537" y="23613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313" name="Shape 313"/>
          <p:cNvSpPr/>
          <p:nvPr/>
        </p:nvSpPr>
        <p:spPr>
          <a:xfrm>
            <a:off x="5198395" y="2002335"/>
            <a:ext cx="23916" cy="23916"/>
          </a:xfrm>
          <a:custGeom>
            <a:avLst/>
            <a:gdLst/>
            <a:ahLst/>
            <a:cxnLst/>
            <a:rect l="0" t="0" r="r" b="b"/>
            <a:pathLst>
              <a:path w="23916" h="23916">
                <a:moveTo>
                  <a:pt x="9595" y="23758"/>
                </a:moveTo>
                <a:lnTo>
                  <a:pt x="5284" y="21972"/>
                </a:lnTo>
                <a:lnTo>
                  <a:pt x="3502" y="20413"/>
                </a:lnTo>
                <a:lnTo>
                  <a:pt x="1943" y="18631"/>
                </a:lnTo>
                <a:lnTo>
                  <a:pt x="157" y="14320"/>
                </a:lnTo>
                <a:lnTo>
                  <a:pt x="0" y="11958"/>
                </a:lnTo>
                <a:lnTo>
                  <a:pt x="157" y="9595"/>
                </a:lnTo>
                <a:lnTo>
                  <a:pt x="1943" y="5284"/>
                </a:lnTo>
                <a:lnTo>
                  <a:pt x="3502" y="3502"/>
                </a:lnTo>
                <a:lnTo>
                  <a:pt x="5284" y="1943"/>
                </a:lnTo>
                <a:lnTo>
                  <a:pt x="9595" y="157"/>
                </a:lnTo>
                <a:lnTo>
                  <a:pt x="11958" y="0"/>
                </a:lnTo>
                <a:lnTo>
                  <a:pt x="14320" y="157"/>
                </a:lnTo>
                <a:lnTo>
                  <a:pt x="18631" y="1943"/>
                </a:lnTo>
                <a:lnTo>
                  <a:pt x="20413" y="3502"/>
                </a:lnTo>
                <a:lnTo>
                  <a:pt x="21972" y="5284"/>
                </a:lnTo>
                <a:lnTo>
                  <a:pt x="23758" y="9595"/>
                </a:lnTo>
                <a:lnTo>
                  <a:pt x="23916" y="11958"/>
                </a:lnTo>
                <a:lnTo>
                  <a:pt x="23758" y="14320"/>
                </a:lnTo>
                <a:lnTo>
                  <a:pt x="21972" y="18631"/>
                </a:lnTo>
                <a:lnTo>
                  <a:pt x="20413" y="20413"/>
                </a:lnTo>
                <a:lnTo>
                  <a:pt x="18631" y="21972"/>
                </a:lnTo>
                <a:lnTo>
                  <a:pt x="14320" y="23758"/>
                </a:lnTo>
                <a:lnTo>
                  <a:pt x="11958" y="23916"/>
                </a:lnTo>
                <a:lnTo>
                  <a:pt x="9595" y="23758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314" name="Shape 314"/>
          <p:cNvSpPr/>
          <p:nvPr/>
        </p:nvSpPr>
        <p:spPr>
          <a:xfrm>
            <a:off x="5212176" y="2010191"/>
            <a:ext cx="24128" cy="24128"/>
          </a:xfrm>
          <a:custGeom>
            <a:avLst/>
            <a:gdLst/>
            <a:ahLst/>
            <a:cxnLst/>
            <a:rect l="0" t="0" r="r" b="b"/>
            <a:pathLst>
              <a:path w="24128" h="24128">
                <a:moveTo>
                  <a:pt x="9681" y="23969"/>
                </a:moveTo>
                <a:lnTo>
                  <a:pt x="5331" y="22168"/>
                </a:lnTo>
                <a:lnTo>
                  <a:pt x="3533" y="20595"/>
                </a:lnTo>
                <a:lnTo>
                  <a:pt x="1960" y="18797"/>
                </a:lnTo>
                <a:lnTo>
                  <a:pt x="158" y="14447"/>
                </a:lnTo>
                <a:lnTo>
                  <a:pt x="0" y="12064"/>
                </a:lnTo>
                <a:lnTo>
                  <a:pt x="158" y="9681"/>
                </a:lnTo>
                <a:lnTo>
                  <a:pt x="1960" y="5331"/>
                </a:lnTo>
                <a:lnTo>
                  <a:pt x="3533" y="3533"/>
                </a:lnTo>
                <a:lnTo>
                  <a:pt x="5331" y="1960"/>
                </a:lnTo>
                <a:lnTo>
                  <a:pt x="9681" y="158"/>
                </a:lnTo>
                <a:lnTo>
                  <a:pt x="12064" y="0"/>
                </a:lnTo>
                <a:lnTo>
                  <a:pt x="14447" y="158"/>
                </a:lnTo>
                <a:lnTo>
                  <a:pt x="18797" y="1960"/>
                </a:lnTo>
                <a:lnTo>
                  <a:pt x="20595" y="3533"/>
                </a:lnTo>
                <a:lnTo>
                  <a:pt x="22168" y="5331"/>
                </a:lnTo>
                <a:lnTo>
                  <a:pt x="23969" y="9681"/>
                </a:lnTo>
                <a:lnTo>
                  <a:pt x="24128" y="12064"/>
                </a:lnTo>
                <a:lnTo>
                  <a:pt x="23969" y="14447"/>
                </a:lnTo>
                <a:lnTo>
                  <a:pt x="22168" y="18797"/>
                </a:lnTo>
                <a:lnTo>
                  <a:pt x="20595" y="20595"/>
                </a:lnTo>
                <a:lnTo>
                  <a:pt x="18797" y="22168"/>
                </a:lnTo>
                <a:lnTo>
                  <a:pt x="14447" y="23969"/>
                </a:lnTo>
                <a:lnTo>
                  <a:pt x="12064" y="24128"/>
                </a:lnTo>
                <a:lnTo>
                  <a:pt x="9681" y="23969"/>
                </a:lnTo>
                <a:close/>
              </a:path>
            </a:pathLst>
          </a:custGeom>
          <a:solidFill>
            <a:srgbClr val="7ED182"/>
          </a:solidFill>
          <a:ln>
            <a:noFill/>
          </a:ln>
        </p:spPr>
      </p:sp>
      <p:sp>
        <p:nvSpPr>
          <p:cNvPr id="315" name="Shape 315"/>
          <p:cNvSpPr/>
          <p:nvPr/>
        </p:nvSpPr>
        <p:spPr>
          <a:xfrm>
            <a:off x="5227598" y="2018990"/>
            <a:ext cx="24331" cy="24331"/>
          </a:xfrm>
          <a:custGeom>
            <a:avLst/>
            <a:gdLst/>
            <a:ahLst/>
            <a:cxnLst/>
            <a:rect l="0" t="0" r="r" b="b"/>
            <a:pathLst>
              <a:path w="24331" h="24331">
                <a:moveTo>
                  <a:pt x="9762" y="24171"/>
                </a:moveTo>
                <a:lnTo>
                  <a:pt x="5376" y="22354"/>
                </a:lnTo>
                <a:lnTo>
                  <a:pt x="3563" y="20768"/>
                </a:lnTo>
                <a:lnTo>
                  <a:pt x="1977" y="18955"/>
                </a:lnTo>
                <a:lnTo>
                  <a:pt x="160" y="14569"/>
                </a:lnTo>
                <a:lnTo>
                  <a:pt x="0" y="12165"/>
                </a:lnTo>
                <a:lnTo>
                  <a:pt x="160" y="9762"/>
                </a:lnTo>
                <a:lnTo>
                  <a:pt x="1977" y="5376"/>
                </a:lnTo>
                <a:lnTo>
                  <a:pt x="3563" y="3563"/>
                </a:lnTo>
                <a:lnTo>
                  <a:pt x="5376" y="1977"/>
                </a:lnTo>
                <a:lnTo>
                  <a:pt x="9762" y="160"/>
                </a:lnTo>
                <a:lnTo>
                  <a:pt x="12165" y="0"/>
                </a:lnTo>
                <a:lnTo>
                  <a:pt x="14569" y="160"/>
                </a:lnTo>
                <a:lnTo>
                  <a:pt x="18955" y="1977"/>
                </a:lnTo>
                <a:lnTo>
                  <a:pt x="20768" y="3563"/>
                </a:lnTo>
                <a:lnTo>
                  <a:pt x="22354" y="5376"/>
                </a:lnTo>
                <a:lnTo>
                  <a:pt x="24171" y="9762"/>
                </a:lnTo>
                <a:lnTo>
                  <a:pt x="24331" y="12165"/>
                </a:lnTo>
                <a:lnTo>
                  <a:pt x="24171" y="14569"/>
                </a:lnTo>
                <a:lnTo>
                  <a:pt x="22354" y="18955"/>
                </a:lnTo>
                <a:lnTo>
                  <a:pt x="20768" y="20768"/>
                </a:lnTo>
                <a:lnTo>
                  <a:pt x="18955" y="22354"/>
                </a:lnTo>
                <a:lnTo>
                  <a:pt x="14569" y="24171"/>
                </a:lnTo>
                <a:lnTo>
                  <a:pt x="12165" y="24331"/>
                </a:lnTo>
                <a:lnTo>
                  <a:pt x="9762" y="24171"/>
                </a:lnTo>
                <a:close/>
              </a:path>
            </a:pathLst>
          </a:custGeom>
          <a:solidFill>
            <a:srgbClr val="7DD081"/>
          </a:solidFill>
          <a:ln>
            <a:noFill/>
          </a:ln>
        </p:spPr>
      </p:sp>
      <p:sp>
        <p:nvSpPr>
          <p:cNvPr id="316" name="Shape 316"/>
          <p:cNvSpPr/>
          <p:nvPr/>
        </p:nvSpPr>
        <p:spPr>
          <a:xfrm>
            <a:off x="5238942" y="2025468"/>
            <a:ext cx="24457" cy="24457"/>
          </a:xfrm>
          <a:custGeom>
            <a:avLst/>
            <a:gdLst/>
            <a:ahLst/>
            <a:cxnLst/>
            <a:rect l="0" t="0" r="r" b="b"/>
            <a:pathLst>
              <a:path w="24457" h="24457">
                <a:moveTo>
                  <a:pt x="9813" y="24296"/>
                </a:moveTo>
                <a:lnTo>
                  <a:pt x="5403" y="22470"/>
                </a:lnTo>
                <a:lnTo>
                  <a:pt x="3581" y="20875"/>
                </a:lnTo>
                <a:lnTo>
                  <a:pt x="1987" y="19053"/>
                </a:lnTo>
                <a:lnTo>
                  <a:pt x="161" y="14644"/>
                </a:lnTo>
                <a:lnTo>
                  <a:pt x="0" y="12228"/>
                </a:lnTo>
                <a:lnTo>
                  <a:pt x="161" y="9813"/>
                </a:lnTo>
                <a:lnTo>
                  <a:pt x="1987" y="5403"/>
                </a:lnTo>
                <a:lnTo>
                  <a:pt x="3581" y="3581"/>
                </a:lnTo>
                <a:lnTo>
                  <a:pt x="5403" y="1987"/>
                </a:lnTo>
                <a:lnTo>
                  <a:pt x="9813" y="161"/>
                </a:lnTo>
                <a:lnTo>
                  <a:pt x="12228" y="0"/>
                </a:lnTo>
                <a:lnTo>
                  <a:pt x="14644" y="161"/>
                </a:lnTo>
                <a:lnTo>
                  <a:pt x="19053" y="1987"/>
                </a:lnTo>
                <a:lnTo>
                  <a:pt x="20875" y="3581"/>
                </a:lnTo>
                <a:lnTo>
                  <a:pt x="22470" y="5403"/>
                </a:lnTo>
                <a:lnTo>
                  <a:pt x="24296" y="9813"/>
                </a:lnTo>
                <a:lnTo>
                  <a:pt x="24457" y="12228"/>
                </a:lnTo>
                <a:lnTo>
                  <a:pt x="24296" y="14644"/>
                </a:lnTo>
                <a:lnTo>
                  <a:pt x="22470" y="19053"/>
                </a:lnTo>
                <a:lnTo>
                  <a:pt x="20875" y="20875"/>
                </a:lnTo>
                <a:lnTo>
                  <a:pt x="19053" y="22470"/>
                </a:lnTo>
                <a:lnTo>
                  <a:pt x="14644" y="24296"/>
                </a:lnTo>
                <a:lnTo>
                  <a:pt x="12228" y="24457"/>
                </a:lnTo>
                <a:lnTo>
                  <a:pt x="9813" y="2429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317" name="Shape 317"/>
          <p:cNvSpPr/>
          <p:nvPr/>
        </p:nvSpPr>
        <p:spPr>
          <a:xfrm>
            <a:off x="5251265" y="2032509"/>
            <a:ext cx="24573" cy="24573"/>
          </a:xfrm>
          <a:custGeom>
            <a:avLst/>
            <a:gdLst/>
            <a:ahLst/>
            <a:cxnLst/>
            <a:rect l="0" t="0" r="r" b="b"/>
            <a:pathLst>
              <a:path w="24573" h="24573">
                <a:moveTo>
                  <a:pt x="9859" y="24411"/>
                </a:moveTo>
                <a:lnTo>
                  <a:pt x="5429" y="22576"/>
                </a:lnTo>
                <a:lnTo>
                  <a:pt x="3598" y="20974"/>
                </a:lnTo>
                <a:lnTo>
                  <a:pt x="1996" y="19143"/>
                </a:lnTo>
                <a:lnTo>
                  <a:pt x="161" y="14713"/>
                </a:lnTo>
                <a:lnTo>
                  <a:pt x="0" y="12286"/>
                </a:lnTo>
                <a:lnTo>
                  <a:pt x="161" y="9859"/>
                </a:lnTo>
                <a:lnTo>
                  <a:pt x="1996" y="5429"/>
                </a:lnTo>
                <a:lnTo>
                  <a:pt x="3598" y="3598"/>
                </a:lnTo>
                <a:lnTo>
                  <a:pt x="5429" y="1996"/>
                </a:lnTo>
                <a:lnTo>
                  <a:pt x="9859" y="161"/>
                </a:lnTo>
                <a:lnTo>
                  <a:pt x="12286" y="0"/>
                </a:lnTo>
                <a:lnTo>
                  <a:pt x="14713" y="161"/>
                </a:lnTo>
                <a:lnTo>
                  <a:pt x="19143" y="1996"/>
                </a:lnTo>
                <a:lnTo>
                  <a:pt x="20974" y="3598"/>
                </a:lnTo>
                <a:lnTo>
                  <a:pt x="22576" y="5429"/>
                </a:lnTo>
                <a:lnTo>
                  <a:pt x="24411" y="9859"/>
                </a:lnTo>
                <a:lnTo>
                  <a:pt x="24573" y="12286"/>
                </a:lnTo>
                <a:lnTo>
                  <a:pt x="24411" y="14713"/>
                </a:lnTo>
                <a:lnTo>
                  <a:pt x="22576" y="19143"/>
                </a:lnTo>
                <a:lnTo>
                  <a:pt x="20974" y="20974"/>
                </a:lnTo>
                <a:lnTo>
                  <a:pt x="19143" y="22576"/>
                </a:lnTo>
                <a:lnTo>
                  <a:pt x="14713" y="24411"/>
                </a:lnTo>
                <a:lnTo>
                  <a:pt x="12286" y="24573"/>
                </a:lnTo>
                <a:lnTo>
                  <a:pt x="9859" y="2441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318" name="Shape 318"/>
          <p:cNvSpPr/>
          <p:nvPr/>
        </p:nvSpPr>
        <p:spPr>
          <a:xfrm>
            <a:off x="5271879" y="2044299"/>
            <a:ext cx="24715" cy="24715"/>
          </a:xfrm>
          <a:custGeom>
            <a:avLst/>
            <a:gdLst/>
            <a:ahLst/>
            <a:cxnLst/>
            <a:rect l="0" t="0" r="r" b="b"/>
            <a:pathLst>
              <a:path w="24715" h="24715">
                <a:moveTo>
                  <a:pt x="9916" y="24553"/>
                </a:moveTo>
                <a:lnTo>
                  <a:pt x="5460" y="22707"/>
                </a:lnTo>
                <a:lnTo>
                  <a:pt x="3619" y="21096"/>
                </a:lnTo>
                <a:lnTo>
                  <a:pt x="2008" y="19255"/>
                </a:lnTo>
                <a:lnTo>
                  <a:pt x="162" y="14799"/>
                </a:lnTo>
                <a:lnTo>
                  <a:pt x="0" y="12357"/>
                </a:lnTo>
                <a:lnTo>
                  <a:pt x="162" y="9916"/>
                </a:lnTo>
                <a:lnTo>
                  <a:pt x="2008" y="5460"/>
                </a:lnTo>
                <a:lnTo>
                  <a:pt x="3619" y="3619"/>
                </a:lnTo>
                <a:lnTo>
                  <a:pt x="5460" y="2008"/>
                </a:lnTo>
                <a:lnTo>
                  <a:pt x="9916" y="162"/>
                </a:lnTo>
                <a:lnTo>
                  <a:pt x="12357" y="0"/>
                </a:lnTo>
                <a:lnTo>
                  <a:pt x="14799" y="162"/>
                </a:lnTo>
                <a:lnTo>
                  <a:pt x="19255" y="2008"/>
                </a:lnTo>
                <a:lnTo>
                  <a:pt x="21096" y="3619"/>
                </a:lnTo>
                <a:lnTo>
                  <a:pt x="22707" y="5460"/>
                </a:lnTo>
                <a:lnTo>
                  <a:pt x="24553" y="9916"/>
                </a:lnTo>
                <a:lnTo>
                  <a:pt x="24715" y="12357"/>
                </a:lnTo>
                <a:lnTo>
                  <a:pt x="24553" y="14799"/>
                </a:lnTo>
                <a:lnTo>
                  <a:pt x="22707" y="19255"/>
                </a:lnTo>
                <a:lnTo>
                  <a:pt x="21096" y="21096"/>
                </a:lnTo>
                <a:lnTo>
                  <a:pt x="19255" y="22707"/>
                </a:lnTo>
                <a:lnTo>
                  <a:pt x="14799" y="24553"/>
                </a:lnTo>
                <a:lnTo>
                  <a:pt x="12357" y="24715"/>
                </a:lnTo>
                <a:lnTo>
                  <a:pt x="9916" y="2455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319" name="Shape 319"/>
          <p:cNvSpPr/>
          <p:nvPr/>
        </p:nvSpPr>
        <p:spPr>
          <a:xfrm>
            <a:off x="5295557" y="2057857"/>
            <a:ext cx="24800" cy="24800"/>
          </a:xfrm>
          <a:custGeom>
            <a:avLst/>
            <a:gdLst/>
            <a:ahLst/>
            <a:cxnLst/>
            <a:rect l="0" t="0" r="r" b="b"/>
            <a:pathLst>
              <a:path w="24800" h="24800">
                <a:moveTo>
                  <a:pt x="9950" y="24636"/>
                </a:moveTo>
                <a:lnTo>
                  <a:pt x="5479" y="22784"/>
                </a:lnTo>
                <a:lnTo>
                  <a:pt x="3631" y="21168"/>
                </a:lnTo>
                <a:lnTo>
                  <a:pt x="2015" y="19320"/>
                </a:lnTo>
                <a:lnTo>
                  <a:pt x="163" y="14849"/>
                </a:lnTo>
                <a:lnTo>
                  <a:pt x="0" y="12400"/>
                </a:lnTo>
                <a:lnTo>
                  <a:pt x="163" y="9950"/>
                </a:lnTo>
                <a:lnTo>
                  <a:pt x="2015" y="5479"/>
                </a:lnTo>
                <a:lnTo>
                  <a:pt x="3631" y="3631"/>
                </a:lnTo>
                <a:lnTo>
                  <a:pt x="5479" y="2015"/>
                </a:lnTo>
                <a:lnTo>
                  <a:pt x="9950" y="163"/>
                </a:lnTo>
                <a:lnTo>
                  <a:pt x="12400" y="0"/>
                </a:lnTo>
                <a:lnTo>
                  <a:pt x="14849" y="163"/>
                </a:lnTo>
                <a:lnTo>
                  <a:pt x="19320" y="2015"/>
                </a:lnTo>
                <a:lnTo>
                  <a:pt x="21168" y="3631"/>
                </a:lnTo>
                <a:lnTo>
                  <a:pt x="22784" y="5479"/>
                </a:lnTo>
                <a:lnTo>
                  <a:pt x="24636" y="9950"/>
                </a:lnTo>
                <a:lnTo>
                  <a:pt x="24800" y="12400"/>
                </a:lnTo>
                <a:lnTo>
                  <a:pt x="24636" y="14849"/>
                </a:lnTo>
                <a:lnTo>
                  <a:pt x="22784" y="19320"/>
                </a:lnTo>
                <a:lnTo>
                  <a:pt x="21168" y="21168"/>
                </a:lnTo>
                <a:lnTo>
                  <a:pt x="19320" y="22784"/>
                </a:lnTo>
                <a:lnTo>
                  <a:pt x="14849" y="24636"/>
                </a:lnTo>
                <a:lnTo>
                  <a:pt x="12400" y="24800"/>
                </a:lnTo>
                <a:lnTo>
                  <a:pt x="9950" y="24636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320" name="Shape 320"/>
          <p:cNvSpPr/>
          <p:nvPr/>
        </p:nvSpPr>
        <p:spPr>
          <a:xfrm>
            <a:off x="5313398" y="2068085"/>
            <a:ext cx="24808" cy="24808"/>
          </a:xfrm>
          <a:custGeom>
            <a:avLst/>
            <a:gdLst/>
            <a:ahLst/>
            <a:cxnLst/>
            <a:rect l="0" t="0" r="r" b="b"/>
            <a:pathLst>
              <a:path w="24808" h="24808">
                <a:moveTo>
                  <a:pt x="9953" y="24645"/>
                </a:moveTo>
                <a:lnTo>
                  <a:pt x="5481" y="22792"/>
                </a:lnTo>
                <a:lnTo>
                  <a:pt x="3633" y="21175"/>
                </a:lnTo>
                <a:lnTo>
                  <a:pt x="2015" y="19327"/>
                </a:lnTo>
                <a:lnTo>
                  <a:pt x="163" y="14854"/>
                </a:lnTo>
                <a:lnTo>
                  <a:pt x="0" y="12404"/>
                </a:lnTo>
                <a:lnTo>
                  <a:pt x="163" y="9953"/>
                </a:lnTo>
                <a:lnTo>
                  <a:pt x="2015" y="5481"/>
                </a:lnTo>
                <a:lnTo>
                  <a:pt x="3633" y="3633"/>
                </a:lnTo>
                <a:lnTo>
                  <a:pt x="5481" y="2015"/>
                </a:lnTo>
                <a:lnTo>
                  <a:pt x="9953" y="163"/>
                </a:lnTo>
                <a:lnTo>
                  <a:pt x="12404" y="0"/>
                </a:lnTo>
                <a:lnTo>
                  <a:pt x="14854" y="163"/>
                </a:lnTo>
                <a:lnTo>
                  <a:pt x="19327" y="2015"/>
                </a:lnTo>
                <a:lnTo>
                  <a:pt x="21175" y="3633"/>
                </a:lnTo>
                <a:lnTo>
                  <a:pt x="22792" y="5481"/>
                </a:lnTo>
                <a:lnTo>
                  <a:pt x="24645" y="9953"/>
                </a:lnTo>
                <a:lnTo>
                  <a:pt x="24808" y="12404"/>
                </a:lnTo>
                <a:lnTo>
                  <a:pt x="24645" y="14854"/>
                </a:lnTo>
                <a:lnTo>
                  <a:pt x="22792" y="19327"/>
                </a:lnTo>
                <a:lnTo>
                  <a:pt x="21175" y="21175"/>
                </a:lnTo>
                <a:lnTo>
                  <a:pt x="19327" y="22792"/>
                </a:lnTo>
                <a:lnTo>
                  <a:pt x="14854" y="24645"/>
                </a:lnTo>
                <a:lnTo>
                  <a:pt x="12404" y="24808"/>
                </a:lnTo>
                <a:lnTo>
                  <a:pt x="9953" y="24645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321" name="Shape 321"/>
          <p:cNvSpPr/>
          <p:nvPr/>
        </p:nvSpPr>
        <p:spPr>
          <a:xfrm>
            <a:off x="5343926" y="2085601"/>
            <a:ext cx="24747" cy="24747"/>
          </a:xfrm>
          <a:custGeom>
            <a:avLst/>
            <a:gdLst/>
            <a:ahLst/>
            <a:cxnLst/>
            <a:rect l="0" t="0" r="r" b="b"/>
            <a:pathLst>
              <a:path w="24747" h="24747">
                <a:moveTo>
                  <a:pt x="9929" y="24584"/>
                </a:moveTo>
                <a:lnTo>
                  <a:pt x="5467" y="22736"/>
                </a:lnTo>
                <a:lnTo>
                  <a:pt x="3624" y="21123"/>
                </a:lnTo>
                <a:lnTo>
                  <a:pt x="2010" y="19279"/>
                </a:lnTo>
                <a:lnTo>
                  <a:pt x="162" y="14818"/>
                </a:lnTo>
                <a:lnTo>
                  <a:pt x="0" y="12373"/>
                </a:lnTo>
                <a:lnTo>
                  <a:pt x="162" y="9929"/>
                </a:lnTo>
                <a:lnTo>
                  <a:pt x="2010" y="5467"/>
                </a:lnTo>
                <a:lnTo>
                  <a:pt x="3624" y="3624"/>
                </a:lnTo>
                <a:lnTo>
                  <a:pt x="5467" y="2010"/>
                </a:lnTo>
                <a:lnTo>
                  <a:pt x="9929" y="162"/>
                </a:lnTo>
                <a:lnTo>
                  <a:pt x="12373" y="0"/>
                </a:lnTo>
                <a:lnTo>
                  <a:pt x="14818" y="162"/>
                </a:lnTo>
                <a:lnTo>
                  <a:pt x="19279" y="2010"/>
                </a:lnTo>
                <a:lnTo>
                  <a:pt x="21123" y="3624"/>
                </a:lnTo>
                <a:lnTo>
                  <a:pt x="22736" y="5467"/>
                </a:lnTo>
                <a:lnTo>
                  <a:pt x="24584" y="9929"/>
                </a:lnTo>
                <a:lnTo>
                  <a:pt x="24747" y="12373"/>
                </a:lnTo>
                <a:lnTo>
                  <a:pt x="24584" y="14818"/>
                </a:lnTo>
                <a:lnTo>
                  <a:pt x="22736" y="19279"/>
                </a:lnTo>
                <a:lnTo>
                  <a:pt x="21123" y="21123"/>
                </a:lnTo>
                <a:lnTo>
                  <a:pt x="19279" y="22736"/>
                </a:lnTo>
                <a:lnTo>
                  <a:pt x="14818" y="24584"/>
                </a:lnTo>
                <a:lnTo>
                  <a:pt x="12373" y="24747"/>
                </a:lnTo>
                <a:lnTo>
                  <a:pt x="9929" y="2458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322" name="Shape 322"/>
          <p:cNvSpPr/>
          <p:nvPr/>
        </p:nvSpPr>
        <p:spPr>
          <a:xfrm>
            <a:off x="5379165" y="2105457"/>
            <a:ext cx="26386" cy="26386"/>
          </a:xfrm>
          <a:custGeom>
            <a:avLst/>
            <a:gdLst/>
            <a:ahLst/>
            <a:cxnLst/>
            <a:rect l="0" t="0" r="r" b="b"/>
            <a:pathLst>
              <a:path w="26386" h="26386">
                <a:moveTo>
                  <a:pt x="10587" y="26213"/>
                </a:moveTo>
                <a:lnTo>
                  <a:pt x="5830" y="24242"/>
                </a:lnTo>
                <a:lnTo>
                  <a:pt x="3864" y="22522"/>
                </a:lnTo>
                <a:lnTo>
                  <a:pt x="2144" y="20556"/>
                </a:lnTo>
                <a:lnTo>
                  <a:pt x="173" y="15799"/>
                </a:lnTo>
                <a:lnTo>
                  <a:pt x="0" y="13193"/>
                </a:lnTo>
                <a:lnTo>
                  <a:pt x="173" y="10587"/>
                </a:lnTo>
                <a:lnTo>
                  <a:pt x="2144" y="5830"/>
                </a:lnTo>
                <a:lnTo>
                  <a:pt x="3864" y="3864"/>
                </a:lnTo>
                <a:lnTo>
                  <a:pt x="5830" y="2144"/>
                </a:lnTo>
                <a:lnTo>
                  <a:pt x="10587" y="173"/>
                </a:lnTo>
                <a:lnTo>
                  <a:pt x="13193" y="0"/>
                </a:lnTo>
                <a:lnTo>
                  <a:pt x="15799" y="173"/>
                </a:lnTo>
                <a:lnTo>
                  <a:pt x="20556" y="2144"/>
                </a:lnTo>
                <a:lnTo>
                  <a:pt x="22522" y="3864"/>
                </a:lnTo>
                <a:lnTo>
                  <a:pt x="24242" y="5830"/>
                </a:lnTo>
                <a:lnTo>
                  <a:pt x="26213" y="10587"/>
                </a:lnTo>
                <a:lnTo>
                  <a:pt x="26386" y="13193"/>
                </a:lnTo>
                <a:lnTo>
                  <a:pt x="26213" y="15799"/>
                </a:lnTo>
                <a:lnTo>
                  <a:pt x="24242" y="20556"/>
                </a:lnTo>
                <a:lnTo>
                  <a:pt x="22522" y="22522"/>
                </a:lnTo>
                <a:lnTo>
                  <a:pt x="20556" y="24242"/>
                </a:lnTo>
                <a:lnTo>
                  <a:pt x="15799" y="26213"/>
                </a:lnTo>
                <a:lnTo>
                  <a:pt x="13193" y="26386"/>
                </a:lnTo>
                <a:lnTo>
                  <a:pt x="10587" y="26213"/>
                </a:lnTo>
                <a:close/>
              </a:path>
            </a:pathLst>
          </a:custGeom>
          <a:solidFill>
            <a:srgbClr val="71CA77"/>
          </a:solidFill>
          <a:ln>
            <a:noFill/>
          </a:ln>
        </p:spPr>
      </p:sp>
      <p:sp>
        <p:nvSpPr>
          <p:cNvPr id="323" name="Shape 323"/>
          <p:cNvSpPr/>
          <p:nvPr/>
        </p:nvSpPr>
        <p:spPr>
          <a:xfrm>
            <a:off x="5407146" y="2121521"/>
            <a:ext cx="26284" cy="26284"/>
          </a:xfrm>
          <a:custGeom>
            <a:avLst/>
            <a:gdLst/>
            <a:ahLst/>
            <a:cxnLst/>
            <a:rect l="0" t="0" r="r" b="b"/>
            <a:pathLst>
              <a:path w="26284" h="26284">
                <a:moveTo>
                  <a:pt x="10545" y="26111"/>
                </a:moveTo>
                <a:lnTo>
                  <a:pt x="5807" y="24148"/>
                </a:lnTo>
                <a:lnTo>
                  <a:pt x="3849" y="22435"/>
                </a:lnTo>
                <a:lnTo>
                  <a:pt x="2135" y="20476"/>
                </a:lnTo>
                <a:lnTo>
                  <a:pt x="173" y="15738"/>
                </a:lnTo>
                <a:lnTo>
                  <a:pt x="0" y="13142"/>
                </a:lnTo>
                <a:lnTo>
                  <a:pt x="173" y="10545"/>
                </a:lnTo>
                <a:lnTo>
                  <a:pt x="2135" y="5807"/>
                </a:lnTo>
                <a:lnTo>
                  <a:pt x="3849" y="3849"/>
                </a:lnTo>
                <a:lnTo>
                  <a:pt x="5807" y="2135"/>
                </a:lnTo>
                <a:lnTo>
                  <a:pt x="10545" y="173"/>
                </a:lnTo>
                <a:lnTo>
                  <a:pt x="13142" y="0"/>
                </a:lnTo>
                <a:lnTo>
                  <a:pt x="15738" y="173"/>
                </a:lnTo>
                <a:lnTo>
                  <a:pt x="20476" y="2135"/>
                </a:lnTo>
                <a:lnTo>
                  <a:pt x="22435" y="3849"/>
                </a:lnTo>
                <a:lnTo>
                  <a:pt x="24148" y="5807"/>
                </a:lnTo>
                <a:lnTo>
                  <a:pt x="26111" y="10545"/>
                </a:lnTo>
                <a:lnTo>
                  <a:pt x="26284" y="13142"/>
                </a:lnTo>
                <a:lnTo>
                  <a:pt x="26111" y="15738"/>
                </a:lnTo>
                <a:lnTo>
                  <a:pt x="24148" y="20476"/>
                </a:lnTo>
                <a:lnTo>
                  <a:pt x="22435" y="22435"/>
                </a:lnTo>
                <a:lnTo>
                  <a:pt x="20476" y="24148"/>
                </a:lnTo>
                <a:lnTo>
                  <a:pt x="15738" y="26111"/>
                </a:lnTo>
                <a:lnTo>
                  <a:pt x="13142" y="26284"/>
                </a:lnTo>
                <a:lnTo>
                  <a:pt x="10545" y="26111"/>
                </a:lnTo>
                <a:close/>
              </a:path>
            </a:pathLst>
          </a:custGeom>
          <a:solidFill>
            <a:srgbClr val="72CA78"/>
          </a:solidFill>
          <a:ln>
            <a:noFill/>
          </a:ln>
        </p:spPr>
      </p:sp>
      <p:sp>
        <p:nvSpPr>
          <p:cNvPr id="324" name="Shape 324"/>
          <p:cNvSpPr/>
          <p:nvPr/>
        </p:nvSpPr>
        <p:spPr>
          <a:xfrm>
            <a:off x="5456634" y="2149936"/>
            <a:ext cx="26110" cy="26110"/>
          </a:xfrm>
          <a:custGeom>
            <a:avLst/>
            <a:gdLst/>
            <a:ahLst/>
            <a:cxnLst/>
            <a:rect l="0" t="0" r="r" b="b"/>
            <a:pathLst>
              <a:path w="26110" h="26110">
                <a:moveTo>
                  <a:pt x="10476" y="25938"/>
                </a:moveTo>
                <a:lnTo>
                  <a:pt x="5768" y="23988"/>
                </a:lnTo>
                <a:lnTo>
                  <a:pt x="3823" y="22286"/>
                </a:lnTo>
                <a:lnTo>
                  <a:pt x="2121" y="20341"/>
                </a:lnTo>
                <a:lnTo>
                  <a:pt x="171" y="15634"/>
                </a:lnTo>
                <a:lnTo>
                  <a:pt x="0" y="13055"/>
                </a:lnTo>
                <a:lnTo>
                  <a:pt x="171" y="10476"/>
                </a:lnTo>
                <a:lnTo>
                  <a:pt x="2121" y="5768"/>
                </a:lnTo>
                <a:lnTo>
                  <a:pt x="3823" y="3823"/>
                </a:lnTo>
                <a:lnTo>
                  <a:pt x="5768" y="2121"/>
                </a:lnTo>
                <a:lnTo>
                  <a:pt x="10476" y="171"/>
                </a:lnTo>
                <a:lnTo>
                  <a:pt x="13055" y="0"/>
                </a:lnTo>
                <a:lnTo>
                  <a:pt x="15634" y="171"/>
                </a:lnTo>
                <a:lnTo>
                  <a:pt x="20341" y="2121"/>
                </a:lnTo>
                <a:lnTo>
                  <a:pt x="22286" y="3823"/>
                </a:lnTo>
                <a:lnTo>
                  <a:pt x="23988" y="5768"/>
                </a:lnTo>
                <a:lnTo>
                  <a:pt x="25938" y="10476"/>
                </a:lnTo>
                <a:lnTo>
                  <a:pt x="26110" y="13055"/>
                </a:lnTo>
                <a:lnTo>
                  <a:pt x="25938" y="15634"/>
                </a:lnTo>
                <a:lnTo>
                  <a:pt x="23988" y="20341"/>
                </a:lnTo>
                <a:lnTo>
                  <a:pt x="22286" y="22286"/>
                </a:lnTo>
                <a:lnTo>
                  <a:pt x="20341" y="23988"/>
                </a:lnTo>
                <a:lnTo>
                  <a:pt x="15634" y="25938"/>
                </a:lnTo>
                <a:lnTo>
                  <a:pt x="13055" y="26110"/>
                </a:lnTo>
                <a:lnTo>
                  <a:pt x="10476" y="25938"/>
                </a:lnTo>
                <a:close/>
              </a:path>
            </a:pathLst>
          </a:custGeom>
          <a:solidFill>
            <a:srgbClr val="73CB79"/>
          </a:solidFill>
          <a:ln>
            <a:noFill/>
          </a:ln>
        </p:spPr>
      </p:sp>
      <p:sp>
        <p:nvSpPr>
          <p:cNvPr id="325" name="Shape 325"/>
          <p:cNvSpPr/>
          <p:nvPr/>
        </p:nvSpPr>
        <p:spPr>
          <a:xfrm>
            <a:off x="5511826" y="2178972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26" name="Shape 326"/>
          <p:cNvSpPr/>
          <p:nvPr/>
        </p:nvSpPr>
        <p:spPr>
          <a:xfrm>
            <a:off x="5567894" y="2213797"/>
            <a:ext cx="25790" cy="25790"/>
          </a:xfrm>
          <a:custGeom>
            <a:avLst/>
            <a:gdLst/>
            <a:ahLst/>
            <a:cxnLst/>
            <a:rect l="0" t="0" r="r" b="b"/>
            <a:pathLst>
              <a:path w="25790" h="25790">
                <a:moveTo>
                  <a:pt x="10347" y="25620"/>
                </a:moveTo>
                <a:lnTo>
                  <a:pt x="5698" y="23694"/>
                </a:lnTo>
                <a:lnTo>
                  <a:pt x="3776" y="22013"/>
                </a:lnTo>
                <a:lnTo>
                  <a:pt x="2095" y="20091"/>
                </a:lnTo>
                <a:lnTo>
                  <a:pt x="169" y="15442"/>
                </a:lnTo>
                <a:lnTo>
                  <a:pt x="0" y="12895"/>
                </a:lnTo>
                <a:lnTo>
                  <a:pt x="169" y="10347"/>
                </a:lnTo>
                <a:lnTo>
                  <a:pt x="2095" y="5698"/>
                </a:lnTo>
                <a:lnTo>
                  <a:pt x="3776" y="3776"/>
                </a:lnTo>
                <a:lnTo>
                  <a:pt x="5698" y="2095"/>
                </a:lnTo>
                <a:lnTo>
                  <a:pt x="10347" y="169"/>
                </a:lnTo>
                <a:lnTo>
                  <a:pt x="12895" y="0"/>
                </a:lnTo>
                <a:lnTo>
                  <a:pt x="15442" y="169"/>
                </a:lnTo>
                <a:lnTo>
                  <a:pt x="20091" y="2095"/>
                </a:lnTo>
                <a:lnTo>
                  <a:pt x="22013" y="3776"/>
                </a:lnTo>
                <a:lnTo>
                  <a:pt x="23694" y="5698"/>
                </a:lnTo>
                <a:lnTo>
                  <a:pt x="25620" y="10347"/>
                </a:lnTo>
                <a:lnTo>
                  <a:pt x="25790" y="12895"/>
                </a:lnTo>
                <a:lnTo>
                  <a:pt x="25620" y="15442"/>
                </a:lnTo>
                <a:lnTo>
                  <a:pt x="23694" y="20091"/>
                </a:lnTo>
                <a:lnTo>
                  <a:pt x="22013" y="22013"/>
                </a:lnTo>
                <a:lnTo>
                  <a:pt x="20091" y="23694"/>
                </a:lnTo>
                <a:lnTo>
                  <a:pt x="15442" y="25620"/>
                </a:lnTo>
                <a:lnTo>
                  <a:pt x="12895" y="25790"/>
                </a:lnTo>
                <a:lnTo>
                  <a:pt x="10347" y="25620"/>
                </a:lnTo>
                <a:close/>
              </a:path>
            </a:pathLst>
          </a:custGeom>
          <a:solidFill>
            <a:srgbClr val="75CC7A"/>
          </a:solidFill>
          <a:ln>
            <a:noFill/>
          </a:ln>
        </p:spPr>
      </p:sp>
      <p:sp>
        <p:nvSpPr>
          <p:cNvPr id="327" name="Shape 327"/>
          <p:cNvSpPr/>
          <p:nvPr/>
        </p:nvSpPr>
        <p:spPr>
          <a:xfrm>
            <a:off x="5620944" y="224153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28" name="Shape 328"/>
          <p:cNvSpPr/>
          <p:nvPr/>
        </p:nvSpPr>
        <p:spPr>
          <a:xfrm>
            <a:off x="5734856" y="2306882"/>
            <a:ext cx="38199" cy="38199"/>
          </a:xfrm>
          <a:custGeom>
            <a:avLst/>
            <a:gdLst/>
            <a:ahLst/>
            <a:cxnLst/>
            <a:rect l="0" t="0" r="r" b="b"/>
            <a:pathLst>
              <a:path w="38199" h="38199">
                <a:moveTo>
                  <a:pt x="15326" y="37948"/>
                </a:moveTo>
                <a:lnTo>
                  <a:pt x="8440" y="35095"/>
                </a:lnTo>
                <a:lnTo>
                  <a:pt x="5594" y="32605"/>
                </a:lnTo>
                <a:lnTo>
                  <a:pt x="3104" y="29759"/>
                </a:lnTo>
                <a:lnTo>
                  <a:pt x="251" y="22872"/>
                </a:lnTo>
                <a:lnTo>
                  <a:pt x="0" y="19099"/>
                </a:lnTo>
                <a:lnTo>
                  <a:pt x="251" y="15326"/>
                </a:lnTo>
                <a:lnTo>
                  <a:pt x="3104" y="8440"/>
                </a:lnTo>
                <a:lnTo>
                  <a:pt x="5594" y="5594"/>
                </a:lnTo>
                <a:lnTo>
                  <a:pt x="8440" y="3104"/>
                </a:lnTo>
                <a:lnTo>
                  <a:pt x="15326" y="251"/>
                </a:lnTo>
                <a:lnTo>
                  <a:pt x="19099" y="0"/>
                </a:lnTo>
                <a:lnTo>
                  <a:pt x="22872" y="251"/>
                </a:lnTo>
                <a:lnTo>
                  <a:pt x="29759" y="3104"/>
                </a:lnTo>
                <a:lnTo>
                  <a:pt x="32605" y="5594"/>
                </a:lnTo>
                <a:lnTo>
                  <a:pt x="35095" y="8440"/>
                </a:lnTo>
                <a:lnTo>
                  <a:pt x="37948" y="15326"/>
                </a:lnTo>
                <a:lnTo>
                  <a:pt x="38199" y="19099"/>
                </a:lnTo>
                <a:lnTo>
                  <a:pt x="37948" y="22872"/>
                </a:lnTo>
                <a:lnTo>
                  <a:pt x="35095" y="29759"/>
                </a:lnTo>
                <a:lnTo>
                  <a:pt x="32605" y="32605"/>
                </a:lnTo>
                <a:lnTo>
                  <a:pt x="29759" y="35095"/>
                </a:lnTo>
                <a:lnTo>
                  <a:pt x="22872" y="37948"/>
                </a:lnTo>
                <a:lnTo>
                  <a:pt x="19099" y="38199"/>
                </a:lnTo>
                <a:lnTo>
                  <a:pt x="15326" y="37948"/>
                </a:lnTo>
                <a:close/>
              </a:path>
            </a:pathLst>
          </a:custGeom>
          <a:solidFill>
            <a:srgbClr val="1B9A34"/>
          </a:solidFill>
          <a:ln>
            <a:noFill/>
          </a:ln>
        </p:spPr>
      </p:sp>
      <p:sp>
        <p:nvSpPr>
          <p:cNvPr id="329" name="Shape 329"/>
          <p:cNvSpPr/>
          <p:nvPr/>
        </p:nvSpPr>
        <p:spPr>
          <a:xfrm>
            <a:off x="5004870" y="1963485"/>
            <a:ext cx="22050" cy="22050"/>
          </a:xfrm>
          <a:custGeom>
            <a:avLst/>
            <a:gdLst/>
            <a:ahLst/>
            <a:cxnLst/>
            <a:rect l="0" t="0" r="r" b="b"/>
            <a:pathLst>
              <a:path w="22050" h="22050">
                <a:moveTo>
                  <a:pt x="8847" y="21905"/>
                </a:moveTo>
                <a:lnTo>
                  <a:pt x="4871" y="20258"/>
                </a:lnTo>
                <a:lnTo>
                  <a:pt x="3229" y="18821"/>
                </a:lnTo>
                <a:lnTo>
                  <a:pt x="1791" y="17178"/>
                </a:lnTo>
                <a:lnTo>
                  <a:pt x="145" y="13203"/>
                </a:lnTo>
                <a:lnTo>
                  <a:pt x="0" y="11025"/>
                </a:lnTo>
                <a:lnTo>
                  <a:pt x="145" y="8847"/>
                </a:lnTo>
                <a:lnTo>
                  <a:pt x="1791" y="4871"/>
                </a:lnTo>
                <a:lnTo>
                  <a:pt x="3229" y="3229"/>
                </a:lnTo>
                <a:lnTo>
                  <a:pt x="4871" y="1791"/>
                </a:lnTo>
                <a:lnTo>
                  <a:pt x="8847" y="145"/>
                </a:lnTo>
                <a:lnTo>
                  <a:pt x="11025" y="0"/>
                </a:lnTo>
                <a:lnTo>
                  <a:pt x="13203" y="145"/>
                </a:lnTo>
                <a:lnTo>
                  <a:pt x="17178" y="1791"/>
                </a:lnTo>
                <a:lnTo>
                  <a:pt x="18821" y="3229"/>
                </a:lnTo>
                <a:lnTo>
                  <a:pt x="20258" y="4871"/>
                </a:lnTo>
                <a:lnTo>
                  <a:pt x="21905" y="8847"/>
                </a:lnTo>
                <a:lnTo>
                  <a:pt x="22050" y="11025"/>
                </a:lnTo>
                <a:lnTo>
                  <a:pt x="21905" y="13203"/>
                </a:lnTo>
                <a:lnTo>
                  <a:pt x="20258" y="17178"/>
                </a:lnTo>
                <a:lnTo>
                  <a:pt x="18821" y="18821"/>
                </a:lnTo>
                <a:lnTo>
                  <a:pt x="17178" y="20258"/>
                </a:lnTo>
                <a:lnTo>
                  <a:pt x="13203" y="21905"/>
                </a:lnTo>
                <a:lnTo>
                  <a:pt x="11025" y="22050"/>
                </a:lnTo>
                <a:lnTo>
                  <a:pt x="8847" y="2190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330" name="Shape 330"/>
          <p:cNvSpPr/>
          <p:nvPr/>
        </p:nvSpPr>
        <p:spPr>
          <a:xfrm>
            <a:off x="5006925" y="1967449"/>
            <a:ext cx="22295" cy="22295"/>
          </a:xfrm>
          <a:custGeom>
            <a:avLst/>
            <a:gdLst/>
            <a:ahLst/>
            <a:cxnLst/>
            <a:rect l="0" t="0" r="r" b="b"/>
            <a:pathLst>
              <a:path w="22295" h="22295">
                <a:moveTo>
                  <a:pt x="8945" y="22149"/>
                </a:moveTo>
                <a:lnTo>
                  <a:pt x="4926" y="20484"/>
                </a:lnTo>
                <a:lnTo>
                  <a:pt x="3265" y="19030"/>
                </a:lnTo>
                <a:lnTo>
                  <a:pt x="1811" y="17369"/>
                </a:lnTo>
                <a:lnTo>
                  <a:pt x="146" y="13350"/>
                </a:lnTo>
                <a:lnTo>
                  <a:pt x="0" y="11147"/>
                </a:lnTo>
                <a:lnTo>
                  <a:pt x="146" y="8945"/>
                </a:lnTo>
                <a:lnTo>
                  <a:pt x="1811" y="4926"/>
                </a:lnTo>
                <a:lnTo>
                  <a:pt x="3265" y="3265"/>
                </a:lnTo>
                <a:lnTo>
                  <a:pt x="4926" y="1811"/>
                </a:lnTo>
                <a:lnTo>
                  <a:pt x="8945" y="146"/>
                </a:lnTo>
                <a:lnTo>
                  <a:pt x="11147" y="0"/>
                </a:lnTo>
                <a:lnTo>
                  <a:pt x="13350" y="146"/>
                </a:lnTo>
                <a:lnTo>
                  <a:pt x="17369" y="1811"/>
                </a:lnTo>
                <a:lnTo>
                  <a:pt x="19030" y="3265"/>
                </a:lnTo>
                <a:lnTo>
                  <a:pt x="20484" y="4926"/>
                </a:lnTo>
                <a:lnTo>
                  <a:pt x="22149" y="8945"/>
                </a:lnTo>
                <a:lnTo>
                  <a:pt x="22295" y="11147"/>
                </a:lnTo>
                <a:lnTo>
                  <a:pt x="22149" y="13350"/>
                </a:lnTo>
                <a:lnTo>
                  <a:pt x="20484" y="17369"/>
                </a:lnTo>
                <a:lnTo>
                  <a:pt x="19030" y="19030"/>
                </a:lnTo>
                <a:lnTo>
                  <a:pt x="17369" y="20484"/>
                </a:lnTo>
                <a:lnTo>
                  <a:pt x="13350" y="22149"/>
                </a:lnTo>
                <a:lnTo>
                  <a:pt x="11147" y="22295"/>
                </a:lnTo>
                <a:lnTo>
                  <a:pt x="8945" y="2214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331" name="Shape 331"/>
          <p:cNvSpPr/>
          <p:nvPr/>
        </p:nvSpPr>
        <p:spPr>
          <a:xfrm>
            <a:off x="5008394" y="1970277"/>
            <a:ext cx="22457" cy="22457"/>
          </a:xfrm>
          <a:custGeom>
            <a:avLst/>
            <a:gdLst/>
            <a:ahLst/>
            <a:cxnLst/>
            <a:rect l="0" t="0" r="r" b="b"/>
            <a:pathLst>
              <a:path w="22457" h="22457">
                <a:moveTo>
                  <a:pt x="9010" y="22309"/>
                </a:moveTo>
                <a:lnTo>
                  <a:pt x="4961" y="20632"/>
                </a:lnTo>
                <a:lnTo>
                  <a:pt x="3288" y="19168"/>
                </a:lnTo>
                <a:lnTo>
                  <a:pt x="1824" y="17495"/>
                </a:lnTo>
                <a:lnTo>
                  <a:pt x="147" y="13446"/>
                </a:lnTo>
                <a:lnTo>
                  <a:pt x="0" y="11228"/>
                </a:lnTo>
                <a:lnTo>
                  <a:pt x="147" y="9010"/>
                </a:lnTo>
                <a:lnTo>
                  <a:pt x="1824" y="4961"/>
                </a:lnTo>
                <a:lnTo>
                  <a:pt x="3288" y="3288"/>
                </a:lnTo>
                <a:lnTo>
                  <a:pt x="4961" y="1824"/>
                </a:lnTo>
                <a:lnTo>
                  <a:pt x="9010" y="147"/>
                </a:lnTo>
                <a:lnTo>
                  <a:pt x="11228" y="0"/>
                </a:lnTo>
                <a:lnTo>
                  <a:pt x="13446" y="147"/>
                </a:lnTo>
                <a:lnTo>
                  <a:pt x="17495" y="1824"/>
                </a:lnTo>
                <a:lnTo>
                  <a:pt x="19168" y="3288"/>
                </a:lnTo>
                <a:lnTo>
                  <a:pt x="20632" y="4961"/>
                </a:lnTo>
                <a:lnTo>
                  <a:pt x="22309" y="9010"/>
                </a:lnTo>
                <a:lnTo>
                  <a:pt x="22457" y="11228"/>
                </a:lnTo>
                <a:lnTo>
                  <a:pt x="22309" y="13446"/>
                </a:lnTo>
                <a:lnTo>
                  <a:pt x="20632" y="17495"/>
                </a:lnTo>
                <a:lnTo>
                  <a:pt x="19168" y="19168"/>
                </a:lnTo>
                <a:lnTo>
                  <a:pt x="17495" y="20632"/>
                </a:lnTo>
                <a:lnTo>
                  <a:pt x="13446" y="22309"/>
                </a:lnTo>
                <a:lnTo>
                  <a:pt x="11228" y="22457"/>
                </a:lnTo>
                <a:lnTo>
                  <a:pt x="9010" y="22309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332" name="Shape 332"/>
          <p:cNvSpPr/>
          <p:nvPr/>
        </p:nvSpPr>
        <p:spPr>
          <a:xfrm>
            <a:off x="5009951" y="1973267"/>
            <a:ext cx="22617" cy="22617"/>
          </a:xfrm>
          <a:custGeom>
            <a:avLst/>
            <a:gdLst/>
            <a:ahLst/>
            <a:cxnLst/>
            <a:rect l="0" t="0" r="r" b="b"/>
            <a:pathLst>
              <a:path w="22617" h="22617">
                <a:moveTo>
                  <a:pt x="9074" y="22468"/>
                </a:moveTo>
                <a:lnTo>
                  <a:pt x="4997" y="20779"/>
                </a:lnTo>
                <a:lnTo>
                  <a:pt x="3312" y="19304"/>
                </a:lnTo>
                <a:lnTo>
                  <a:pt x="1837" y="17619"/>
                </a:lnTo>
                <a:lnTo>
                  <a:pt x="148" y="13542"/>
                </a:lnTo>
                <a:lnTo>
                  <a:pt x="0" y="11308"/>
                </a:lnTo>
                <a:lnTo>
                  <a:pt x="148" y="9074"/>
                </a:lnTo>
                <a:lnTo>
                  <a:pt x="1837" y="4997"/>
                </a:lnTo>
                <a:lnTo>
                  <a:pt x="3312" y="3312"/>
                </a:lnTo>
                <a:lnTo>
                  <a:pt x="4997" y="1837"/>
                </a:lnTo>
                <a:lnTo>
                  <a:pt x="9074" y="148"/>
                </a:lnTo>
                <a:lnTo>
                  <a:pt x="11308" y="0"/>
                </a:lnTo>
                <a:lnTo>
                  <a:pt x="13542" y="148"/>
                </a:lnTo>
                <a:lnTo>
                  <a:pt x="17619" y="1837"/>
                </a:lnTo>
                <a:lnTo>
                  <a:pt x="19304" y="3312"/>
                </a:lnTo>
                <a:lnTo>
                  <a:pt x="20779" y="4997"/>
                </a:lnTo>
                <a:lnTo>
                  <a:pt x="22468" y="9074"/>
                </a:lnTo>
                <a:lnTo>
                  <a:pt x="22617" y="11308"/>
                </a:lnTo>
                <a:lnTo>
                  <a:pt x="22468" y="13542"/>
                </a:lnTo>
                <a:lnTo>
                  <a:pt x="20779" y="17619"/>
                </a:lnTo>
                <a:lnTo>
                  <a:pt x="19304" y="19304"/>
                </a:lnTo>
                <a:lnTo>
                  <a:pt x="17619" y="20779"/>
                </a:lnTo>
                <a:lnTo>
                  <a:pt x="13542" y="22468"/>
                </a:lnTo>
                <a:lnTo>
                  <a:pt x="11308" y="22617"/>
                </a:lnTo>
                <a:lnTo>
                  <a:pt x="9074" y="22468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333" name="Shape 333"/>
          <p:cNvSpPr/>
          <p:nvPr/>
        </p:nvSpPr>
        <p:spPr>
          <a:xfrm>
            <a:off x="5012467" y="1978090"/>
            <a:ext cx="22852" cy="22852"/>
          </a:xfrm>
          <a:custGeom>
            <a:avLst/>
            <a:gdLst/>
            <a:ahLst/>
            <a:cxnLst/>
            <a:rect l="0" t="0" r="r" b="b"/>
            <a:pathLst>
              <a:path w="22852" h="22852">
                <a:moveTo>
                  <a:pt x="9168" y="22701"/>
                </a:moveTo>
                <a:lnTo>
                  <a:pt x="5049" y="20995"/>
                </a:lnTo>
                <a:lnTo>
                  <a:pt x="3346" y="19505"/>
                </a:lnTo>
                <a:lnTo>
                  <a:pt x="1856" y="17803"/>
                </a:lnTo>
                <a:lnTo>
                  <a:pt x="150" y="13683"/>
                </a:lnTo>
                <a:lnTo>
                  <a:pt x="0" y="11426"/>
                </a:lnTo>
                <a:lnTo>
                  <a:pt x="150" y="9168"/>
                </a:lnTo>
                <a:lnTo>
                  <a:pt x="1856" y="5049"/>
                </a:lnTo>
                <a:lnTo>
                  <a:pt x="3346" y="3346"/>
                </a:lnTo>
                <a:lnTo>
                  <a:pt x="5049" y="1856"/>
                </a:lnTo>
                <a:lnTo>
                  <a:pt x="9168" y="150"/>
                </a:lnTo>
                <a:lnTo>
                  <a:pt x="11426" y="0"/>
                </a:lnTo>
                <a:lnTo>
                  <a:pt x="13683" y="150"/>
                </a:lnTo>
                <a:lnTo>
                  <a:pt x="17803" y="1856"/>
                </a:lnTo>
                <a:lnTo>
                  <a:pt x="19505" y="3346"/>
                </a:lnTo>
                <a:lnTo>
                  <a:pt x="20995" y="5049"/>
                </a:lnTo>
                <a:lnTo>
                  <a:pt x="22701" y="9168"/>
                </a:lnTo>
                <a:lnTo>
                  <a:pt x="22852" y="11426"/>
                </a:lnTo>
                <a:lnTo>
                  <a:pt x="22701" y="13683"/>
                </a:lnTo>
                <a:lnTo>
                  <a:pt x="20995" y="17803"/>
                </a:lnTo>
                <a:lnTo>
                  <a:pt x="19505" y="19505"/>
                </a:lnTo>
                <a:lnTo>
                  <a:pt x="17803" y="20995"/>
                </a:lnTo>
                <a:lnTo>
                  <a:pt x="13683" y="22701"/>
                </a:lnTo>
                <a:lnTo>
                  <a:pt x="11426" y="22852"/>
                </a:lnTo>
                <a:lnTo>
                  <a:pt x="9168" y="22701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334" name="Shape 334"/>
          <p:cNvSpPr/>
          <p:nvPr/>
        </p:nvSpPr>
        <p:spPr>
          <a:xfrm>
            <a:off x="5015224" y="1983366"/>
            <a:ext cx="23084" cy="23084"/>
          </a:xfrm>
          <a:custGeom>
            <a:avLst/>
            <a:gdLst/>
            <a:ahLst/>
            <a:cxnLst/>
            <a:rect l="0" t="0" r="r" b="b"/>
            <a:pathLst>
              <a:path w="23084" h="23084">
                <a:moveTo>
                  <a:pt x="9261" y="22932"/>
                </a:moveTo>
                <a:lnTo>
                  <a:pt x="5100" y="21208"/>
                </a:lnTo>
                <a:lnTo>
                  <a:pt x="3380" y="19703"/>
                </a:lnTo>
                <a:lnTo>
                  <a:pt x="1875" y="17983"/>
                </a:lnTo>
                <a:lnTo>
                  <a:pt x="152" y="13822"/>
                </a:lnTo>
                <a:lnTo>
                  <a:pt x="0" y="11542"/>
                </a:lnTo>
                <a:lnTo>
                  <a:pt x="152" y="9261"/>
                </a:lnTo>
                <a:lnTo>
                  <a:pt x="1875" y="5100"/>
                </a:lnTo>
                <a:lnTo>
                  <a:pt x="3380" y="3380"/>
                </a:lnTo>
                <a:lnTo>
                  <a:pt x="5100" y="1875"/>
                </a:lnTo>
                <a:lnTo>
                  <a:pt x="9261" y="152"/>
                </a:lnTo>
                <a:lnTo>
                  <a:pt x="11542" y="0"/>
                </a:lnTo>
                <a:lnTo>
                  <a:pt x="13822" y="152"/>
                </a:lnTo>
                <a:lnTo>
                  <a:pt x="17983" y="1875"/>
                </a:lnTo>
                <a:lnTo>
                  <a:pt x="19703" y="3380"/>
                </a:lnTo>
                <a:lnTo>
                  <a:pt x="21208" y="5100"/>
                </a:lnTo>
                <a:lnTo>
                  <a:pt x="22932" y="9261"/>
                </a:lnTo>
                <a:lnTo>
                  <a:pt x="23084" y="11542"/>
                </a:lnTo>
                <a:lnTo>
                  <a:pt x="22932" y="13822"/>
                </a:lnTo>
                <a:lnTo>
                  <a:pt x="21208" y="17983"/>
                </a:lnTo>
                <a:lnTo>
                  <a:pt x="19703" y="19703"/>
                </a:lnTo>
                <a:lnTo>
                  <a:pt x="17983" y="21208"/>
                </a:lnTo>
                <a:lnTo>
                  <a:pt x="13822" y="22932"/>
                </a:lnTo>
                <a:lnTo>
                  <a:pt x="11542" y="23084"/>
                </a:lnTo>
                <a:lnTo>
                  <a:pt x="9261" y="22932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335" name="Shape 335"/>
          <p:cNvSpPr/>
          <p:nvPr/>
        </p:nvSpPr>
        <p:spPr>
          <a:xfrm>
            <a:off x="5017214" y="1987166"/>
            <a:ext cx="23235" cy="23235"/>
          </a:xfrm>
          <a:custGeom>
            <a:avLst/>
            <a:gdLst/>
            <a:ahLst/>
            <a:cxnLst/>
            <a:rect l="0" t="0" r="r" b="b"/>
            <a:pathLst>
              <a:path w="23235" h="23235">
                <a:moveTo>
                  <a:pt x="9322" y="23082"/>
                </a:moveTo>
                <a:lnTo>
                  <a:pt x="5133" y="21347"/>
                </a:lnTo>
                <a:lnTo>
                  <a:pt x="3402" y="19832"/>
                </a:lnTo>
                <a:lnTo>
                  <a:pt x="1888" y="18101"/>
                </a:lnTo>
                <a:lnTo>
                  <a:pt x="153" y="13912"/>
                </a:lnTo>
                <a:lnTo>
                  <a:pt x="0" y="11617"/>
                </a:lnTo>
                <a:lnTo>
                  <a:pt x="153" y="9322"/>
                </a:lnTo>
                <a:lnTo>
                  <a:pt x="1888" y="5133"/>
                </a:lnTo>
                <a:lnTo>
                  <a:pt x="3402" y="3402"/>
                </a:lnTo>
                <a:lnTo>
                  <a:pt x="5133" y="1888"/>
                </a:lnTo>
                <a:lnTo>
                  <a:pt x="9322" y="153"/>
                </a:lnTo>
                <a:lnTo>
                  <a:pt x="11617" y="0"/>
                </a:lnTo>
                <a:lnTo>
                  <a:pt x="13912" y="153"/>
                </a:lnTo>
                <a:lnTo>
                  <a:pt x="18101" y="1888"/>
                </a:lnTo>
                <a:lnTo>
                  <a:pt x="19832" y="3402"/>
                </a:lnTo>
                <a:lnTo>
                  <a:pt x="21347" y="5133"/>
                </a:lnTo>
                <a:lnTo>
                  <a:pt x="23082" y="9322"/>
                </a:lnTo>
                <a:lnTo>
                  <a:pt x="23235" y="11617"/>
                </a:lnTo>
                <a:lnTo>
                  <a:pt x="23082" y="13912"/>
                </a:lnTo>
                <a:lnTo>
                  <a:pt x="21347" y="18101"/>
                </a:lnTo>
                <a:lnTo>
                  <a:pt x="19832" y="19832"/>
                </a:lnTo>
                <a:lnTo>
                  <a:pt x="18101" y="21347"/>
                </a:lnTo>
                <a:lnTo>
                  <a:pt x="13912" y="23082"/>
                </a:lnTo>
                <a:lnTo>
                  <a:pt x="11617" y="23235"/>
                </a:lnTo>
                <a:lnTo>
                  <a:pt x="9322" y="2308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336" name="Shape 336"/>
          <p:cNvSpPr/>
          <p:nvPr/>
        </p:nvSpPr>
        <p:spPr>
          <a:xfrm>
            <a:off x="5020456" y="1993346"/>
            <a:ext cx="23457" cy="23457"/>
          </a:xfrm>
          <a:custGeom>
            <a:avLst/>
            <a:gdLst/>
            <a:ahLst/>
            <a:cxnLst/>
            <a:rect l="0" t="0" r="r" b="b"/>
            <a:pathLst>
              <a:path w="23457" h="23457">
                <a:moveTo>
                  <a:pt x="9411" y="23303"/>
                </a:moveTo>
                <a:lnTo>
                  <a:pt x="5182" y="21551"/>
                </a:lnTo>
                <a:lnTo>
                  <a:pt x="3435" y="20022"/>
                </a:lnTo>
                <a:lnTo>
                  <a:pt x="1906" y="18274"/>
                </a:lnTo>
                <a:lnTo>
                  <a:pt x="154" y="14045"/>
                </a:lnTo>
                <a:lnTo>
                  <a:pt x="0" y="11728"/>
                </a:lnTo>
                <a:lnTo>
                  <a:pt x="154" y="9411"/>
                </a:lnTo>
                <a:lnTo>
                  <a:pt x="1906" y="5182"/>
                </a:lnTo>
                <a:lnTo>
                  <a:pt x="3435" y="3435"/>
                </a:lnTo>
                <a:lnTo>
                  <a:pt x="5182" y="1906"/>
                </a:lnTo>
                <a:lnTo>
                  <a:pt x="9411" y="154"/>
                </a:lnTo>
                <a:lnTo>
                  <a:pt x="11728" y="0"/>
                </a:lnTo>
                <a:lnTo>
                  <a:pt x="14045" y="154"/>
                </a:lnTo>
                <a:lnTo>
                  <a:pt x="18274" y="1906"/>
                </a:lnTo>
                <a:lnTo>
                  <a:pt x="20022" y="3435"/>
                </a:lnTo>
                <a:lnTo>
                  <a:pt x="21551" y="5182"/>
                </a:lnTo>
                <a:lnTo>
                  <a:pt x="23303" y="9411"/>
                </a:lnTo>
                <a:lnTo>
                  <a:pt x="23457" y="11728"/>
                </a:lnTo>
                <a:lnTo>
                  <a:pt x="23303" y="14045"/>
                </a:lnTo>
                <a:lnTo>
                  <a:pt x="21551" y="18274"/>
                </a:lnTo>
                <a:lnTo>
                  <a:pt x="20022" y="20022"/>
                </a:lnTo>
                <a:lnTo>
                  <a:pt x="18274" y="21551"/>
                </a:lnTo>
                <a:lnTo>
                  <a:pt x="14045" y="23303"/>
                </a:lnTo>
                <a:lnTo>
                  <a:pt x="11728" y="23457"/>
                </a:lnTo>
                <a:lnTo>
                  <a:pt x="9411" y="23303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337" name="Shape 337"/>
          <p:cNvSpPr/>
          <p:nvPr/>
        </p:nvSpPr>
        <p:spPr>
          <a:xfrm>
            <a:off x="5024050" y="2000183"/>
            <a:ext cx="23672" cy="23672"/>
          </a:xfrm>
          <a:custGeom>
            <a:avLst/>
            <a:gdLst/>
            <a:ahLst/>
            <a:cxnLst/>
            <a:rect l="0" t="0" r="r" b="b"/>
            <a:pathLst>
              <a:path w="23672" h="23672">
                <a:moveTo>
                  <a:pt x="9497" y="23516"/>
                </a:moveTo>
                <a:lnTo>
                  <a:pt x="5230" y="21748"/>
                </a:lnTo>
                <a:lnTo>
                  <a:pt x="3466" y="20205"/>
                </a:lnTo>
                <a:lnTo>
                  <a:pt x="1923" y="18441"/>
                </a:lnTo>
                <a:lnTo>
                  <a:pt x="155" y="14174"/>
                </a:lnTo>
                <a:lnTo>
                  <a:pt x="0" y="11836"/>
                </a:lnTo>
                <a:lnTo>
                  <a:pt x="155" y="9497"/>
                </a:lnTo>
                <a:lnTo>
                  <a:pt x="1923" y="5230"/>
                </a:lnTo>
                <a:lnTo>
                  <a:pt x="3466" y="3466"/>
                </a:lnTo>
                <a:lnTo>
                  <a:pt x="5230" y="1923"/>
                </a:lnTo>
                <a:lnTo>
                  <a:pt x="9497" y="155"/>
                </a:lnTo>
                <a:lnTo>
                  <a:pt x="11836" y="0"/>
                </a:lnTo>
                <a:lnTo>
                  <a:pt x="14174" y="155"/>
                </a:lnTo>
                <a:lnTo>
                  <a:pt x="18441" y="1923"/>
                </a:lnTo>
                <a:lnTo>
                  <a:pt x="20205" y="3466"/>
                </a:lnTo>
                <a:lnTo>
                  <a:pt x="21748" y="5230"/>
                </a:lnTo>
                <a:lnTo>
                  <a:pt x="23516" y="9497"/>
                </a:lnTo>
                <a:lnTo>
                  <a:pt x="23672" y="11836"/>
                </a:lnTo>
                <a:lnTo>
                  <a:pt x="23516" y="14174"/>
                </a:lnTo>
                <a:lnTo>
                  <a:pt x="21748" y="18441"/>
                </a:lnTo>
                <a:lnTo>
                  <a:pt x="20205" y="20205"/>
                </a:lnTo>
                <a:lnTo>
                  <a:pt x="18441" y="21748"/>
                </a:lnTo>
                <a:lnTo>
                  <a:pt x="14174" y="23516"/>
                </a:lnTo>
                <a:lnTo>
                  <a:pt x="11836" y="23672"/>
                </a:lnTo>
                <a:lnTo>
                  <a:pt x="9497" y="23516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338" name="Shape 338"/>
          <p:cNvSpPr/>
          <p:nvPr/>
        </p:nvSpPr>
        <p:spPr>
          <a:xfrm>
            <a:off x="5026670" y="2005159"/>
            <a:ext cx="23809" cy="23809"/>
          </a:xfrm>
          <a:custGeom>
            <a:avLst/>
            <a:gdLst/>
            <a:ahLst/>
            <a:cxnLst/>
            <a:rect l="0" t="0" r="r" b="b"/>
            <a:pathLst>
              <a:path w="23809" h="23809">
                <a:moveTo>
                  <a:pt x="9552" y="23652"/>
                </a:moveTo>
                <a:lnTo>
                  <a:pt x="5260" y="21874"/>
                </a:lnTo>
                <a:lnTo>
                  <a:pt x="3486" y="20322"/>
                </a:lnTo>
                <a:lnTo>
                  <a:pt x="1934" y="18548"/>
                </a:lnTo>
                <a:lnTo>
                  <a:pt x="156" y="14256"/>
                </a:lnTo>
                <a:lnTo>
                  <a:pt x="0" y="11904"/>
                </a:lnTo>
                <a:lnTo>
                  <a:pt x="156" y="9552"/>
                </a:lnTo>
                <a:lnTo>
                  <a:pt x="1934" y="5260"/>
                </a:lnTo>
                <a:lnTo>
                  <a:pt x="3486" y="3486"/>
                </a:lnTo>
                <a:lnTo>
                  <a:pt x="5260" y="1934"/>
                </a:lnTo>
                <a:lnTo>
                  <a:pt x="9552" y="156"/>
                </a:lnTo>
                <a:lnTo>
                  <a:pt x="11904" y="0"/>
                </a:lnTo>
                <a:lnTo>
                  <a:pt x="14256" y="156"/>
                </a:lnTo>
                <a:lnTo>
                  <a:pt x="18548" y="1934"/>
                </a:lnTo>
                <a:lnTo>
                  <a:pt x="20322" y="3486"/>
                </a:lnTo>
                <a:lnTo>
                  <a:pt x="21874" y="5260"/>
                </a:lnTo>
                <a:lnTo>
                  <a:pt x="23652" y="9552"/>
                </a:lnTo>
                <a:lnTo>
                  <a:pt x="23809" y="11904"/>
                </a:lnTo>
                <a:lnTo>
                  <a:pt x="23652" y="14256"/>
                </a:lnTo>
                <a:lnTo>
                  <a:pt x="21874" y="18548"/>
                </a:lnTo>
                <a:lnTo>
                  <a:pt x="20322" y="20322"/>
                </a:lnTo>
                <a:lnTo>
                  <a:pt x="18548" y="21874"/>
                </a:lnTo>
                <a:lnTo>
                  <a:pt x="14256" y="23652"/>
                </a:lnTo>
                <a:lnTo>
                  <a:pt x="11904" y="23809"/>
                </a:lnTo>
                <a:lnTo>
                  <a:pt x="9552" y="2365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339" name="Shape 339"/>
          <p:cNvSpPr/>
          <p:nvPr/>
        </p:nvSpPr>
        <p:spPr>
          <a:xfrm>
            <a:off x="5030985" y="2013343"/>
            <a:ext cx="24007" cy="24007"/>
          </a:xfrm>
          <a:custGeom>
            <a:avLst/>
            <a:gdLst/>
            <a:ahLst/>
            <a:cxnLst/>
            <a:rect l="0" t="0" r="r" b="b"/>
            <a:pathLst>
              <a:path w="24007" h="24007">
                <a:moveTo>
                  <a:pt x="9632" y="23849"/>
                </a:moveTo>
                <a:lnTo>
                  <a:pt x="5304" y="22056"/>
                </a:lnTo>
                <a:lnTo>
                  <a:pt x="3515" y="20491"/>
                </a:lnTo>
                <a:lnTo>
                  <a:pt x="1950" y="18702"/>
                </a:lnTo>
                <a:lnTo>
                  <a:pt x="158" y="14374"/>
                </a:lnTo>
                <a:lnTo>
                  <a:pt x="0" y="12003"/>
                </a:lnTo>
                <a:lnTo>
                  <a:pt x="158" y="9632"/>
                </a:lnTo>
                <a:lnTo>
                  <a:pt x="1950" y="5304"/>
                </a:lnTo>
                <a:lnTo>
                  <a:pt x="3515" y="3515"/>
                </a:lnTo>
                <a:lnTo>
                  <a:pt x="5304" y="1950"/>
                </a:lnTo>
                <a:lnTo>
                  <a:pt x="9632" y="158"/>
                </a:lnTo>
                <a:lnTo>
                  <a:pt x="12003" y="0"/>
                </a:lnTo>
                <a:lnTo>
                  <a:pt x="14374" y="158"/>
                </a:lnTo>
                <a:lnTo>
                  <a:pt x="18702" y="1950"/>
                </a:lnTo>
                <a:lnTo>
                  <a:pt x="20491" y="3515"/>
                </a:lnTo>
                <a:lnTo>
                  <a:pt x="22056" y="5304"/>
                </a:lnTo>
                <a:lnTo>
                  <a:pt x="23849" y="9632"/>
                </a:lnTo>
                <a:lnTo>
                  <a:pt x="24007" y="12003"/>
                </a:lnTo>
                <a:lnTo>
                  <a:pt x="23849" y="14374"/>
                </a:lnTo>
                <a:lnTo>
                  <a:pt x="22056" y="18702"/>
                </a:lnTo>
                <a:lnTo>
                  <a:pt x="20491" y="20491"/>
                </a:lnTo>
                <a:lnTo>
                  <a:pt x="18702" y="22056"/>
                </a:lnTo>
                <a:lnTo>
                  <a:pt x="14374" y="23849"/>
                </a:lnTo>
                <a:lnTo>
                  <a:pt x="12003" y="24007"/>
                </a:lnTo>
                <a:lnTo>
                  <a:pt x="9632" y="23849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340" name="Shape 340"/>
          <p:cNvSpPr/>
          <p:nvPr/>
        </p:nvSpPr>
        <p:spPr>
          <a:xfrm>
            <a:off x="5035839" y="2022531"/>
            <a:ext cx="24190" cy="24190"/>
          </a:xfrm>
          <a:custGeom>
            <a:avLst/>
            <a:gdLst/>
            <a:ahLst/>
            <a:cxnLst/>
            <a:rect l="0" t="0" r="r" b="b"/>
            <a:pathLst>
              <a:path w="24190" h="24190">
                <a:moveTo>
                  <a:pt x="9705" y="24031"/>
                </a:moveTo>
                <a:lnTo>
                  <a:pt x="5344" y="22224"/>
                </a:lnTo>
                <a:lnTo>
                  <a:pt x="3542" y="20647"/>
                </a:lnTo>
                <a:lnTo>
                  <a:pt x="1965" y="18845"/>
                </a:lnTo>
                <a:lnTo>
                  <a:pt x="159" y="14484"/>
                </a:lnTo>
                <a:lnTo>
                  <a:pt x="0" y="12095"/>
                </a:lnTo>
                <a:lnTo>
                  <a:pt x="159" y="9705"/>
                </a:lnTo>
                <a:lnTo>
                  <a:pt x="1965" y="5344"/>
                </a:lnTo>
                <a:lnTo>
                  <a:pt x="3542" y="3542"/>
                </a:lnTo>
                <a:lnTo>
                  <a:pt x="5344" y="1965"/>
                </a:lnTo>
                <a:lnTo>
                  <a:pt x="9705" y="159"/>
                </a:lnTo>
                <a:lnTo>
                  <a:pt x="12095" y="0"/>
                </a:lnTo>
                <a:lnTo>
                  <a:pt x="14484" y="159"/>
                </a:lnTo>
                <a:lnTo>
                  <a:pt x="18845" y="1965"/>
                </a:lnTo>
                <a:lnTo>
                  <a:pt x="20647" y="3542"/>
                </a:lnTo>
                <a:lnTo>
                  <a:pt x="22224" y="5344"/>
                </a:lnTo>
                <a:lnTo>
                  <a:pt x="24031" y="9705"/>
                </a:lnTo>
                <a:lnTo>
                  <a:pt x="24190" y="12095"/>
                </a:lnTo>
                <a:lnTo>
                  <a:pt x="24031" y="14484"/>
                </a:lnTo>
                <a:lnTo>
                  <a:pt x="22224" y="18845"/>
                </a:lnTo>
                <a:lnTo>
                  <a:pt x="20647" y="20647"/>
                </a:lnTo>
                <a:lnTo>
                  <a:pt x="18845" y="22224"/>
                </a:lnTo>
                <a:lnTo>
                  <a:pt x="14484" y="24031"/>
                </a:lnTo>
                <a:lnTo>
                  <a:pt x="12095" y="24190"/>
                </a:lnTo>
                <a:lnTo>
                  <a:pt x="9705" y="24031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341" name="Shape 341"/>
          <p:cNvSpPr/>
          <p:nvPr/>
        </p:nvSpPr>
        <p:spPr>
          <a:xfrm>
            <a:off x="5039426" y="2029310"/>
            <a:ext cx="24300" cy="24300"/>
          </a:xfrm>
          <a:custGeom>
            <a:avLst/>
            <a:gdLst/>
            <a:ahLst/>
            <a:cxnLst/>
            <a:rect l="0" t="0" r="r" b="b"/>
            <a:pathLst>
              <a:path w="24300" h="24300">
                <a:moveTo>
                  <a:pt x="9750" y="24140"/>
                </a:moveTo>
                <a:lnTo>
                  <a:pt x="5369" y="22326"/>
                </a:lnTo>
                <a:lnTo>
                  <a:pt x="3558" y="20741"/>
                </a:lnTo>
                <a:lnTo>
                  <a:pt x="1974" y="18931"/>
                </a:lnTo>
                <a:lnTo>
                  <a:pt x="160" y="14550"/>
                </a:lnTo>
                <a:lnTo>
                  <a:pt x="0" y="12150"/>
                </a:lnTo>
                <a:lnTo>
                  <a:pt x="160" y="9750"/>
                </a:lnTo>
                <a:lnTo>
                  <a:pt x="1974" y="5369"/>
                </a:lnTo>
                <a:lnTo>
                  <a:pt x="3558" y="3558"/>
                </a:lnTo>
                <a:lnTo>
                  <a:pt x="5369" y="1974"/>
                </a:lnTo>
                <a:lnTo>
                  <a:pt x="9750" y="160"/>
                </a:lnTo>
                <a:lnTo>
                  <a:pt x="12150" y="0"/>
                </a:lnTo>
                <a:lnTo>
                  <a:pt x="14550" y="160"/>
                </a:lnTo>
                <a:lnTo>
                  <a:pt x="18931" y="1974"/>
                </a:lnTo>
                <a:lnTo>
                  <a:pt x="20741" y="3558"/>
                </a:lnTo>
                <a:lnTo>
                  <a:pt x="22326" y="5369"/>
                </a:lnTo>
                <a:lnTo>
                  <a:pt x="24140" y="9750"/>
                </a:lnTo>
                <a:lnTo>
                  <a:pt x="24300" y="12150"/>
                </a:lnTo>
                <a:lnTo>
                  <a:pt x="24140" y="14550"/>
                </a:lnTo>
                <a:lnTo>
                  <a:pt x="22326" y="18931"/>
                </a:lnTo>
                <a:lnTo>
                  <a:pt x="20741" y="20741"/>
                </a:lnTo>
                <a:lnTo>
                  <a:pt x="18931" y="22326"/>
                </a:lnTo>
                <a:lnTo>
                  <a:pt x="14550" y="24140"/>
                </a:lnTo>
                <a:lnTo>
                  <a:pt x="12150" y="24300"/>
                </a:lnTo>
                <a:lnTo>
                  <a:pt x="9750" y="24140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342" name="Shape 342"/>
          <p:cNvSpPr/>
          <p:nvPr/>
        </p:nvSpPr>
        <p:spPr>
          <a:xfrm>
            <a:off x="5043338" y="2036691"/>
            <a:ext cx="24398" cy="24398"/>
          </a:xfrm>
          <a:custGeom>
            <a:avLst/>
            <a:gdLst/>
            <a:ahLst/>
            <a:cxnLst/>
            <a:rect l="0" t="0" r="r" b="b"/>
            <a:pathLst>
              <a:path w="24398" h="24398">
                <a:moveTo>
                  <a:pt x="9789" y="24237"/>
                </a:moveTo>
                <a:lnTo>
                  <a:pt x="5390" y="22415"/>
                </a:lnTo>
                <a:lnTo>
                  <a:pt x="3573" y="20825"/>
                </a:lnTo>
                <a:lnTo>
                  <a:pt x="1982" y="19007"/>
                </a:lnTo>
                <a:lnTo>
                  <a:pt x="160" y="14609"/>
                </a:lnTo>
                <a:lnTo>
                  <a:pt x="0" y="12199"/>
                </a:lnTo>
                <a:lnTo>
                  <a:pt x="160" y="9789"/>
                </a:lnTo>
                <a:lnTo>
                  <a:pt x="1982" y="5390"/>
                </a:lnTo>
                <a:lnTo>
                  <a:pt x="3573" y="3573"/>
                </a:lnTo>
                <a:lnTo>
                  <a:pt x="5390" y="1982"/>
                </a:lnTo>
                <a:lnTo>
                  <a:pt x="9789" y="160"/>
                </a:lnTo>
                <a:lnTo>
                  <a:pt x="12199" y="0"/>
                </a:lnTo>
                <a:lnTo>
                  <a:pt x="14609" y="160"/>
                </a:lnTo>
                <a:lnTo>
                  <a:pt x="19007" y="1982"/>
                </a:lnTo>
                <a:lnTo>
                  <a:pt x="20825" y="3573"/>
                </a:lnTo>
                <a:lnTo>
                  <a:pt x="22415" y="5390"/>
                </a:lnTo>
                <a:lnTo>
                  <a:pt x="24237" y="9789"/>
                </a:lnTo>
                <a:lnTo>
                  <a:pt x="24398" y="12199"/>
                </a:lnTo>
                <a:lnTo>
                  <a:pt x="24237" y="14609"/>
                </a:lnTo>
                <a:lnTo>
                  <a:pt x="22415" y="19007"/>
                </a:lnTo>
                <a:lnTo>
                  <a:pt x="20825" y="20825"/>
                </a:lnTo>
                <a:lnTo>
                  <a:pt x="19007" y="22415"/>
                </a:lnTo>
                <a:lnTo>
                  <a:pt x="14609" y="24237"/>
                </a:lnTo>
                <a:lnTo>
                  <a:pt x="12199" y="24398"/>
                </a:lnTo>
                <a:lnTo>
                  <a:pt x="9789" y="24237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343" name="Shape 343"/>
          <p:cNvSpPr/>
          <p:nvPr/>
        </p:nvSpPr>
        <p:spPr>
          <a:xfrm>
            <a:off x="5049915" y="2049081"/>
            <a:ext cx="24511" cy="24511"/>
          </a:xfrm>
          <a:custGeom>
            <a:avLst/>
            <a:gdLst/>
            <a:ahLst/>
            <a:cxnLst/>
            <a:rect l="0" t="0" r="r" b="b"/>
            <a:pathLst>
              <a:path w="24511" h="24511">
                <a:moveTo>
                  <a:pt x="9834" y="24349"/>
                </a:moveTo>
                <a:lnTo>
                  <a:pt x="5415" y="22519"/>
                </a:lnTo>
                <a:lnTo>
                  <a:pt x="3589" y="20921"/>
                </a:lnTo>
                <a:lnTo>
                  <a:pt x="1991" y="19095"/>
                </a:lnTo>
                <a:lnTo>
                  <a:pt x="161" y="14676"/>
                </a:lnTo>
                <a:lnTo>
                  <a:pt x="0" y="12255"/>
                </a:lnTo>
                <a:lnTo>
                  <a:pt x="161" y="9834"/>
                </a:lnTo>
                <a:lnTo>
                  <a:pt x="1991" y="5415"/>
                </a:lnTo>
                <a:lnTo>
                  <a:pt x="3589" y="3589"/>
                </a:lnTo>
                <a:lnTo>
                  <a:pt x="5415" y="1991"/>
                </a:lnTo>
                <a:lnTo>
                  <a:pt x="9834" y="161"/>
                </a:lnTo>
                <a:lnTo>
                  <a:pt x="12255" y="0"/>
                </a:lnTo>
                <a:lnTo>
                  <a:pt x="14676" y="161"/>
                </a:lnTo>
                <a:lnTo>
                  <a:pt x="19095" y="1991"/>
                </a:lnTo>
                <a:lnTo>
                  <a:pt x="20921" y="3589"/>
                </a:lnTo>
                <a:lnTo>
                  <a:pt x="22519" y="5415"/>
                </a:lnTo>
                <a:lnTo>
                  <a:pt x="24349" y="9834"/>
                </a:lnTo>
                <a:lnTo>
                  <a:pt x="24511" y="12255"/>
                </a:lnTo>
                <a:lnTo>
                  <a:pt x="24349" y="14676"/>
                </a:lnTo>
                <a:lnTo>
                  <a:pt x="22519" y="19095"/>
                </a:lnTo>
                <a:lnTo>
                  <a:pt x="20921" y="20921"/>
                </a:lnTo>
                <a:lnTo>
                  <a:pt x="19095" y="22519"/>
                </a:lnTo>
                <a:lnTo>
                  <a:pt x="14676" y="24349"/>
                </a:lnTo>
                <a:lnTo>
                  <a:pt x="12255" y="24511"/>
                </a:lnTo>
                <a:lnTo>
                  <a:pt x="9834" y="24349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344" name="Shape 344"/>
          <p:cNvSpPr/>
          <p:nvPr/>
        </p:nvSpPr>
        <p:spPr>
          <a:xfrm>
            <a:off x="5056631" y="2062487"/>
            <a:ext cx="26345" cy="26345"/>
          </a:xfrm>
          <a:custGeom>
            <a:avLst/>
            <a:gdLst/>
            <a:ahLst/>
            <a:cxnLst/>
            <a:rect l="0" t="0" r="r" b="b"/>
            <a:pathLst>
              <a:path w="26345" h="26345">
                <a:moveTo>
                  <a:pt x="10570" y="26171"/>
                </a:moveTo>
                <a:lnTo>
                  <a:pt x="5820" y="24204"/>
                </a:lnTo>
                <a:lnTo>
                  <a:pt x="3858" y="22487"/>
                </a:lnTo>
                <a:lnTo>
                  <a:pt x="2140" y="20524"/>
                </a:lnTo>
                <a:lnTo>
                  <a:pt x="173" y="15774"/>
                </a:lnTo>
                <a:lnTo>
                  <a:pt x="0" y="13172"/>
                </a:lnTo>
                <a:lnTo>
                  <a:pt x="173" y="10570"/>
                </a:lnTo>
                <a:lnTo>
                  <a:pt x="2140" y="5820"/>
                </a:lnTo>
                <a:lnTo>
                  <a:pt x="3858" y="3858"/>
                </a:lnTo>
                <a:lnTo>
                  <a:pt x="5820" y="2140"/>
                </a:lnTo>
                <a:lnTo>
                  <a:pt x="10570" y="173"/>
                </a:lnTo>
                <a:lnTo>
                  <a:pt x="13172" y="0"/>
                </a:lnTo>
                <a:lnTo>
                  <a:pt x="15774" y="173"/>
                </a:lnTo>
                <a:lnTo>
                  <a:pt x="20524" y="2140"/>
                </a:lnTo>
                <a:lnTo>
                  <a:pt x="22487" y="3858"/>
                </a:lnTo>
                <a:lnTo>
                  <a:pt x="24204" y="5820"/>
                </a:lnTo>
                <a:lnTo>
                  <a:pt x="26171" y="10570"/>
                </a:lnTo>
                <a:lnTo>
                  <a:pt x="26345" y="13172"/>
                </a:lnTo>
                <a:lnTo>
                  <a:pt x="26171" y="15774"/>
                </a:lnTo>
                <a:lnTo>
                  <a:pt x="24204" y="20524"/>
                </a:lnTo>
                <a:lnTo>
                  <a:pt x="22487" y="22487"/>
                </a:lnTo>
                <a:lnTo>
                  <a:pt x="20524" y="24204"/>
                </a:lnTo>
                <a:lnTo>
                  <a:pt x="15774" y="26171"/>
                </a:lnTo>
                <a:lnTo>
                  <a:pt x="13172" y="26345"/>
                </a:lnTo>
                <a:lnTo>
                  <a:pt x="10570" y="26171"/>
                </a:lnTo>
                <a:close/>
              </a:path>
            </a:pathLst>
          </a:custGeom>
          <a:solidFill>
            <a:srgbClr val="72CA78"/>
          </a:solidFill>
          <a:ln>
            <a:noFill/>
          </a:ln>
        </p:spPr>
      </p:sp>
      <p:sp>
        <p:nvSpPr>
          <p:cNvPr id="345" name="Shape 345"/>
          <p:cNvSpPr/>
          <p:nvPr/>
        </p:nvSpPr>
        <p:spPr>
          <a:xfrm>
            <a:off x="5056396" y="2067301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46" name="Shape 346"/>
          <p:cNvSpPr/>
          <p:nvPr/>
        </p:nvSpPr>
        <p:spPr>
          <a:xfrm>
            <a:off x="5066280" y="2085845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47" name="Shape 347"/>
          <p:cNvSpPr/>
          <p:nvPr/>
        </p:nvSpPr>
        <p:spPr>
          <a:xfrm>
            <a:off x="5078027" y="2107886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48" name="Shape 348"/>
          <p:cNvSpPr/>
          <p:nvPr/>
        </p:nvSpPr>
        <p:spPr>
          <a:xfrm>
            <a:off x="5093275" y="2131148"/>
            <a:ext cx="26131" cy="26131"/>
          </a:xfrm>
          <a:custGeom>
            <a:avLst/>
            <a:gdLst/>
            <a:ahLst/>
            <a:cxnLst/>
            <a:rect l="0" t="0" r="r" b="b"/>
            <a:pathLst>
              <a:path w="26131" h="26131">
                <a:moveTo>
                  <a:pt x="10484" y="25958"/>
                </a:moveTo>
                <a:lnTo>
                  <a:pt x="5773" y="24007"/>
                </a:lnTo>
                <a:lnTo>
                  <a:pt x="3826" y="22304"/>
                </a:lnTo>
                <a:lnTo>
                  <a:pt x="2123" y="20357"/>
                </a:lnTo>
                <a:lnTo>
                  <a:pt x="172" y="15646"/>
                </a:lnTo>
                <a:lnTo>
                  <a:pt x="0" y="13065"/>
                </a:lnTo>
                <a:lnTo>
                  <a:pt x="172" y="10484"/>
                </a:lnTo>
                <a:lnTo>
                  <a:pt x="2123" y="5773"/>
                </a:lnTo>
                <a:lnTo>
                  <a:pt x="3826" y="3826"/>
                </a:lnTo>
                <a:lnTo>
                  <a:pt x="5773" y="2123"/>
                </a:lnTo>
                <a:lnTo>
                  <a:pt x="10484" y="172"/>
                </a:lnTo>
                <a:lnTo>
                  <a:pt x="13065" y="0"/>
                </a:lnTo>
                <a:lnTo>
                  <a:pt x="15646" y="172"/>
                </a:lnTo>
                <a:lnTo>
                  <a:pt x="20357" y="2123"/>
                </a:lnTo>
                <a:lnTo>
                  <a:pt x="22304" y="3826"/>
                </a:lnTo>
                <a:lnTo>
                  <a:pt x="24007" y="5773"/>
                </a:lnTo>
                <a:lnTo>
                  <a:pt x="25958" y="10484"/>
                </a:lnTo>
                <a:lnTo>
                  <a:pt x="26131" y="13065"/>
                </a:lnTo>
                <a:lnTo>
                  <a:pt x="25958" y="15646"/>
                </a:lnTo>
                <a:lnTo>
                  <a:pt x="24007" y="20357"/>
                </a:lnTo>
                <a:lnTo>
                  <a:pt x="22304" y="22304"/>
                </a:lnTo>
                <a:lnTo>
                  <a:pt x="20357" y="24007"/>
                </a:lnTo>
                <a:lnTo>
                  <a:pt x="15646" y="25958"/>
                </a:lnTo>
                <a:lnTo>
                  <a:pt x="13065" y="26131"/>
                </a:lnTo>
                <a:lnTo>
                  <a:pt x="10484" y="25958"/>
                </a:lnTo>
                <a:close/>
              </a:path>
            </a:pathLst>
          </a:custGeom>
          <a:solidFill>
            <a:srgbClr val="73CB79"/>
          </a:solidFill>
          <a:ln>
            <a:noFill/>
          </a:ln>
        </p:spPr>
      </p:sp>
      <p:sp>
        <p:nvSpPr>
          <p:cNvPr id="349" name="Shape 349"/>
          <p:cNvSpPr/>
          <p:nvPr/>
        </p:nvSpPr>
        <p:spPr>
          <a:xfrm>
            <a:off x="5109625" y="2161759"/>
            <a:ext cx="25980" cy="25980"/>
          </a:xfrm>
          <a:custGeom>
            <a:avLst/>
            <a:gdLst/>
            <a:ahLst/>
            <a:cxnLst/>
            <a:rect l="0" t="0" r="r" b="b"/>
            <a:pathLst>
              <a:path w="25980" h="25980">
                <a:moveTo>
                  <a:pt x="10423" y="25809"/>
                </a:moveTo>
                <a:lnTo>
                  <a:pt x="5740" y="23869"/>
                </a:lnTo>
                <a:lnTo>
                  <a:pt x="3804" y="22175"/>
                </a:lnTo>
                <a:lnTo>
                  <a:pt x="2111" y="20239"/>
                </a:lnTo>
                <a:lnTo>
                  <a:pt x="171" y="15556"/>
                </a:lnTo>
                <a:lnTo>
                  <a:pt x="0" y="12990"/>
                </a:lnTo>
                <a:lnTo>
                  <a:pt x="171" y="10423"/>
                </a:lnTo>
                <a:lnTo>
                  <a:pt x="2111" y="5740"/>
                </a:lnTo>
                <a:lnTo>
                  <a:pt x="3804" y="3804"/>
                </a:lnTo>
                <a:lnTo>
                  <a:pt x="5740" y="2111"/>
                </a:lnTo>
                <a:lnTo>
                  <a:pt x="10423" y="171"/>
                </a:lnTo>
                <a:lnTo>
                  <a:pt x="12990" y="0"/>
                </a:lnTo>
                <a:lnTo>
                  <a:pt x="15556" y="171"/>
                </a:lnTo>
                <a:lnTo>
                  <a:pt x="20239" y="2111"/>
                </a:lnTo>
                <a:lnTo>
                  <a:pt x="22175" y="3804"/>
                </a:lnTo>
                <a:lnTo>
                  <a:pt x="23869" y="5740"/>
                </a:lnTo>
                <a:lnTo>
                  <a:pt x="25809" y="10423"/>
                </a:lnTo>
                <a:lnTo>
                  <a:pt x="25980" y="12990"/>
                </a:lnTo>
                <a:lnTo>
                  <a:pt x="25809" y="15556"/>
                </a:lnTo>
                <a:lnTo>
                  <a:pt x="23869" y="20239"/>
                </a:lnTo>
                <a:lnTo>
                  <a:pt x="22175" y="22175"/>
                </a:lnTo>
                <a:lnTo>
                  <a:pt x="20239" y="23869"/>
                </a:lnTo>
                <a:lnTo>
                  <a:pt x="15556" y="25809"/>
                </a:lnTo>
                <a:lnTo>
                  <a:pt x="12990" y="25980"/>
                </a:lnTo>
                <a:lnTo>
                  <a:pt x="10423" y="25809"/>
                </a:lnTo>
                <a:close/>
              </a:path>
            </a:pathLst>
          </a:custGeom>
          <a:solidFill>
            <a:srgbClr val="74CB79"/>
          </a:solidFill>
          <a:ln>
            <a:noFill/>
          </a:ln>
        </p:spPr>
      </p:sp>
      <p:sp>
        <p:nvSpPr>
          <p:cNvPr id="350" name="Shape 350"/>
          <p:cNvSpPr/>
          <p:nvPr/>
        </p:nvSpPr>
        <p:spPr>
          <a:xfrm>
            <a:off x="5123820" y="2193808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51" name="Shape 351"/>
          <p:cNvSpPr/>
          <p:nvPr/>
        </p:nvSpPr>
        <p:spPr>
          <a:xfrm>
            <a:off x="5140515" y="2225133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352" name="Shape 352"/>
          <p:cNvSpPr/>
          <p:nvPr/>
        </p:nvSpPr>
        <p:spPr>
          <a:xfrm>
            <a:off x="5166968" y="2269170"/>
            <a:ext cx="25560" cy="25560"/>
          </a:xfrm>
          <a:custGeom>
            <a:avLst/>
            <a:gdLst/>
            <a:ahLst/>
            <a:cxnLst/>
            <a:rect l="0" t="0" r="r" b="b"/>
            <a:pathLst>
              <a:path w="25560" h="25560">
                <a:moveTo>
                  <a:pt x="10255" y="25392"/>
                </a:moveTo>
                <a:lnTo>
                  <a:pt x="5647" y="23483"/>
                </a:lnTo>
                <a:lnTo>
                  <a:pt x="3743" y="21817"/>
                </a:lnTo>
                <a:lnTo>
                  <a:pt x="2077" y="19913"/>
                </a:lnTo>
                <a:lnTo>
                  <a:pt x="168" y="15305"/>
                </a:lnTo>
                <a:lnTo>
                  <a:pt x="0" y="12780"/>
                </a:lnTo>
                <a:lnTo>
                  <a:pt x="168" y="10255"/>
                </a:lnTo>
                <a:lnTo>
                  <a:pt x="2077" y="5647"/>
                </a:lnTo>
                <a:lnTo>
                  <a:pt x="3743" y="3743"/>
                </a:lnTo>
                <a:lnTo>
                  <a:pt x="5647" y="2077"/>
                </a:lnTo>
                <a:lnTo>
                  <a:pt x="10255" y="168"/>
                </a:lnTo>
                <a:lnTo>
                  <a:pt x="12780" y="0"/>
                </a:lnTo>
                <a:lnTo>
                  <a:pt x="15305" y="168"/>
                </a:lnTo>
                <a:lnTo>
                  <a:pt x="19913" y="2077"/>
                </a:lnTo>
                <a:lnTo>
                  <a:pt x="21817" y="3743"/>
                </a:lnTo>
                <a:lnTo>
                  <a:pt x="23483" y="5647"/>
                </a:lnTo>
                <a:lnTo>
                  <a:pt x="25392" y="10255"/>
                </a:lnTo>
                <a:lnTo>
                  <a:pt x="25560" y="12780"/>
                </a:lnTo>
                <a:lnTo>
                  <a:pt x="25392" y="15305"/>
                </a:lnTo>
                <a:lnTo>
                  <a:pt x="23483" y="19913"/>
                </a:lnTo>
                <a:lnTo>
                  <a:pt x="21817" y="21817"/>
                </a:lnTo>
                <a:lnTo>
                  <a:pt x="19913" y="23483"/>
                </a:lnTo>
                <a:lnTo>
                  <a:pt x="15305" y="25392"/>
                </a:lnTo>
                <a:lnTo>
                  <a:pt x="12780" y="25560"/>
                </a:lnTo>
                <a:lnTo>
                  <a:pt x="10255" y="25392"/>
                </a:lnTo>
                <a:close/>
              </a:path>
            </a:pathLst>
          </a:custGeom>
          <a:solidFill>
            <a:srgbClr val="76CD7B"/>
          </a:solidFill>
          <a:ln>
            <a:noFill/>
          </a:ln>
        </p:spPr>
      </p:sp>
      <p:sp>
        <p:nvSpPr>
          <p:cNvPr id="353" name="Shape 353"/>
          <p:cNvSpPr/>
          <p:nvPr/>
        </p:nvSpPr>
        <p:spPr>
          <a:xfrm>
            <a:off x="5207034" y="2343449"/>
            <a:ext cx="23518" cy="23518"/>
          </a:xfrm>
          <a:custGeom>
            <a:avLst/>
            <a:gdLst/>
            <a:ahLst/>
            <a:cxnLst/>
            <a:rect l="0" t="0" r="r" b="b"/>
            <a:pathLst>
              <a:path w="23518" h="23518">
                <a:moveTo>
                  <a:pt x="9436" y="23363"/>
                </a:moveTo>
                <a:lnTo>
                  <a:pt x="5196" y="21607"/>
                </a:lnTo>
                <a:lnTo>
                  <a:pt x="3444" y="20074"/>
                </a:lnTo>
                <a:lnTo>
                  <a:pt x="1911" y="18322"/>
                </a:lnTo>
                <a:lnTo>
                  <a:pt x="154" y="14082"/>
                </a:lnTo>
                <a:lnTo>
                  <a:pt x="0" y="11759"/>
                </a:lnTo>
                <a:lnTo>
                  <a:pt x="154" y="9436"/>
                </a:lnTo>
                <a:lnTo>
                  <a:pt x="1911" y="5196"/>
                </a:lnTo>
                <a:lnTo>
                  <a:pt x="3444" y="3444"/>
                </a:lnTo>
                <a:lnTo>
                  <a:pt x="5196" y="1911"/>
                </a:lnTo>
                <a:lnTo>
                  <a:pt x="9436" y="154"/>
                </a:lnTo>
                <a:lnTo>
                  <a:pt x="11759" y="0"/>
                </a:lnTo>
                <a:lnTo>
                  <a:pt x="14082" y="154"/>
                </a:lnTo>
                <a:lnTo>
                  <a:pt x="18322" y="1911"/>
                </a:lnTo>
                <a:lnTo>
                  <a:pt x="20074" y="3444"/>
                </a:lnTo>
                <a:lnTo>
                  <a:pt x="21607" y="5196"/>
                </a:lnTo>
                <a:lnTo>
                  <a:pt x="23363" y="9436"/>
                </a:lnTo>
                <a:lnTo>
                  <a:pt x="23518" y="11759"/>
                </a:lnTo>
                <a:lnTo>
                  <a:pt x="23363" y="14082"/>
                </a:lnTo>
                <a:lnTo>
                  <a:pt x="21607" y="18322"/>
                </a:lnTo>
                <a:lnTo>
                  <a:pt x="20074" y="20074"/>
                </a:lnTo>
                <a:lnTo>
                  <a:pt x="18322" y="21607"/>
                </a:lnTo>
                <a:lnTo>
                  <a:pt x="14082" y="23363"/>
                </a:lnTo>
                <a:lnTo>
                  <a:pt x="11759" y="23518"/>
                </a:lnTo>
                <a:lnTo>
                  <a:pt x="9436" y="23363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354" name="Shape 354"/>
          <p:cNvSpPr/>
          <p:nvPr/>
        </p:nvSpPr>
        <p:spPr>
          <a:xfrm>
            <a:off x="5262210" y="2447697"/>
            <a:ext cx="25160" cy="25160"/>
          </a:xfrm>
          <a:custGeom>
            <a:avLst/>
            <a:gdLst/>
            <a:ahLst/>
            <a:cxnLst/>
            <a:rect l="0" t="0" r="r" b="b"/>
            <a:pathLst>
              <a:path w="25160" h="25160">
                <a:moveTo>
                  <a:pt x="10094" y="24994"/>
                </a:moveTo>
                <a:lnTo>
                  <a:pt x="5559" y="23115"/>
                </a:lnTo>
                <a:lnTo>
                  <a:pt x="3684" y="21475"/>
                </a:lnTo>
                <a:lnTo>
                  <a:pt x="2044" y="19601"/>
                </a:lnTo>
                <a:lnTo>
                  <a:pt x="165" y="15065"/>
                </a:lnTo>
                <a:lnTo>
                  <a:pt x="0" y="12580"/>
                </a:lnTo>
                <a:lnTo>
                  <a:pt x="165" y="10094"/>
                </a:lnTo>
                <a:lnTo>
                  <a:pt x="2044" y="5559"/>
                </a:lnTo>
                <a:lnTo>
                  <a:pt x="3684" y="3684"/>
                </a:lnTo>
                <a:lnTo>
                  <a:pt x="5559" y="2044"/>
                </a:lnTo>
                <a:lnTo>
                  <a:pt x="10094" y="165"/>
                </a:lnTo>
                <a:lnTo>
                  <a:pt x="12580" y="0"/>
                </a:lnTo>
                <a:lnTo>
                  <a:pt x="15065" y="165"/>
                </a:lnTo>
                <a:lnTo>
                  <a:pt x="19601" y="2044"/>
                </a:lnTo>
                <a:lnTo>
                  <a:pt x="21475" y="3684"/>
                </a:lnTo>
                <a:lnTo>
                  <a:pt x="23115" y="5559"/>
                </a:lnTo>
                <a:lnTo>
                  <a:pt x="24994" y="10094"/>
                </a:lnTo>
                <a:lnTo>
                  <a:pt x="25160" y="12580"/>
                </a:lnTo>
                <a:lnTo>
                  <a:pt x="24994" y="15065"/>
                </a:lnTo>
                <a:lnTo>
                  <a:pt x="23115" y="19601"/>
                </a:lnTo>
                <a:lnTo>
                  <a:pt x="21475" y="21475"/>
                </a:lnTo>
                <a:lnTo>
                  <a:pt x="19601" y="23115"/>
                </a:lnTo>
                <a:lnTo>
                  <a:pt x="15065" y="24994"/>
                </a:lnTo>
                <a:lnTo>
                  <a:pt x="12580" y="25160"/>
                </a:lnTo>
                <a:lnTo>
                  <a:pt x="10094" y="24994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355" name="Shape 355"/>
          <p:cNvSpPr/>
          <p:nvPr/>
        </p:nvSpPr>
        <p:spPr>
          <a:xfrm>
            <a:off x="4878857" y="1964957"/>
            <a:ext cx="21978" cy="21978"/>
          </a:xfrm>
          <a:custGeom>
            <a:avLst/>
            <a:gdLst/>
            <a:ahLst/>
            <a:cxnLst/>
            <a:rect l="0" t="0" r="r" b="b"/>
            <a:pathLst>
              <a:path w="21978" h="21978">
                <a:moveTo>
                  <a:pt x="8818" y="21833"/>
                </a:moveTo>
                <a:lnTo>
                  <a:pt x="4856" y="20192"/>
                </a:lnTo>
                <a:lnTo>
                  <a:pt x="3218" y="18759"/>
                </a:lnTo>
                <a:lnTo>
                  <a:pt x="1785" y="17122"/>
                </a:lnTo>
                <a:lnTo>
                  <a:pt x="144" y="13160"/>
                </a:lnTo>
                <a:lnTo>
                  <a:pt x="0" y="10989"/>
                </a:lnTo>
                <a:lnTo>
                  <a:pt x="144" y="8818"/>
                </a:lnTo>
                <a:lnTo>
                  <a:pt x="1785" y="4856"/>
                </a:lnTo>
                <a:lnTo>
                  <a:pt x="3218" y="3218"/>
                </a:lnTo>
                <a:lnTo>
                  <a:pt x="4856" y="1785"/>
                </a:lnTo>
                <a:lnTo>
                  <a:pt x="8818" y="144"/>
                </a:lnTo>
                <a:lnTo>
                  <a:pt x="10989" y="0"/>
                </a:lnTo>
                <a:lnTo>
                  <a:pt x="13160" y="144"/>
                </a:lnTo>
                <a:lnTo>
                  <a:pt x="17122" y="1785"/>
                </a:lnTo>
                <a:lnTo>
                  <a:pt x="18759" y="3218"/>
                </a:lnTo>
                <a:lnTo>
                  <a:pt x="20192" y="4856"/>
                </a:lnTo>
                <a:lnTo>
                  <a:pt x="21833" y="8818"/>
                </a:lnTo>
                <a:lnTo>
                  <a:pt x="21978" y="10989"/>
                </a:lnTo>
                <a:lnTo>
                  <a:pt x="21833" y="13160"/>
                </a:lnTo>
                <a:lnTo>
                  <a:pt x="20192" y="17122"/>
                </a:lnTo>
                <a:lnTo>
                  <a:pt x="18759" y="18759"/>
                </a:lnTo>
                <a:lnTo>
                  <a:pt x="17122" y="20192"/>
                </a:lnTo>
                <a:lnTo>
                  <a:pt x="13160" y="21833"/>
                </a:lnTo>
                <a:lnTo>
                  <a:pt x="10989" y="21978"/>
                </a:lnTo>
                <a:lnTo>
                  <a:pt x="8818" y="21833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356" name="Shape 356"/>
          <p:cNvSpPr/>
          <p:nvPr/>
        </p:nvSpPr>
        <p:spPr>
          <a:xfrm>
            <a:off x="4875886" y="1969039"/>
            <a:ext cx="22220" cy="22220"/>
          </a:xfrm>
          <a:custGeom>
            <a:avLst/>
            <a:gdLst/>
            <a:ahLst/>
            <a:cxnLst/>
            <a:rect l="0" t="0" r="r" b="b"/>
            <a:pathLst>
              <a:path w="22220" h="22220">
                <a:moveTo>
                  <a:pt x="8915" y="22074"/>
                </a:moveTo>
                <a:lnTo>
                  <a:pt x="4909" y="20415"/>
                </a:lnTo>
                <a:lnTo>
                  <a:pt x="3254" y="18966"/>
                </a:lnTo>
                <a:lnTo>
                  <a:pt x="1805" y="17311"/>
                </a:lnTo>
                <a:lnTo>
                  <a:pt x="146" y="13305"/>
                </a:lnTo>
                <a:lnTo>
                  <a:pt x="0" y="11110"/>
                </a:lnTo>
                <a:lnTo>
                  <a:pt x="146" y="8915"/>
                </a:lnTo>
                <a:lnTo>
                  <a:pt x="1805" y="4909"/>
                </a:lnTo>
                <a:lnTo>
                  <a:pt x="3254" y="3254"/>
                </a:lnTo>
                <a:lnTo>
                  <a:pt x="4909" y="1805"/>
                </a:lnTo>
                <a:lnTo>
                  <a:pt x="8915" y="146"/>
                </a:lnTo>
                <a:lnTo>
                  <a:pt x="11110" y="0"/>
                </a:lnTo>
                <a:lnTo>
                  <a:pt x="13305" y="146"/>
                </a:lnTo>
                <a:lnTo>
                  <a:pt x="17311" y="1805"/>
                </a:lnTo>
                <a:lnTo>
                  <a:pt x="18966" y="3254"/>
                </a:lnTo>
                <a:lnTo>
                  <a:pt x="20415" y="4909"/>
                </a:lnTo>
                <a:lnTo>
                  <a:pt x="22074" y="8915"/>
                </a:lnTo>
                <a:lnTo>
                  <a:pt x="22220" y="11110"/>
                </a:lnTo>
                <a:lnTo>
                  <a:pt x="22074" y="13305"/>
                </a:lnTo>
                <a:lnTo>
                  <a:pt x="20415" y="17311"/>
                </a:lnTo>
                <a:lnTo>
                  <a:pt x="18966" y="18966"/>
                </a:lnTo>
                <a:lnTo>
                  <a:pt x="17311" y="20415"/>
                </a:lnTo>
                <a:lnTo>
                  <a:pt x="13305" y="22074"/>
                </a:lnTo>
                <a:lnTo>
                  <a:pt x="11110" y="22220"/>
                </a:lnTo>
                <a:lnTo>
                  <a:pt x="8915" y="22074"/>
                </a:lnTo>
                <a:close/>
              </a:path>
            </a:pathLst>
          </a:custGeom>
          <a:solidFill>
            <a:srgbClr val="89D789"/>
          </a:solidFill>
          <a:ln>
            <a:noFill/>
          </a:ln>
        </p:spPr>
      </p:sp>
      <p:sp>
        <p:nvSpPr>
          <p:cNvPr id="357" name="Shape 357"/>
          <p:cNvSpPr/>
          <p:nvPr/>
        </p:nvSpPr>
        <p:spPr>
          <a:xfrm>
            <a:off x="4873776" y="1971954"/>
            <a:ext cx="22378" cy="22378"/>
          </a:xfrm>
          <a:custGeom>
            <a:avLst/>
            <a:gdLst/>
            <a:ahLst/>
            <a:cxnLst/>
            <a:rect l="0" t="0" r="r" b="b"/>
            <a:pathLst>
              <a:path w="22378" h="22378">
                <a:moveTo>
                  <a:pt x="8978" y="22231"/>
                </a:moveTo>
                <a:lnTo>
                  <a:pt x="4944" y="20560"/>
                </a:lnTo>
                <a:lnTo>
                  <a:pt x="3277" y="19101"/>
                </a:lnTo>
                <a:lnTo>
                  <a:pt x="1818" y="17434"/>
                </a:lnTo>
                <a:lnTo>
                  <a:pt x="147" y="13399"/>
                </a:lnTo>
                <a:lnTo>
                  <a:pt x="0" y="11189"/>
                </a:lnTo>
                <a:lnTo>
                  <a:pt x="147" y="8978"/>
                </a:lnTo>
                <a:lnTo>
                  <a:pt x="1818" y="4944"/>
                </a:lnTo>
                <a:lnTo>
                  <a:pt x="3277" y="3277"/>
                </a:lnTo>
                <a:lnTo>
                  <a:pt x="4944" y="1818"/>
                </a:lnTo>
                <a:lnTo>
                  <a:pt x="8978" y="147"/>
                </a:lnTo>
                <a:lnTo>
                  <a:pt x="11189" y="0"/>
                </a:lnTo>
                <a:lnTo>
                  <a:pt x="13399" y="147"/>
                </a:lnTo>
                <a:lnTo>
                  <a:pt x="17434" y="1818"/>
                </a:lnTo>
                <a:lnTo>
                  <a:pt x="19101" y="3277"/>
                </a:lnTo>
                <a:lnTo>
                  <a:pt x="20560" y="4944"/>
                </a:lnTo>
                <a:lnTo>
                  <a:pt x="22231" y="8978"/>
                </a:lnTo>
                <a:lnTo>
                  <a:pt x="22378" y="11189"/>
                </a:lnTo>
                <a:lnTo>
                  <a:pt x="22231" y="13399"/>
                </a:lnTo>
                <a:lnTo>
                  <a:pt x="20560" y="17434"/>
                </a:lnTo>
                <a:lnTo>
                  <a:pt x="19101" y="19101"/>
                </a:lnTo>
                <a:lnTo>
                  <a:pt x="17434" y="20560"/>
                </a:lnTo>
                <a:lnTo>
                  <a:pt x="13399" y="22231"/>
                </a:lnTo>
                <a:lnTo>
                  <a:pt x="11189" y="22378"/>
                </a:lnTo>
                <a:lnTo>
                  <a:pt x="8978" y="22231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358" name="Shape 358"/>
          <p:cNvSpPr/>
          <p:nvPr/>
        </p:nvSpPr>
        <p:spPr>
          <a:xfrm>
            <a:off x="4871553" y="1975040"/>
            <a:ext cx="22534" cy="22534"/>
          </a:xfrm>
          <a:custGeom>
            <a:avLst/>
            <a:gdLst/>
            <a:ahLst/>
            <a:cxnLst/>
            <a:rect l="0" t="0" r="r" b="b"/>
            <a:pathLst>
              <a:path w="22534" h="22534">
                <a:moveTo>
                  <a:pt x="9041" y="22386"/>
                </a:moveTo>
                <a:lnTo>
                  <a:pt x="4979" y="20703"/>
                </a:lnTo>
                <a:lnTo>
                  <a:pt x="3300" y="19234"/>
                </a:lnTo>
                <a:lnTo>
                  <a:pt x="1831" y="17555"/>
                </a:lnTo>
                <a:lnTo>
                  <a:pt x="148" y="13493"/>
                </a:lnTo>
                <a:lnTo>
                  <a:pt x="0" y="11267"/>
                </a:lnTo>
                <a:lnTo>
                  <a:pt x="148" y="9041"/>
                </a:lnTo>
                <a:lnTo>
                  <a:pt x="1831" y="4979"/>
                </a:lnTo>
                <a:lnTo>
                  <a:pt x="3300" y="3300"/>
                </a:lnTo>
                <a:lnTo>
                  <a:pt x="4979" y="1831"/>
                </a:lnTo>
                <a:lnTo>
                  <a:pt x="9041" y="148"/>
                </a:lnTo>
                <a:lnTo>
                  <a:pt x="11267" y="0"/>
                </a:lnTo>
                <a:lnTo>
                  <a:pt x="13493" y="148"/>
                </a:lnTo>
                <a:lnTo>
                  <a:pt x="17555" y="1831"/>
                </a:lnTo>
                <a:lnTo>
                  <a:pt x="19234" y="3300"/>
                </a:lnTo>
                <a:lnTo>
                  <a:pt x="20703" y="4979"/>
                </a:lnTo>
                <a:lnTo>
                  <a:pt x="22386" y="9041"/>
                </a:lnTo>
                <a:lnTo>
                  <a:pt x="22534" y="11267"/>
                </a:lnTo>
                <a:lnTo>
                  <a:pt x="22386" y="13493"/>
                </a:lnTo>
                <a:lnTo>
                  <a:pt x="20703" y="17555"/>
                </a:lnTo>
                <a:lnTo>
                  <a:pt x="19234" y="19234"/>
                </a:lnTo>
                <a:lnTo>
                  <a:pt x="17555" y="20703"/>
                </a:lnTo>
                <a:lnTo>
                  <a:pt x="13493" y="22386"/>
                </a:lnTo>
                <a:lnTo>
                  <a:pt x="11267" y="22534"/>
                </a:lnTo>
                <a:lnTo>
                  <a:pt x="9041" y="22386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359" name="Shape 359"/>
          <p:cNvSpPr/>
          <p:nvPr/>
        </p:nvSpPr>
        <p:spPr>
          <a:xfrm>
            <a:off x="4867982" y="1980022"/>
            <a:ext cx="22763" cy="22763"/>
          </a:xfrm>
          <a:custGeom>
            <a:avLst/>
            <a:gdLst/>
            <a:ahLst/>
            <a:cxnLst/>
            <a:rect l="0" t="0" r="r" b="b"/>
            <a:pathLst>
              <a:path w="22763" h="22763">
                <a:moveTo>
                  <a:pt x="9133" y="22613"/>
                </a:moveTo>
                <a:lnTo>
                  <a:pt x="5029" y="20914"/>
                </a:lnTo>
                <a:lnTo>
                  <a:pt x="3333" y="19430"/>
                </a:lnTo>
                <a:lnTo>
                  <a:pt x="1849" y="17734"/>
                </a:lnTo>
                <a:lnTo>
                  <a:pt x="149" y="13630"/>
                </a:lnTo>
                <a:lnTo>
                  <a:pt x="0" y="11381"/>
                </a:lnTo>
                <a:lnTo>
                  <a:pt x="149" y="9133"/>
                </a:lnTo>
                <a:lnTo>
                  <a:pt x="1849" y="5029"/>
                </a:lnTo>
                <a:lnTo>
                  <a:pt x="3333" y="3333"/>
                </a:lnTo>
                <a:lnTo>
                  <a:pt x="5029" y="1849"/>
                </a:lnTo>
                <a:lnTo>
                  <a:pt x="9133" y="149"/>
                </a:lnTo>
                <a:lnTo>
                  <a:pt x="11381" y="0"/>
                </a:lnTo>
                <a:lnTo>
                  <a:pt x="13630" y="149"/>
                </a:lnTo>
                <a:lnTo>
                  <a:pt x="17734" y="1849"/>
                </a:lnTo>
                <a:lnTo>
                  <a:pt x="19430" y="3333"/>
                </a:lnTo>
                <a:lnTo>
                  <a:pt x="20914" y="5029"/>
                </a:lnTo>
                <a:lnTo>
                  <a:pt x="22613" y="9133"/>
                </a:lnTo>
                <a:lnTo>
                  <a:pt x="22763" y="11381"/>
                </a:lnTo>
                <a:lnTo>
                  <a:pt x="22613" y="13630"/>
                </a:lnTo>
                <a:lnTo>
                  <a:pt x="20914" y="17734"/>
                </a:lnTo>
                <a:lnTo>
                  <a:pt x="19430" y="19430"/>
                </a:lnTo>
                <a:lnTo>
                  <a:pt x="17734" y="20914"/>
                </a:lnTo>
                <a:lnTo>
                  <a:pt x="13630" y="22613"/>
                </a:lnTo>
                <a:lnTo>
                  <a:pt x="11381" y="22763"/>
                </a:lnTo>
                <a:lnTo>
                  <a:pt x="9133" y="22613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360" name="Shape 360"/>
          <p:cNvSpPr/>
          <p:nvPr/>
        </p:nvSpPr>
        <p:spPr>
          <a:xfrm>
            <a:off x="4864094" y="1985478"/>
            <a:ext cx="22988" cy="22988"/>
          </a:xfrm>
          <a:custGeom>
            <a:avLst/>
            <a:gdLst/>
            <a:ahLst/>
            <a:cxnLst/>
            <a:rect l="0" t="0" r="r" b="b"/>
            <a:pathLst>
              <a:path w="22988" h="22988">
                <a:moveTo>
                  <a:pt x="9223" y="22836"/>
                </a:moveTo>
                <a:lnTo>
                  <a:pt x="5079" y="21120"/>
                </a:lnTo>
                <a:lnTo>
                  <a:pt x="3366" y="19621"/>
                </a:lnTo>
                <a:lnTo>
                  <a:pt x="1868" y="17909"/>
                </a:lnTo>
                <a:lnTo>
                  <a:pt x="151" y="13764"/>
                </a:lnTo>
                <a:lnTo>
                  <a:pt x="0" y="11494"/>
                </a:lnTo>
                <a:lnTo>
                  <a:pt x="151" y="9223"/>
                </a:lnTo>
                <a:lnTo>
                  <a:pt x="1868" y="5079"/>
                </a:lnTo>
                <a:lnTo>
                  <a:pt x="3366" y="3366"/>
                </a:lnTo>
                <a:lnTo>
                  <a:pt x="5079" y="1868"/>
                </a:lnTo>
                <a:lnTo>
                  <a:pt x="9223" y="151"/>
                </a:lnTo>
                <a:lnTo>
                  <a:pt x="11494" y="0"/>
                </a:lnTo>
                <a:lnTo>
                  <a:pt x="13764" y="151"/>
                </a:lnTo>
                <a:lnTo>
                  <a:pt x="17909" y="1868"/>
                </a:lnTo>
                <a:lnTo>
                  <a:pt x="19621" y="3366"/>
                </a:lnTo>
                <a:lnTo>
                  <a:pt x="21120" y="5079"/>
                </a:lnTo>
                <a:lnTo>
                  <a:pt x="22836" y="9223"/>
                </a:lnTo>
                <a:lnTo>
                  <a:pt x="22988" y="11494"/>
                </a:lnTo>
                <a:lnTo>
                  <a:pt x="22836" y="13764"/>
                </a:lnTo>
                <a:lnTo>
                  <a:pt x="21120" y="17909"/>
                </a:lnTo>
                <a:lnTo>
                  <a:pt x="19621" y="19621"/>
                </a:lnTo>
                <a:lnTo>
                  <a:pt x="17909" y="21120"/>
                </a:lnTo>
                <a:lnTo>
                  <a:pt x="13764" y="22836"/>
                </a:lnTo>
                <a:lnTo>
                  <a:pt x="11494" y="22988"/>
                </a:lnTo>
                <a:lnTo>
                  <a:pt x="9223" y="22836"/>
                </a:lnTo>
                <a:close/>
              </a:path>
            </a:pathLst>
          </a:custGeom>
          <a:solidFill>
            <a:srgbClr val="85D486"/>
          </a:solidFill>
          <a:ln>
            <a:noFill/>
          </a:ln>
        </p:spPr>
      </p:sp>
      <p:sp>
        <p:nvSpPr>
          <p:cNvPr id="361" name="Shape 361"/>
          <p:cNvSpPr/>
          <p:nvPr/>
        </p:nvSpPr>
        <p:spPr>
          <a:xfrm>
            <a:off x="4861303" y="1989414"/>
            <a:ext cx="23133" cy="23133"/>
          </a:xfrm>
          <a:custGeom>
            <a:avLst/>
            <a:gdLst/>
            <a:ahLst/>
            <a:cxnLst/>
            <a:rect l="0" t="0" r="r" b="b"/>
            <a:pathLst>
              <a:path w="23133" h="23133">
                <a:moveTo>
                  <a:pt x="9281" y="22981"/>
                </a:moveTo>
                <a:lnTo>
                  <a:pt x="5111" y="21253"/>
                </a:lnTo>
                <a:lnTo>
                  <a:pt x="3387" y="19745"/>
                </a:lnTo>
                <a:lnTo>
                  <a:pt x="1879" y="18022"/>
                </a:lnTo>
                <a:lnTo>
                  <a:pt x="152" y="13851"/>
                </a:lnTo>
                <a:lnTo>
                  <a:pt x="0" y="11566"/>
                </a:lnTo>
                <a:lnTo>
                  <a:pt x="152" y="9281"/>
                </a:lnTo>
                <a:lnTo>
                  <a:pt x="1879" y="5111"/>
                </a:lnTo>
                <a:lnTo>
                  <a:pt x="3387" y="3387"/>
                </a:lnTo>
                <a:lnTo>
                  <a:pt x="5111" y="1879"/>
                </a:lnTo>
                <a:lnTo>
                  <a:pt x="9281" y="152"/>
                </a:lnTo>
                <a:lnTo>
                  <a:pt x="11566" y="0"/>
                </a:lnTo>
                <a:lnTo>
                  <a:pt x="13851" y="152"/>
                </a:lnTo>
                <a:lnTo>
                  <a:pt x="18022" y="1879"/>
                </a:lnTo>
                <a:lnTo>
                  <a:pt x="19745" y="3387"/>
                </a:lnTo>
                <a:lnTo>
                  <a:pt x="21253" y="5111"/>
                </a:lnTo>
                <a:lnTo>
                  <a:pt x="22981" y="9281"/>
                </a:lnTo>
                <a:lnTo>
                  <a:pt x="23133" y="11566"/>
                </a:lnTo>
                <a:lnTo>
                  <a:pt x="22981" y="13851"/>
                </a:lnTo>
                <a:lnTo>
                  <a:pt x="21253" y="18022"/>
                </a:lnTo>
                <a:lnTo>
                  <a:pt x="19745" y="19745"/>
                </a:lnTo>
                <a:lnTo>
                  <a:pt x="18022" y="21253"/>
                </a:lnTo>
                <a:lnTo>
                  <a:pt x="13851" y="22981"/>
                </a:lnTo>
                <a:lnTo>
                  <a:pt x="11566" y="23133"/>
                </a:lnTo>
                <a:lnTo>
                  <a:pt x="9281" y="22981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362" name="Shape 362"/>
          <p:cNvSpPr/>
          <p:nvPr/>
        </p:nvSpPr>
        <p:spPr>
          <a:xfrm>
            <a:off x="4856778" y="1995824"/>
            <a:ext cx="23345" cy="23345"/>
          </a:xfrm>
          <a:custGeom>
            <a:avLst/>
            <a:gdLst/>
            <a:ahLst/>
            <a:cxnLst/>
            <a:rect l="0" t="0" r="r" b="b"/>
            <a:pathLst>
              <a:path w="23345" h="23345">
                <a:moveTo>
                  <a:pt x="9366" y="23191"/>
                </a:moveTo>
                <a:lnTo>
                  <a:pt x="5158" y="21448"/>
                </a:lnTo>
                <a:lnTo>
                  <a:pt x="3418" y="19926"/>
                </a:lnTo>
                <a:lnTo>
                  <a:pt x="1896" y="18186"/>
                </a:lnTo>
                <a:lnTo>
                  <a:pt x="153" y="13978"/>
                </a:lnTo>
                <a:lnTo>
                  <a:pt x="0" y="11672"/>
                </a:lnTo>
                <a:lnTo>
                  <a:pt x="153" y="9366"/>
                </a:lnTo>
                <a:lnTo>
                  <a:pt x="1896" y="5158"/>
                </a:lnTo>
                <a:lnTo>
                  <a:pt x="3418" y="3418"/>
                </a:lnTo>
                <a:lnTo>
                  <a:pt x="5158" y="1896"/>
                </a:lnTo>
                <a:lnTo>
                  <a:pt x="9366" y="153"/>
                </a:lnTo>
                <a:lnTo>
                  <a:pt x="11672" y="0"/>
                </a:lnTo>
                <a:lnTo>
                  <a:pt x="13978" y="153"/>
                </a:lnTo>
                <a:lnTo>
                  <a:pt x="18186" y="1896"/>
                </a:lnTo>
                <a:lnTo>
                  <a:pt x="19926" y="3418"/>
                </a:lnTo>
                <a:lnTo>
                  <a:pt x="21448" y="5158"/>
                </a:lnTo>
                <a:lnTo>
                  <a:pt x="23191" y="9366"/>
                </a:lnTo>
                <a:lnTo>
                  <a:pt x="23345" y="11672"/>
                </a:lnTo>
                <a:lnTo>
                  <a:pt x="23191" y="13978"/>
                </a:lnTo>
                <a:lnTo>
                  <a:pt x="21448" y="18186"/>
                </a:lnTo>
                <a:lnTo>
                  <a:pt x="19926" y="19926"/>
                </a:lnTo>
                <a:lnTo>
                  <a:pt x="18186" y="21448"/>
                </a:lnTo>
                <a:lnTo>
                  <a:pt x="13978" y="23191"/>
                </a:lnTo>
                <a:lnTo>
                  <a:pt x="11672" y="23345"/>
                </a:lnTo>
                <a:lnTo>
                  <a:pt x="9366" y="23191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363" name="Shape 363"/>
          <p:cNvSpPr/>
          <p:nvPr/>
        </p:nvSpPr>
        <p:spPr>
          <a:xfrm>
            <a:off x="4851791" y="2002926"/>
            <a:ext cx="23548" cy="23548"/>
          </a:xfrm>
          <a:custGeom>
            <a:avLst/>
            <a:gdLst/>
            <a:ahLst/>
            <a:cxnLst/>
            <a:rect l="0" t="0" r="r" b="b"/>
            <a:pathLst>
              <a:path w="23548" h="23548">
                <a:moveTo>
                  <a:pt x="9448" y="23393"/>
                </a:moveTo>
                <a:lnTo>
                  <a:pt x="5202" y="21634"/>
                </a:lnTo>
                <a:lnTo>
                  <a:pt x="3448" y="20099"/>
                </a:lnTo>
                <a:lnTo>
                  <a:pt x="1913" y="18345"/>
                </a:lnTo>
                <a:lnTo>
                  <a:pt x="155" y="14100"/>
                </a:lnTo>
                <a:lnTo>
                  <a:pt x="0" y="11774"/>
                </a:lnTo>
                <a:lnTo>
                  <a:pt x="155" y="9448"/>
                </a:lnTo>
                <a:lnTo>
                  <a:pt x="1913" y="5202"/>
                </a:lnTo>
                <a:lnTo>
                  <a:pt x="3448" y="3448"/>
                </a:lnTo>
                <a:lnTo>
                  <a:pt x="5202" y="1913"/>
                </a:lnTo>
                <a:lnTo>
                  <a:pt x="9448" y="155"/>
                </a:lnTo>
                <a:lnTo>
                  <a:pt x="11774" y="0"/>
                </a:lnTo>
                <a:lnTo>
                  <a:pt x="14100" y="155"/>
                </a:lnTo>
                <a:lnTo>
                  <a:pt x="18345" y="1913"/>
                </a:lnTo>
                <a:lnTo>
                  <a:pt x="20099" y="3448"/>
                </a:lnTo>
                <a:lnTo>
                  <a:pt x="21634" y="5202"/>
                </a:lnTo>
                <a:lnTo>
                  <a:pt x="23393" y="9448"/>
                </a:lnTo>
                <a:lnTo>
                  <a:pt x="23548" y="11774"/>
                </a:lnTo>
                <a:lnTo>
                  <a:pt x="23393" y="14100"/>
                </a:lnTo>
                <a:lnTo>
                  <a:pt x="21634" y="18345"/>
                </a:lnTo>
                <a:lnTo>
                  <a:pt x="20099" y="20099"/>
                </a:lnTo>
                <a:lnTo>
                  <a:pt x="18345" y="21634"/>
                </a:lnTo>
                <a:lnTo>
                  <a:pt x="14100" y="23393"/>
                </a:lnTo>
                <a:lnTo>
                  <a:pt x="11774" y="23548"/>
                </a:lnTo>
                <a:lnTo>
                  <a:pt x="9448" y="23393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364" name="Shape 364"/>
          <p:cNvSpPr/>
          <p:nvPr/>
        </p:nvSpPr>
        <p:spPr>
          <a:xfrm>
            <a:off x="4848172" y="2008105"/>
            <a:ext cx="23677" cy="23677"/>
          </a:xfrm>
          <a:custGeom>
            <a:avLst/>
            <a:gdLst/>
            <a:ahLst/>
            <a:cxnLst/>
            <a:rect l="0" t="0" r="r" b="b"/>
            <a:pathLst>
              <a:path w="23677" h="23677">
                <a:moveTo>
                  <a:pt x="9499" y="23521"/>
                </a:moveTo>
                <a:lnTo>
                  <a:pt x="5231" y="21753"/>
                </a:lnTo>
                <a:lnTo>
                  <a:pt x="3467" y="20209"/>
                </a:lnTo>
                <a:lnTo>
                  <a:pt x="1924" y="18445"/>
                </a:lnTo>
                <a:lnTo>
                  <a:pt x="155" y="14177"/>
                </a:lnTo>
                <a:lnTo>
                  <a:pt x="0" y="11838"/>
                </a:lnTo>
                <a:lnTo>
                  <a:pt x="155" y="9499"/>
                </a:lnTo>
                <a:lnTo>
                  <a:pt x="1924" y="5231"/>
                </a:lnTo>
                <a:lnTo>
                  <a:pt x="3467" y="3467"/>
                </a:lnTo>
                <a:lnTo>
                  <a:pt x="5231" y="1924"/>
                </a:lnTo>
                <a:lnTo>
                  <a:pt x="9499" y="155"/>
                </a:lnTo>
                <a:lnTo>
                  <a:pt x="11838" y="0"/>
                </a:lnTo>
                <a:lnTo>
                  <a:pt x="14177" y="155"/>
                </a:lnTo>
                <a:lnTo>
                  <a:pt x="18445" y="1924"/>
                </a:lnTo>
                <a:lnTo>
                  <a:pt x="20209" y="3467"/>
                </a:lnTo>
                <a:lnTo>
                  <a:pt x="21753" y="5231"/>
                </a:lnTo>
                <a:lnTo>
                  <a:pt x="23521" y="9499"/>
                </a:lnTo>
                <a:lnTo>
                  <a:pt x="23677" y="11838"/>
                </a:lnTo>
                <a:lnTo>
                  <a:pt x="23521" y="14177"/>
                </a:lnTo>
                <a:lnTo>
                  <a:pt x="21753" y="18445"/>
                </a:lnTo>
                <a:lnTo>
                  <a:pt x="20209" y="20209"/>
                </a:lnTo>
                <a:lnTo>
                  <a:pt x="18445" y="21753"/>
                </a:lnTo>
                <a:lnTo>
                  <a:pt x="14177" y="23521"/>
                </a:lnTo>
                <a:lnTo>
                  <a:pt x="11838" y="23677"/>
                </a:lnTo>
                <a:lnTo>
                  <a:pt x="9499" y="23521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365" name="Shape 365"/>
          <p:cNvSpPr/>
          <p:nvPr/>
        </p:nvSpPr>
        <p:spPr>
          <a:xfrm>
            <a:off x="4847719" y="2016636"/>
            <a:ext cx="18373" cy="23859"/>
          </a:xfrm>
          <a:custGeom>
            <a:avLst/>
            <a:gdLst/>
            <a:ahLst/>
            <a:cxnLst/>
            <a:rect l="0" t="0" r="r" b="b"/>
            <a:pathLst>
              <a:path w="18373" h="23859">
                <a:moveTo>
                  <a:pt x="4087" y="23702"/>
                </a:moveTo>
                <a:lnTo>
                  <a:pt x="0" y="22009"/>
                </a:lnTo>
                <a:lnTo>
                  <a:pt x="0" y="1850"/>
                </a:lnTo>
                <a:lnTo>
                  <a:pt x="4087" y="157"/>
                </a:lnTo>
                <a:lnTo>
                  <a:pt x="6443" y="0"/>
                </a:lnTo>
                <a:lnTo>
                  <a:pt x="8800" y="157"/>
                </a:lnTo>
                <a:lnTo>
                  <a:pt x="13101" y="1938"/>
                </a:lnTo>
                <a:lnTo>
                  <a:pt x="14879" y="3494"/>
                </a:lnTo>
                <a:lnTo>
                  <a:pt x="16434" y="5271"/>
                </a:lnTo>
                <a:lnTo>
                  <a:pt x="18216" y="9572"/>
                </a:lnTo>
                <a:lnTo>
                  <a:pt x="18373" y="11929"/>
                </a:lnTo>
                <a:lnTo>
                  <a:pt x="18216" y="14286"/>
                </a:lnTo>
                <a:lnTo>
                  <a:pt x="16434" y="18587"/>
                </a:lnTo>
                <a:lnTo>
                  <a:pt x="14879" y="20365"/>
                </a:lnTo>
                <a:lnTo>
                  <a:pt x="13101" y="21920"/>
                </a:lnTo>
                <a:lnTo>
                  <a:pt x="8800" y="23702"/>
                </a:lnTo>
                <a:lnTo>
                  <a:pt x="6443" y="23859"/>
                </a:lnTo>
                <a:lnTo>
                  <a:pt x="4087" y="2370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366" name="Shape 366"/>
          <p:cNvSpPr/>
          <p:nvPr/>
        </p:nvSpPr>
        <p:spPr>
          <a:xfrm>
            <a:off x="6375793" y="1947195"/>
            <a:ext cx="23385" cy="23385"/>
          </a:xfrm>
          <a:custGeom>
            <a:avLst/>
            <a:gdLst/>
            <a:ahLst/>
            <a:cxnLst/>
            <a:rect l="0" t="0" r="r" b="b"/>
            <a:pathLst>
              <a:path w="23385" h="23385">
                <a:moveTo>
                  <a:pt x="9382" y="23231"/>
                </a:moveTo>
                <a:lnTo>
                  <a:pt x="5166" y="21485"/>
                </a:lnTo>
                <a:lnTo>
                  <a:pt x="3424" y="19960"/>
                </a:lnTo>
                <a:lnTo>
                  <a:pt x="1900" y="18218"/>
                </a:lnTo>
                <a:lnTo>
                  <a:pt x="154" y="14002"/>
                </a:lnTo>
                <a:lnTo>
                  <a:pt x="0" y="11692"/>
                </a:lnTo>
                <a:lnTo>
                  <a:pt x="154" y="9382"/>
                </a:lnTo>
                <a:lnTo>
                  <a:pt x="1900" y="5166"/>
                </a:lnTo>
                <a:lnTo>
                  <a:pt x="3424" y="3424"/>
                </a:lnTo>
                <a:lnTo>
                  <a:pt x="5166" y="1900"/>
                </a:lnTo>
                <a:lnTo>
                  <a:pt x="9382" y="154"/>
                </a:lnTo>
                <a:lnTo>
                  <a:pt x="11692" y="0"/>
                </a:lnTo>
                <a:lnTo>
                  <a:pt x="14002" y="154"/>
                </a:lnTo>
                <a:lnTo>
                  <a:pt x="18218" y="1900"/>
                </a:lnTo>
                <a:lnTo>
                  <a:pt x="19960" y="3424"/>
                </a:lnTo>
                <a:lnTo>
                  <a:pt x="21485" y="5166"/>
                </a:lnTo>
                <a:lnTo>
                  <a:pt x="23231" y="9382"/>
                </a:lnTo>
                <a:lnTo>
                  <a:pt x="23385" y="11692"/>
                </a:lnTo>
                <a:lnTo>
                  <a:pt x="23231" y="14002"/>
                </a:lnTo>
                <a:lnTo>
                  <a:pt x="21485" y="18218"/>
                </a:lnTo>
                <a:lnTo>
                  <a:pt x="19960" y="19960"/>
                </a:lnTo>
                <a:lnTo>
                  <a:pt x="18218" y="21485"/>
                </a:lnTo>
                <a:lnTo>
                  <a:pt x="14002" y="23231"/>
                </a:lnTo>
                <a:lnTo>
                  <a:pt x="11692" y="23385"/>
                </a:lnTo>
                <a:lnTo>
                  <a:pt x="9382" y="23231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367" name="Shape 367"/>
          <p:cNvSpPr/>
          <p:nvPr/>
        </p:nvSpPr>
        <p:spPr>
          <a:xfrm>
            <a:off x="6286132" y="1949162"/>
            <a:ext cx="21515" cy="21515"/>
          </a:xfrm>
          <a:custGeom>
            <a:avLst/>
            <a:gdLst/>
            <a:ahLst/>
            <a:cxnLst/>
            <a:rect l="0" t="0" r="r" b="b"/>
            <a:pathLst>
              <a:path w="21515" h="21515">
                <a:moveTo>
                  <a:pt x="8632" y="21373"/>
                </a:moveTo>
                <a:lnTo>
                  <a:pt x="4753" y="19767"/>
                </a:lnTo>
                <a:lnTo>
                  <a:pt x="3150" y="18364"/>
                </a:lnTo>
                <a:lnTo>
                  <a:pt x="1748" y="16761"/>
                </a:lnTo>
                <a:lnTo>
                  <a:pt x="141" y="12883"/>
                </a:lnTo>
                <a:lnTo>
                  <a:pt x="0" y="10757"/>
                </a:lnTo>
                <a:lnTo>
                  <a:pt x="141" y="8632"/>
                </a:lnTo>
                <a:lnTo>
                  <a:pt x="1748" y="4753"/>
                </a:lnTo>
                <a:lnTo>
                  <a:pt x="3150" y="3150"/>
                </a:lnTo>
                <a:lnTo>
                  <a:pt x="4753" y="1748"/>
                </a:lnTo>
                <a:lnTo>
                  <a:pt x="8632" y="141"/>
                </a:lnTo>
                <a:lnTo>
                  <a:pt x="10757" y="0"/>
                </a:lnTo>
                <a:lnTo>
                  <a:pt x="12883" y="141"/>
                </a:lnTo>
                <a:lnTo>
                  <a:pt x="16761" y="1748"/>
                </a:lnTo>
                <a:lnTo>
                  <a:pt x="18364" y="3150"/>
                </a:lnTo>
                <a:lnTo>
                  <a:pt x="19767" y="4753"/>
                </a:lnTo>
                <a:lnTo>
                  <a:pt x="21373" y="8632"/>
                </a:lnTo>
                <a:lnTo>
                  <a:pt x="21515" y="10757"/>
                </a:lnTo>
                <a:lnTo>
                  <a:pt x="21373" y="12883"/>
                </a:lnTo>
                <a:lnTo>
                  <a:pt x="19767" y="16761"/>
                </a:lnTo>
                <a:lnTo>
                  <a:pt x="18364" y="18364"/>
                </a:lnTo>
                <a:lnTo>
                  <a:pt x="16761" y="19767"/>
                </a:lnTo>
                <a:lnTo>
                  <a:pt x="12883" y="21373"/>
                </a:lnTo>
                <a:lnTo>
                  <a:pt x="10757" y="21515"/>
                </a:lnTo>
                <a:lnTo>
                  <a:pt x="8632" y="21373"/>
                </a:lnTo>
                <a:close/>
              </a:path>
            </a:pathLst>
          </a:custGeom>
          <a:solidFill>
            <a:srgbClr val="8CD98C"/>
          </a:solidFill>
          <a:ln>
            <a:noFill/>
          </a:ln>
        </p:spPr>
      </p:sp>
      <p:sp>
        <p:nvSpPr>
          <p:cNvPr id="368" name="Shape 368"/>
          <p:cNvSpPr/>
          <p:nvPr/>
        </p:nvSpPr>
        <p:spPr>
          <a:xfrm>
            <a:off x="6330171" y="1951056"/>
            <a:ext cx="23718" cy="23718"/>
          </a:xfrm>
          <a:custGeom>
            <a:avLst/>
            <a:gdLst/>
            <a:ahLst/>
            <a:cxnLst/>
            <a:rect l="0" t="0" r="r" b="b"/>
            <a:pathLst>
              <a:path w="23718" h="23718">
                <a:moveTo>
                  <a:pt x="9516" y="23562"/>
                </a:moveTo>
                <a:lnTo>
                  <a:pt x="5240" y="21791"/>
                </a:lnTo>
                <a:lnTo>
                  <a:pt x="3473" y="20245"/>
                </a:lnTo>
                <a:lnTo>
                  <a:pt x="1927" y="18478"/>
                </a:lnTo>
                <a:lnTo>
                  <a:pt x="156" y="14202"/>
                </a:lnTo>
                <a:lnTo>
                  <a:pt x="0" y="11859"/>
                </a:lnTo>
                <a:lnTo>
                  <a:pt x="156" y="9516"/>
                </a:lnTo>
                <a:lnTo>
                  <a:pt x="1927" y="5240"/>
                </a:lnTo>
                <a:lnTo>
                  <a:pt x="3473" y="3473"/>
                </a:lnTo>
                <a:lnTo>
                  <a:pt x="5240" y="1927"/>
                </a:lnTo>
                <a:lnTo>
                  <a:pt x="9516" y="156"/>
                </a:lnTo>
                <a:lnTo>
                  <a:pt x="11859" y="0"/>
                </a:lnTo>
                <a:lnTo>
                  <a:pt x="14202" y="156"/>
                </a:lnTo>
                <a:lnTo>
                  <a:pt x="18478" y="1927"/>
                </a:lnTo>
                <a:lnTo>
                  <a:pt x="20245" y="3473"/>
                </a:lnTo>
                <a:lnTo>
                  <a:pt x="21791" y="5240"/>
                </a:lnTo>
                <a:lnTo>
                  <a:pt x="23562" y="9516"/>
                </a:lnTo>
                <a:lnTo>
                  <a:pt x="23718" y="11859"/>
                </a:lnTo>
                <a:lnTo>
                  <a:pt x="23562" y="14202"/>
                </a:lnTo>
                <a:lnTo>
                  <a:pt x="21791" y="18478"/>
                </a:lnTo>
                <a:lnTo>
                  <a:pt x="20245" y="20245"/>
                </a:lnTo>
                <a:lnTo>
                  <a:pt x="18478" y="21791"/>
                </a:lnTo>
                <a:lnTo>
                  <a:pt x="14202" y="23562"/>
                </a:lnTo>
                <a:lnTo>
                  <a:pt x="11859" y="23718"/>
                </a:lnTo>
                <a:lnTo>
                  <a:pt x="9516" y="23562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369" name="Shape 369"/>
          <p:cNvSpPr/>
          <p:nvPr/>
        </p:nvSpPr>
        <p:spPr>
          <a:xfrm>
            <a:off x="6362920" y="1954091"/>
            <a:ext cx="21874" cy="21874"/>
          </a:xfrm>
          <a:custGeom>
            <a:avLst/>
            <a:gdLst/>
            <a:ahLst/>
            <a:cxnLst/>
            <a:rect l="0" t="0" r="r" b="b"/>
            <a:pathLst>
              <a:path w="21874" h="21874">
                <a:moveTo>
                  <a:pt x="8776" y="21730"/>
                </a:moveTo>
                <a:lnTo>
                  <a:pt x="4833" y="20097"/>
                </a:lnTo>
                <a:lnTo>
                  <a:pt x="3203" y="18671"/>
                </a:lnTo>
                <a:lnTo>
                  <a:pt x="1777" y="17041"/>
                </a:lnTo>
                <a:lnTo>
                  <a:pt x="144" y="13097"/>
                </a:lnTo>
                <a:lnTo>
                  <a:pt x="0" y="10937"/>
                </a:lnTo>
                <a:lnTo>
                  <a:pt x="144" y="8776"/>
                </a:lnTo>
                <a:lnTo>
                  <a:pt x="1777" y="4833"/>
                </a:lnTo>
                <a:lnTo>
                  <a:pt x="3203" y="3203"/>
                </a:lnTo>
                <a:lnTo>
                  <a:pt x="4833" y="1777"/>
                </a:lnTo>
                <a:lnTo>
                  <a:pt x="8776" y="144"/>
                </a:lnTo>
                <a:lnTo>
                  <a:pt x="10937" y="0"/>
                </a:lnTo>
                <a:lnTo>
                  <a:pt x="13097" y="144"/>
                </a:lnTo>
                <a:lnTo>
                  <a:pt x="17041" y="1777"/>
                </a:lnTo>
                <a:lnTo>
                  <a:pt x="18671" y="3203"/>
                </a:lnTo>
                <a:lnTo>
                  <a:pt x="20097" y="4833"/>
                </a:lnTo>
                <a:lnTo>
                  <a:pt x="21730" y="8776"/>
                </a:lnTo>
                <a:lnTo>
                  <a:pt x="21874" y="10937"/>
                </a:lnTo>
                <a:lnTo>
                  <a:pt x="21730" y="13097"/>
                </a:lnTo>
                <a:lnTo>
                  <a:pt x="20097" y="17041"/>
                </a:lnTo>
                <a:lnTo>
                  <a:pt x="18671" y="18671"/>
                </a:lnTo>
                <a:lnTo>
                  <a:pt x="17041" y="20097"/>
                </a:lnTo>
                <a:lnTo>
                  <a:pt x="13097" y="21730"/>
                </a:lnTo>
                <a:lnTo>
                  <a:pt x="10937" y="21874"/>
                </a:lnTo>
                <a:lnTo>
                  <a:pt x="8776" y="21730"/>
                </a:lnTo>
                <a:close/>
              </a:path>
            </a:pathLst>
          </a:custGeom>
          <a:solidFill>
            <a:srgbClr val="8AD88B"/>
          </a:solidFill>
          <a:ln>
            <a:noFill/>
          </a:ln>
        </p:spPr>
      </p:sp>
      <p:sp>
        <p:nvSpPr>
          <p:cNvPr id="370" name="Shape 370"/>
          <p:cNvSpPr/>
          <p:nvPr/>
        </p:nvSpPr>
        <p:spPr>
          <a:xfrm>
            <a:off x="6395200" y="1955254"/>
            <a:ext cx="23972" cy="23972"/>
          </a:xfrm>
          <a:custGeom>
            <a:avLst/>
            <a:gdLst/>
            <a:ahLst/>
            <a:cxnLst/>
            <a:rect l="0" t="0" r="r" b="b"/>
            <a:pathLst>
              <a:path w="23972" h="23972">
                <a:moveTo>
                  <a:pt x="9618" y="23814"/>
                </a:moveTo>
                <a:lnTo>
                  <a:pt x="5296" y="22024"/>
                </a:lnTo>
                <a:lnTo>
                  <a:pt x="3510" y="20462"/>
                </a:lnTo>
                <a:lnTo>
                  <a:pt x="1948" y="18676"/>
                </a:lnTo>
                <a:lnTo>
                  <a:pt x="157" y="14354"/>
                </a:lnTo>
                <a:lnTo>
                  <a:pt x="0" y="11986"/>
                </a:lnTo>
                <a:lnTo>
                  <a:pt x="157" y="9618"/>
                </a:lnTo>
                <a:lnTo>
                  <a:pt x="1948" y="5296"/>
                </a:lnTo>
                <a:lnTo>
                  <a:pt x="3510" y="3510"/>
                </a:lnTo>
                <a:lnTo>
                  <a:pt x="5296" y="1948"/>
                </a:lnTo>
                <a:lnTo>
                  <a:pt x="9618" y="157"/>
                </a:lnTo>
                <a:lnTo>
                  <a:pt x="11986" y="0"/>
                </a:lnTo>
                <a:lnTo>
                  <a:pt x="14354" y="157"/>
                </a:lnTo>
                <a:lnTo>
                  <a:pt x="18676" y="1948"/>
                </a:lnTo>
                <a:lnTo>
                  <a:pt x="20462" y="3510"/>
                </a:lnTo>
                <a:lnTo>
                  <a:pt x="22024" y="5296"/>
                </a:lnTo>
                <a:lnTo>
                  <a:pt x="23814" y="9618"/>
                </a:lnTo>
                <a:lnTo>
                  <a:pt x="23972" y="11986"/>
                </a:lnTo>
                <a:lnTo>
                  <a:pt x="23814" y="14354"/>
                </a:lnTo>
                <a:lnTo>
                  <a:pt x="22024" y="18676"/>
                </a:lnTo>
                <a:lnTo>
                  <a:pt x="20462" y="20462"/>
                </a:lnTo>
                <a:lnTo>
                  <a:pt x="18676" y="22024"/>
                </a:lnTo>
                <a:lnTo>
                  <a:pt x="14354" y="23814"/>
                </a:lnTo>
                <a:lnTo>
                  <a:pt x="11986" y="23972"/>
                </a:lnTo>
                <a:lnTo>
                  <a:pt x="9618" y="23814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371" name="Shape 371"/>
          <p:cNvSpPr/>
          <p:nvPr/>
        </p:nvSpPr>
        <p:spPr>
          <a:xfrm>
            <a:off x="6193309" y="1950151"/>
            <a:ext cx="21650" cy="21650"/>
          </a:xfrm>
          <a:custGeom>
            <a:avLst/>
            <a:gdLst/>
            <a:ahLst/>
            <a:cxnLst/>
            <a:rect l="0" t="0" r="r" b="b"/>
            <a:pathLst>
              <a:path w="21650" h="21650">
                <a:moveTo>
                  <a:pt x="8686" y="21507"/>
                </a:moveTo>
                <a:lnTo>
                  <a:pt x="4783" y="19891"/>
                </a:lnTo>
                <a:lnTo>
                  <a:pt x="3170" y="18479"/>
                </a:lnTo>
                <a:lnTo>
                  <a:pt x="1759" y="16866"/>
                </a:lnTo>
                <a:lnTo>
                  <a:pt x="142" y="12963"/>
                </a:lnTo>
                <a:lnTo>
                  <a:pt x="0" y="10825"/>
                </a:lnTo>
                <a:lnTo>
                  <a:pt x="142" y="8686"/>
                </a:lnTo>
                <a:lnTo>
                  <a:pt x="1759" y="4783"/>
                </a:lnTo>
                <a:lnTo>
                  <a:pt x="3170" y="3170"/>
                </a:lnTo>
                <a:lnTo>
                  <a:pt x="4783" y="1759"/>
                </a:lnTo>
                <a:lnTo>
                  <a:pt x="8686" y="142"/>
                </a:lnTo>
                <a:lnTo>
                  <a:pt x="10825" y="0"/>
                </a:lnTo>
                <a:lnTo>
                  <a:pt x="12963" y="142"/>
                </a:lnTo>
                <a:lnTo>
                  <a:pt x="16866" y="1759"/>
                </a:lnTo>
                <a:lnTo>
                  <a:pt x="18479" y="3170"/>
                </a:lnTo>
                <a:lnTo>
                  <a:pt x="19891" y="4783"/>
                </a:lnTo>
                <a:lnTo>
                  <a:pt x="21507" y="8686"/>
                </a:lnTo>
                <a:lnTo>
                  <a:pt x="21650" y="10825"/>
                </a:lnTo>
                <a:lnTo>
                  <a:pt x="21507" y="12963"/>
                </a:lnTo>
                <a:lnTo>
                  <a:pt x="19891" y="16866"/>
                </a:lnTo>
                <a:lnTo>
                  <a:pt x="18479" y="18479"/>
                </a:lnTo>
                <a:lnTo>
                  <a:pt x="16866" y="19891"/>
                </a:lnTo>
                <a:lnTo>
                  <a:pt x="12963" y="21507"/>
                </a:lnTo>
                <a:lnTo>
                  <a:pt x="10825" y="21650"/>
                </a:lnTo>
                <a:lnTo>
                  <a:pt x="8686" y="21507"/>
                </a:lnTo>
                <a:close/>
              </a:path>
            </a:pathLst>
          </a:custGeom>
          <a:solidFill>
            <a:srgbClr val="8BD88C"/>
          </a:solidFill>
          <a:ln>
            <a:noFill/>
          </a:ln>
        </p:spPr>
      </p:sp>
      <p:sp>
        <p:nvSpPr>
          <p:cNvPr id="372" name="Shape 372"/>
          <p:cNvSpPr/>
          <p:nvPr/>
        </p:nvSpPr>
        <p:spPr>
          <a:xfrm>
            <a:off x="6234735" y="1952122"/>
            <a:ext cx="23847" cy="23847"/>
          </a:xfrm>
          <a:custGeom>
            <a:avLst/>
            <a:gdLst/>
            <a:ahLst/>
            <a:cxnLst/>
            <a:rect l="0" t="0" r="r" b="b"/>
            <a:pathLst>
              <a:path w="23847" h="23847">
                <a:moveTo>
                  <a:pt x="9568" y="23690"/>
                </a:moveTo>
                <a:lnTo>
                  <a:pt x="5268" y="21909"/>
                </a:lnTo>
                <a:lnTo>
                  <a:pt x="3492" y="20354"/>
                </a:lnTo>
                <a:lnTo>
                  <a:pt x="1937" y="18578"/>
                </a:lnTo>
                <a:lnTo>
                  <a:pt x="157" y="14279"/>
                </a:lnTo>
                <a:lnTo>
                  <a:pt x="0" y="11923"/>
                </a:lnTo>
                <a:lnTo>
                  <a:pt x="157" y="9568"/>
                </a:lnTo>
                <a:lnTo>
                  <a:pt x="1937" y="5268"/>
                </a:lnTo>
                <a:lnTo>
                  <a:pt x="3492" y="3492"/>
                </a:lnTo>
                <a:lnTo>
                  <a:pt x="5268" y="1937"/>
                </a:lnTo>
                <a:lnTo>
                  <a:pt x="9568" y="157"/>
                </a:lnTo>
                <a:lnTo>
                  <a:pt x="11923" y="0"/>
                </a:lnTo>
                <a:lnTo>
                  <a:pt x="14279" y="157"/>
                </a:lnTo>
                <a:lnTo>
                  <a:pt x="18578" y="1937"/>
                </a:lnTo>
                <a:lnTo>
                  <a:pt x="20354" y="3492"/>
                </a:lnTo>
                <a:lnTo>
                  <a:pt x="21909" y="5268"/>
                </a:lnTo>
                <a:lnTo>
                  <a:pt x="23690" y="9568"/>
                </a:lnTo>
                <a:lnTo>
                  <a:pt x="23847" y="11923"/>
                </a:lnTo>
                <a:lnTo>
                  <a:pt x="23690" y="14279"/>
                </a:lnTo>
                <a:lnTo>
                  <a:pt x="21909" y="18578"/>
                </a:lnTo>
                <a:lnTo>
                  <a:pt x="20354" y="20354"/>
                </a:lnTo>
                <a:lnTo>
                  <a:pt x="18578" y="21909"/>
                </a:lnTo>
                <a:lnTo>
                  <a:pt x="14279" y="23690"/>
                </a:lnTo>
                <a:lnTo>
                  <a:pt x="11923" y="23847"/>
                </a:lnTo>
                <a:lnTo>
                  <a:pt x="9568" y="23690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373" name="Shape 373"/>
          <p:cNvSpPr/>
          <p:nvPr/>
        </p:nvSpPr>
        <p:spPr>
          <a:xfrm>
            <a:off x="6264672" y="1954221"/>
            <a:ext cx="23980" cy="23980"/>
          </a:xfrm>
          <a:custGeom>
            <a:avLst/>
            <a:gdLst/>
            <a:ahLst/>
            <a:cxnLst/>
            <a:rect l="0" t="0" r="r" b="b"/>
            <a:pathLst>
              <a:path w="23980" h="23980">
                <a:moveTo>
                  <a:pt x="9621" y="23822"/>
                </a:moveTo>
                <a:lnTo>
                  <a:pt x="5298" y="22031"/>
                </a:lnTo>
                <a:lnTo>
                  <a:pt x="3511" y="20468"/>
                </a:lnTo>
                <a:lnTo>
                  <a:pt x="1948" y="18682"/>
                </a:lnTo>
                <a:lnTo>
                  <a:pt x="157" y="14358"/>
                </a:lnTo>
                <a:lnTo>
                  <a:pt x="0" y="11990"/>
                </a:lnTo>
                <a:lnTo>
                  <a:pt x="157" y="9621"/>
                </a:lnTo>
                <a:lnTo>
                  <a:pt x="1948" y="5298"/>
                </a:lnTo>
                <a:lnTo>
                  <a:pt x="3511" y="3511"/>
                </a:lnTo>
                <a:lnTo>
                  <a:pt x="5298" y="1948"/>
                </a:lnTo>
                <a:lnTo>
                  <a:pt x="9621" y="157"/>
                </a:lnTo>
                <a:lnTo>
                  <a:pt x="11990" y="0"/>
                </a:lnTo>
                <a:lnTo>
                  <a:pt x="14358" y="157"/>
                </a:lnTo>
                <a:lnTo>
                  <a:pt x="18682" y="1948"/>
                </a:lnTo>
                <a:lnTo>
                  <a:pt x="20468" y="3511"/>
                </a:lnTo>
                <a:lnTo>
                  <a:pt x="22031" y="5298"/>
                </a:lnTo>
                <a:lnTo>
                  <a:pt x="23822" y="9621"/>
                </a:lnTo>
                <a:lnTo>
                  <a:pt x="23980" y="11990"/>
                </a:lnTo>
                <a:lnTo>
                  <a:pt x="23822" y="14358"/>
                </a:lnTo>
                <a:lnTo>
                  <a:pt x="22031" y="18682"/>
                </a:lnTo>
                <a:lnTo>
                  <a:pt x="20468" y="20468"/>
                </a:lnTo>
                <a:lnTo>
                  <a:pt x="18682" y="22031"/>
                </a:lnTo>
                <a:lnTo>
                  <a:pt x="14358" y="23822"/>
                </a:lnTo>
                <a:lnTo>
                  <a:pt x="11990" y="23980"/>
                </a:lnTo>
                <a:lnTo>
                  <a:pt x="9621" y="23822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374" name="Shape 374"/>
          <p:cNvSpPr/>
          <p:nvPr/>
        </p:nvSpPr>
        <p:spPr>
          <a:xfrm>
            <a:off x="6297018" y="1957399"/>
            <a:ext cx="22161" cy="22161"/>
          </a:xfrm>
          <a:custGeom>
            <a:avLst/>
            <a:gdLst/>
            <a:ahLst/>
            <a:cxnLst/>
            <a:rect l="0" t="0" r="r" b="b"/>
            <a:pathLst>
              <a:path w="22161" h="22161">
                <a:moveTo>
                  <a:pt x="8891" y="22015"/>
                </a:moveTo>
                <a:lnTo>
                  <a:pt x="4896" y="20361"/>
                </a:lnTo>
                <a:lnTo>
                  <a:pt x="3245" y="18916"/>
                </a:lnTo>
                <a:lnTo>
                  <a:pt x="1800" y="17265"/>
                </a:lnTo>
                <a:lnTo>
                  <a:pt x="145" y="13270"/>
                </a:lnTo>
                <a:lnTo>
                  <a:pt x="0" y="11080"/>
                </a:lnTo>
                <a:lnTo>
                  <a:pt x="145" y="8891"/>
                </a:lnTo>
                <a:lnTo>
                  <a:pt x="1800" y="4896"/>
                </a:lnTo>
                <a:lnTo>
                  <a:pt x="3245" y="3245"/>
                </a:lnTo>
                <a:lnTo>
                  <a:pt x="4896" y="1800"/>
                </a:lnTo>
                <a:lnTo>
                  <a:pt x="8891" y="145"/>
                </a:lnTo>
                <a:lnTo>
                  <a:pt x="11080" y="0"/>
                </a:lnTo>
                <a:lnTo>
                  <a:pt x="13270" y="145"/>
                </a:lnTo>
                <a:lnTo>
                  <a:pt x="17265" y="1800"/>
                </a:lnTo>
                <a:lnTo>
                  <a:pt x="18916" y="3245"/>
                </a:lnTo>
                <a:lnTo>
                  <a:pt x="20361" y="4896"/>
                </a:lnTo>
                <a:lnTo>
                  <a:pt x="22015" y="8891"/>
                </a:lnTo>
                <a:lnTo>
                  <a:pt x="22161" y="11080"/>
                </a:lnTo>
                <a:lnTo>
                  <a:pt x="22015" y="13270"/>
                </a:lnTo>
                <a:lnTo>
                  <a:pt x="20361" y="17265"/>
                </a:lnTo>
                <a:lnTo>
                  <a:pt x="18916" y="18916"/>
                </a:lnTo>
                <a:lnTo>
                  <a:pt x="17265" y="20361"/>
                </a:lnTo>
                <a:lnTo>
                  <a:pt x="13270" y="22015"/>
                </a:lnTo>
                <a:lnTo>
                  <a:pt x="11080" y="22161"/>
                </a:lnTo>
                <a:lnTo>
                  <a:pt x="8891" y="2201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375" name="Shape 375"/>
          <p:cNvSpPr/>
          <p:nvPr/>
        </p:nvSpPr>
        <p:spPr>
          <a:xfrm>
            <a:off x="6130193" y="1950828"/>
            <a:ext cx="21732" cy="21732"/>
          </a:xfrm>
          <a:custGeom>
            <a:avLst/>
            <a:gdLst/>
            <a:ahLst/>
            <a:cxnLst/>
            <a:rect l="0" t="0" r="r" b="b"/>
            <a:pathLst>
              <a:path w="21732" h="21732">
                <a:moveTo>
                  <a:pt x="8719" y="21589"/>
                </a:moveTo>
                <a:lnTo>
                  <a:pt x="4801" y="19966"/>
                </a:lnTo>
                <a:lnTo>
                  <a:pt x="3182" y="18549"/>
                </a:lnTo>
                <a:lnTo>
                  <a:pt x="1765" y="16930"/>
                </a:lnTo>
                <a:lnTo>
                  <a:pt x="143" y="13012"/>
                </a:lnTo>
                <a:lnTo>
                  <a:pt x="0" y="10866"/>
                </a:lnTo>
                <a:lnTo>
                  <a:pt x="143" y="8719"/>
                </a:lnTo>
                <a:lnTo>
                  <a:pt x="1765" y="4801"/>
                </a:lnTo>
                <a:lnTo>
                  <a:pt x="3182" y="3182"/>
                </a:lnTo>
                <a:lnTo>
                  <a:pt x="4801" y="1765"/>
                </a:lnTo>
                <a:lnTo>
                  <a:pt x="8719" y="143"/>
                </a:lnTo>
                <a:lnTo>
                  <a:pt x="10866" y="0"/>
                </a:lnTo>
                <a:lnTo>
                  <a:pt x="13012" y="143"/>
                </a:lnTo>
                <a:lnTo>
                  <a:pt x="16930" y="1765"/>
                </a:lnTo>
                <a:lnTo>
                  <a:pt x="18549" y="3182"/>
                </a:lnTo>
                <a:lnTo>
                  <a:pt x="19966" y="4801"/>
                </a:lnTo>
                <a:lnTo>
                  <a:pt x="21589" y="8719"/>
                </a:lnTo>
                <a:lnTo>
                  <a:pt x="21732" y="10866"/>
                </a:lnTo>
                <a:lnTo>
                  <a:pt x="21589" y="13012"/>
                </a:lnTo>
                <a:lnTo>
                  <a:pt x="19966" y="16930"/>
                </a:lnTo>
                <a:lnTo>
                  <a:pt x="18549" y="18549"/>
                </a:lnTo>
                <a:lnTo>
                  <a:pt x="16930" y="19966"/>
                </a:lnTo>
                <a:lnTo>
                  <a:pt x="13012" y="21589"/>
                </a:lnTo>
                <a:lnTo>
                  <a:pt x="10866" y="21732"/>
                </a:lnTo>
                <a:lnTo>
                  <a:pt x="8719" y="21589"/>
                </a:lnTo>
                <a:close/>
              </a:path>
            </a:pathLst>
          </a:custGeom>
          <a:solidFill>
            <a:srgbClr val="8BD88B"/>
          </a:solidFill>
          <a:ln>
            <a:noFill/>
          </a:ln>
        </p:spPr>
      </p:sp>
      <p:sp>
        <p:nvSpPr>
          <p:cNvPr id="376" name="Shape 376"/>
          <p:cNvSpPr/>
          <p:nvPr/>
        </p:nvSpPr>
        <p:spPr>
          <a:xfrm>
            <a:off x="6170781" y="1953834"/>
            <a:ext cx="21960" cy="21960"/>
          </a:xfrm>
          <a:custGeom>
            <a:avLst/>
            <a:gdLst/>
            <a:ahLst/>
            <a:cxnLst/>
            <a:rect l="0" t="0" r="r" b="b"/>
            <a:pathLst>
              <a:path w="21960" h="21960">
                <a:moveTo>
                  <a:pt x="8811" y="21816"/>
                </a:moveTo>
                <a:lnTo>
                  <a:pt x="4852" y="20176"/>
                </a:lnTo>
                <a:lnTo>
                  <a:pt x="3216" y="18744"/>
                </a:lnTo>
                <a:lnTo>
                  <a:pt x="1784" y="17108"/>
                </a:lnTo>
                <a:lnTo>
                  <a:pt x="144" y="13149"/>
                </a:lnTo>
                <a:lnTo>
                  <a:pt x="0" y="10980"/>
                </a:lnTo>
                <a:lnTo>
                  <a:pt x="144" y="8811"/>
                </a:lnTo>
                <a:lnTo>
                  <a:pt x="1784" y="4852"/>
                </a:lnTo>
                <a:lnTo>
                  <a:pt x="3216" y="3216"/>
                </a:lnTo>
                <a:lnTo>
                  <a:pt x="4852" y="1784"/>
                </a:lnTo>
                <a:lnTo>
                  <a:pt x="8811" y="144"/>
                </a:lnTo>
                <a:lnTo>
                  <a:pt x="10980" y="0"/>
                </a:lnTo>
                <a:lnTo>
                  <a:pt x="13149" y="144"/>
                </a:lnTo>
                <a:lnTo>
                  <a:pt x="17108" y="1784"/>
                </a:lnTo>
                <a:lnTo>
                  <a:pt x="18744" y="3216"/>
                </a:lnTo>
                <a:lnTo>
                  <a:pt x="20176" y="4852"/>
                </a:lnTo>
                <a:lnTo>
                  <a:pt x="21816" y="8811"/>
                </a:lnTo>
                <a:lnTo>
                  <a:pt x="21960" y="10980"/>
                </a:lnTo>
                <a:lnTo>
                  <a:pt x="21816" y="13149"/>
                </a:lnTo>
                <a:lnTo>
                  <a:pt x="20176" y="17108"/>
                </a:lnTo>
                <a:lnTo>
                  <a:pt x="18744" y="18744"/>
                </a:lnTo>
                <a:lnTo>
                  <a:pt x="17108" y="20176"/>
                </a:lnTo>
                <a:lnTo>
                  <a:pt x="13149" y="21816"/>
                </a:lnTo>
                <a:lnTo>
                  <a:pt x="10980" y="21960"/>
                </a:lnTo>
                <a:lnTo>
                  <a:pt x="8811" y="21816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377" name="Shape 377"/>
          <p:cNvSpPr/>
          <p:nvPr/>
        </p:nvSpPr>
        <p:spPr>
          <a:xfrm>
            <a:off x="6199437" y="1955962"/>
            <a:ext cx="22108" cy="22108"/>
          </a:xfrm>
          <a:custGeom>
            <a:avLst/>
            <a:gdLst/>
            <a:ahLst/>
            <a:cxnLst/>
            <a:rect l="0" t="0" r="r" b="b"/>
            <a:pathLst>
              <a:path w="22108" h="22108">
                <a:moveTo>
                  <a:pt x="8870" y="21963"/>
                </a:moveTo>
                <a:lnTo>
                  <a:pt x="4884" y="20312"/>
                </a:lnTo>
                <a:lnTo>
                  <a:pt x="3237" y="18871"/>
                </a:lnTo>
                <a:lnTo>
                  <a:pt x="1796" y="17224"/>
                </a:lnTo>
                <a:lnTo>
                  <a:pt x="145" y="13238"/>
                </a:lnTo>
                <a:lnTo>
                  <a:pt x="0" y="11054"/>
                </a:lnTo>
                <a:lnTo>
                  <a:pt x="145" y="8870"/>
                </a:lnTo>
                <a:lnTo>
                  <a:pt x="1796" y="4884"/>
                </a:lnTo>
                <a:lnTo>
                  <a:pt x="3237" y="3237"/>
                </a:lnTo>
                <a:lnTo>
                  <a:pt x="4884" y="1796"/>
                </a:lnTo>
                <a:lnTo>
                  <a:pt x="8870" y="145"/>
                </a:lnTo>
                <a:lnTo>
                  <a:pt x="11054" y="0"/>
                </a:lnTo>
                <a:lnTo>
                  <a:pt x="13238" y="145"/>
                </a:lnTo>
                <a:lnTo>
                  <a:pt x="17224" y="1796"/>
                </a:lnTo>
                <a:lnTo>
                  <a:pt x="18871" y="3237"/>
                </a:lnTo>
                <a:lnTo>
                  <a:pt x="20312" y="4884"/>
                </a:lnTo>
                <a:lnTo>
                  <a:pt x="21963" y="8870"/>
                </a:lnTo>
                <a:lnTo>
                  <a:pt x="22108" y="11054"/>
                </a:lnTo>
                <a:lnTo>
                  <a:pt x="21963" y="13238"/>
                </a:lnTo>
                <a:lnTo>
                  <a:pt x="20312" y="17224"/>
                </a:lnTo>
                <a:lnTo>
                  <a:pt x="18871" y="18871"/>
                </a:lnTo>
                <a:lnTo>
                  <a:pt x="17224" y="20312"/>
                </a:lnTo>
                <a:lnTo>
                  <a:pt x="13238" y="21963"/>
                </a:lnTo>
                <a:lnTo>
                  <a:pt x="11054" y="22108"/>
                </a:lnTo>
                <a:lnTo>
                  <a:pt x="8870" y="21963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378" name="Shape 378"/>
          <p:cNvSpPr/>
          <p:nvPr/>
        </p:nvSpPr>
        <p:spPr>
          <a:xfrm>
            <a:off x="6229480" y="1958197"/>
            <a:ext cx="22254" cy="22254"/>
          </a:xfrm>
          <a:custGeom>
            <a:avLst/>
            <a:gdLst/>
            <a:ahLst/>
            <a:cxnLst/>
            <a:rect l="0" t="0" r="r" b="b"/>
            <a:pathLst>
              <a:path w="22254" h="22254">
                <a:moveTo>
                  <a:pt x="8928" y="22107"/>
                </a:moveTo>
                <a:lnTo>
                  <a:pt x="4916" y="20445"/>
                </a:lnTo>
                <a:lnTo>
                  <a:pt x="3259" y="18995"/>
                </a:lnTo>
                <a:lnTo>
                  <a:pt x="1808" y="17337"/>
                </a:lnTo>
                <a:lnTo>
                  <a:pt x="146" y="13325"/>
                </a:lnTo>
                <a:lnTo>
                  <a:pt x="0" y="11127"/>
                </a:lnTo>
                <a:lnTo>
                  <a:pt x="146" y="8928"/>
                </a:lnTo>
                <a:lnTo>
                  <a:pt x="1808" y="4916"/>
                </a:lnTo>
                <a:lnTo>
                  <a:pt x="3259" y="3259"/>
                </a:lnTo>
                <a:lnTo>
                  <a:pt x="4916" y="1808"/>
                </a:lnTo>
                <a:lnTo>
                  <a:pt x="8928" y="146"/>
                </a:lnTo>
                <a:lnTo>
                  <a:pt x="11127" y="0"/>
                </a:lnTo>
                <a:lnTo>
                  <a:pt x="13325" y="146"/>
                </a:lnTo>
                <a:lnTo>
                  <a:pt x="17337" y="1808"/>
                </a:lnTo>
                <a:lnTo>
                  <a:pt x="18995" y="3259"/>
                </a:lnTo>
                <a:lnTo>
                  <a:pt x="20445" y="4916"/>
                </a:lnTo>
                <a:lnTo>
                  <a:pt x="22107" y="8928"/>
                </a:lnTo>
                <a:lnTo>
                  <a:pt x="22254" y="11127"/>
                </a:lnTo>
                <a:lnTo>
                  <a:pt x="22107" y="13325"/>
                </a:lnTo>
                <a:lnTo>
                  <a:pt x="20445" y="17337"/>
                </a:lnTo>
                <a:lnTo>
                  <a:pt x="18995" y="18995"/>
                </a:lnTo>
                <a:lnTo>
                  <a:pt x="17337" y="20445"/>
                </a:lnTo>
                <a:lnTo>
                  <a:pt x="13325" y="22107"/>
                </a:lnTo>
                <a:lnTo>
                  <a:pt x="11127" y="22254"/>
                </a:lnTo>
                <a:lnTo>
                  <a:pt x="8928" y="22107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379" name="Shape 379"/>
          <p:cNvSpPr/>
          <p:nvPr/>
        </p:nvSpPr>
        <p:spPr>
          <a:xfrm>
            <a:off x="6276409" y="1960808"/>
            <a:ext cx="24389" cy="24389"/>
          </a:xfrm>
          <a:custGeom>
            <a:avLst/>
            <a:gdLst/>
            <a:ahLst/>
            <a:cxnLst/>
            <a:rect l="0" t="0" r="r" b="b"/>
            <a:pathLst>
              <a:path w="24389" h="24389">
                <a:moveTo>
                  <a:pt x="9785" y="24228"/>
                </a:moveTo>
                <a:lnTo>
                  <a:pt x="5388" y="22407"/>
                </a:lnTo>
                <a:lnTo>
                  <a:pt x="3571" y="20817"/>
                </a:lnTo>
                <a:lnTo>
                  <a:pt x="1981" y="19000"/>
                </a:lnTo>
                <a:lnTo>
                  <a:pt x="160" y="14603"/>
                </a:lnTo>
                <a:lnTo>
                  <a:pt x="0" y="12194"/>
                </a:lnTo>
                <a:lnTo>
                  <a:pt x="160" y="9785"/>
                </a:lnTo>
                <a:lnTo>
                  <a:pt x="1981" y="5388"/>
                </a:lnTo>
                <a:lnTo>
                  <a:pt x="3571" y="3571"/>
                </a:lnTo>
                <a:lnTo>
                  <a:pt x="5388" y="1981"/>
                </a:lnTo>
                <a:lnTo>
                  <a:pt x="9785" y="160"/>
                </a:lnTo>
                <a:lnTo>
                  <a:pt x="12194" y="0"/>
                </a:lnTo>
                <a:lnTo>
                  <a:pt x="14603" y="160"/>
                </a:lnTo>
                <a:lnTo>
                  <a:pt x="19000" y="1981"/>
                </a:lnTo>
                <a:lnTo>
                  <a:pt x="20817" y="3571"/>
                </a:lnTo>
                <a:lnTo>
                  <a:pt x="22407" y="5388"/>
                </a:lnTo>
                <a:lnTo>
                  <a:pt x="24228" y="9785"/>
                </a:lnTo>
                <a:lnTo>
                  <a:pt x="24389" y="12194"/>
                </a:lnTo>
                <a:lnTo>
                  <a:pt x="24228" y="14603"/>
                </a:lnTo>
                <a:lnTo>
                  <a:pt x="22407" y="19000"/>
                </a:lnTo>
                <a:lnTo>
                  <a:pt x="20817" y="20817"/>
                </a:lnTo>
                <a:lnTo>
                  <a:pt x="19000" y="22407"/>
                </a:lnTo>
                <a:lnTo>
                  <a:pt x="14603" y="24228"/>
                </a:lnTo>
                <a:lnTo>
                  <a:pt x="12194" y="24389"/>
                </a:lnTo>
                <a:lnTo>
                  <a:pt x="9785" y="24228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380" name="Shape 380"/>
          <p:cNvSpPr/>
          <p:nvPr/>
        </p:nvSpPr>
        <p:spPr>
          <a:xfrm>
            <a:off x="6364784" y="1967440"/>
            <a:ext cx="24697" cy="24697"/>
          </a:xfrm>
          <a:custGeom>
            <a:avLst/>
            <a:gdLst/>
            <a:ahLst/>
            <a:cxnLst/>
            <a:rect l="0" t="0" r="r" b="b"/>
            <a:pathLst>
              <a:path w="24697" h="24697">
                <a:moveTo>
                  <a:pt x="9909" y="24534"/>
                </a:moveTo>
                <a:lnTo>
                  <a:pt x="5456" y="22690"/>
                </a:lnTo>
                <a:lnTo>
                  <a:pt x="3616" y="21080"/>
                </a:lnTo>
                <a:lnTo>
                  <a:pt x="2006" y="19240"/>
                </a:lnTo>
                <a:lnTo>
                  <a:pt x="162" y="14788"/>
                </a:lnTo>
                <a:lnTo>
                  <a:pt x="0" y="12348"/>
                </a:lnTo>
                <a:lnTo>
                  <a:pt x="162" y="9909"/>
                </a:lnTo>
                <a:lnTo>
                  <a:pt x="2006" y="5456"/>
                </a:lnTo>
                <a:lnTo>
                  <a:pt x="3616" y="3616"/>
                </a:lnTo>
                <a:lnTo>
                  <a:pt x="5456" y="2006"/>
                </a:lnTo>
                <a:lnTo>
                  <a:pt x="9909" y="162"/>
                </a:lnTo>
                <a:lnTo>
                  <a:pt x="12348" y="0"/>
                </a:lnTo>
                <a:lnTo>
                  <a:pt x="14788" y="162"/>
                </a:lnTo>
                <a:lnTo>
                  <a:pt x="19240" y="2006"/>
                </a:lnTo>
                <a:lnTo>
                  <a:pt x="21080" y="3616"/>
                </a:lnTo>
                <a:lnTo>
                  <a:pt x="22690" y="5456"/>
                </a:lnTo>
                <a:lnTo>
                  <a:pt x="24534" y="9909"/>
                </a:lnTo>
                <a:lnTo>
                  <a:pt x="24697" y="12348"/>
                </a:lnTo>
                <a:lnTo>
                  <a:pt x="24534" y="14788"/>
                </a:lnTo>
                <a:lnTo>
                  <a:pt x="22690" y="19240"/>
                </a:lnTo>
                <a:lnTo>
                  <a:pt x="21080" y="21080"/>
                </a:lnTo>
                <a:lnTo>
                  <a:pt x="19240" y="22690"/>
                </a:lnTo>
                <a:lnTo>
                  <a:pt x="14788" y="24534"/>
                </a:lnTo>
                <a:lnTo>
                  <a:pt x="12348" y="24697"/>
                </a:lnTo>
                <a:lnTo>
                  <a:pt x="9909" y="2453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381" name="Shape 381"/>
          <p:cNvSpPr/>
          <p:nvPr/>
        </p:nvSpPr>
        <p:spPr>
          <a:xfrm>
            <a:off x="6066062" y="1951520"/>
            <a:ext cx="21808" cy="21808"/>
          </a:xfrm>
          <a:custGeom>
            <a:avLst/>
            <a:gdLst/>
            <a:ahLst/>
            <a:cxnLst/>
            <a:rect l="0" t="0" r="r" b="b"/>
            <a:pathLst>
              <a:path w="21808" h="21808">
                <a:moveTo>
                  <a:pt x="8750" y="21665"/>
                </a:moveTo>
                <a:lnTo>
                  <a:pt x="4818" y="20036"/>
                </a:lnTo>
                <a:lnTo>
                  <a:pt x="3193" y="18614"/>
                </a:lnTo>
                <a:lnTo>
                  <a:pt x="1772" y="16990"/>
                </a:lnTo>
                <a:lnTo>
                  <a:pt x="143" y="13058"/>
                </a:lnTo>
                <a:lnTo>
                  <a:pt x="0" y="10904"/>
                </a:lnTo>
                <a:lnTo>
                  <a:pt x="143" y="8750"/>
                </a:lnTo>
                <a:lnTo>
                  <a:pt x="1772" y="4818"/>
                </a:lnTo>
                <a:lnTo>
                  <a:pt x="3193" y="3193"/>
                </a:lnTo>
                <a:lnTo>
                  <a:pt x="4818" y="1772"/>
                </a:lnTo>
                <a:lnTo>
                  <a:pt x="8750" y="143"/>
                </a:lnTo>
                <a:lnTo>
                  <a:pt x="10904" y="0"/>
                </a:lnTo>
                <a:lnTo>
                  <a:pt x="13058" y="143"/>
                </a:lnTo>
                <a:lnTo>
                  <a:pt x="16990" y="1772"/>
                </a:lnTo>
                <a:lnTo>
                  <a:pt x="18614" y="3193"/>
                </a:lnTo>
                <a:lnTo>
                  <a:pt x="20036" y="4818"/>
                </a:lnTo>
                <a:lnTo>
                  <a:pt x="21665" y="8750"/>
                </a:lnTo>
                <a:lnTo>
                  <a:pt x="21808" y="10904"/>
                </a:lnTo>
                <a:lnTo>
                  <a:pt x="21665" y="13058"/>
                </a:lnTo>
                <a:lnTo>
                  <a:pt x="20036" y="16990"/>
                </a:lnTo>
                <a:lnTo>
                  <a:pt x="18614" y="18614"/>
                </a:lnTo>
                <a:lnTo>
                  <a:pt x="16990" y="20036"/>
                </a:lnTo>
                <a:lnTo>
                  <a:pt x="13058" y="21665"/>
                </a:lnTo>
                <a:lnTo>
                  <a:pt x="10904" y="21808"/>
                </a:lnTo>
                <a:lnTo>
                  <a:pt x="8750" y="21665"/>
                </a:lnTo>
                <a:close/>
              </a:path>
            </a:pathLst>
          </a:custGeom>
          <a:solidFill>
            <a:srgbClr val="8BD88B"/>
          </a:solidFill>
          <a:ln>
            <a:noFill/>
          </a:ln>
        </p:spPr>
      </p:sp>
      <p:sp>
        <p:nvSpPr>
          <p:cNvPr id="382" name="Shape 382"/>
          <p:cNvSpPr/>
          <p:nvPr/>
        </p:nvSpPr>
        <p:spPr>
          <a:xfrm>
            <a:off x="6104759" y="1954575"/>
            <a:ext cx="22040" cy="22040"/>
          </a:xfrm>
          <a:custGeom>
            <a:avLst/>
            <a:gdLst/>
            <a:ahLst/>
            <a:cxnLst/>
            <a:rect l="0" t="0" r="r" b="b"/>
            <a:pathLst>
              <a:path w="22040" h="22040">
                <a:moveTo>
                  <a:pt x="8843" y="21895"/>
                </a:moveTo>
                <a:lnTo>
                  <a:pt x="4869" y="20249"/>
                </a:lnTo>
                <a:lnTo>
                  <a:pt x="3227" y="18812"/>
                </a:lnTo>
                <a:lnTo>
                  <a:pt x="1790" y="17170"/>
                </a:lnTo>
                <a:lnTo>
                  <a:pt x="145" y="13197"/>
                </a:lnTo>
                <a:lnTo>
                  <a:pt x="0" y="11020"/>
                </a:lnTo>
                <a:lnTo>
                  <a:pt x="145" y="8843"/>
                </a:lnTo>
                <a:lnTo>
                  <a:pt x="1790" y="4869"/>
                </a:lnTo>
                <a:lnTo>
                  <a:pt x="3227" y="3227"/>
                </a:lnTo>
                <a:lnTo>
                  <a:pt x="4869" y="1790"/>
                </a:lnTo>
                <a:lnTo>
                  <a:pt x="8843" y="145"/>
                </a:lnTo>
                <a:lnTo>
                  <a:pt x="11020" y="0"/>
                </a:lnTo>
                <a:lnTo>
                  <a:pt x="13197" y="145"/>
                </a:lnTo>
                <a:lnTo>
                  <a:pt x="17170" y="1790"/>
                </a:lnTo>
                <a:lnTo>
                  <a:pt x="18812" y="3227"/>
                </a:lnTo>
                <a:lnTo>
                  <a:pt x="20249" y="4869"/>
                </a:lnTo>
                <a:lnTo>
                  <a:pt x="21895" y="8843"/>
                </a:lnTo>
                <a:lnTo>
                  <a:pt x="22040" y="11020"/>
                </a:lnTo>
                <a:lnTo>
                  <a:pt x="21895" y="13197"/>
                </a:lnTo>
                <a:lnTo>
                  <a:pt x="20249" y="17170"/>
                </a:lnTo>
                <a:lnTo>
                  <a:pt x="18812" y="18812"/>
                </a:lnTo>
                <a:lnTo>
                  <a:pt x="17170" y="20249"/>
                </a:lnTo>
                <a:lnTo>
                  <a:pt x="13197" y="21895"/>
                </a:lnTo>
                <a:lnTo>
                  <a:pt x="11020" y="22040"/>
                </a:lnTo>
                <a:lnTo>
                  <a:pt x="8843" y="2189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383" name="Shape 383"/>
          <p:cNvSpPr/>
          <p:nvPr/>
        </p:nvSpPr>
        <p:spPr>
          <a:xfrm>
            <a:off x="6132094" y="1956739"/>
            <a:ext cx="22191" cy="22191"/>
          </a:xfrm>
          <a:custGeom>
            <a:avLst/>
            <a:gdLst/>
            <a:ahLst/>
            <a:cxnLst/>
            <a:rect l="0" t="0" r="r" b="b"/>
            <a:pathLst>
              <a:path w="22191" h="22191">
                <a:moveTo>
                  <a:pt x="8903" y="22045"/>
                </a:moveTo>
                <a:lnTo>
                  <a:pt x="4903" y="20388"/>
                </a:lnTo>
                <a:lnTo>
                  <a:pt x="3249" y="18941"/>
                </a:lnTo>
                <a:lnTo>
                  <a:pt x="1803" y="17288"/>
                </a:lnTo>
                <a:lnTo>
                  <a:pt x="146" y="13287"/>
                </a:lnTo>
                <a:lnTo>
                  <a:pt x="0" y="11095"/>
                </a:lnTo>
                <a:lnTo>
                  <a:pt x="146" y="8903"/>
                </a:lnTo>
                <a:lnTo>
                  <a:pt x="1803" y="4903"/>
                </a:lnTo>
                <a:lnTo>
                  <a:pt x="3249" y="3249"/>
                </a:lnTo>
                <a:lnTo>
                  <a:pt x="4903" y="1803"/>
                </a:lnTo>
                <a:lnTo>
                  <a:pt x="8903" y="146"/>
                </a:lnTo>
                <a:lnTo>
                  <a:pt x="11095" y="0"/>
                </a:lnTo>
                <a:lnTo>
                  <a:pt x="13287" y="146"/>
                </a:lnTo>
                <a:lnTo>
                  <a:pt x="17288" y="1803"/>
                </a:lnTo>
                <a:lnTo>
                  <a:pt x="18941" y="3249"/>
                </a:lnTo>
                <a:lnTo>
                  <a:pt x="20388" y="4903"/>
                </a:lnTo>
                <a:lnTo>
                  <a:pt x="22045" y="8903"/>
                </a:lnTo>
                <a:lnTo>
                  <a:pt x="22191" y="11095"/>
                </a:lnTo>
                <a:lnTo>
                  <a:pt x="22045" y="13287"/>
                </a:lnTo>
                <a:lnTo>
                  <a:pt x="20388" y="17288"/>
                </a:lnTo>
                <a:lnTo>
                  <a:pt x="18941" y="18941"/>
                </a:lnTo>
                <a:lnTo>
                  <a:pt x="17288" y="20388"/>
                </a:lnTo>
                <a:lnTo>
                  <a:pt x="13287" y="22045"/>
                </a:lnTo>
                <a:lnTo>
                  <a:pt x="11095" y="22191"/>
                </a:lnTo>
                <a:lnTo>
                  <a:pt x="8903" y="22045"/>
                </a:lnTo>
                <a:close/>
              </a:path>
            </a:pathLst>
          </a:custGeom>
          <a:solidFill>
            <a:srgbClr val="89D789"/>
          </a:solidFill>
          <a:ln>
            <a:noFill/>
          </a:ln>
        </p:spPr>
      </p:sp>
      <p:sp>
        <p:nvSpPr>
          <p:cNvPr id="384" name="Shape 384"/>
          <p:cNvSpPr/>
          <p:nvPr/>
        </p:nvSpPr>
        <p:spPr>
          <a:xfrm>
            <a:off x="6160763" y="1959013"/>
            <a:ext cx="22339" cy="22339"/>
          </a:xfrm>
          <a:custGeom>
            <a:avLst/>
            <a:gdLst/>
            <a:ahLst/>
            <a:cxnLst/>
            <a:rect l="0" t="0" r="r" b="b"/>
            <a:pathLst>
              <a:path w="22339" h="22339">
                <a:moveTo>
                  <a:pt x="8963" y="22192"/>
                </a:moveTo>
                <a:lnTo>
                  <a:pt x="4935" y="20524"/>
                </a:lnTo>
                <a:lnTo>
                  <a:pt x="3271" y="19068"/>
                </a:lnTo>
                <a:lnTo>
                  <a:pt x="1815" y="17403"/>
                </a:lnTo>
                <a:lnTo>
                  <a:pt x="147" y="13376"/>
                </a:lnTo>
                <a:lnTo>
                  <a:pt x="0" y="11169"/>
                </a:lnTo>
                <a:lnTo>
                  <a:pt x="147" y="8963"/>
                </a:lnTo>
                <a:lnTo>
                  <a:pt x="1815" y="4935"/>
                </a:lnTo>
                <a:lnTo>
                  <a:pt x="3271" y="3271"/>
                </a:lnTo>
                <a:lnTo>
                  <a:pt x="4935" y="1815"/>
                </a:lnTo>
                <a:lnTo>
                  <a:pt x="8963" y="147"/>
                </a:lnTo>
                <a:lnTo>
                  <a:pt x="11169" y="0"/>
                </a:lnTo>
                <a:lnTo>
                  <a:pt x="13376" y="147"/>
                </a:lnTo>
                <a:lnTo>
                  <a:pt x="17403" y="1815"/>
                </a:lnTo>
                <a:lnTo>
                  <a:pt x="19068" y="3271"/>
                </a:lnTo>
                <a:lnTo>
                  <a:pt x="20524" y="4935"/>
                </a:lnTo>
                <a:lnTo>
                  <a:pt x="22192" y="8963"/>
                </a:lnTo>
                <a:lnTo>
                  <a:pt x="22339" y="11169"/>
                </a:lnTo>
                <a:lnTo>
                  <a:pt x="22192" y="13376"/>
                </a:lnTo>
                <a:lnTo>
                  <a:pt x="20524" y="17403"/>
                </a:lnTo>
                <a:lnTo>
                  <a:pt x="19068" y="19068"/>
                </a:lnTo>
                <a:lnTo>
                  <a:pt x="17403" y="20524"/>
                </a:lnTo>
                <a:lnTo>
                  <a:pt x="13376" y="22192"/>
                </a:lnTo>
                <a:lnTo>
                  <a:pt x="11169" y="22339"/>
                </a:lnTo>
                <a:lnTo>
                  <a:pt x="8963" y="22192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385" name="Shape 385"/>
          <p:cNvSpPr/>
          <p:nvPr/>
        </p:nvSpPr>
        <p:spPr>
          <a:xfrm>
            <a:off x="6205530" y="1961692"/>
            <a:ext cx="24473" cy="24473"/>
          </a:xfrm>
          <a:custGeom>
            <a:avLst/>
            <a:gdLst/>
            <a:ahLst/>
            <a:cxnLst/>
            <a:rect l="0" t="0" r="r" b="b"/>
            <a:pathLst>
              <a:path w="24473" h="24473">
                <a:moveTo>
                  <a:pt x="9819" y="24311"/>
                </a:moveTo>
                <a:lnTo>
                  <a:pt x="5407" y="22484"/>
                </a:lnTo>
                <a:lnTo>
                  <a:pt x="3583" y="20889"/>
                </a:lnTo>
                <a:lnTo>
                  <a:pt x="1988" y="19065"/>
                </a:lnTo>
                <a:lnTo>
                  <a:pt x="161" y="14653"/>
                </a:lnTo>
                <a:lnTo>
                  <a:pt x="0" y="12236"/>
                </a:lnTo>
                <a:lnTo>
                  <a:pt x="161" y="9819"/>
                </a:lnTo>
                <a:lnTo>
                  <a:pt x="1988" y="5407"/>
                </a:lnTo>
                <a:lnTo>
                  <a:pt x="3583" y="3583"/>
                </a:lnTo>
                <a:lnTo>
                  <a:pt x="5407" y="1988"/>
                </a:lnTo>
                <a:lnTo>
                  <a:pt x="9819" y="161"/>
                </a:lnTo>
                <a:lnTo>
                  <a:pt x="12236" y="0"/>
                </a:lnTo>
                <a:lnTo>
                  <a:pt x="14653" y="161"/>
                </a:lnTo>
                <a:lnTo>
                  <a:pt x="19065" y="1988"/>
                </a:lnTo>
                <a:lnTo>
                  <a:pt x="20889" y="3583"/>
                </a:lnTo>
                <a:lnTo>
                  <a:pt x="22484" y="5407"/>
                </a:lnTo>
                <a:lnTo>
                  <a:pt x="24311" y="9819"/>
                </a:lnTo>
                <a:lnTo>
                  <a:pt x="24473" y="12236"/>
                </a:lnTo>
                <a:lnTo>
                  <a:pt x="24311" y="14653"/>
                </a:lnTo>
                <a:lnTo>
                  <a:pt x="22484" y="19065"/>
                </a:lnTo>
                <a:lnTo>
                  <a:pt x="20889" y="20889"/>
                </a:lnTo>
                <a:lnTo>
                  <a:pt x="19065" y="22484"/>
                </a:lnTo>
                <a:lnTo>
                  <a:pt x="14653" y="24311"/>
                </a:lnTo>
                <a:lnTo>
                  <a:pt x="12236" y="24473"/>
                </a:lnTo>
                <a:lnTo>
                  <a:pt x="9819" y="24311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386" name="Shape 386"/>
          <p:cNvSpPr/>
          <p:nvPr/>
        </p:nvSpPr>
        <p:spPr>
          <a:xfrm>
            <a:off x="6254873" y="1965634"/>
            <a:ext cx="24666" cy="24666"/>
          </a:xfrm>
          <a:custGeom>
            <a:avLst/>
            <a:gdLst/>
            <a:ahLst/>
            <a:cxnLst/>
            <a:rect l="0" t="0" r="r" b="b"/>
            <a:pathLst>
              <a:path w="24666" h="24666">
                <a:moveTo>
                  <a:pt x="9896" y="24503"/>
                </a:moveTo>
                <a:lnTo>
                  <a:pt x="5449" y="22661"/>
                </a:lnTo>
                <a:lnTo>
                  <a:pt x="3612" y="21053"/>
                </a:lnTo>
                <a:lnTo>
                  <a:pt x="2004" y="19216"/>
                </a:lnTo>
                <a:lnTo>
                  <a:pt x="162" y="14769"/>
                </a:lnTo>
                <a:lnTo>
                  <a:pt x="0" y="12333"/>
                </a:lnTo>
                <a:lnTo>
                  <a:pt x="162" y="9896"/>
                </a:lnTo>
                <a:lnTo>
                  <a:pt x="2004" y="5449"/>
                </a:lnTo>
                <a:lnTo>
                  <a:pt x="3612" y="3612"/>
                </a:lnTo>
                <a:lnTo>
                  <a:pt x="5449" y="2004"/>
                </a:lnTo>
                <a:lnTo>
                  <a:pt x="9896" y="162"/>
                </a:lnTo>
                <a:lnTo>
                  <a:pt x="12333" y="0"/>
                </a:lnTo>
                <a:lnTo>
                  <a:pt x="14769" y="162"/>
                </a:lnTo>
                <a:lnTo>
                  <a:pt x="19216" y="2004"/>
                </a:lnTo>
                <a:lnTo>
                  <a:pt x="21053" y="3612"/>
                </a:lnTo>
                <a:lnTo>
                  <a:pt x="22661" y="5449"/>
                </a:lnTo>
                <a:lnTo>
                  <a:pt x="24503" y="9896"/>
                </a:lnTo>
                <a:lnTo>
                  <a:pt x="24666" y="12333"/>
                </a:lnTo>
                <a:lnTo>
                  <a:pt x="24503" y="14769"/>
                </a:lnTo>
                <a:lnTo>
                  <a:pt x="22661" y="19216"/>
                </a:lnTo>
                <a:lnTo>
                  <a:pt x="21053" y="21053"/>
                </a:lnTo>
                <a:lnTo>
                  <a:pt x="19216" y="22661"/>
                </a:lnTo>
                <a:lnTo>
                  <a:pt x="14769" y="24503"/>
                </a:lnTo>
                <a:lnTo>
                  <a:pt x="12333" y="24666"/>
                </a:lnTo>
                <a:lnTo>
                  <a:pt x="9896" y="2450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387" name="Shape 387"/>
          <p:cNvSpPr/>
          <p:nvPr/>
        </p:nvSpPr>
        <p:spPr>
          <a:xfrm>
            <a:off x="6290936" y="1969392"/>
            <a:ext cx="22899" cy="22899"/>
          </a:xfrm>
          <a:custGeom>
            <a:avLst/>
            <a:gdLst/>
            <a:ahLst/>
            <a:cxnLst/>
            <a:rect l="0" t="0" r="r" b="b"/>
            <a:pathLst>
              <a:path w="22899" h="22899">
                <a:moveTo>
                  <a:pt x="9187" y="22748"/>
                </a:moveTo>
                <a:lnTo>
                  <a:pt x="5059" y="21038"/>
                </a:lnTo>
                <a:lnTo>
                  <a:pt x="3353" y="19545"/>
                </a:lnTo>
                <a:lnTo>
                  <a:pt x="1860" y="17839"/>
                </a:lnTo>
                <a:lnTo>
                  <a:pt x="150" y="13711"/>
                </a:lnTo>
                <a:lnTo>
                  <a:pt x="0" y="11449"/>
                </a:lnTo>
                <a:lnTo>
                  <a:pt x="150" y="9187"/>
                </a:lnTo>
                <a:lnTo>
                  <a:pt x="1860" y="5059"/>
                </a:lnTo>
                <a:lnTo>
                  <a:pt x="3353" y="3353"/>
                </a:lnTo>
                <a:lnTo>
                  <a:pt x="5059" y="1860"/>
                </a:lnTo>
                <a:lnTo>
                  <a:pt x="9187" y="150"/>
                </a:lnTo>
                <a:lnTo>
                  <a:pt x="11449" y="0"/>
                </a:lnTo>
                <a:lnTo>
                  <a:pt x="13711" y="150"/>
                </a:lnTo>
                <a:lnTo>
                  <a:pt x="17839" y="1860"/>
                </a:lnTo>
                <a:lnTo>
                  <a:pt x="19545" y="3353"/>
                </a:lnTo>
                <a:lnTo>
                  <a:pt x="21038" y="5059"/>
                </a:lnTo>
                <a:lnTo>
                  <a:pt x="22748" y="9187"/>
                </a:lnTo>
                <a:lnTo>
                  <a:pt x="22899" y="11449"/>
                </a:lnTo>
                <a:lnTo>
                  <a:pt x="22748" y="13711"/>
                </a:lnTo>
                <a:lnTo>
                  <a:pt x="21038" y="17839"/>
                </a:lnTo>
                <a:lnTo>
                  <a:pt x="19545" y="19545"/>
                </a:lnTo>
                <a:lnTo>
                  <a:pt x="17839" y="21038"/>
                </a:lnTo>
                <a:lnTo>
                  <a:pt x="13711" y="22748"/>
                </a:lnTo>
                <a:lnTo>
                  <a:pt x="11449" y="22899"/>
                </a:lnTo>
                <a:lnTo>
                  <a:pt x="9187" y="22748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388" name="Shape 388"/>
          <p:cNvSpPr/>
          <p:nvPr/>
        </p:nvSpPr>
        <p:spPr>
          <a:xfrm>
            <a:off x="5967908" y="1952588"/>
            <a:ext cx="21908" cy="21908"/>
          </a:xfrm>
          <a:custGeom>
            <a:avLst/>
            <a:gdLst/>
            <a:ahLst/>
            <a:cxnLst/>
            <a:rect l="0" t="0" r="r" b="b"/>
            <a:pathLst>
              <a:path w="21908" h="21908">
                <a:moveTo>
                  <a:pt x="8790" y="21763"/>
                </a:moveTo>
                <a:lnTo>
                  <a:pt x="4840" y="20127"/>
                </a:lnTo>
                <a:lnTo>
                  <a:pt x="3208" y="18699"/>
                </a:lnTo>
                <a:lnTo>
                  <a:pt x="1780" y="17067"/>
                </a:lnTo>
                <a:lnTo>
                  <a:pt x="144" y="13118"/>
                </a:lnTo>
                <a:lnTo>
                  <a:pt x="0" y="10954"/>
                </a:lnTo>
                <a:lnTo>
                  <a:pt x="144" y="8790"/>
                </a:lnTo>
                <a:lnTo>
                  <a:pt x="1780" y="4840"/>
                </a:lnTo>
                <a:lnTo>
                  <a:pt x="3208" y="3208"/>
                </a:lnTo>
                <a:lnTo>
                  <a:pt x="4840" y="1780"/>
                </a:lnTo>
                <a:lnTo>
                  <a:pt x="8790" y="144"/>
                </a:lnTo>
                <a:lnTo>
                  <a:pt x="10954" y="0"/>
                </a:lnTo>
                <a:lnTo>
                  <a:pt x="13118" y="144"/>
                </a:lnTo>
                <a:lnTo>
                  <a:pt x="17067" y="1780"/>
                </a:lnTo>
                <a:lnTo>
                  <a:pt x="18699" y="3208"/>
                </a:lnTo>
                <a:lnTo>
                  <a:pt x="20127" y="4840"/>
                </a:lnTo>
                <a:lnTo>
                  <a:pt x="21763" y="8790"/>
                </a:lnTo>
                <a:lnTo>
                  <a:pt x="21908" y="10954"/>
                </a:lnTo>
                <a:lnTo>
                  <a:pt x="21763" y="13118"/>
                </a:lnTo>
                <a:lnTo>
                  <a:pt x="20127" y="17067"/>
                </a:lnTo>
                <a:lnTo>
                  <a:pt x="18699" y="18699"/>
                </a:lnTo>
                <a:lnTo>
                  <a:pt x="17067" y="20127"/>
                </a:lnTo>
                <a:lnTo>
                  <a:pt x="13118" y="21763"/>
                </a:lnTo>
                <a:lnTo>
                  <a:pt x="10954" y="21908"/>
                </a:lnTo>
                <a:lnTo>
                  <a:pt x="8790" y="21763"/>
                </a:lnTo>
                <a:close/>
              </a:path>
            </a:pathLst>
          </a:custGeom>
          <a:solidFill>
            <a:srgbClr val="8AD88B"/>
          </a:solidFill>
          <a:ln>
            <a:noFill/>
          </a:ln>
        </p:spPr>
      </p:sp>
      <p:sp>
        <p:nvSpPr>
          <p:cNvPr id="389" name="Shape 389"/>
          <p:cNvSpPr/>
          <p:nvPr/>
        </p:nvSpPr>
        <p:spPr>
          <a:xfrm>
            <a:off x="6003639" y="1955719"/>
            <a:ext cx="22146" cy="22146"/>
          </a:xfrm>
          <a:custGeom>
            <a:avLst/>
            <a:gdLst/>
            <a:ahLst/>
            <a:cxnLst/>
            <a:rect l="0" t="0" r="r" b="b"/>
            <a:pathLst>
              <a:path w="22146" h="22146">
                <a:moveTo>
                  <a:pt x="8885" y="22000"/>
                </a:moveTo>
                <a:lnTo>
                  <a:pt x="4893" y="20347"/>
                </a:lnTo>
                <a:lnTo>
                  <a:pt x="3243" y="18903"/>
                </a:lnTo>
                <a:lnTo>
                  <a:pt x="1799" y="17253"/>
                </a:lnTo>
                <a:lnTo>
                  <a:pt x="145" y="13260"/>
                </a:lnTo>
                <a:lnTo>
                  <a:pt x="0" y="11073"/>
                </a:lnTo>
                <a:lnTo>
                  <a:pt x="145" y="8885"/>
                </a:lnTo>
                <a:lnTo>
                  <a:pt x="1799" y="4893"/>
                </a:lnTo>
                <a:lnTo>
                  <a:pt x="3243" y="3243"/>
                </a:lnTo>
                <a:lnTo>
                  <a:pt x="4893" y="1799"/>
                </a:lnTo>
                <a:lnTo>
                  <a:pt x="8885" y="145"/>
                </a:lnTo>
                <a:lnTo>
                  <a:pt x="11073" y="0"/>
                </a:lnTo>
                <a:lnTo>
                  <a:pt x="13260" y="145"/>
                </a:lnTo>
                <a:lnTo>
                  <a:pt x="17253" y="1799"/>
                </a:lnTo>
                <a:lnTo>
                  <a:pt x="18903" y="3243"/>
                </a:lnTo>
                <a:lnTo>
                  <a:pt x="20347" y="4893"/>
                </a:lnTo>
                <a:lnTo>
                  <a:pt x="22000" y="8885"/>
                </a:lnTo>
                <a:lnTo>
                  <a:pt x="22146" y="11073"/>
                </a:lnTo>
                <a:lnTo>
                  <a:pt x="22000" y="13260"/>
                </a:lnTo>
                <a:lnTo>
                  <a:pt x="20347" y="17253"/>
                </a:lnTo>
                <a:lnTo>
                  <a:pt x="18903" y="18903"/>
                </a:lnTo>
                <a:lnTo>
                  <a:pt x="17253" y="20347"/>
                </a:lnTo>
                <a:lnTo>
                  <a:pt x="13260" y="22000"/>
                </a:lnTo>
                <a:lnTo>
                  <a:pt x="11073" y="22146"/>
                </a:lnTo>
                <a:lnTo>
                  <a:pt x="8885" y="22000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390" name="Shape 390"/>
          <p:cNvSpPr/>
          <p:nvPr/>
        </p:nvSpPr>
        <p:spPr>
          <a:xfrm>
            <a:off x="6028898" y="1957939"/>
            <a:ext cx="22301" cy="22301"/>
          </a:xfrm>
          <a:custGeom>
            <a:avLst/>
            <a:gdLst/>
            <a:ahLst/>
            <a:cxnLst/>
            <a:rect l="0" t="0" r="r" b="b"/>
            <a:pathLst>
              <a:path w="22301" h="22301">
                <a:moveTo>
                  <a:pt x="8948" y="22155"/>
                </a:moveTo>
                <a:lnTo>
                  <a:pt x="4927" y="20489"/>
                </a:lnTo>
                <a:lnTo>
                  <a:pt x="3266" y="19035"/>
                </a:lnTo>
                <a:lnTo>
                  <a:pt x="1812" y="17374"/>
                </a:lnTo>
                <a:lnTo>
                  <a:pt x="146" y="13353"/>
                </a:lnTo>
                <a:lnTo>
                  <a:pt x="0" y="11150"/>
                </a:lnTo>
                <a:lnTo>
                  <a:pt x="146" y="8948"/>
                </a:lnTo>
                <a:lnTo>
                  <a:pt x="1812" y="4927"/>
                </a:lnTo>
                <a:lnTo>
                  <a:pt x="3266" y="3266"/>
                </a:lnTo>
                <a:lnTo>
                  <a:pt x="4927" y="1812"/>
                </a:lnTo>
                <a:lnTo>
                  <a:pt x="8948" y="146"/>
                </a:lnTo>
                <a:lnTo>
                  <a:pt x="11150" y="0"/>
                </a:lnTo>
                <a:lnTo>
                  <a:pt x="13353" y="146"/>
                </a:lnTo>
                <a:lnTo>
                  <a:pt x="17374" y="1812"/>
                </a:lnTo>
                <a:lnTo>
                  <a:pt x="19035" y="3266"/>
                </a:lnTo>
                <a:lnTo>
                  <a:pt x="20489" y="4927"/>
                </a:lnTo>
                <a:lnTo>
                  <a:pt x="22155" y="8948"/>
                </a:lnTo>
                <a:lnTo>
                  <a:pt x="22301" y="11150"/>
                </a:lnTo>
                <a:lnTo>
                  <a:pt x="22155" y="13353"/>
                </a:lnTo>
                <a:lnTo>
                  <a:pt x="20489" y="17374"/>
                </a:lnTo>
                <a:lnTo>
                  <a:pt x="19035" y="19035"/>
                </a:lnTo>
                <a:lnTo>
                  <a:pt x="17374" y="20489"/>
                </a:lnTo>
                <a:lnTo>
                  <a:pt x="13353" y="22155"/>
                </a:lnTo>
                <a:lnTo>
                  <a:pt x="11150" y="22301"/>
                </a:lnTo>
                <a:lnTo>
                  <a:pt x="8948" y="22155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391" name="Shape 391"/>
          <p:cNvSpPr/>
          <p:nvPr/>
        </p:nvSpPr>
        <p:spPr>
          <a:xfrm>
            <a:off x="6055407" y="1960273"/>
            <a:ext cx="22453" cy="22453"/>
          </a:xfrm>
          <a:custGeom>
            <a:avLst/>
            <a:gdLst/>
            <a:ahLst/>
            <a:cxnLst/>
            <a:rect l="0" t="0" r="r" b="b"/>
            <a:pathLst>
              <a:path w="22453" h="22453">
                <a:moveTo>
                  <a:pt x="9009" y="22306"/>
                </a:moveTo>
                <a:lnTo>
                  <a:pt x="4961" y="20629"/>
                </a:lnTo>
                <a:lnTo>
                  <a:pt x="3288" y="19165"/>
                </a:lnTo>
                <a:lnTo>
                  <a:pt x="1824" y="17492"/>
                </a:lnTo>
                <a:lnTo>
                  <a:pt x="147" y="13444"/>
                </a:lnTo>
                <a:lnTo>
                  <a:pt x="0" y="11226"/>
                </a:lnTo>
                <a:lnTo>
                  <a:pt x="147" y="9009"/>
                </a:lnTo>
                <a:lnTo>
                  <a:pt x="1824" y="4961"/>
                </a:lnTo>
                <a:lnTo>
                  <a:pt x="3288" y="3288"/>
                </a:lnTo>
                <a:lnTo>
                  <a:pt x="4961" y="1824"/>
                </a:lnTo>
                <a:lnTo>
                  <a:pt x="9009" y="147"/>
                </a:lnTo>
                <a:lnTo>
                  <a:pt x="11226" y="0"/>
                </a:lnTo>
                <a:lnTo>
                  <a:pt x="13444" y="147"/>
                </a:lnTo>
                <a:lnTo>
                  <a:pt x="17492" y="1824"/>
                </a:lnTo>
                <a:lnTo>
                  <a:pt x="19165" y="3288"/>
                </a:lnTo>
                <a:lnTo>
                  <a:pt x="20629" y="4961"/>
                </a:lnTo>
                <a:lnTo>
                  <a:pt x="22306" y="9009"/>
                </a:lnTo>
                <a:lnTo>
                  <a:pt x="22453" y="11226"/>
                </a:lnTo>
                <a:lnTo>
                  <a:pt x="22306" y="13444"/>
                </a:lnTo>
                <a:lnTo>
                  <a:pt x="20629" y="17492"/>
                </a:lnTo>
                <a:lnTo>
                  <a:pt x="19165" y="19165"/>
                </a:lnTo>
                <a:lnTo>
                  <a:pt x="17492" y="20629"/>
                </a:lnTo>
                <a:lnTo>
                  <a:pt x="13444" y="22306"/>
                </a:lnTo>
                <a:lnTo>
                  <a:pt x="11226" y="22453"/>
                </a:lnTo>
                <a:lnTo>
                  <a:pt x="9009" y="22306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392" name="Shape 392"/>
          <p:cNvSpPr/>
          <p:nvPr/>
        </p:nvSpPr>
        <p:spPr>
          <a:xfrm>
            <a:off x="6097723" y="1964008"/>
            <a:ext cx="22678" cy="22678"/>
          </a:xfrm>
          <a:custGeom>
            <a:avLst/>
            <a:gdLst/>
            <a:ahLst/>
            <a:cxnLst/>
            <a:rect l="0" t="0" r="r" b="b"/>
            <a:pathLst>
              <a:path w="22678" h="22678">
                <a:moveTo>
                  <a:pt x="9099" y="22529"/>
                </a:moveTo>
                <a:lnTo>
                  <a:pt x="5010" y="20835"/>
                </a:lnTo>
                <a:lnTo>
                  <a:pt x="3321" y="19357"/>
                </a:lnTo>
                <a:lnTo>
                  <a:pt x="1842" y="17667"/>
                </a:lnTo>
                <a:lnTo>
                  <a:pt x="149" y="13579"/>
                </a:lnTo>
                <a:lnTo>
                  <a:pt x="0" y="11339"/>
                </a:lnTo>
                <a:lnTo>
                  <a:pt x="149" y="9099"/>
                </a:lnTo>
                <a:lnTo>
                  <a:pt x="1842" y="5010"/>
                </a:lnTo>
                <a:lnTo>
                  <a:pt x="3321" y="3321"/>
                </a:lnTo>
                <a:lnTo>
                  <a:pt x="5010" y="1842"/>
                </a:lnTo>
                <a:lnTo>
                  <a:pt x="9099" y="149"/>
                </a:lnTo>
                <a:lnTo>
                  <a:pt x="11339" y="0"/>
                </a:lnTo>
                <a:lnTo>
                  <a:pt x="13579" y="149"/>
                </a:lnTo>
                <a:lnTo>
                  <a:pt x="17667" y="1842"/>
                </a:lnTo>
                <a:lnTo>
                  <a:pt x="19357" y="3321"/>
                </a:lnTo>
                <a:lnTo>
                  <a:pt x="20835" y="5010"/>
                </a:lnTo>
                <a:lnTo>
                  <a:pt x="22529" y="9099"/>
                </a:lnTo>
                <a:lnTo>
                  <a:pt x="22678" y="11339"/>
                </a:lnTo>
                <a:lnTo>
                  <a:pt x="22529" y="13579"/>
                </a:lnTo>
                <a:lnTo>
                  <a:pt x="20835" y="17667"/>
                </a:lnTo>
                <a:lnTo>
                  <a:pt x="19357" y="19357"/>
                </a:lnTo>
                <a:lnTo>
                  <a:pt x="17667" y="20835"/>
                </a:lnTo>
                <a:lnTo>
                  <a:pt x="13579" y="22529"/>
                </a:lnTo>
                <a:lnTo>
                  <a:pt x="11339" y="22678"/>
                </a:lnTo>
                <a:lnTo>
                  <a:pt x="9099" y="22529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393" name="Shape 393"/>
          <p:cNvSpPr/>
          <p:nvPr/>
        </p:nvSpPr>
        <p:spPr>
          <a:xfrm>
            <a:off x="6143427" y="1968053"/>
            <a:ext cx="22895" cy="22895"/>
          </a:xfrm>
          <a:custGeom>
            <a:avLst/>
            <a:gdLst/>
            <a:ahLst/>
            <a:cxnLst/>
            <a:rect l="0" t="0" r="r" b="b"/>
            <a:pathLst>
              <a:path w="22895" h="22895">
                <a:moveTo>
                  <a:pt x="9186" y="22745"/>
                </a:moveTo>
                <a:lnTo>
                  <a:pt x="5058" y="21035"/>
                </a:lnTo>
                <a:lnTo>
                  <a:pt x="3353" y="19542"/>
                </a:lnTo>
                <a:lnTo>
                  <a:pt x="1860" y="17837"/>
                </a:lnTo>
                <a:lnTo>
                  <a:pt x="150" y="13709"/>
                </a:lnTo>
                <a:lnTo>
                  <a:pt x="0" y="11447"/>
                </a:lnTo>
                <a:lnTo>
                  <a:pt x="150" y="9186"/>
                </a:lnTo>
                <a:lnTo>
                  <a:pt x="1860" y="5058"/>
                </a:lnTo>
                <a:lnTo>
                  <a:pt x="3353" y="3353"/>
                </a:lnTo>
                <a:lnTo>
                  <a:pt x="5058" y="1860"/>
                </a:lnTo>
                <a:lnTo>
                  <a:pt x="9186" y="150"/>
                </a:lnTo>
                <a:lnTo>
                  <a:pt x="11447" y="0"/>
                </a:lnTo>
                <a:lnTo>
                  <a:pt x="13709" y="150"/>
                </a:lnTo>
                <a:lnTo>
                  <a:pt x="17837" y="1860"/>
                </a:lnTo>
                <a:lnTo>
                  <a:pt x="19542" y="3353"/>
                </a:lnTo>
                <a:lnTo>
                  <a:pt x="21035" y="5058"/>
                </a:lnTo>
                <a:lnTo>
                  <a:pt x="22745" y="9186"/>
                </a:lnTo>
                <a:lnTo>
                  <a:pt x="22895" y="11447"/>
                </a:lnTo>
                <a:lnTo>
                  <a:pt x="22745" y="13709"/>
                </a:lnTo>
                <a:lnTo>
                  <a:pt x="21035" y="17837"/>
                </a:lnTo>
                <a:lnTo>
                  <a:pt x="19542" y="19542"/>
                </a:lnTo>
                <a:lnTo>
                  <a:pt x="17837" y="21035"/>
                </a:lnTo>
                <a:lnTo>
                  <a:pt x="13709" y="22745"/>
                </a:lnTo>
                <a:lnTo>
                  <a:pt x="11447" y="22895"/>
                </a:lnTo>
                <a:lnTo>
                  <a:pt x="9186" y="22745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394" name="Shape 394"/>
          <p:cNvSpPr/>
          <p:nvPr/>
        </p:nvSpPr>
        <p:spPr>
          <a:xfrm>
            <a:off x="6175986" y="1970942"/>
            <a:ext cx="23035" cy="23035"/>
          </a:xfrm>
          <a:custGeom>
            <a:avLst/>
            <a:gdLst/>
            <a:ahLst/>
            <a:cxnLst/>
            <a:rect l="0" t="0" r="r" b="b"/>
            <a:pathLst>
              <a:path w="23035" h="23035">
                <a:moveTo>
                  <a:pt x="9242" y="22884"/>
                </a:moveTo>
                <a:lnTo>
                  <a:pt x="5089" y="21163"/>
                </a:lnTo>
                <a:lnTo>
                  <a:pt x="3373" y="19662"/>
                </a:lnTo>
                <a:lnTo>
                  <a:pt x="1871" y="17946"/>
                </a:lnTo>
                <a:lnTo>
                  <a:pt x="151" y="13793"/>
                </a:lnTo>
                <a:lnTo>
                  <a:pt x="0" y="11517"/>
                </a:lnTo>
                <a:lnTo>
                  <a:pt x="151" y="9242"/>
                </a:lnTo>
                <a:lnTo>
                  <a:pt x="1871" y="5089"/>
                </a:lnTo>
                <a:lnTo>
                  <a:pt x="3373" y="3373"/>
                </a:lnTo>
                <a:lnTo>
                  <a:pt x="5089" y="1871"/>
                </a:lnTo>
                <a:lnTo>
                  <a:pt x="9242" y="151"/>
                </a:lnTo>
                <a:lnTo>
                  <a:pt x="11517" y="0"/>
                </a:lnTo>
                <a:lnTo>
                  <a:pt x="13793" y="151"/>
                </a:lnTo>
                <a:lnTo>
                  <a:pt x="17946" y="1871"/>
                </a:lnTo>
                <a:lnTo>
                  <a:pt x="19662" y="3373"/>
                </a:lnTo>
                <a:lnTo>
                  <a:pt x="21163" y="5089"/>
                </a:lnTo>
                <a:lnTo>
                  <a:pt x="22884" y="9242"/>
                </a:lnTo>
                <a:lnTo>
                  <a:pt x="23035" y="11517"/>
                </a:lnTo>
                <a:lnTo>
                  <a:pt x="22884" y="13793"/>
                </a:lnTo>
                <a:lnTo>
                  <a:pt x="21163" y="17946"/>
                </a:lnTo>
                <a:lnTo>
                  <a:pt x="19662" y="19662"/>
                </a:lnTo>
                <a:lnTo>
                  <a:pt x="17946" y="21163"/>
                </a:lnTo>
                <a:lnTo>
                  <a:pt x="13793" y="22884"/>
                </a:lnTo>
                <a:lnTo>
                  <a:pt x="11517" y="23035"/>
                </a:lnTo>
                <a:lnTo>
                  <a:pt x="9242" y="22884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395" name="Shape 395"/>
          <p:cNvSpPr/>
          <p:nvPr/>
        </p:nvSpPr>
        <p:spPr>
          <a:xfrm>
            <a:off x="6228314" y="1975594"/>
            <a:ext cx="23239" cy="23239"/>
          </a:xfrm>
          <a:custGeom>
            <a:avLst/>
            <a:gdLst/>
            <a:ahLst/>
            <a:cxnLst/>
            <a:rect l="0" t="0" r="r" b="b"/>
            <a:pathLst>
              <a:path w="23239" h="23239">
                <a:moveTo>
                  <a:pt x="9324" y="23086"/>
                </a:moveTo>
                <a:lnTo>
                  <a:pt x="5134" y="21350"/>
                </a:lnTo>
                <a:lnTo>
                  <a:pt x="3403" y="19835"/>
                </a:lnTo>
                <a:lnTo>
                  <a:pt x="1888" y="18104"/>
                </a:lnTo>
                <a:lnTo>
                  <a:pt x="153" y="13915"/>
                </a:lnTo>
                <a:lnTo>
                  <a:pt x="0" y="11619"/>
                </a:lnTo>
                <a:lnTo>
                  <a:pt x="153" y="9324"/>
                </a:lnTo>
                <a:lnTo>
                  <a:pt x="1888" y="5134"/>
                </a:lnTo>
                <a:lnTo>
                  <a:pt x="3403" y="3403"/>
                </a:lnTo>
                <a:lnTo>
                  <a:pt x="5134" y="1888"/>
                </a:lnTo>
                <a:lnTo>
                  <a:pt x="9324" y="153"/>
                </a:lnTo>
                <a:lnTo>
                  <a:pt x="11619" y="0"/>
                </a:lnTo>
                <a:lnTo>
                  <a:pt x="13915" y="153"/>
                </a:lnTo>
                <a:lnTo>
                  <a:pt x="18104" y="1888"/>
                </a:lnTo>
                <a:lnTo>
                  <a:pt x="19835" y="3403"/>
                </a:lnTo>
                <a:lnTo>
                  <a:pt x="21350" y="5134"/>
                </a:lnTo>
                <a:lnTo>
                  <a:pt x="23086" y="9324"/>
                </a:lnTo>
                <a:lnTo>
                  <a:pt x="23239" y="11619"/>
                </a:lnTo>
                <a:lnTo>
                  <a:pt x="23086" y="13915"/>
                </a:lnTo>
                <a:lnTo>
                  <a:pt x="21350" y="18104"/>
                </a:lnTo>
                <a:lnTo>
                  <a:pt x="19835" y="19835"/>
                </a:lnTo>
                <a:lnTo>
                  <a:pt x="18104" y="21350"/>
                </a:lnTo>
                <a:lnTo>
                  <a:pt x="13915" y="23086"/>
                </a:lnTo>
                <a:lnTo>
                  <a:pt x="11619" y="23239"/>
                </a:lnTo>
                <a:lnTo>
                  <a:pt x="9324" y="23086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396" name="Shape 396"/>
          <p:cNvSpPr/>
          <p:nvPr/>
        </p:nvSpPr>
        <p:spPr>
          <a:xfrm>
            <a:off x="6285330" y="1980676"/>
            <a:ext cx="23432" cy="23432"/>
          </a:xfrm>
          <a:custGeom>
            <a:avLst/>
            <a:gdLst/>
            <a:ahLst/>
            <a:cxnLst/>
            <a:rect l="0" t="0" r="r" b="b"/>
            <a:pathLst>
              <a:path w="23432" h="23432">
                <a:moveTo>
                  <a:pt x="9401" y="23277"/>
                </a:moveTo>
                <a:lnTo>
                  <a:pt x="5177" y="21528"/>
                </a:lnTo>
                <a:lnTo>
                  <a:pt x="3431" y="20000"/>
                </a:lnTo>
                <a:lnTo>
                  <a:pt x="1904" y="18254"/>
                </a:lnTo>
                <a:lnTo>
                  <a:pt x="154" y="14030"/>
                </a:lnTo>
                <a:lnTo>
                  <a:pt x="0" y="11716"/>
                </a:lnTo>
                <a:lnTo>
                  <a:pt x="154" y="9401"/>
                </a:lnTo>
                <a:lnTo>
                  <a:pt x="1904" y="5177"/>
                </a:lnTo>
                <a:lnTo>
                  <a:pt x="3431" y="3431"/>
                </a:lnTo>
                <a:lnTo>
                  <a:pt x="5177" y="1904"/>
                </a:lnTo>
                <a:lnTo>
                  <a:pt x="9401" y="154"/>
                </a:lnTo>
                <a:lnTo>
                  <a:pt x="11716" y="0"/>
                </a:lnTo>
                <a:lnTo>
                  <a:pt x="14030" y="154"/>
                </a:lnTo>
                <a:lnTo>
                  <a:pt x="18254" y="1904"/>
                </a:lnTo>
                <a:lnTo>
                  <a:pt x="20000" y="3431"/>
                </a:lnTo>
                <a:lnTo>
                  <a:pt x="21528" y="5177"/>
                </a:lnTo>
                <a:lnTo>
                  <a:pt x="23277" y="9401"/>
                </a:lnTo>
                <a:lnTo>
                  <a:pt x="23432" y="11716"/>
                </a:lnTo>
                <a:lnTo>
                  <a:pt x="23277" y="14030"/>
                </a:lnTo>
                <a:lnTo>
                  <a:pt x="21528" y="18254"/>
                </a:lnTo>
                <a:lnTo>
                  <a:pt x="20000" y="20000"/>
                </a:lnTo>
                <a:lnTo>
                  <a:pt x="18254" y="21528"/>
                </a:lnTo>
                <a:lnTo>
                  <a:pt x="14030" y="23277"/>
                </a:lnTo>
                <a:lnTo>
                  <a:pt x="11716" y="23432"/>
                </a:lnTo>
                <a:lnTo>
                  <a:pt x="9401" y="23277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397" name="Shape 397"/>
          <p:cNvSpPr/>
          <p:nvPr/>
        </p:nvSpPr>
        <p:spPr>
          <a:xfrm>
            <a:off x="6367883" y="1987531"/>
            <a:ext cx="25361" cy="25361"/>
          </a:xfrm>
          <a:custGeom>
            <a:avLst/>
            <a:gdLst/>
            <a:ahLst/>
            <a:cxnLst/>
            <a:rect l="0" t="0" r="r" b="b"/>
            <a:pathLst>
              <a:path w="25361" h="25361">
                <a:moveTo>
                  <a:pt x="10175" y="25194"/>
                </a:moveTo>
                <a:lnTo>
                  <a:pt x="5603" y="23300"/>
                </a:lnTo>
                <a:lnTo>
                  <a:pt x="3714" y="21647"/>
                </a:lnTo>
                <a:lnTo>
                  <a:pt x="2060" y="19757"/>
                </a:lnTo>
                <a:lnTo>
                  <a:pt x="167" y="15185"/>
                </a:lnTo>
                <a:lnTo>
                  <a:pt x="0" y="12680"/>
                </a:lnTo>
                <a:lnTo>
                  <a:pt x="167" y="10175"/>
                </a:lnTo>
                <a:lnTo>
                  <a:pt x="2060" y="5603"/>
                </a:lnTo>
                <a:lnTo>
                  <a:pt x="3714" y="3714"/>
                </a:lnTo>
                <a:lnTo>
                  <a:pt x="5603" y="2060"/>
                </a:lnTo>
                <a:lnTo>
                  <a:pt x="10175" y="167"/>
                </a:lnTo>
                <a:lnTo>
                  <a:pt x="12680" y="0"/>
                </a:lnTo>
                <a:lnTo>
                  <a:pt x="15185" y="167"/>
                </a:lnTo>
                <a:lnTo>
                  <a:pt x="19757" y="2060"/>
                </a:lnTo>
                <a:lnTo>
                  <a:pt x="21647" y="3714"/>
                </a:lnTo>
                <a:lnTo>
                  <a:pt x="23300" y="5603"/>
                </a:lnTo>
                <a:lnTo>
                  <a:pt x="25194" y="10175"/>
                </a:lnTo>
                <a:lnTo>
                  <a:pt x="25361" y="12680"/>
                </a:lnTo>
                <a:lnTo>
                  <a:pt x="25194" y="15185"/>
                </a:lnTo>
                <a:lnTo>
                  <a:pt x="23300" y="19757"/>
                </a:lnTo>
                <a:lnTo>
                  <a:pt x="21647" y="21647"/>
                </a:lnTo>
                <a:lnTo>
                  <a:pt x="19757" y="23300"/>
                </a:lnTo>
                <a:lnTo>
                  <a:pt x="15185" y="25194"/>
                </a:lnTo>
                <a:lnTo>
                  <a:pt x="12680" y="25361"/>
                </a:lnTo>
                <a:lnTo>
                  <a:pt x="10175" y="25194"/>
                </a:lnTo>
                <a:close/>
              </a:path>
            </a:pathLst>
          </a:custGeom>
          <a:solidFill>
            <a:srgbClr val="78CD7C"/>
          </a:solidFill>
          <a:ln>
            <a:noFill/>
          </a:ln>
        </p:spPr>
      </p:sp>
      <p:sp>
        <p:nvSpPr>
          <p:cNvPr id="398" name="Shape 398"/>
          <p:cNvSpPr/>
          <p:nvPr/>
        </p:nvSpPr>
        <p:spPr>
          <a:xfrm>
            <a:off x="5867325" y="1953690"/>
            <a:ext cx="21994" cy="21994"/>
          </a:xfrm>
          <a:custGeom>
            <a:avLst/>
            <a:gdLst/>
            <a:ahLst/>
            <a:cxnLst/>
            <a:rect l="0" t="0" r="r" b="b"/>
            <a:pathLst>
              <a:path w="21994" h="21994">
                <a:moveTo>
                  <a:pt x="8824" y="21849"/>
                </a:moveTo>
                <a:lnTo>
                  <a:pt x="4859" y="20207"/>
                </a:lnTo>
                <a:lnTo>
                  <a:pt x="3221" y="18773"/>
                </a:lnTo>
                <a:lnTo>
                  <a:pt x="1787" y="17134"/>
                </a:lnTo>
                <a:lnTo>
                  <a:pt x="144" y="13169"/>
                </a:lnTo>
                <a:lnTo>
                  <a:pt x="0" y="10997"/>
                </a:lnTo>
                <a:lnTo>
                  <a:pt x="144" y="8824"/>
                </a:lnTo>
                <a:lnTo>
                  <a:pt x="1787" y="4859"/>
                </a:lnTo>
                <a:lnTo>
                  <a:pt x="3221" y="3221"/>
                </a:lnTo>
                <a:lnTo>
                  <a:pt x="4859" y="1787"/>
                </a:lnTo>
                <a:lnTo>
                  <a:pt x="8824" y="144"/>
                </a:lnTo>
                <a:lnTo>
                  <a:pt x="10997" y="0"/>
                </a:lnTo>
                <a:lnTo>
                  <a:pt x="13169" y="144"/>
                </a:lnTo>
                <a:lnTo>
                  <a:pt x="17134" y="1787"/>
                </a:lnTo>
                <a:lnTo>
                  <a:pt x="18773" y="3221"/>
                </a:lnTo>
                <a:lnTo>
                  <a:pt x="20207" y="4859"/>
                </a:lnTo>
                <a:lnTo>
                  <a:pt x="21849" y="8824"/>
                </a:lnTo>
                <a:lnTo>
                  <a:pt x="21994" y="10997"/>
                </a:lnTo>
                <a:lnTo>
                  <a:pt x="21849" y="13169"/>
                </a:lnTo>
                <a:lnTo>
                  <a:pt x="20207" y="17134"/>
                </a:lnTo>
                <a:lnTo>
                  <a:pt x="18773" y="18773"/>
                </a:lnTo>
                <a:lnTo>
                  <a:pt x="17134" y="20207"/>
                </a:lnTo>
                <a:lnTo>
                  <a:pt x="13169" y="21849"/>
                </a:lnTo>
                <a:lnTo>
                  <a:pt x="10997" y="21994"/>
                </a:lnTo>
                <a:lnTo>
                  <a:pt x="8824" y="21849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399" name="Shape 399"/>
          <p:cNvSpPr/>
          <p:nvPr/>
        </p:nvSpPr>
        <p:spPr>
          <a:xfrm>
            <a:off x="5899929" y="1956902"/>
            <a:ext cx="22236" cy="22236"/>
          </a:xfrm>
          <a:custGeom>
            <a:avLst/>
            <a:gdLst/>
            <a:ahLst/>
            <a:cxnLst/>
            <a:rect l="0" t="0" r="r" b="b"/>
            <a:pathLst>
              <a:path w="22236" h="22236">
                <a:moveTo>
                  <a:pt x="8921" y="22090"/>
                </a:moveTo>
                <a:lnTo>
                  <a:pt x="4913" y="20429"/>
                </a:lnTo>
                <a:lnTo>
                  <a:pt x="3256" y="18980"/>
                </a:lnTo>
                <a:lnTo>
                  <a:pt x="1806" y="17323"/>
                </a:lnTo>
                <a:lnTo>
                  <a:pt x="146" y="13314"/>
                </a:lnTo>
                <a:lnTo>
                  <a:pt x="0" y="11118"/>
                </a:lnTo>
                <a:lnTo>
                  <a:pt x="146" y="8921"/>
                </a:lnTo>
                <a:lnTo>
                  <a:pt x="1806" y="4913"/>
                </a:lnTo>
                <a:lnTo>
                  <a:pt x="3256" y="3256"/>
                </a:lnTo>
                <a:lnTo>
                  <a:pt x="4913" y="1806"/>
                </a:lnTo>
                <a:lnTo>
                  <a:pt x="8921" y="146"/>
                </a:lnTo>
                <a:lnTo>
                  <a:pt x="11118" y="0"/>
                </a:lnTo>
                <a:lnTo>
                  <a:pt x="13314" y="146"/>
                </a:lnTo>
                <a:lnTo>
                  <a:pt x="17323" y="1806"/>
                </a:lnTo>
                <a:lnTo>
                  <a:pt x="18980" y="3256"/>
                </a:lnTo>
                <a:lnTo>
                  <a:pt x="20429" y="4913"/>
                </a:lnTo>
                <a:lnTo>
                  <a:pt x="22090" y="8921"/>
                </a:lnTo>
                <a:lnTo>
                  <a:pt x="22236" y="11118"/>
                </a:lnTo>
                <a:lnTo>
                  <a:pt x="22090" y="13314"/>
                </a:lnTo>
                <a:lnTo>
                  <a:pt x="20429" y="17323"/>
                </a:lnTo>
                <a:lnTo>
                  <a:pt x="18980" y="18980"/>
                </a:lnTo>
                <a:lnTo>
                  <a:pt x="17323" y="20429"/>
                </a:lnTo>
                <a:lnTo>
                  <a:pt x="13314" y="22090"/>
                </a:lnTo>
                <a:lnTo>
                  <a:pt x="11118" y="22236"/>
                </a:lnTo>
                <a:lnTo>
                  <a:pt x="8921" y="22090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400" name="Shape 400"/>
          <p:cNvSpPr/>
          <p:nvPr/>
        </p:nvSpPr>
        <p:spPr>
          <a:xfrm>
            <a:off x="5922995" y="1959180"/>
            <a:ext cx="22395" cy="22395"/>
          </a:xfrm>
          <a:custGeom>
            <a:avLst/>
            <a:gdLst/>
            <a:ahLst/>
            <a:cxnLst/>
            <a:rect l="0" t="0" r="r" b="b"/>
            <a:pathLst>
              <a:path w="22395" h="22395">
                <a:moveTo>
                  <a:pt x="8985" y="22248"/>
                </a:moveTo>
                <a:lnTo>
                  <a:pt x="4948" y="20575"/>
                </a:lnTo>
                <a:lnTo>
                  <a:pt x="3279" y="19115"/>
                </a:lnTo>
                <a:lnTo>
                  <a:pt x="1819" y="17447"/>
                </a:lnTo>
                <a:lnTo>
                  <a:pt x="147" y="13409"/>
                </a:lnTo>
                <a:lnTo>
                  <a:pt x="0" y="11197"/>
                </a:lnTo>
                <a:lnTo>
                  <a:pt x="147" y="8985"/>
                </a:lnTo>
                <a:lnTo>
                  <a:pt x="1819" y="4948"/>
                </a:lnTo>
                <a:lnTo>
                  <a:pt x="3279" y="3279"/>
                </a:lnTo>
                <a:lnTo>
                  <a:pt x="4948" y="1819"/>
                </a:lnTo>
                <a:lnTo>
                  <a:pt x="8985" y="147"/>
                </a:lnTo>
                <a:lnTo>
                  <a:pt x="11197" y="0"/>
                </a:lnTo>
                <a:lnTo>
                  <a:pt x="13409" y="147"/>
                </a:lnTo>
                <a:lnTo>
                  <a:pt x="17447" y="1819"/>
                </a:lnTo>
                <a:lnTo>
                  <a:pt x="19115" y="3279"/>
                </a:lnTo>
                <a:lnTo>
                  <a:pt x="20575" y="4948"/>
                </a:lnTo>
                <a:lnTo>
                  <a:pt x="22248" y="8985"/>
                </a:lnTo>
                <a:lnTo>
                  <a:pt x="22395" y="11197"/>
                </a:lnTo>
                <a:lnTo>
                  <a:pt x="22248" y="13409"/>
                </a:lnTo>
                <a:lnTo>
                  <a:pt x="20575" y="17447"/>
                </a:lnTo>
                <a:lnTo>
                  <a:pt x="19115" y="19115"/>
                </a:lnTo>
                <a:lnTo>
                  <a:pt x="17447" y="20575"/>
                </a:lnTo>
                <a:lnTo>
                  <a:pt x="13409" y="22248"/>
                </a:lnTo>
                <a:lnTo>
                  <a:pt x="11197" y="22395"/>
                </a:lnTo>
                <a:lnTo>
                  <a:pt x="8985" y="22248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401" name="Shape 401"/>
          <p:cNvSpPr/>
          <p:nvPr/>
        </p:nvSpPr>
        <p:spPr>
          <a:xfrm>
            <a:off x="5947218" y="1961577"/>
            <a:ext cx="22552" cy="22552"/>
          </a:xfrm>
          <a:custGeom>
            <a:avLst/>
            <a:gdLst/>
            <a:ahLst/>
            <a:cxnLst/>
            <a:rect l="0" t="0" r="r" b="b"/>
            <a:pathLst>
              <a:path w="22552" h="22552">
                <a:moveTo>
                  <a:pt x="9048" y="22403"/>
                </a:moveTo>
                <a:lnTo>
                  <a:pt x="4982" y="20719"/>
                </a:lnTo>
                <a:lnTo>
                  <a:pt x="3302" y="19249"/>
                </a:lnTo>
                <a:lnTo>
                  <a:pt x="1832" y="17569"/>
                </a:lnTo>
                <a:lnTo>
                  <a:pt x="148" y="13503"/>
                </a:lnTo>
                <a:lnTo>
                  <a:pt x="0" y="11276"/>
                </a:lnTo>
                <a:lnTo>
                  <a:pt x="148" y="9048"/>
                </a:lnTo>
                <a:lnTo>
                  <a:pt x="1832" y="4982"/>
                </a:lnTo>
                <a:lnTo>
                  <a:pt x="3302" y="3302"/>
                </a:lnTo>
                <a:lnTo>
                  <a:pt x="4982" y="1832"/>
                </a:lnTo>
                <a:lnTo>
                  <a:pt x="9048" y="148"/>
                </a:lnTo>
                <a:lnTo>
                  <a:pt x="11276" y="0"/>
                </a:lnTo>
                <a:lnTo>
                  <a:pt x="13503" y="148"/>
                </a:lnTo>
                <a:lnTo>
                  <a:pt x="17569" y="1832"/>
                </a:lnTo>
                <a:lnTo>
                  <a:pt x="19249" y="3302"/>
                </a:lnTo>
                <a:lnTo>
                  <a:pt x="20719" y="4982"/>
                </a:lnTo>
                <a:lnTo>
                  <a:pt x="22403" y="9048"/>
                </a:lnTo>
                <a:lnTo>
                  <a:pt x="22552" y="11276"/>
                </a:lnTo>
                <a:lnTo>
                  <a:pt x="22403" y="13503"/>
                </a:lnTo>
                <a:lnTo>
                  <a:pt x="20719" y="17569"/>
                </a:lnTo>
                <a:lnTo>
                  <a:pt x="19249" y="19249"/>
                </a:lnTo>
                <a:lnTo>
                  <a:pt x="17569" y="20719"/>
                </a:lnTo>
                <a:lnTo>
                  <a:pt x="13503" y="22403"/>
                </a:lnTo>
                <a:lnTo>
                  <a:pt x="11276" y="22552"/>
                </a:lnTo>
                <a:lnTo>
                  <a:pt x="9048" y="2240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402" name="Shape 402"/>
          <p:cNvSpPr/>
          <p:nvPr/>
        </p:nvSpPr>
        <p:spPr>
          <a:xfrm>
            <a:off x="5985917" y="1965415"/>
            <a:ext cx="22783" cy="22783"/>
          </a:xfrm>
          <a:custGeom>
            <a:avLst/>
            <a:gdLst/>
            <a:ahLst/>
            <a:cxnLst/>
            <a:rect l="0" t="0" r="r" b="b"/>
            <a:pathLst>
              <a:path w="22783" h="22783">
                <a:moveTo>
                  <a:pt x="9141" y="22633"/>
                </a:moveTo>
                <a:lnTo>
                  <a:pt x="5033" y="20932"/>
                </a:lnTo>
                <a:lnTo>
                  <a:pt x="3336" y="19446"/>
                </a:lnTo>
                <a:lnTo>
                  <a:pt x="1851" y="17749"/>
                </a:lnTo>
                <a:lnTo>
                  <a:pt x="150" y="13642"/>
                </a:lnTo>
                <a:lnTo>
                  <a:pt x="0" y="11391"/>
                </a:lnTo>
                <a:lnTo>
                  <a:pt x="150" y="9141"/>
                </a:lnTo>
                <a:lnTo>
                  <a:pt x="1851" y="5033"/>
                </a:lnTo>
                <a:lnTo>
                  <a:pt x="3336" y="3336"/>
                </a:lnTo>
                <a:lnTo>
                  <a:pt x="5033" y="1851"/>
                </a:lnTo>
                <a:lnTo>
                  <a:pt x="9141" y="150"/>
                </a:lnTo>
                <a:lnTo>
                  <a:pt x="11391" y="0"/>
                </a:lnTo>
                <a:lnTo>
                  <a:pt x="13642" y="150"/>
                </a:lnTo>
                <a:lnTo>
                  <a:pt x="17749" y="1851"/>
                </a:lnTo>
                <a:lnTo>
                  <a:pt x="19446" y="3336"/>
                </a:lnTo>
                <a:lnTo>
                  <a:pt x="20932" y="5033"/>
                </a:lnTo>
                <a:lnTo>
                  <a:pt x="22633" y="9141"/>
                </a:lnTo>
                <a:lnTo>
                  <a:pt x="22783" y="11391"/>
                </a:lnTo>
                <a:lnTo>
                  <a:pt x="22633" y="13642"/>
                </a:lnTo>
                <a:lnTo>
                  <a:pt x="20932" y="17749"/>
                </a:lnTo>
                <a:lnTo>
                  <a:pt x="19446" y="19446"/>
                </a:lnTo>
                <a:lnTo>
                  <a:pt x="17749" y="20932"/>
                </a:lnTo>
                <a:lnTo>
                  <a:pt x="13642" y="22633"/>
                </a:lnTo>
                <a:lnTo>
                  <a:pt x="11391" y="22783"/>
                </a:lnTo>
                <a:lnTo>
                  <a:pt x="9141" y="22633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403" name="Shape 403"/>
          <p:cNvSpPr/>
          <p:nvPr/>
        </p:nvSpPr>
        <p:spPr>
          <a:xfrm>
            <a:off x="6027762" y="1969576"/>
            <a:ext cx="23008" cy="23008"/>
          </a:xfrm>
          <a:custGeom>
            <a:avLst/>
            <a:gdLst/>
            <a:ahLst/>
            <a:cxnLst/>
            <a:rect l="0" t="0" r="r" b="b"/>
            <a:pathLst>
              <a:path w="23008" h="23008">
                <a:moveTo>
                  <a:pt x="9231" y="22857"/>
                </a:moveTo>
                <a:lnTo>
                  <a:pt x="5083" y="21139"/>
                </a:lnTo>
                <a:lnTo>
                  <a:pt x="3369" y="19639"/>
                </a:lnTo>
                <a:lnTo>
                  <a:pt x="1869" y="17924"/>
                </a:lnTo>
                <a:lnTo>
                  <a:pt x="151" y="13777"/>
                </a:lnTo>
                <a:lnTo>
                  <a:pt x="0" y="11504"/>
                </a:lnTo>
                <a:lnTo>
                  <a:pt x="151" y="9231"/>
                </a:lnTo>
                <a:lnTo>
                  <a:pt x="1869" y="5083"/>
                </a:lnTo>
                <a:lnTo>
                  <a:pt x="3369" y="3369"/>
                </a:lnTo>
                <a:lnTo>
                  <a:pt x="5083" y="1869"/>
                </a:lnTo>
                <a:lnTo>
                  <a:pt x="9231" y="151"/>
                </a:lnTo>
                <a:lnTo>
                  <a:pt x="11504" y="0"/>
                </a:lnTo>
                <a:lnTo>
                  <a:pt x="13777" y="151"/>
                </a:lnTo>
                <a:lnTo>
                  <a:pt x="17924" y="1869"/>
                </a:lnTo>
                <a:lnTo>
                  <a:pt x="19639" y="3369"/>
                </a:lnTo>
                <a:lnTo>
                  <a:pt x="21139" y="5083"/>
                </a:lnTo>
                <a:lnTo>
                  <a:pt x="22857" y="9231"/>
                </a:lnTo>
                <a:lnTo>
                  <a:pt x="23008" y="11504"/>
                </a:lnTo>
                <a:lnTo>
                  <a:pt x="22857" y="13777"/>
                </a:lnTo>
                <a:lnTo>
                  <a:pt x="21139" y="17924"/>
                </a:lnTo>
                <a:lnTo>
                  <a:pt x="19639" y="19639"/>
                </a:lnTo>
                <a:lnTo>
                  <a:pt x="17924" y="21139"/>
                </a:lnTo>
                <a:lnTo>
                  <a:pt x="13777" y="22857"/>
                </a:lnTo>
                <a:lnTo>
                  <a:pt x="11504" y="23008"/>
                </a:lnTo>
                <a:lnTo>
                  <a:pt x="9231" y="22857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404" name="Shape 404"/>
          <p:cNvSpPr/>
          <p:nvPr/>
        </p:nvSpPr>
        <p:spPr>
          <a:xfrm>
            <a:off x="6057601" y="1972549"/>
            <a:ext cx="23155" cy="23155"/>
          </a:xfrm>
          <a:custGeom>
            <a:avLst/>
            <a:gdLst/>
            <a:ahLst/>
            <a:cxnLst/>
            <a:rect l="0" t="0" r="r" b="b"/>
            <a:pathLst>
              <a:path w="23155" h="23155">
                <a:moveTo>
                  <a:pt x="9290" y="23002"/>
                </a:moveTo>
                <a:lnTo>
                  <a:pt x="5116" y="21273"/>
                </a:lnTo>
                <a:lnTo>
                  <a:pt x="3391" y="19764"/>
                </a:lnTo>
                <a:lnTo>
                  <a:pt x="1881" y="18039"/>
                </a:lnTo>
                <a:lnTo>
                  <a:pt x="152" y="13864"/>
                </a:lnTo>
                <a:lnTo>
                  <a:pt x="0" y="11577"/>
                </a:lnTo>
                <a:lnTo>
                  <a:pt x="152" y="9290"/>
                </a:lnTo>
                <a:lnTo>
                  <a:pt x="1881" y="5116"/>
                </a:lnTo>
                <a:lnTo>
                  <a:pt x="3391" y="3391"/>
                </a:lnTo>
                <a:lnTo>
                  <a:pt x="5116" y="1881"/>
                </a:lnTo>
                <a:lnTo>
                  <a:pt x="9290" y="152"/>
                </a:lnTo>
                <a:lnTo>
                  <a:pt x="11577" y="0"/>
                </a:lnTo>
                <a:lnTo>
                  <a:pt x="13864" y="152"/>
                </a:lnTo>
                <a:lnTo>
                  <a:pt x="18039" y="1881"/>
                </a:lnTo>
                <a:lnTo>
                  <a:pt x="19764" y="3391"/>
                </a:lnTo>
                <a:lnTo>
                  <a:pt x="21273" y="5116"/>
                </a:lnTo>
                <a:lnTo>
                  <a:pt x="23002" y="9290"/>
                </a:lnTo>
                <a:lnTo>
                  <a:pt x="23155" y="11577"/>
                </a:lnTo>
                <a:lnTo>
                  <a:pt x="23002" y="13864"/>
                </a:lnTo>
                <a:lnTo>
                  <a:pt x="21273" y="18039"/>
                </a:lnTo>
                <a:lnTo>
                  <a:pt x="19764" y="19764"/>
                </a:lnTo>
                <a:lnTo>
                  <a:pt x="18039" y="21273"/>
                </a:lnTo>
                <a:lnTo>
                  <a:pt x="13864" y="23002"/>
                </a:lnTo>
                <a:lnTo>
                  <a:pt x="11577" y="23155"/>
                </a:lnTo>
                <a:lnTo>
                  <a:pt x="9290" y="23002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405" name="Shape 405"/>
          <p:cNvSpPr/>
          <p:nvPr/>
        </p:nvSpPr>
        <p:spPr>
          <a:xfrm>
            <a:off x="6105607" y="1977343"/>
            <a:ext cx="23369" cy="23369"/>
          </a:xfrm>
          <a:custGeom>
            <a:avLst/>
            <a:gdLst/>
            <a:ahLst/>
            <a:cxnLst/>
            <a:rect l="0" t="0" r="r" b="b"/>
            <a:pathLst>
              <a:path w="23369" h="23369">
                <a:moveTo>
                  <a:pt x="9376" y="23215"/>
                </a:moveTo>
                <a:lnTo>
                  <a:pt x="5163" y="21470"/>
                </a:lnTo>
                <a:lnTo>
                  <a:pt x="3422" y="19946"/>
                </a:lnTo>
                <a:lnTo>
                  <a:pt x="1898" y="18205"/>
                </a:lnTo>
                <a:lnTo>
                  <a:pt x="153" y="13992"/>
                </a:lnTo>
                <a:lnTo>
                  <a:pt x="0" y="11684"/>
                </a:lnTo>
                <a:lnTo>
                  <a:pt x="153" y="9376"/>
                </a:lnTo>
                <a:lnTo>
                  <a:pt x="1898" y="5163"/>
                </a:lnTo>
                <a:lnTo>
                  <a:pt x="3422" y="3422"/>
                </a:lnTo>
                <a:lnTo>
                  <a:pt x="5163" y="1898"/>
                </a:lnTo>
                <a:lnTo>
                  <a:pt x="9376" y="153"/>
                </a:lnTo>
                <a:lnTo>
                  <a:pt x="11684" y="0"/>
                </a:lnTo>
                <a:lnTo>
                  <a:pt x="13992" y="153"/>
                </a:lnTo>
                <a:lnTo>
                  <a:pt x="18205" y="1898"/>
                </a:lnTo>
                <a:lnTo>
                  <a:pt x="19946" y="3422"/>
                </a:lnTo>
                <a:lnTo>
                  <a:pt x="21470" y="5163"/>
                </a:lnTo>
                <a:lnTo>
                  <a:pt x="23215" y="9376"/>
                </a:lnTo>
                <a:lnTo>
                  <a:pt x="23369" y="11684"/>
                </a:lnTo>
                <a:lnTo>
                  <a:pt x="23215" y="13992"/>
                </a:lnTo>
                <a:lnTo>
                  <a:pt x="21470" y="18205"/>
                </a:lnTo>
                <a:lnTo>
                  <a:pt x="19946" y="19946"/>
                </a:lnTo>
                <a:lnTo>
                  <a:pt x="18205" y="21470"/>
                </a:lnTo>
                <a:lnTo>
                  <a:pt x="13992" y="23215"/>
                </a:lnTo>
                <a:lnTo>
                  <a:pt x="11684" y="23369"/>
                </a:lnTo>
                <a:lnTo>
                  <a:pt x="9376" y="23215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406" name="Shape 406"/>
          <p:cNvSpPr/>
          <p:nvPr/>
        </p:nvSpPr>
        <p:spPr>
          <a:xfrm>
            <a:off x="6157985" y="1982586"/>
            <a:ext cx="23574" cy="23574"/>
          </a:xfrm>
          <a:custGeom>
            <a:avLst/>
            <a:gdLst/>
            <a:ahLst/>
            <a:cxnLst/>
            <a:rect l="0" t="0" r="r" b="b"/>
            <a:pathLst>
              <a:path w="23574" h="23574">
                <a:moveTo>
                  <a:pt x="9458" y="23419"/>
                </a:moveTo>
                <a:lnTo>
                  <a:pt x="5208" y="21658"/>
                </a:lnTo>
                <a:lnTo>
                  <a:pt x="3452" y="20121"/>
                </a:lnTo>
                <a:lnTo>
                  <a:pt x="1915" y="18365"/>
                </a:lnTo>
                <a:lnTo>
                  <a:pt x="155" y="14115"/>
                </a:lnTo>
                <a:lnTo>
                  <a:pt x="0" y="11787"/>
                </a:lnTo>
                <a:lnTo>
                  <a:pt x="155" y="9458"/>
                </a:lnTo>
                <a:lnTo>
                  <a:pt x="1915" y="5208"/>
                </a:lnTo>
                <a:lnTo>
                  <a:pt x="3452" y="3452"/>
                </a:lnTo>
                <a:lnTo>
                  <a:pt x="5208" y="1915"/>
                </a:lnTo>
                <a:lnTo>
                  <a:pt x="9458" y="155"/>
                </a:lnTo>
                <a:lnTo>
                  <a:pt x="11787" y="0"/>
                </a:lnTo>
                <a:lnTo>
                  <a:pt x="14115" y="155"/>
                </a:lnTo>
                <a:lnTo>
                  <a:pt x="18365" y="1915"/>
                </a:lnTo>
                <a:lnTo>
                  <a:pt x="20121" y="3452"/>
                </a:lnTo>
                <a:lnTo>
                  <a:pt x="21658" y="5208"/>
                </a:lnTo>
                <a:lnTo>
                  <a:pt x="23419" y="9458"/>
                </a:lnTo>
                <a:lnTo>
                  <a:pt x="23574" y="11787"/>
                </a:lnTo>
                <a:lnTo>
                  <a:pt x="23419" y="14115"/>
                </a:lnTo>
                <a:lnTo>
                  <a:pt x="21658" y="18365"/>
                </a:lnTo>
                <a:lnTo>
                  <a:pt x="20121" y="20121"/>
                </a:lnTo>
                <a:lnTo>
                  <a:pt x="18365" y="21658"/>
                </a:lnTo>
                <a:lnTo>
                  <a:pt x="14115" y="23419"/>
                </a:lnTo>
                <a:lnTo>
                  <a:pt x="11787" y="23574"/>
                </a:lnTo>
                <a:lnTo>
                  <a:pt x="9458" y="23419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407" name="Shape 407"/>
          <p:cNvSpPr/>
          <p:nvPr/>
        </p:nvSpPr>
        <p:spPr>
          <a:xfrm>
            <a:off x="5798877" y="1954445"/>
            <a:ext cx="22042" cy="22042"/>
          </a:xfrm>
          <a:custGeom>
            <a:avLst/>
            <a:gdLst/>
            <a:ahLst/>
            <a:cxnLst/>
            <a:rect l="0" t="0" r="r" b="b"/>
            <a:pathLst>
              <a:path w="22042" h="22042">
                <a:moveTo>
                  <a:pt x="8843" y="21896"/>
                </a:moveTo>
                <a:lnTo>
                  <a:pt x="4870" y="20250"/>
                </a:lnTo>
                <a:lnTo>
                  <a:pt x="3227" y="18814"/>
                </a:lnTo>
                <a:lnTo>
                  <a:pt x="1791" y="17171"/>
                </a:lnTo>
                <a:lnTo>
                  <a:pt x="145" y="13198"/>
                </a:lnTo>
                <a:lnTo>
                  <a:pt x="0" y="11021"/>
                </a:lnTo>
                <a:lnTo>
                  <a:pt x="145" y="8843"/>
                </a:lnTo>
                <a:lnTo>
                  <a:pt x="1791" y="4870"/>
                </a:lnTo>
                <a:lnTo>
                  <a:pt x="3227" y="3227"/>
                </a:lnTo>
                <a:lnTo>
                  <a:pt x="4870" y="1791"/>
                </a:lnTo>
                <a:lnTo>
                  <a:pt x="8843" y="145"/>
                </a:lnTo>
                <a:lnTo>
                  <a:pt x="11021" y="0"/>
                </a:lnTo>
                <a:lnTo>
                  <a:pt x="13198" y="145"/>
                </a:lnTo>
                <a:lnTo>
                  <a:pt x="17171" y="1791"/>
                </a:lnTo>
                <a:lnTo>
                  <a:pt x="18814" y="3227"/>
                </a:lnTo>
                <a:lnTo>
                  <a:pt x="20250" y="4870"/>
                </a:lnTo>
                <a:lnTo>
                  <a:pt x="21896" y="8843"/>
                </a:lnTo>
                <a:lnTo>
                  <a:pt x="22042" y="11021"/>
                </a:lnTo>
                <a:lnTo>
                  <a:pt x="21896" y="13198"/>
                </a:lnTo>
                <a:lnTo>
                  <a:pt x="20250" y="17171"/>
                </a:lnTo>
                <a:lnTo>
                  <a:pt x="18814" y="18814"/>
                </a:lnTo>
                <a:lnTo>
                  <a:pt x="17171" y="20250"/>
                </a:lnTo>
                <a:lnTo>
                  <a:pt x="13198" y="21896"/>
                </a:lnTo>
                <a:lnTo>
                  <a:pt x="11021" y="22042"/>
                </a:lnTo>
                <a:lnTo>
                  <a:pt x="8843" y="2189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408" name="Shape 408"/>
          <p:cNvSpPr/>
          <p:nvPr/>
        </p:nvSpPr>
        <p:spPr>
          <a:xfrm>
            <a:off x="5829301" y="1957713"/>
            <a:ext cx="22287" cy="22287"/>
          </a:xfrm>
          <a:custGeom>
            <a:avLst/>
            <a:gdLst/>
            <a:ahLst/>
            <a:cxnLst/>
            <a:rect l="0" t="0" r="r" b="b"/>
            <a:pathLst>
              <a:path w="22287" h="22287">
                <a:moveTo>
                  <a:pt x="8942" y="22140"/>
                </a:moveTo>
                <a:lnTo>
                  <a:pt x="4924" y="20476"/>
                </a:lnTo>
                <a:lnTo>
                  <a:pt x="3263" y="19023"/>
                </a:lnTo>
                <a:lnTo>
                  <a:pt x="1811" y="17362"/>
                </a:lnTo>
                <a:lnTo>
                  <a:pt x="146" y="13344"/>
                </a:lnTo>
                <a:lnTo>
                  <a:pt x="0" y="11143"/>
                </a:lnTo>
                <a:lnTo>
                  <a:pt x="146" y="8942"/>
                </a:lnTo>
                <a:lnTo>
                  <a:pt x="1811" y="4924"/>
                </a:lnTo>
                <a:lnTo>
                  <a:pt x="3263" y="3263"/>
                </a:lnTo>
                <a:lnTo>
                  <a:pt x="4924" y="1811"/>
                </a:lnTo>
                <a:lnTo>
                  <a:pt x="8942" y="146"/>
                </a:lnTo>
                <a:lnTo>
                  <a:pt x="11143" y="0"/>
                </a:lnTo>
                <a:lnTo>
                  <a:pt x="13344" y="146"/>
                </a:lnTo>
                <a:lnTo>
                  <a:pt x="17362" y="1811"/>
                </a:lnTo>
                <a:lnTo>
                  <a:pt x="19023" y="3263"/>
                </a:lnTo>
                <a:lnTo>
                  <a:pt x="20476" y="4924"/>
                </a:lnTo>
                <a:lnTo>
                  <a:pt x="22140" y="8942"/>
                </a:lnTo>
                <a:lnTo>
                  <a:pt x="22287" y="11143"/>
                </a:lnTo>
                <a:lnTo>
                  <a:pt x="22140" y="13344"/>
                </a:lnTo>
                <a:lnTo>
                  <a:pt x="20476" y="17362"/>
                </a:lnTo>
                <a:lnTo>
                  <a:pt x="19023" y="19023"/>
                </a:lnTo>
                <a:lnTo>
                  <a:pt x="17362" y="20476"/>
                </a:lnTo>
                <a:lnTo>
                  <a:pt x="13344" y="22140"/>
                </a:lnTo>
                <a:lnTo>
                  <a:pt x="11143" y="22287"/>
                </a:lnTo>
                <a:lnTo>
                  <a:pt x="8942" y="22140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409" name="Shape 409"/>
          <p:cNvSpPr/>
          <p:nvPr/>
        </p:nvSpPr>
        <p:spPr>
          <a:xfrm>
            <a:off x="5850836" y="1960031"/>
            <a:ext cx="22448" cy="22448"/>
          </a:xfrm>
          <a:custGeom>
            <a:avLst/>
            <a:gdLst/>
            <a:ahLst/>
            <a:cxnLst/>
            <a:rect l="0" t="0" r="r" b="b"/>
            <a:pathLst>
              <a:path w="22448" h="22448">
                <a:moveTo>
                  <a:pt x="9006" y="22300"/>
                </a:moveTo>
                <a:lnTo>
                  <a:pt x="4959" y="20624"/>
                </a:lnTo>
                <a:lnTo>
                  <a:pt x="3287" y="19160"/>
                </a:lnTo>
                <a:lnTo>
                  <a:pt x="1824" y="17488"/>
                </a:lnTo>
                <a:lnTo>
                  <a:pt x="147" y="13441"/>
                </a:lnTo>
                <a:lnTo>
                  <a:pt x="0" y="11224"/>
                </a:lnTo>
                <a:lnTo>
                  <a:pt x="147" y="9006"/>
                </a:lnTo>
                <a:lnTo>
                  <a:pt x="1824" y="4959"/>
                </a:lnTo>
                <a:lnTo>
                  <a:pt x="3287" y="3287"/>
                </a:lnTo>
                <a:lnTo>
                  <a:pt x="4959" y="1824"/>
                </a:lnTo>
                <a:lnTo>
                  <a:pt x="9006" y="147"/>
                </a:lnTo>
                <a:lnTo>
                  <a:pt x="11224" y="0"/>
                </a:lnTo>
                <a:lnTo>
                  <a:pt x="13441" y="147"/>
                </a:lnTo>
                <a:lnTo>
                  <a:pt x="17488" y="1824"/>
                </a:lnTo>
                <a:lnTo>
                  <a:pt x="19160" y="3287"/>
                </a:lnTo>
                <a:lnTo>
                  <a:pt x="20624" y="4959"/>
                </a:lnTo>
                <a:lnTo>
                  <a:pt x="22300" y="9006"/>
                </a:lnTo>
                <a:lnTo>
                  <a:pt x="22448" y="11224"/>
                </a:lnTo>
                <a:lnTo>
                  <a:pt x="22300" y="13441"/>
                </a:lnTo>
                <a:lnTo>
                  <a:pt x="20624" y="17488"/>
                </a:lnTo>
                <a:lnTo>
                  <a:pt x="19160" y="19160"/>
                </a:lnTo>
                <a:lnTo>
                  <a:pt x="17488" y="20624"/>
                </a:lnTo>
                <a:lnTo>
                  <a:pt x="13441" y="22300"/>
                </a:lnTo>
                <a:lnTo>
                  <a:pt x="11224" y="22448"/>
                </a:lnTo>
                <a:lnTo>
                  <a:pt x="9006" y="22300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410" name="Shape 410"/>
          <p:cNvSpPr/>
          <p:nvPr/>
        </p:nvSpPr>
        <p:spPr>
          <a:xfrm>
            <a:off x="5873460" y="1962471"/>
            <a:ext cx="22607" cy="22607"/>
          </a:xfrm>
          <a:custGeom>
            <a:avLst/>
            <a:gdLst/>
            <a:ahLst/>
            <a:cxnLst/>
            <a:rect l="0" t="0" r="r" b="b"/>
            <a:pathLst>
              <a:path w="22607" h="22607">
                <a:moveTo>
                  <a:pt x="9070" y="22458"/>
                </a:moveTo>
                <a:lnTo>
                  <a:pt x="4995" y="20770"/>
                </a:lnTo>
                <a:lnTo>
                  <a:pt x="3310" y="19296"/>
                </a:lnTo>
                <a:lnTo>
                  <a:pt x="1837" y="17612"/>
                </a:lnTo>
                <a:lnTo>
                  <a:pt x="148" y="13536"/>
                </a:lnTo>
                <a:lnTo>
                  <a:pt x="0" y="11303"/>
                </a:lnTo>
                <a:lnTo>
                  <a:pt x="148" y="9070"/>
                </a:lnTo>
                <a:lnTo>
                  <a:pt x="1837" y="4995"/>
                </a:lnTo>
                <a:lnTo>
                  <a:pt x="3310" y="3310"/>
                </a:lnTo>
                <a:lnTo>
                  <a:pt x="4995" y="1837"/>
                </a:lnTo>
                <a:lnTo>
                  <a:pt x="9070" y="148"/>
                </a:lnTo>
                <a:lnTo>
                  <a:pt x="11303" y="0"/>
                </a:lnTo>
                <a:lnTo>
                  <a:pt x="13536" y="148"/>
                </a:lnTo>
                <a:lnTo>
                  <a:pt x="17612" y="1837"/>
                </a:lnTo>
                <a:lnTo>
                  <a:pt x="19296" y="3310"/>
                </a:lnTo>
                <a:lnTo>
                  <a:pt x="20770" y="4995"/>
                </a:lnTo>
                <a:lnTo>
                  <a:pt x="22458" y="9070"/>
                </a:lnTo>
                <a:lnTo>
                  <a:pt x="22607" y="11303"/>
                </a:lnTo>
                <a:lnTo>
                  <a:pt x="22458" y="13536"/>
                </a:lnTo>
                <a:lnTo>
                  <a:pt x="20770" y="17612"/>
                </a:lnTo>
                <a:lnTo>
                  <a:pt x="19296" y="19296"/>
                </a:lnTo>
                <a:lnTo>
                  <a:pt x="17612" y="20770"/>
                </a:lnTo>
                <a:lnTo>
                  <a:pt x="13536" y="22458"/>
                </a:lnTo>
                <a:lnTo>
                  <a:pt x="11303" y="22607"/>
                </a:lnTo>
                <a:lnTo>
                  <a:pt x="9070" y="22458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411" name="Shape 411"/>
          <p:cNvSpPr/>
          <p:nvPr/>
        </p:nvSpPr>
        <p:spPr>
          <a:xfrm>
            <a:off x="5909629" y="1966381"/>
            <a:ext cx="22842" cy="22842"/>
          </a:xfrm>
          <a:custGeom>
            <a:avLst/>
            <a:gdLst/>
            <a:ahLst/>
            <a:cxnLst/>
            <a:rect l="0" t="0" r="r" b="b"/>
            <a:pathLst>
              <a:path w="22842" h="22842">
                <a:moveTo>
                  <a:pt x="9165" y="22692"/>
                </a:moveTo>
                <a:lnTo>
                  <a:pt x="5046" y="20986"/>
                </a:lnTo>
                <a:lnTo>
                  <a:pt x="3345" y="19497"/>
                </a:lnTo>
                <a:lnTo>
                  <a:pt x="1856" y="17795"/>
                </a:lnTo>
                <a:lnTo>
                  <a:pt x="150" y="13677"/>
                </a:lnTo>
                <a:lnTo>
                  <a:pt x="0" y="11421"/>
                </a:lnTo>
                <a:lnTo>
                  <a:pt x="150" y="9165"/>
                </a:lnTo>
                <a:lnTo>
                  <a:pt x="1856" y="5046"/>
                </a:lnTo>
                <a:lnTo>
                  <a:pt x="3345" y="3345"/>
                </a:lnTo>
                <a:lnTo>
                  <a:pt x="5046" y="1856"/>
                </a:lnTo>
                <a:lnTo>
                  <a:pt x="9165" y="150"/>
                </a:lnTo>
                <a:lnTo>
                  <a:pt x="11421" y="0"/>
                </a:lnTo>
                <a:lnTo>
                  <a:pt x="13677" y="150"/>
                </a:lnTo>
                <a:lnTo>
                  <a:pt x="17795" y="1856"/>
                </a:lnTo>
                <a:lnTo>
                  <a:pt x="19497" y="3345"/>
                </a:lnTo>
                <a:lnTo>
                  <a:pt x="20986" y="5046"/>
                </a:lnTo>
                <a:lnTo>
                  <a:pt x="22692" y="9165"/>
                </a:lnTo>
                <a:lnTo>
                  <a:pt x="22842" y="11421"/>
                </a:lnTo>
                <a:lnTo>
                  <a:pt x="22692" y="13677"/>
                </a:lnTo>
                <a:lnTo>
                  <a:pt x="20986" y="17795"/>
                </a:lnTo>
                <a:lnTo>
                  <a:pt x="19497" y="19497"/>
                </a:lnTo>
                <a:lnTo>
                  <a:pt x="17795" y="20986"/>
                </a:lnTo>
                <a:lnTo>
                  <a:pt x="13677" y="22692"/>
                </a:lnTo>
                <a:lnTo>
                  <a:pt x="11421" y="22842"/>
                </a:lnTo>
                <a:lnTo>
                  <a:pt x="9165" y="22692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412" name="Shape 412"/>
          <p:cNvSpPr/>
          <p:nvPr/>
        </p:nvSpPr>
        <p:spPr>
          <a:xfrm>
            <a:off x="5948766" y="1970622"/>
            <a:ext cx="23072" cy="23072"/>
          </a:xfrm>
          <a:custGeom>
            <a:avLst/>
            <a:gdLst/>
            <a:ahLst/>
            <a:cxnLst/>
            <a:rect l="0" t="0" r="r" b="b"/>
            <a:pathLst>
              <a:path w="23072" h="23072">
                <a:moveTo>
                  <a:pt x="9257" y="22920"/>
                </a:moveTo>
                <a:lnTo>
                  <a:pt x="5097" y="21197"/>
                </a:lnTo>
                <a:lnTo>
                  <a:pt x="3378" y="19693"/>
                </a:lnTo>
                <a:lnTo>
                  <a:pt x="1874" y="17974"/>
                </a:lnTo>
                <a:lnTo>
                  <a:pt x="151" y="13815"/>
                </a:lnTo>
                <a:lnTo>
                  <a:pt x="0" y="11536"/>
                </a:lnTo>
                <a:lnTo>
                  <a:pt x="151" y="9257"/>
                </a:lnTo>
                <a:lnTo>
                  <a:pt x="1874" y="5097"/>
                </a:lnTo>
                <a:lnTo>
                  <a:pt x="3378" y="3378"/>
                </a:lnTo>
                <a:lnTo>
                  <a:pt x="5097" y="1874"/>
                </a:lnTo>
                <a:lnTo>
                  <a:pt x="9257" y="151"/>
                </a:lnTo>
                <a:lnTo>
                  <a:pt x="11536" y="0"/>
                </a:lnTo>
                <a:lnTo>
                  <a:pt x="13815" y="151"/>
                </a:lnTo>
                <a:lnTo>
                  <a:pt x="17974" y="1874"/>
                </a:lnTo>
                <a:lnTo>
                  <a:pt x="19693" y="3378"/>
                </a:lnTo>
                <a:lnTo>
                  <a:pt x="21197" y="5097"/>
                </a:lnTo>
                <a:lnTo>
                  <a:pt x="22920" y="9257"/>
                </a:lnTo>
                <a:lnTo>
                  <a:pt x="23072" y="11536"/>
                </a:lnTo>
                <a:lnTo>
                  <a:pt x="22920" y="13815"/>
                </a:lnTo>
                <a:lnTo>
                  <a:pt x="21197" y="17974"/>
                </a:lnTo>
                <a:lnTo>
                  <a:pt x="19693" y="19693"/>
                </a:lnTo>
                <a:lnTo>
                  <a:pt x="17974" y="21197"/>
                </a:lnTo>
                <a:lnTo>
                  <a:pt x="13815" y="22920"/>
                </a:lnTo>
                <a:lnTo>
                  <a:pt x="11536" y="23072"/>
                </a:lnTo>
                <a:lnTo>
                  <a:pt x="9257" y="22920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413" name="Shape 413"/>
          <p:cNvSpPr/>
          <p:nvPr/>
        </p:nvSpPr>
        <p:spPr>
          <a:xfrm>
            <a:off x="5976692" y="1973654"/>
            <a:ext cx="23223" cy="23223"/>
          </a:xfrm>
          <a:custGeom>
            <a:avLst/>
            <a:gdLst/>
            <a:ahLst/>
            <a:cxnLst/>
            <a:rect l="0" t="0" r="r" b="b"/>
            <a:pathLst>
              <a:path w="23223" h="23223">
                <a:moveTo>
                  <a:pt x="9317" y="23070"/>
                </a:moveTo>
                <a:lnTo>
                  <a:pt x="5131" y="21335"/>
                </a:lnTo>
                <a:lnTo>
                  <a:pt x="3400" y="19822"/>
                </a:lnTo>
                <a:lnTo>
                  <a:pt x="1887" y="18091"/>
                </a:lnTo>
                <a:lnTo>
                  <a:pt x="152" y="13905"/>
                </a:lnTo>
                <a:lnTo>
                  <a:pt x="0" y="11611"/>
                </a:lnTo>
                <a:lnTo>
                  <a:pt x="152" y="9317"/>
                </a:lnTo>
                <a:lnTo>
                  <a:pt x="1887" y="5131"/>
                </a:lnTo>
                <a:lnTo>
                  <a:pt x="3400" y="3400"/>
                </a:lnTo>
                <a:lnTo>
                  <a:pt x="5131" y="1887"/>
                </a:lnTo>
                <a:lnTo>
                  <a:pt x="9317" y="152"/>
                </a:lnTo>
                <a:lnTo>
                  <a:pt x="11611" y="0"/>
                </a:lnTo>
                <a:lnTo>
                  <a:pt x="13905" y="152"/>
                </a:lnTo>
                <a:lnTo>
                  <a:pt x="18091" y="1887"/>
                </a:lnTo>
                <a:lnTo>
                  <a:pt x="19822" y="3400"/>
                </a:lnTo>
                <a:lnTo>
                  <a:pt x="21335" y="5131"/>
                </a:lnTo>
                <a:lnTo>
                  <a:pt x="23070" y="9317"/>
                </a:lnTo>
                <a:lnTo>
                  <a:pt x="23223" y="11611"/>
                </a:lnTo>
                <a:lnTo>
                  <a:pt x="23070" y="13905"/>
                </a:lnTo>
                <a:lnTo>
                  <a:pt x="21335" y="18091"/>
                </a:lnTo>
                <a:lnTo>
                  <a:pt x="19822" y="19822"/>
                </a:lnTo>
                <a:lnTo>
                  <a:pt x="18091" y="21335"/>
                </a:lnTo>
                <a:lnTo>
                  <a:pt x="13905" y="23070"/>
                </a:lnTo>
                <a:lnTo>
                  <a:pt x="11611" y="23223"/>
                </a:lnTo>
                <a:lnTo>
                  <a:pt x="9317" y="23070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414" name="Shape 414"/>
          <p:cNvSpPr/>
          <p:nvPr/>
        </p:nvSpPr>
        <p:spPr>
          <a:xfrm>
            <a:off x="6021654" y="1978547"/>
            <a:ext cx="23442" cy="23442"/>
          </a:xfrm>
          <a:custGeom>
            <a:avLst/>
            <a:gdLst/>
            <a:ahLst/>
            <a:cxnLst/>
            <a:rect l="0" t="0" r="r" b="b"/>
            <a:pathLst>
              <a:path w="23442" h="23442">
                <a:moveTo>
                  <a:pt x="9405" y="23288"/>
                </a:moveTo>
                <a:lnTo>
                  <a:pt x="5179" y="21537"/>
                </a:lnTo>
                <a:lnTo>
                  <a:pt x="3433" y="20009"/>
                </a:lnTo>
                <a:lnTo>
                  <a:pt x="1904" y="18263"/>
                </a:lnTo>
                <a:lnTo>
                  <a:pt x="154" y="14036"/>
                </a:lnTo>
                <a:lnTo>
                  <a:pt x="0" y="11721"/>
                </a:lnTo>
                <a:lnTo>
                  <a:pt x="154" y="9405"/>
                </a:lnTo>
                <a:lnTo>
                  <a:pt x="1904" y="5179"/>
                </a:lnTo>
                <a:lnTo>
                  <a:pt x="3433" y="3433"/>
                </a:lnTo>
                <a:lnTo>
                  <a:pt x="5179" y="1904"/>
                </a:lnTo>
                <a:lnTo>
                  <a:pt x="9405" y="154"/>
                </a:lnTo>
                <a:lnTo>
                  <a:pt x="11721" y="0"/>
                </a:lnTo>
                <a:lnTo>
                  <a:pt x="14036" y="154"/>
                </a:lnTo>
                <a:lnTo>
                  <a:pt x="18263" y="1904"/>
                </a:lnTo>
                <a:lnTo>
                  <a:pt x="20009" y="3433"/>
                </a:lnTo>
                <a:lnTo>
                  <a:pt x="21537" y="5179"/>
                </a:lnTo>
                <a:lnTo>
                  <a:pt x="23288" y="9405"/>
                </a:lnTo>
                <a:lnTo>
                  <a:pt x="23442" y="11721"/>
                </a:lnTo>
                <a:lnTo>
                  <a:pt x="23288" y="14036"/>
                </a:lnTo>
                <a:lnTo>
                  <a:pt x="21537" y="18263"/>
                </a:lnTo>
                <a:lnTo>
                  <a:pt x="20009" y="20009"/>
                </a:lnTo>
                <a:lnTo>
                  <a:pt x="18263" y="21537"/>
                </a:lnTo>
                <a:lnTo>
                  <a:pt x="14036" y="23288"/>
                </a:lnTo>
                <a:lnTo>
                  <a:pt x="11721" y="23442"/>
                </a:lnTo>
                <a:lnTo>
                  <a:pt x="9405" y="2328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415" name="Shape 415"/>
          <p:cNvSpPr/>
          <p:nvPr/>
        </p:nvSpPr>
        <p:spPr>
          <a:xfrm>
            <a:off x="6070756" y="1983902"/>
            <a:ext cx="23656" cy="23656"/>
          </a:xfrm>
          <a:custGeom>
            <a:avLst/>
            <a:gdLst/>
            <a:ahLst/>
            <a:cxnLst/>
            <a:rect l="0" t="0" r="r" b="b"/>
            <a:pathLst>
              <a:path w="23656" h="23656">
                <a:moveTo>
                  <a:pt x="9491" y="23500"/>
                </a:moveTo>
                <a:lnTo>
                  <a:pt x="5226" y="21734"/>
                </a:lnTo>
                <a:lnTo>
                  <a:pt x="3464" y="20191"/>
                </a:lnTo>
                <a:lnTo>
                  <a:pt x="1922" y="18429"/>
                </a:lnTo>
                <a:lnTo>
                  <a:pt x="155" y="14164"/>
                </a:lnTo>
                <a:lnTo>
                  <a:pt x="0" y="11828"/>
                </a:lnTo>
                <a:lnTo>
                  <a:pt x="155" y="9491"/>
                </a:lnTo>
                <a:lnTo>
                  <a:pt x="1922" y="5226"/>
                </a:lnTo>
                <a:lnTo>
                  <a:pt x="3464" y="3464"/>
                </a:lnTo>
                <a:lnTo>
                  <a:pt x="5226" y="1922"/>
                </a:lnTo>
                <a:lnTo>
                  <a:pt x="9491" y="155"/>
                </a:lnTo>
                <a:lnTo>
                  <a:pt x="11828" y="0"/>
                </a:lnTo>
                <a:lnTo>
                  <a:pt x="14164" y="155"/>
                </a:lnTo>
                <a:lnTo>
                  <a:pt x="18429" y="1922"/>
                </a:lnTo>
                <a:lnTo>
                  <a:pt x="20191" y="3464"/>
                </a:lnTo>
                <a:lnTo>
                  <a:pt x="21734" y="5226"/>
                </a:lnTo>
                <a:lnTo>
                  <a:pt x="23500" y="9491"/>
                </a:lnTo>
                <a:lnTo>
                  <a:pt x="23656" y="11828"/>
                </a:lnTo>
                <a:lnTo>
                  <a:pt x="23500" y="14164"/>
                </a:lnTo>
                <a:lnTo>
                  <a:pt x="21734" y="18429"/>
                </a:lnTo>
                <a:lnTo>
                  <a:pt x="20191" y="20191"/>
                </a:lnTo>
                <a:lnTo>
                  <a:pt x="18429" y="21734"/>
                </a:lnTo>
                <a:lnTo>
                  <a:pt x="14164" y="23500"/>
                </a:lnTo>
                <a:lnTo>
                  <a:pt x="11828" y="23656"/>
                </a:lnTo>
                <a:lnTo>
                  <a:pt x="9491" y="23500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416" name="Shape 416"/>
          <p:cNvSpPr/>
          <p:nvPr/>
        </p:nvSpPr>
        <p:spPr>
          <a:xfrm>
            <a:off x="6106081" y="1987761"/>
            <a:ext cx="23793" cy="23793"/>
          </a:xfrm>
          <a:custGeom>
            <a:avLst/>
            <a:gdLst/>
            <a:ahLst/>
            <a:cxnLst/>
            <a:rect l="0" t="0" r="r" b="b"/>
            <a:pathLst>
              <a:path w="23793" h="23793">
                <a:moveTo>
                  <a:pt x="9546" y="23636"/>
                </a:moveTo>
                <a:lnTo>
                  <a:pt x="5257" y="21859"/>
                </a:lnTo>
                <a:lnTo>
                  <a:pt x="3484" y="20308"/>
                </a:lnTo>
                <a:lnTo>
                  <a:pt x="1933" y="18536"/>
                </a:lnTo>
                <a:lnTo>
                  <a:pt x="156" y="14246"/>
                </a:lnTo>
                <a:lnTo>
                  <a:pt x="0" y="11896"/>
                </a:lnTo>
                <a:lnTo>
                  <a:pt x="156" y="9546"/>
                </a:lnTo>
                <a:lnTo>
                  <a:pt x="1933" y="5257"/>
                </a:lnTo>
                <a:lnTo>
                  <a:pt x="3484" y="3484"/>
                </a:lnTo>
                <a:lnTo>
                  <a:pt x="5257" y="1933"/>
                </a:lnTo>
                <a:lnTo>
                  <a:pt x="9546" y="156"/>
                </a:lnTo>
                <a:lnTo>
                  <a:pt x="11896" y="0"/>
                </a:lnTo>
                <a:lnTo>
                  <a:pt x="14246" y="156"/>
                </a:lnTo>
                <a:lnTo>
                  <a:pt x="18536" y="1933"/>
                </a:lnTo>
                <a:lnTo>
                  <a:pt x="20308" y="3484"/>
                </a:lnTo>
                <a:lnTo>
                  <a:pt x="21859" y="5257"/>
                </a:lnTo>
                <a:lnTo>
                  <a:pt x="23636" y="9546"/>
                </a:lnTo>
                <a:lnTo>
                  <a:pt x="23793" y="11896"/>
                </a:lnTo>
                <a:lnTo>
                  <a:pt x="23636" y="14246"/>
                </a:lnTo>
                <a:lnTo>
                  <a:pt x="21859" y="18536"/>
                </a:lnTo>
                <a:lnTo>
                  <a:pt x="20308" y="20308"/>
                </a:lnTo>
                <a:lnTo>
                  <a:pt x="18536" y="21859"/>
                </a:lnTo>
                <a:lnTo>
                  <a:pt x="14246" y="23636"/>
                </a:lnTo>
                <a:lnTo>
                  <a:pt x="11896" y="23793"/>
                </a:lnTo>
                <a:lnTo>
                  <a:pt x="9546" y="23636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417" name="Shape 417"/>
          <p:cNvSpPr/>
          <p:nvPr/>
        </p:nvSpPr>
        <p:spPr>
          <a:xfrm>
            <a:off x="6143715" y="1991879"/>
            <a:ext cx="23925" cy="23925"/>
          </a:xfrm>
          <a:custGeom>
            <a:avLst/>
            <a:gdLst/>
            <a:ahLst/>
            <a:cxnLst/>
            <a:rect l="0" t="0" r="r" b="b"/>
            <a:pathLst>
              <a:path w="23925" h="23925">
                <a:moveTo>
                  <a:pt x="9599" y="23767"/>
                </a:moveTo>
                <a:lnTo>
                  <a:pt x="5286" y="21980"/>
                </a:lnTo>
                <a:lnTo>
                  <a:pt x="3503" y="20421"/>
                </a:lnTo>
                <a:lnTo>
                  <a:pt x="1944" y="18638"/>
                </a:lnTo>
                <a:lnTo>
                  <a:pt x="157" y="14325"/>
                </a:lnTo>
                <a:lnTo>
                  <a:pt x="0" y="11962"/>
                </a:lnTo>
                <a:lnTo>
                  <a:pt x="157" y="9599"/>
                </a:lnTo>
                <a:lnTo>
                  <a:pt x="1944" y="5286"/>
                </a:lnTo>
                <a:lnTo>
                  <a:pt x="3503" y="3503"/>
                </a:lnTo>
                <a:lnTo>
                  <a:pt x="5286" y="1944"/>
                </a:lnTo>
                <a:lnTo>
                  <a:pt x="9599" y="157"/>
                </a:lnTo>
                <a:lnTo>
                  <a:pt x="11962" y="0"/>
                </a:lnTo>
                <a:lnTo>
                  <a:pt x="14325" y="157"/>
                </a:lnTo>
                <a:lnTo>
                  <a:pt x="18638" y="1944"/>
                </a:lnTo>
                <a:lnTo>
                  <a:pt x="20421" y="3503"/>
                </a:lnTo>
                <a:lnTo>
                  <a:pt x="21980" y="5286"/>
                </a:lnTo>
                <a:lnTo>
                  <a:pt x="23767" y="9599"/>
                </a:lnTo>
                <a:lnTo>
                  <a:pt x="23925" y="11962"/>
                </a:lnTo>
                <a:lnTo>
                  <a:pt x="23767" y="14325"/>
                </a:lnTo>
                <a:lnTo>
                  <a:pt x="21980" y="18638"/>
                </a:lnTo>
                <a:lnTo>
                  <a:pt x="20421" y="20421"/>
                </a:lnTo>
                <a:lnTo>
                  <a:pt x="18638" y="21980"/>
                </a:lnTo>
                <a:lnTo>
                  <a:pt x="14325" y="23767"/>
                </a:lnTo>
                <a:lnTo>
                  <a:pt x="11962" y="23925"/>
                </a:lnTo>
                <a:lnTo>
                  <a:pt x="9599" y="23767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418" name="Shape 418"/>
          <p:cNvSpPr/>
          <p:nvPr/>
        </p:nvSpPr>
        <p:spPr>
          <a:xfrm>
            <a:off x="5694045" y="1955611"/>
            <a:ext cx="22098" cy="22098"/>
          </a:xfrm>
          <a:custGeom>
            <a:avLst/>
            <a:gdLst/>
            <a:ahLst/>
            <a:cxnLst/>
            <a:rect l="0" t="0" r="r" b="b"/>
            <a:pathLst>
              <a:path w="22098" h="22098">
                <a:moveTo>
                  <a:pt x="8866" y="21952"/>
                </a:moveTo>
                <a:lnTo>
                  <a:pt x="4882" y="20302"/>
                </a:lnTo>
                <a:lnTo>
                  <a:pt x="3236" y="18861"/>
                </a:lnTo>
                <a:lnTo>
                  <a:pt x="1795" y="17215"/>
                </a:lnTo>
                <a:lnTo>
                  <a:pt x="145" y="13231"/>
                </a:lnTo>
                <a:lnTo>
                  <a:pt x="0" y="11049"/>
                </a:lnTo>
                <a:lnTo>
                  <a:pt x="145" y="8866"/>
                </a:lnTo>
                <a:lnTo>
                  <a:pt x="1795" y="4882"/>
                </a:lnTo>
                <a:lnTo>
                  <a:pt x="3236" y="3236"/>
                </a:lnTo>
                <a:lnTo>
                  <a:pt x="4882" y="1795"/>
                </a:lnTo>
                <a:lnTo>
                  <a:pt x="8866" y="145"/>
                </a:lnTo>
                <a:lnTo>
                  <a:pt x="11049" y="0"/>
                </a:lnTo>
                <a:lnTo>
                  <a:pt x="13231" y="145"/>
                </a:lnTo>
                <a:lnTo>
                  <a:pt x="17215" y="1795"/>
                </a:lnTo>
                <a:lnTo>
                  <a:pt x="18861" y="3236"/>
                </a:lnTo>
                <a:lnTo>
                  <a:pt x="20302" y="4882"/>
                </a:lnTo>
                <a:lnTo>
                  <a:pt x="21952" y="8866"/>
                </a:lnTo>
                <a:lnTo>
                  <a:pt x="22098" y="11049"/>
                </a:lnTo>
                <a:lnTo>
                  <a:pt x="21952" y="13231"/>
                </a:lnTo>
                <a:lnTo>
                  <a:pt x="20302" y="17215"/>
                </a:lnTo>
                <a:lnTo>
                  <a:pt x="18861" y="18861"/>
                </a:lnTo>
                <a:lnTo>
                  <a:pt x="17215" y="20302"/>
                </a:lnTo>
                <a:lnTo>
                  <a:pt x="13231" y="21952"/>
                </a:lnTo>
                <a:lnTo>
                  <a:pt x="11049" y="22098"/>
                </a:lnTo>
                <a:lnTo>
                  <a:pt x="8866" y="21952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419" name="Shape 419"/>
          <p:cNvSpPr/>
          <p:nvPr/>
        </p:nvSpPr>
        <p:spPr>
          <a:xfrm>
            <a:off x="5721048" y="1958965"/>
            <a:ext cx="22347" cy="22347"/>
          </a:xfrm>
          <a:custGeom>
            <a:avLst/>
            <a:gdLst/>
            <a:ahLst/>
            <a:cxnLst/>
            <a:rect l="0" t="0" r="r" b="b"/>
            <a:pathLst>
              <a:path w="22347" h="22347">
                <a:moveTo>
                  <a:pt x="8966" y="22200"/>
                </a:moveTo>
                <a:lnTo>
                  <a:pt x="4937" y="20531"/>
                </a:lnTo>
                <a:lnTo>
                  <a:pt x="3272" y="19074"/>
                </a:lnTo>
                <a:lnTo>
                  <a:pt x="1815" y="17409"/>
                </a:lnTo>
                <a:lnTo>
                  <a:pt x="147" y="13381"/>
                </a:lnTo>
                <a:lnTo>
                  <a:pt x="0" y="11173"/>
                </a:lnTo>
                <a:lnTo>
                  <a:pt x="147" y="8966"/>
                </a:lnTo>
                <a:lnTo>
                  <a:pt x="1815" y="4937"/>
                </a:lnTo>
                <a:lnTo>
                  <a:pt x="3272" y="3272"/>
                </a:lnTo>
                <a:lnTo>
                  <a:pt x="4937" y="1815"/>
                </a:lnTo>
                <a:lnTo>
                  <a:pt x="8966" y="147"/>
                </a:lnTo>
                <a:lnTo>
                  <a:pt x="11173" y="0"/>
                </a:lnTo>
                <a:lnTo>
                  <a:pt x="13381" y="147"/>
                </a:lnTo>
                <a:lnTo>
                  <a:pt x="17409" y="1815"/>
                </a:lnTo>
                <a:lnTo>
                  <a:pt x="19074" y="3272"/>
                </a:lnTo>
                <a:lnTo>
                  <a:pt x="20531" y="4937"/>
                </a:lnTo>
                <a:lnTo>
                  <a:pt x="22200" y="8966"/>
                </a:lnTo>
                <a:lnTo>
                  <a:pt x="22347" y="11173"/>
                </a:lnTo>
                <a:lnTo>
                  <a:pt x="22200" y="13381"/>
                </a:lnTo>
                <a:lnTo>
                  <a:pt x="20531" y="17409"/>
                </a:lnTo>
                <a:lnTo>
                  <a:pt x="19074" y="19074"/>
                </a:lnTo>
                <a:lnTo>
                  <a:pt x="17409" y="20531"/>
                </a:lnTo>
                <a:lnTo>
                  <a:pt x="13381" y="22200"/>
                </a:lnTo>
                <a:lnTo>
                  <a:pt x="11173" y="22347"/>
                </a:lnTo>
                <a:lnTo>
                  <a:pt x="8966" y="22200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420" name="Shape 420"/>
          <p:cNvSpPr/>
          <p:nvPr/>
        </p:nvSpPr>
        <p:spPr>
          <a:xfrm>
            <a:off x="5740177" y="1961346"/>
            <a:ext cx="22510" cy="22510"/>
          </a:xfrm>
          <a:custGeom>
            <a:avLst/>
            <a:gdLst/>
            <a:ahLst/>
            <a:cxnLst/>
            <a:rect l="0" t="0" r="r" b="b"/>
            <a:pathLst>
              <a:path w="22510" h="22510">
                <a:moveTo>
                  <a:pt x="9031" y="22362"/>
                </a:moveTo>
                <a:lnTo>
                  <a:pt x="4973" y="20681"/>
                </a:lnTo>
                <a:lnTo>
                  <a:pt x="3296" y="19213"/>
                </a:lnTo>
                <a:lnTo>
                  <a:pt x="1829" y="17536"/>
                </a:lnTo>
                <a:lnTo>
                  <a:pt x="148" y="13478"/>
                </a:lnTo>
                <a:lnTo>
                  <a:pt x="0" y="11255"/>
                </a:lnTo>
                <a:lnTo>
                  <a:pt x="148" y="9031"/>
                </a:lnTo>
                <a:lnTo>
                  <a:pt x="1829" y="4973"/>
                </a:lnTo>
                <a:lnTo>
                  <a:pt x="3296" y="3296"/>
                </a:lnTo>
                <a:lnTo>
                  <a:pt x="4973" y="1829"/>
                </a:lnTo>
                <a:lnTo>
                  <a:pt x="9031" y="148"/>
                </a:lnTo>
                <a:lnTo>
                  <a:pt x="11255" y="0"/>
                </a:lnTo>
                <a:lnTo>
                  <a:pt x="13478" y="148"/>
                </a:lnTo>
                <a:lnTo>
                  <a:pt x="17536" y="1829"/>
                </a:lnTo>
                <a:lnTo>
                  <a:pt x="19213" y="3296"/>
                </a:lnTo>
                <a:lnTo>
                  <a:pt x="20681" y="4973"/>
                </a:lnTo>
                <a:lnTo>
                  <a:pt x="22362" y="9031"/>
                </a:lnTo>
                <a:lnTo>
                  <a:pt x="22510" y="11255"/>
                </a:lnTo>
                <a:lnTo>
                  <a:pt x="22362" y="13478"/>
                </a:lnTo>
                <a:lnTo>
                  <a:pt x="20681" y="17536"/>
                </a:lnTo>
                <a:lnTo>
                  <a:pt x="19213" y="19213"/>
                </a:lnTo>
                <a:lnTo>
                  <a:pt x="17536" y="20681"/>
                </a:lnTo>
                <a:lnTo>
                  <a:pt x="13478" y="22362"/>
                </a:lnTo>
                <a:lnTo>
                  <a:pt x="11255" y="22510"/>
                </a:lnTo>
                <a:lnTo>
                  <a:pt x="9031" y="22362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421" name="Shape 421"/>
          <p:cNvSpPr/>
          <p:nvPr/>
        </p:nvSpPr>
        <p:spPr>
          <a:xfrm>
            <a:off x="5760288" y="1963854"/>
            <a:ext cx="22672" cy="22672"/>
          </a:xfrm>
          <a:custGeom>
            <a:avLst/>
            <a:gdLst/>
            <a:ahLst/>
            <a:cxnLst/>
            <a:rect l="0" t="0" r="r" b="b"/>
            <a:pathLst>
              <a:path w="22672" h="22672">
                <a:moveTo>
                  <a:pt x="9096" y="22523"/>
                </a:moveTo>
                <a:lnTo>
                  <a:pt x="5009" y="20830"/>
                </a:lnTo>
                <a:lnTo>
                  <a:pt x="3320" y="19352"/>
                </a:lnTo>
                <a:lnTo>
                  <a:pt x="1842" y="17663"/>
                </a:lnTo>
                <a:lnTo>
                  <a:pt x="149" y="13575"/>
                </a:lnTo>
                <a:lnTo>
                  <a:pt x="0" y="11336"/>
                </a:lnTo>
                <a:lnTo>
                  <a:pt x="149" y="9096"/>
                </a:lnTo>
                <a:lnTo>
                  <a:pt x="1842" y="5009"/>
                </a:lnTo>
                <a:lnTo>
                  <a:pt x="3320" y="3320"/>
                </a:lnTo>
                <a:lnTo>
                  <a:pt x="5009" y="1842"/>
                </a:lnTo>
                <a:lnTo>
                  <a:pt x="9096" y="149"/>
                </a:lnTo>
                <a:lnTo>
                  <a:pt x="11336" y="0"/>
                </a:lnTo>
                <a:lnTo>
                  <a:pt x="13575" y="149"/>
                </a:lnTo>
                <a:lnTo>
                  <a:pt x="17663" y="1842"/>
                </a:lnTo>
                <a:lnTo>
                  <a:pt x="19352" y="3320"/>
                </a:lnTo>
                <a:lnTo>
                  <a:pt x="20830" y="5009"/>
                </a:lnTo>
                <a:lnTo>
                  <a:pt x="22523" y="9096"/>
                </a:lnTo>
                <a:lnTo>
                  <a:pt x="22672" y="11336"/>
                </a:lnTo>
                <a:lnTo>
                  <a:pt x="22523" y="13575"/>
                </a:lnTo>
                <a:lnTo>
                  <a:pt x="20830" y="17663"/>
                </a:lnTo>
                <a:lnTo>
                  <a:pt x="19352" y="19352"/>
                </a:lnTo>
                <a:lnTo>
                  <a:pt x="17663" y="20830"/>
                </a:lnTo>
                <a:lnTo>
                  <a:pt x="13575" y="22523"/>
                </a:lnTo>
                <a:lnTo>
                  <a:pt x="11336" y="22672"/>
                </a:lnTo>
                <a:lnTo>
                  <a:pt x="9096" y="22523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422" name="Shape 422"/>
          <p:cNvSpPr/>
          <p:nvPr/>
        </p:nvSpPr>
        <p:spPr>
          <a:xfrm>
            <a:off x="5792468" y="1967875"/>
            <a:ext cx="22912" cy="22912"/>
          </a:xfrm>
          <a:custGeom>
            <a:avLst/>
            <a:gdLst/>
            <a:ahLst/>
            <a:cxnLst/>
            <a:rect l="0" t="0" r="r" b="b"/>
            <a:pathLst>
              <a:path w="22912" h="22912">
                <a:moveTo>
                  <a:pt x="9193" y="22761"/>
                </a:moveTo>
                <a:lnTo>
                  <a:pt x="5062" y="21050"/>
                </a:lnTo>
                <a:lnTo>
                  <a:pt x="3355" y="19556"/>
                </a:lnTo>
                <a:lnTo>
                  <a:pt x="1861" y="17849"/>
                </a:lnTo>
                <a:lnTo>
                  <a:pt x="150" y="13719"/>
                </a:lnTo>
                <a:lnTo>
                  <a:pt x="0" y="11456"/>
                </a:lnTo>
                <a:lnTo>
                  <a:pt x="150" y="9193"/>
                </a:lnTo>
                <a:lnTo>
                  <a:pt x="1861" y="5062"/>
                </a:lnTo>
                <a:lnTo>
                  <a:pt x="3355" y="3355"/>
                </a:lnTo>
                <a:lnTo>
                  <a:pt x="5062" y="1861"/>
                </a:lnTo>
                <a:lnTo>
                  <a:pt x="9193" y="150"/>
                </a:lnTo>
                <a:lnTo>
                  <a:pt x="11456" y="0"/>
                </a:lnTo>
                <a:lnTo>
                  <a:pt x="13719" y="150"/>
                </a:lnTo>
                <a:lnTo>
                  <a:pt x="17849" y="1861"/>
                </a:lnTo>
                <a:lnTo>
                  <a:pt x="19556" y="3355"/>
                </a:lnTo>
                <a:lnTo>
                  <a:pt x="21050" y="5062"/>
                </a:lnTo>
                <a:lnTo>
                  <a:pt x="22761" y="9193"/>
                </a:lnTo>
                <a:lnTo>
                  <a:pt x="22912" y="11456"/>
                </a:lnTo>
                <a:lnTo>
                  <a:pt x="22761" y="13719"/>
                </a:lnTo>
                <a:lnTo>
                  <a:pt x="21050" y="17849"/>
                </a:lnTo>
                <a:lnTo>
                  <a:pt x="19556" y="19556"/>
                </a:lnTo>
                <a:lnTo>
                  <a:pt x="17849" y="21050"/>
                </a:lnTo>
                <a:lnTo>
                  <a:pt x="13719" y="22761"/>
                </a:lnTo>
                <a:lnTo>
                  <a:pt x="11456" y="22912"/>
                </a:lnTo>
                <a:lnTo>
                  <a:pt x="9193" y="22761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423" name="Shape 423"/>
          <p:cNvSpPr/>
          <p:nvPr/>
        </p:nvSpPr>
        <p:spPr>
          <a:xfrm>
            <a:off x="5827329" y="1972242"/>
            <a:ext cx="23149" cy="23149"/>
          </a:xfrm>
          <a:custGeom>
            <a:avLst/>
            <a:gdLst/>
            <a:ahLst/>
            <a:cxnLst/>
            <a:rect l="0" t="0" r="r" b="b"/>
            <a:pathLst>
              <a:path w="23149" h="23149">
                <a:moveTo>
                  <a:pt x="9288" y="22997"/>
                </a:moveTo>
                <a:lnTo>
                  <a:pt x="5114" y="21268"/>
                </a:lnTo>
                <a:lnTo>
                  <a:pt x="3390" y="19759"/>
                </a:lnTo>
                <a:lnTo>
                  <a:pt x="1881" y="18034"/>
                </a:lnTo>
                <a:lnTo>
                  <a:pt x="152" y="13861"/>
                </a:lnTo>
                <a:lnTo>
                  <a:pt x="0" y="11574"/>
                </a:lnTo>
                <a:lnTo>
                  <a:pt x="152" y="9288"/>
                </a:lnTo>
                <a:lnTo>
                  <a:pt x="1881" y="5114"/>
                </a:lnTo>
                <a:lnTo>
                  <a:pt x="3390" y="3390"/>
                </a:lnTo>
                <a:lnTo>
                  <a:pt x="5114" y="1881"/>
                </a:lnTo>
                <a:lnTo>
                  <a:pt x="9288" y="152"/>
                </a:lnTo>
                <a:lnTo>
                  <a:pt x="11574" y="0"/>
                </a:lnTo>
                <a:lnTo>
                  <a:pt x="13861" y="152"/>
                </a:lnTo>
                <a:lnTo>
                  <a:pt x="18034" y="1881"/>
                </a:lnTo>
                <a:lnTo>
                  <a:pt x="19759" y="3390"/>
                </a:lnTo>
                <a:lnTo>
                  <a:pt x="21268" y="5114"/>
                </a:lnTo>
                <a:lnTo>
                  <a:pt x="22997" y="9288"/>
                </a:lnTo>
                <a:lnTo>
                  <a:pt x="23149" y="11574"/>
                </a:lnTo>
                <a:lnTo>
                  <a:pt x="22997" y="13861"/>
                </a:lnTo>
                <a:lnTo>
                  <a:pt x="21268" y="18034"/>
                </a:lnTo>
                <a:lnTo>
                  <a:pt x="19759" y="19759"/>
                </a:lnTo>
                <a:lnTo>
                  <a:pt x="18034" y="21268"/>
                </a:lnTo>
                <a:lnTo>
                  <a:pt x="13861" y="22997"/>
                </a:lnTo>
                <a:lnTo>
                  <a:pt x="11574" y="23149"/>
                </a:lnTo>
                <a:lnTo>
                  <a:pt x="9288" y="22997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424" name="Shape 424"/>
          <p:cNvSpPr/>
          <p:nvPr/>
        </p:nvSpPr>
        <p:spPr>
          <a:xfrm>
            <a:off x="5852229" y="1975366"/>
            <a:ext cx="23304" cy="23304"/>
          </a:xfrm>
          <a:custGeom>
            <a:avLst/>
            <a:gdLst/>
            <a:ahLst/>
            <a:cxnLst/>
            <a:rect l="0" t="0" r="r" b="b"/>
            <a:pathLst>
              <a:path w="23304" h="23304">
                <a:moveTo>
                  <a:pt x="9350" y="23151"/>
                </a:moveTo>
                <a:lnTo>
                  <a:pt x="5149" y="21411"/>
                </a:lnTo>
                <a:lnTo>
                  <a:pt x="3412" y="19891"/>
                </a:lnTo>
                <a:lnTo>
                  <a:pt x="1893" y="18155"/>
                </a:lnTo>
                <a:lnTo>
                  <a:pt x="153" y="13954"/>
                </a:lnTo>
                <a:lnTo>
                  <a:pt x="0" y="11652"/>
                </a:lnTo>
                <a:lnTo>
                  <a:pt x="153" y="9350"/>
                </a:lnTo>
                <a:lnTo>
                  <a:pt x="1893" y="5149"/>
                </a:lnTo>
                <a:lnTo>
                  <a:pt x="3412" y="3412"/>
                </a:lnTo>
                <a:lnTo>
                  <a:pt x="5149" y="1893"/>
                </a:lnTo>
                <a:lnTo>
                  <a:pt x="9350" y="153"/>
                </a:lnTo>
                <a:lnTo>
                  <a:pt x="11652" y="0"/>
                </a:lnTo>
                <a:lnTo>
                  <a:pt x="13954" y="153"/>
                </a:lnTo>
                <a:lnTo>
                  <a:pt x="18155" y="1893"/>
                </a:lnTo>
                <a:lnTo>
                  <a:pt x="19891" y="3412"/>
                </a:lnTo>
                <a:lnTo>
                  <a:pt x="21411" y="5149"/>
                </a:lnTo>
                <a:lnTo>
                  <a:pt x="23151" y="9350"/>
                </a:lnTo>
                <a:lnTo>
                  <a:pt x="23304" y="11652"/>
                </a:lnTo>
                <a:lnTo>
                  <a:pt x="23151" y="13954"/>
                </a:lnTo>
                <a:lnTo>
                  <a:pt x="21411" y="18155"/>
                </a:lnTo>
                <a:lnTo>
                  <a:pt x="19891" y="19891"/>
                </a:lnTo>
                <a:lnTo>
                  <a:pt x="18155" y="21411"/>
                </a:lnTo>
                <a:lnTo>
                  <a:pt x="13954" y="23151"/>
                </a:lnTo>
                <a:lnTo>
                  <a:pt x="11652" y="23304"/>
                </a:lnTo>
                <a:lnTo>
                  <a:pt x="9350" y="2315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425" name="Shape 425"/>
          <p:cNvSpPr/>
          <p:nvPr/>
        </p:nvSpPr>
        <p:spPr>
          <a:xfrm>
            <a:off x="5892366" y="1980413"/>
            <a:ext cx="23533" cy="23533"/>
          </a:xfrm>
          <a:custGeom>
            <a:avLst/>
            <a:gdLst/>
            <a:ahLst/>
            <a:cxnLst/>
            <a:rect l="0" t="0" r="r" b="b"/>
            <a:pathLst>
              <a:path w="23533" h="23533">
                <a:moveTo>
                  <a:pt x="9442" y="23378"/>
                </a:moveTo>
                <a:lnTo>
                  <a:pt x="5199" y="21621"/>
                </a:lnTo>
                <a:lnTo>
                  <a:pt x="3446" y="20087"/>
                </a:lnTo>
                <a:lnTo>
                  <a:pt x="1912" y="18333"/>
                </a:lnTo>
                <a:lnTo>
                  <a:pt x="154" y="14091"/>
                </a:lnTo>
                <a:lnTo>
                  <a:pt x="0" y="11766"/>
                </a:lnTo>
                <a:lnTo>
                  <a:pt x="154" y="9442"/>
                </a:lnTo>
                <a:lnTo>
                  <a:pt x="1912" y="5199"/>
                </a:lnTo>
                <a:lnTo>
                  <a:pt x="3446" y="3446"/>
                </a:lnTo>
                <a:lnTo>
                  <a:pt x="5199" y="1912"/>
                </a:lnTo>
                <a:lnTo>
                  <a:pt x="9442" y="154"/>
                </a:lnTo>
                <a:lnTo>
                  <a:pt x="11766" y="0"/>
                </a:lnTo>
                <a:lnTo>
                  <a:pt x="14091" y="154"/>
                </a:lnTo>
                <a:lnTo>
                  <a:pt x="18333" y="1912"/>
                </a:lnTo>
                <a:lnTo>
                  <a:pt x="20087" y="3446"/>
                </a:lnTo>
                <a:lnTo>
                  <a:pt x="21621" y="5199"/>
                </a:lnTo>
                <a:lnTo>
                  <a:pt x="23378" y="9442"/>
                </a:lnTo>
                <a:lnTo>
                  <a:pt x="23533" y="11766"/>
                </a:lnTo>
                <a:lnTo>
                  <a:pt x="23378" y="14091"/>
                </a:lnTo>
                <a:lnTo>
                  <a:pt x="21621" y="18333"/>
                </a:lnTo>
                <a:lnTo>
                  <a:pt x="20087" y="20087"/>
                </a:lnTo>
                <a:lnTo>
                  <a:pt x="18333" y="21621"/>
                </a:lnTo>
                <a:lnTo>
                  <a:pt x="14091" y="23378"/>
                </a:lnTo>
                <a:lnTo>
                  <a:pt x="11766" y="23533"/>
                </a:lnTo>
                <a:lnTo>
                  <a:pt x="9442" y="2337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426" name="Shape 426"/>
          <p:cNvSpPr/>
          <p:nvPr/>
        </p:nvSpPr>
        <p:spPr>
          <a:xfrm>
            <a:off x="5936260" y="1985943"/>
            <a:ext cx="23757" cy="23757"/>
          </a:xfrm>
          <a:custGeom>
            <a:avLst/>
            <a:gdLst/>
            <a:ahLst/>
            <a:cxnLst/>
            <a:rect l="0" t="0" r="r" b="b"/>
            <a:pathLst>
              <a:path w="23757" h="23757">
                <a:moveTo>
                  <a:pt x="9532" y="23601"/>
                </a:moveTo>
                <a:lnTo>
                  <a:pt x="5249" y="21827"/>
                </a:lnTo>
                <a:lnTo>
                  <a:pt x="3479" y="20278"/>
                </a:lnTo>
                <a:lnTo>
                  <a:pt x="1930" y="18508"/>
                </a:lnTo>
                <a:lnTo>
                  <a:pt x="156" y="14225"/>
                </a:lnTo>
                <a:lnTo>
                  <a:pt x="0" y="11878"/>
                </a:lnTo>
                <a:lnTo>
                  <a:pt x="156" y="9532"/>
                </a:lnTo>
                <a:lnTo>
                  <a:pt x="1930" y="5249"/>
                </a:lnTo>
                <a:lnTo>
                  <a:pt x="3479" y="3479"/>
                </a:lnTo>
                <a:lnTo>
                  <a:pt x="5249" y="1930"/>
                </a:lnTo>
                <a:lnTo>
                  <a:pt x="9532" y="156"/>
                </a:lnTo>
                <a:lnTo>
                  <a:pt x="11878" y="0"/>
                </a:lnTo>
                <a:lnTo>
                  <a:pt x="14225" y="156"/>
                </a:lnTo>
                <a:lnTo>
                  <a:pt x="18508" y="1930"/>
                </a:lnTo>
                <a:lnTo>
                  <a:pt x="20278" y="3479"/>
                </a:lnTo>
                <a:lnTo>
                  <a:pt x="21827" y="5249"/>
                </a:lnTo>
                <a:lnTo>
                  <a:pt x="23601" y="9532"/>
                </a:lnTo>
                <a:lnTo>
                  <a:pt x="23757" y="11878"/>
                </a:lnTo>
                <a:lnTo>
                  <a:pt x="23601" y="14225"/>
                </a:lnTo>
                <a:lnTo>
                  <a:pt x="21827" y="18508"/>
                </a:lnTo>
                <a:lnTo>
                  <a:pt x="20278" y="20278"/>
                </a:lnTo>
                <a:lnTo>
                  <a:pt x="18508" y="21827"/>
                </a:lnTo>
                <a:lnTo>
                  <a:pt x="14225" y="23601"/>
                </a:lnTo>
                <a:lnTo>
                  <a:pt x="11878" y="23757"/>
                </a:lnTo>
                <a:lnTo>
                  <a:pt x="9532" y="2360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427" name="Shape 427"/>
          <p:cNvSpPr/>
          <p:nvPr/>
        </p:nvSpPr>
        <p:spPr>
          <a:xfrm>
            <a:off x="5967879" y="1989934"/>
            <a:ext cx="23903" cy="23903"/>
          </a:xfrm>
          <a:custGeom>
            <a:avLst/>
            <a:gdLst/>
            <a:ahLst/>
            <a:cxnLst/>
            <a:rect l="0" t="0" r="r" b="b"/>
            <a:pathLst>
              <a:path w="23903" h="23903">
                <a:moveTo>
                  <a:pt x="9590" y="23745"/>
                </a:moveTo>
                <a:lnTo>
                  <a:pt x="5281" y="21960"/>
                </a:lnTo>
                <a:lnTo>
                  <a:pt x="3500" y="20402"/>
                </a:lnTo>
                <a:lnTo>
                  <a:pt x="1942" y="18621"/>
                </a:lnTo>
                <a:lnTo>
                  <a:pt x="157" y="14312"/>
                </a:lnTo>
                <a:lnTo>
                  <a:pt x="0" y="11951"/>
                </a:lnTo>
                <a:lnTo>
                  <a:pt x="157" y="9590"/>
                </a:lnTo>
                <a:lnTo>
                  <a:pt x="1942" y="5281"/>
                </a:lnTo>
                <a:lnTo>
                  <a:pt x="3500" y="3500"/>
                </a:lnTo>
                <a:lnTo>
                  <a:pt x="5281" y="1942"/>
                </a:lnTo>
                <a:lnTo>
                  <a:pt x="9590" y="157"/>
                </a:lnTo>
                <a:lnTo>
                  <a:pt x="11951" y="0"/>
                </a:lnTo>
                <a:lnTo>
                  <a:pt x="14312" y="157"/>
                </a:lnTo>
                <a:lnTo>
                  <a:pt x="18621" y="1942"/>
                </a:lnTo>
                <a:lnTo>
                  <a:pt x="20402" y="3500"/>
                </a:lnTo>
                <a:lnTo>
                  <a:pt x="21960" y="5281"/>
                </a:lnTo>
                <a:lnTo>
                  <a:pt x="23745" y="9590"/>
                </a:lnTo>
                <a:lnTo>
                  <a:pt x="23903" y="11951"/>
                </a:lnTo>
                <a:lnTo>
                  <a:pt x="23745" y="14312"/>
                </a:lnTo>
                <a:lnTo>
                  <a:pt x="21960" y="18621"/>
                </a:lnTo>
                <a:lnTo>
                  <a:pt x="20402" y="20402"/>
                </a:lnTo>
                <a:lnTo>
                  <a:pt x="18621" y="21960"/>
                </a:lnTo>
                <a:lnTo>
                  <a:pt x="14312" y="23745"/>
                </a:lnTo>
                <a:lnTo>
                  <a:pt x="11951" y="23903"/>
                </a:lnTo>
                <a:lnTo>
                  <a:pt x="9590" y="23745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428" name="Shape 428"/>
          <p:cNvSpPr/>
          <p:nvPr/>
        </p:nvSpPr>
        <p:spPr>
          <a:xfrm>
            <a:off x="6019319" y="1996437"/>
            <a:ext cx="24114" cy="24114"/>
          </a:xfrm>
          <a:custGeom>
            <a:avLst/>
            <a:gdLst/>
            <a:ahLst/>
            <a:cxnLst/>
            <a:rect l="0" t="0" r="r" b="b"/>
            <a:pathLst>
              <a:path w="24114" h="24114">
                <a:moveTo>
                  <a:pt x="9675" y="23955"/>
                </a:moveTo>
                <a:lnTo>
                  <a:pt x="5328" y="22154"/>
                </a:lnTo>
                <a:lnTo>
                  <a:pt x="3531" y="20582"/>
                </a:lnTo>
                <a:lnTo>
                  <a:pt x="1959" y="18786"/>
                </a:lnTo>
                <a:lnTo>
                  <a:pt x="158" y="14439"/>
                </a:lnTo>
                <a:lnTo>
                  <a:pt x="0" y="12057"/>
                </a:lnTo>
                <a:lnTo>
                  <a:pt x="158" y="9675"/>
                </a:lnTo>
                <a:lnTo>
                  <a:pt x="1959" y="5328"/>
                </a:lnTo>
                <a:lnTo>
                  <a:pt x="3531" y="3531"/>
                </a:lnTo>
                <a:lnTo>
                  <a:pt x="5328" y="1959"/>
                </a:lnTo>
                <a:lnTo>
                  <a:pt x="9675" y="158"/>
                </a:lnTo>
                <a:lnTo>
                  <a:pt x="12057" y="0"/>
                </a:lnTo>
                <a:lnTo>
                  <a:pt x="14439" y="158"/>
                </a:lnTo>
                <a:lnTo>
                  <a:pt x="18786" y="1959"/>
                </a:lnTo>
                <a:lnTo>
                  <a:pt x="20582" y="3531"/>
                </a:lnTo>
                <a:lnTo>
                  <a:pt x="22154" y="5328"/>
                </a:lnTo>
                <a:lnTo>
                  <a:pt x="23955" y="9675"/>
                </a:lnTo>
                <a:lnTo>
                  <a:pt x="24114" y="12057"/>
                </a:lnTo>
                <a:lnTo>
                  <a:pt x="23955" y="14439"/>
                </a:lnTo>
                <a:lnTo>
                  <a:pt x="22154" y="18786"/>
                </a:lnTo>
                <a:lnTo>
                  <a:pt x="20582" y="20582"/>
                </a:lnTo>
                <a:lnTo>
                  <a:pt x="18786" y="22154"/>
                </a:lnTo>
                <a:lnTo>
                  <a:pt x="14439" y="23955"/>
                </a:lnTo>
                <a:lnTo>
                  <a:pt x="12057" y="24114"/>
                </a:lnTo>
                <a:lnTo>
                  <a:pt x="9675" y="23955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429" name="Shape 429"/>
          <p:cNvSpPr/>
          <p:nvPr/>
        </p:nvSpPr>
        <p:spPr>
          <a:xfrm>
            <a:off x="6076258" y="2003651"/>
            <a:ext cx="24313" cy="24313"/>
          </a:xfrm>
          <a:custGeom>
            <a:avLst/>
            <a:gdLst/>
            <a:ahLst/>
            <a:cxnLst/>
            <a:rect l="0" t="0" r="r" b="b"/>
            <a:pathLst>
              <a:path w="24313" h="24313">
                <a:moveTo>
                  <a:pt x="9755" y="24153"/>
                </a:moveTo>
                <a:lnTo>
                  <a:pt x="5372" y="22338"/>
                </a:lnTo>
                <a:lnTo>
                  <a:pt x="3560" y="20753"/>
                </a:lnTo>
                <a:lnTo>
                  <a:pt x="1975" y="18941"/>
                </a:lnTo>
                <a:lnTo>
                  <a:pt x="160" y="14558"/>
                </a:lnTo>
                <a:lnTo>
                  <a:pt x="0" y="12156"/>
                </a:lnTo>
                <a:lnTo>
                  <a:pt x="160" y="9755"/>
                </a:lnTo>
                <a:lnTo>
                  <a:pt x="1975" y="5372"/>
                </a:lnTo>
                <a:lnTo>
                  <a:pt x="3560" y="3560"/>
                </a:lnTo>
                <a:lnTo>
                  <a:pt x="5372" y="1975"/>
                </a:lnTo>
                <a:lnTo>
                  <a:pt x="9755" y="160"/>
                </a:lnTo>
                <a:lnTo>
                  <a:pt x="12156" y="0"/>
                </a:lnTo>
                <a:lnTo>
                  <a:pt x="14558" y="160"/>
                </a:lnTo>
                <a:lnTo>
                  <a:pt x="18941" y="1975"/>
                </a:lnTo>
                <a:lnTo>
                  <a:pt x="20753" y="3560"/>
                </a:lnTo>
                <a:lnTo>
                  <a:pt x="22338" y="5372"/>
                </a:lnTo>
                <a:lnTo>
                  <a:pt x="24153" y="9755"/>
                </a:lnTo>
                <a:lnTo>
                  <a:pt x="24313" y="12156"/>
                </a:lnTo>
                <a:lnTo>
                  <a:pt x="24153" y="14558"/>
                </a:lnTo>
                <a:lnTo>
                  <a:pt x="22338" y="18941"/>
                </a:lnTo>
                <a:lnTo>
                  <a:pt x="20753" y="20753"/>
                </a:lnTo>
                <a:lnTo>
                  <a:pt x="18941" y="22338"/>
                </a:lnTo>
                <a:lnTo>
                  <a:pt x="14558" y="24153"/>
                </a:lnTo>
                <a:lnTo>
                  <a:pt x="12156" y="24313"/>
                </a:lnTo>
                <a:lnTo>
                  <a:pt x="9755" y="24153"/>
                </a:lnTo>
                <a:close/>
              </a:path>
            </a:pathLst>
          </a:custGeom>
          <a:solidFill>
            <a:srgbClr val="7DD181"/>
          </a:solidFill>
          <a:ln>
            <a:noFill/>
          </a:ln>
        </p:spPr>
      </p:sp>
      <p:sp>
        <p:nvSpPr>
          <p:cNvPr id="430" name="Shape 430"/>
          <p:cNvSpPr/>
          <p:nvPr/>
        </p:nvSpPr>
        <p:spPr>
          <a:xfrm>
            <a:off x="6064593" y="2009890"/>
            <a:ext cx="24484" cy="24484"/>
          </a:xfrm>
          <a:custGeom>
            <a:avLst/>
            <a:gdLst/>
            <a:ahLst/>
            <a:cxnLst/>
            <a:rect l="0" t="0" r="r" b="b"/>
            <a:pathLst>
              <a:path w="24484" h="24484">
                <a:moveTo>
                  <a:pt x="9823" y="24323"/>
                </a:moveTo>
                <a:lnTo>
                  <a:pt x="5409" y="22494"/>
                </a:lnTo>
                <a:lnTo>
                  <a:pt x="3585" y="20898"/>
                </a:lnTo>
                <a:lnTo>
                  <a:pt x="1989" y="19074"/>
                </a:lnTo>
                <a:lnTo>
                  <a:pt x="161" y="14660"/>
                </a:lnTo>
                <a:lnTo>
                  <a:pt x="0" y="12242"/>
                </a:lnTo>
                <a:lnTo>
                  <a:pt x="161" y="9823"/>
                </a:lnTo>
                <a:lnTo>
                  <a:pt x="1989" y="5409"/>
                </a:lnTo>
                <a:lnTo>
                  <a:pt x="3585" y="3585"/>
                </a:lnTo>
                <a:lnTo>
                  <a:pt x="5409" y="1989"/>
                </a:lnTo>
                <a:lnTo>
                  <a:pt x="9823" y="161"/>
                </a:lnTo>
                <a:lnTo>
                  <a:pt x="12242" y="0"/>
                </a:lnTo>
                <a:lnTo>
                  <a:pt x="14660" y="161"/>
                </a:lnTo>
                <a:lnTo>
                  <a:pt x="19074" y="1989"/>
                </a:lnTo>
                <a:lnTo>
                  <a:pt x="20898" y="3585"/>
                </a:lnTo>
                <a:lnTo>
                  <a:pt x="22494" y="5409"/>
                </a:lnTo>
                <a:lnTo>
                  <a:pt x="24323" y="9823"/>
                </a:lnTo>
                <a:lnTo>
                  <a:pt x="24484" y="12242"/>
                </a:lnTo>
                <a:lnTo>
                  <a:pt x="24323" y="14660"/>
                </a:lnTo>
                <a:lnTo>
                  <a:pt x="22494" y="19074"/>
                </a:lnTo>
                <a:lnTo>
                  <a:pt x="20898" y="20898"/>
                </a:lnTo>
                <a:lnTo>
                  <a:pt x="19074" y="22494"/>
                </a:lnTo>
                <a:lnTo>
                  <a:pt x="14660" y="24323"/>
                </a:lnTo>
                <a:lnTo>
                  <a:pt x="12242" y="24484"/>
                </a:lnTo>
                <a:lnTo>
                  <a:pt x="9823" y="24323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431" name="Shape 431"/>
          <p:cNvSpPr/>
          <p:nvPr/>
        </p:nvSpPr>
        <p:spPr>
          <a:xfrm>
            <a:off x="6107501" y="2015641"/>
            <a:ext cx="24603" cy="24603"/>
          </a:xfrm>
          <a:custGeom>
            <a:avLst/>
            <a:gdLst/>
            <a:ahLst/>
            <a:cxnLst/>
            <a:rect l="0" t="0" r="r" b="b"/>
            <a:pathLst>
              <a:path w="24603" h="24603">
                <a:moveTo>
                  <a:pt x="9871" y="24441"/>
                </a:moveTo>
                <a:lnTo>
                  <a:pt x="5436" y="22604"/>
                </a:lnTo>
                <a:lnTo>
                  <a:pt x="3603" y="21000"/>
                </a:lnTo>
                <a:lnTo>
                  <a:pt x="1999" y="19167"/>
                </a:lnTo>
                <a:lnTo>
                  <a:pt x="162" y="14732"/>
                </a:lnTo>
                <a:lnTo>
                  <a:pt x="0" y="12301"/>
                </a:lnTo>
                <a:lnTo>
                  <a:pt x="162" y="9871"/>
                </a:lnTo>
                <a:lnTo>
                  <a:pt x="1999" y="5436"/>
                </a:lnTo>
                <a:lnTo>
                  <a:pt x="3603" y="3603"/>
                </a:lnTo>
                <a:lnTo>
                  <a:pt x="5436" y="1999"/>
                </a:lnTo>
                <a:lnTo>
                  <a:pt x="9871" y="162"/>
                </a:lnTo>
                <a:lnTo>
                  <a:pt x="12301" y="0"/>
                </a:lnTo>
                <a:lnTo>
                  <a:pt x="14732" y="162"/>
                </a:lnTo>
                <a:lnTo>
                  <a:pt x="19167" y="1999"/>
                </a:lnTo>
                <a:lnTo>
                  <a:pt x="21000" y="3603"/>
                </a:lnTo>
                <a:lnTo>
                  <a:pt x="22604" y="5436"/>
                </a:lnTo>
                <a:lnTo>
                  <a:pt x="24441" y="9871"/>
                </a:lnTo>
                <a:lnTo>
                  <a:pt x="24603" y="12301"/>
                </a:lnTo>
                <a:lnTo>
                  <a:pt x="24441" y="14732"/>
                </a:lnTo>
                <a:lnTo>
                  <a:pt x="22604" y="19167"/>
                </a:lnTo>
                <a:lnTo>
                  <a:pt x="21000" y="21000"/>
                </a:lnTo>
                <a:lnTo>
                  <a:pt x="19167" y="22604"/>
                </a:lnTo>
                <a:lnTo>
                  <a:pt x="14732" y="24441"/>
                </a:lnTo>
                <a:lnTo>
                  <a:pt x="12301" y="24603"/>
                </a:lnTo>
                <a:lnTo>
                  <a:pt x="9871" y="24441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432" name="Shape 432"/>
          <p:cNvSpPr/>
          <p:nvPr/>
        </p:nvSpPr>
        <p:spPr>
          <a:xfrm>
            <a:off x="5586532" y="1956817"/>
            <a:ext cx="22135" cy="22135"/>
          </a:xfrm>
          <a:custGeom>
            <a:avLst/>
            <a:gdLst/>
            <a:ahLst/>
            <a:cxnLst/>
            <a:rect l="0" t="0" r="r" b="b"/>
            <a:pathLst>
              <a:path w="22135" h="22135">
                <a:moveTo>
                  <a:pt x="8881" y="21990"/>
                </a:moveTo>
                <a:lnTo>
                  <a:pt x="4890" y="20337"/>
                </a:lnTo>
                <a:lnTo>
                  <a:pt x="3241" y="18894"/>
                </a:lnTo>
                <a:lnTo>
                  <a:pt x="1798" y="17245"/>
                </a:lnTo>
                <a:lnTo>
                  <a:pt x="145" y="13254"/>
                </a:lnTo>
                <a:lnTo>
                  <a:pt x="0" y="11067"/>
                </a:lnTo>
                <a:lnTo>
                  <a:pt x="145" y="8881"/>
                </a:lnTo>
                <a:lnTo>
                  <a:pt x="1798" y="4890"/>
                </a:lnTo>
                <a:lnTo>
                  <a:pt x="3241" y="3241"/>
                </a:lnTo>
                <a:lnTo>
                  <a:pt x="4890" y="1798"/>
                </a:lnTo>
                <a:lnTo>
                  <a:pt x="8881" y="145"/>
                </a:lnTo>
                <a:lnTo>
                  <a:pt x="11067" y="0"/>
                </a:lnTo>
                <a:lnTo>
                  <a:pt x="13254" y="145"/>
                </a:lnTo>
                <a:lnTo>
                  <a:pt x="17245" y="1798"/>
                </a:lnTo>
                <a:lnTo>
                  <a:pt x="18894" y="3241"/>
                </a:lnTo>
                <a:lnTo>
                  <a:pt x="20337" y="4890"/>
                </a:lnTo>
                <a:lnTo>
                  <a:pt x="21990" y="8881"/>
                </a:lnTo>
                <a:lnTo>
                  <a:pt x="22135" y="11067"/>
                </a:lnTo>
                <a:lnTo>
                  <a:pt x="21990" y="13254"/>
                </a:lnTo>
                <a:lnTo>
                  <a:pt x="20337" y="17245"/>
                </a:lnTo>
                <a:lnTo>
                  <a:pt x="18894" y="18894"/>
                </a:lnTo>
                <a:lnTo>
                  <a:pt x="17245" y="20337"/>
                </a:lnTo>
                <a:lnTo>
                  <a:pt x="13254" y="21990"/>
                </a:lnTo>
                <a:lnTo>
                  <a:pt x="11067" y="22135"/>
                </a:lnTo>
                <a:lnTo>
                  <a:pt x="8881" y="21990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433" name="Shape 433"/>
          <p:cNvSpPr/>
          <p:nvPr/>
        </p:nvSpPr>
        <p:spPr>
          <a:xfrm>
            <a:off x="5609923" y="1960260"/>
            <a:ext cx="22388" cy="22388"/>
          </a:xfrm>
          <a:custGeom>
            <a:avLst/>
            <a:gdLst/>
            <a:ahLst/>
            <a:cxnLst/>
            <a:rect l="0" t="0" r="r" b="b"/>
            <a:pathLst>
              <a:path w="22388" h="22388">
                <a:moveTo>
                  <a:pt x="8982" y="22241"/>
                </a:moveTo>
                <a:lnTo>
                  <a:pt x="4946" y="20569"/>
                </a:lnTo>
                <a:lnTo>
                  <a:pt x="3278" y="19109"/>
                </a:lnTo>
                <a:lnTo>
                  <a:pt x="1819" y="17441"/>
                </a:lnTo>
                <a:lnTo>
                  <a:pt x="147" y="13405"/>
                </a:lnTo>
                <a:lnTo>
                  <a:pt x="0" y="11194"/>
                </a:lnTo>
                <a:lnTo>
                  <a:pt x="147" y="8982"/>
                </a:lnTo>
                <a:lnTo>
                  <a:pt x="1819" y="4946"/>
                </a:lnTo>
                <a:lnTo>
                  <a:pt x="3278" y="3278"/>
                </a:lnTo>
                <a:lnTo>
                  <a:pt x="4946" y="1819"/>
                </a:lnTo>
                <a:lnTo>
                  <a:pt x="8982" y="147"/>
                </a:lnTo>
                <a:lnTo>
                  <a:pt x="11194" y="0"/>
                </a:lnTo>
                <a:lnTo>
                  <a:pt x="13405" y="147"/>
                </a:lnTo>
                <a:lnTo>
                  <a:pt x="17441" y="1819"/>
                </a:lnTo>
                <a:lnTo>
                  <a:pt x="19109" y="3278"/>
                </a:lnTo>
                <a:lnTo>
                  <a:pt x="20569" y="4946"/>
                </a:lnTo>
                <a:lnTo>
                  <a:pt x="22241" y="8982"/>
                </a:lnTo>
                <a:lnTo>
                  <a:pt x="22388" y="11194"/>
                </a:lnTo>
                <a:lnTo>
                  <a:pt x="22241" y="13405"/>
                </a:lnTo>
                <a:lnTo>
                  <a:pt x="20569" y="17441"/>
                </a:lnTo>
                <a:lnTo>
                  <a:pt x="19109" y="19109"/>
                </a:lnTo>
                <a:lnTo>
                  <a:pt x="17441" y="20569"/>
                </a:lnTo>
                <a:lnTo>
                  <a:pt x="13405" y="22241"/>
                </a:lnTo>
                <a:lnTo>
                  <a:pt x="11194" y="22388"/>
                </a:lnTo>
                <a:lnTo>
                  <a:pt x="8982" y="22241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434" name="Shape 434"/>
          <p:cNvSpPr/>
          <p:nvPr/>
        </p:nvSpPr>
        <p:spPr>
          <a:xfrm>
            <a:off x="5626509" y="1962707"/>
            <a:ext cx="22554" cy="22554"/>
          </a:xfrm>
          <a:custGeom>
            <a:avLst/>
            <a:gdLst/>
            <a:ahLst/>
            <a:cxnLst/>
            <a:rect l="0" t="0" r="r" b="b"/>
            <a:pathLst>
              <a:path w="22554" h="22554">
                <a:moveTo>
                  <a:pt x="9049" y="22405"/>
                </a:moveTo>
                <a:lnTo>
                  <a:pt x="4983" y="20721"/>
                </a:lnTo>
                <a:lnTo>
                  <a:pt x="3303" y="19251"/>
                </a:lnTo>
                <a:lnTo>
                  <a:pt x="1832" y="17571"/>
                </a:lnTo>
                <a:lnTo>
                  <a:pt x="148" y="13504"/>
                </a:lnTo>
                <a:lnTo>
                  <a:pt x="0" y="11277"/>
                </a:lnTo>
                <a:lnTo>
                  <a:pt x="148" y="9049"/>
                </a:lnTo>
                <a:lnTo>
                  <a:pt x="1832" y="4983"/>
                </a:lnTo>
                <a:lnTo>
                  <a:pt x="3303" y="3303"/>
                </a:lnTo>
                <a:lnTo>
                  <a:pt x="4983" y="1832"/>
                </a:lnTo>
                <a:lnTo>
                  <a:pt x="9049" y="148"/>
                </a:lnTo>
                <a:lnTo>
                  <a:pt x="11277" y="0"/>
                </a:lnTo>
                <a:lnTo>
                  <a:pt x="13504" y="148"/>
                </a:lnTo>
                <a:lnTo>
                  <a:pt x="17571" y="1832"/>
                </a:lnTo>
                <a:lnTo>
                  <a:pt x="19251" y="3303"/>
                </a:lnTo>
                <a:lnTo>
                  <a:pt x="20721" y="4983"/>
                </a:lnTo>
                <a:lnTo>
                  <a:pt x="22405" y="9049"/>
                </a:lnTo>
                <a:lnTo>
                  <a:pt x="22554" y="11277"/>
                </a:lnTo>
                <a:lnTo>
                  <a:pt x="22405" y="13504"/>
                </a:lnTo>
                <a:lnTo>
                  <a:pt x="20721" y="17571"/>
                </a:lnTo>
                <a:lnTo>
                  <a:pt x="19251" y="19251"/>
                </a:lnTo>
                <a:lnTo>
                  <a:pt x="17571" y="20721"/>
                </a:lnTo>
                <a:lnTo>
                  <a:pt x="13504" y="22405"/>
                </a:lnTo>
                <a:lnTo>
                  <a:pt x="11277" y="22554"/>
                </a:lnTo>
                <a:lnTo>
                  <a:pt x="9049" y="22405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435" name="Shape 435"/>
          <p:cNvSpPr/>
          <p:nvPr/>
        </p:nvSpPr>
        <p:spPr>
          <a:xfrm>
            <a:off x="5643958" y="1965285"/>
            <a:ext cx="22718" cy="22718"/>
          </a:xfrm>
          <a:custGeom>
            <a:avLst/>
            <a:gdLst/>
            <a:ahLst/>
            <a:cxnLst/>
            <a:rect l="0" t="0" r="r" b="b"/>
            <a:pathLst>
              <a:path w="22718" h="22718">
                <a:moveTo>
                  <a:pt x="9115" y="22569"/>
                </a:moveTo>
                <a:lnTo>
                  <a:pt x="5019" y="20872"/>
                </a:lnTo>
                <a:lnTo>
                  <a:pt x="3327" y="19391"/>
                </a:lnTo>
                <a:lnTo>
                  <a:pt x="1846" y="17699"/>
                </a:lnTo>
                <a:lnTo>
                  <a:pt x="149" y="13603"/>
                </a:lnTo>
                <a:lnTo>
                  <a:pt x="0" y="11359"/>
                </a:lnTo>
                <a:lnTo>
                  <a:pt x="149" y="9115"/>
                </a:lnTo>
                <a:lnTo>
                  <a:pt x="1846" y="5019"/>
                </a:lnTo>
                <a:lnTo>
                  <a:pt x="3327" y="3327"/>
                </a:lnTo>
                <a:lnTo>
                  <a:pt x="5019" y="1846"/>
                </a:lnTo>
                <a:lnTo>
                  <a:pt x="9115" y="149"/>
                </a:lnTo>
                <a:lnTo>
                  <a:pt x="11359" y="0"/>
                </a:lnTo>
                <a:lnTo>
                  <a:pt x="13603" y="149"/>
                </a:lnTo>
                <a:lnTo>
                  <a:pt x="17699" y="1846"/>
                </a:lnTo>
                <a:lnTo>
                  <a:pt x="19391" y="3327"/>
                </a:lnTo>
                <a:lnTo>
                  <a:pt x="20872" y="5019"/>
                </a:lnTo>
                <a:lnTo>
                  <a:pt x="22569" y="9115"/>
                </a:lnTo>
                <a:lnTo>
                  <a:pt x="22718" y="11359"/>
                </a:lnTo>
                <a:lnTo>
                  <a:pt x="22569" y="13603"/>
                </a:lnTo>
                <a:lnTo>
                  <a:pt x="20872" y="17699"/>
                </a:lnTo>
                <a:lnTo>
                  <a:pt x="19391" y="19391"/>
                </a:lnTo>
                <a:lnTo>
                  <a:pt x="17699" y="20872"/>
                </a:lnTo>
                <a:lnTo>
                  <a:pt x="13603" y="22569"/>
                </a:lnTo>
                <a:lnTo>
                  <a:pt x="11359" y="22718"/>
                </a:lnTo>
                <a:lnTo>
                  <a:pt x="9115" y="22569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436" name="Shape 436"/>
          <p:cNvSpPr/>
          <p:nvPr/>
        </p:nvSpPr>
        <p:spPr>
          <a:xfrm>
            <a:off x="5671905" y="1969424"/>
            <a:ext cx="22962" cy="22962"/>
          </a:xfrm>
          <a:custGeom>
            <a:avLst/>
            <a:gdLst/>
            <a:ahLst/>
            <a:cxnLst/>
            <a:rect l="0" t="0" r="r" b="b"/>
            <a:pathLst>
              <a:path w="22962" h="22962">
                <a:moveTo>
                  <a:pt x="9213" y="22810"/>
                </a:moveTo>
                <a:lnTo>
                  <a:pt x="5073" y="21096"/>
                </a:lnTo>
                <a:lnTo>
                  <a:pt x="3362" y="19599"/>
                </a:lnTo>
                <a:lnTo>
                  <a:pt x="1865" y="17888"/>
                </a:lnTo>
                <a:lnTo>
                  <a:pt x="151" y="13749"/>
                </a:lnTo>
                <a:lnTo>
                  <a:pt x="0" y="11481"/>
                </a:lnTo>
                <a:lnTo>
                  <a:pt x="151" y="9213"/>
                </a:lnTo>
                <a:lnTo>
                  <a:pt x="1865" y="5073"/>
                </a:lnTo>
                <a:lnTo>
                  <a:pt x="3362" y="3362"/>
                </a:lnTo>
                <a:lnTo>
                  <a:pt x="5073" y="1865"/>
                </a:lnTo>
                <a:lnTo>
                  <a:pt x="9213" y="151"/>
                </a:lnTo>
                <a:lnTo>
                  <a:pt x="11481" y="0"/>
                </a:lnTo>
                <a:lnTo>
                  <a:pt x="13749" y="151"/>
                </a:lnTo>
                <a:lnTo>
                  <a:pt x="17888" y="1865"/>
                </a:lnTo>
                <a:lnTo>
                  <a:pt x="19599" y="3362"/>
                </a:lnTo>
                <a:lnTo>
                  <a:pt x="21096" y="5073"/>
                </a:lnTo>
                <a:lnTo>
                  <a:pt x="22810" y="9213"/>
                </a:lnTo>
                <a:lnTo>
                  <a:pt x="22962" y="11481"/>
                </a:lnTo>
                <a:lnTo>
                  <a:pt x="22810" y="13749"/>
                </a:lnTo>
                <a:lnTo>
                  <a:pt x="21096" y="17888"/>
                </a:lnTo>
                <a:lnTo>
                  <a:pt x="19599" y="19599"/>
                </a:lnTo>
                <a:lnTo>
                  <a:pt x="17888" y="21096"/>
                </a:lnTo>
                <a:lnTo>
                  <a:pt x="13749" y="22810"/>
                </a:lnTo>
                <a:lnTo>
                  <a:pt x="11481" y="22962"/>
                </a:lnTo>
                <a:lnTo>
                  <a:pt x="9213" y="22810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437" name="Shape 437"/>
          <p:cNvSpPr/>
          <p:nvPr/>
        </p:nvSpPr>
        <p:spPr>
          <a:xfrm>
            <a:off x="5702218" y="1973923"/>
            <a:ext cx="23203" cy="23203"/>
          </a:xfrm>
          <a:custGeom>
            <a:avLst/>
            <a:gdLst/>
            <a:ahLst/>
            <a:cxnLst/>
            <a:rect l="0" t="0" r="r" b="b"/>
            <a:pathLst>
              <a:path w="23203" h="23203">
                <a:moveTo>
                  <a:pt x="9309" y="23050"/>
                </a:moveTo>
                <a:lnTo>
                  <a:pt x="5126" y="21318"/>
                </a:lnTo>
                <a:lnTo>
                  <a:pt x="3398" y="19805"/>
                </a:lnTo>
                <a:lnTo>
                  <a:pt x="1885" y="18076"/>
                </a:lnTo>
                <a:lnTo>
                  <a:pt x="152" y="13893"/>
                </a:lnTo>
                <a:lnTo>
                  <a:pt x="0" y="11601"/>
                </a:lnTo>
                <a:lnTo>
                  <a:pt x="152" y="9309"/>
                </a:lnTo>
                <a:lnTo>
                  <a:pt x="1885" y="5126"/>
                </a:lnTo>
                <a:lnTo>
                  <a:pt x="3398" y="3398"/>
                </a:lnTo>
                <a:lnTo>
                  <a:pt x="5126" y="1885"/>
                </a:lnTo>
                <a:lnTo>
                  <a:pt x="9309" y="152"/>
                </a:lnTo>
                <a:lnTo>
                  <a:pt x="11601" y="0"/>
                </a:lnTo>
                <a:lnTo>
                  <a:pt x="13893" y="152"/>
                </a:lnTo>
                <a:lnTo>
                  <a:pt x="18076" y="1885"/>
                </a:lnTo>
                <a:lnTo>
                  <a:pt x="19805" y="3398"/>
                </a:lnTo>
                <a:lnTo>
                  <a:pt x="21318" y="5126"/>
                </a:lnTo>
                <a:lnTo>
                  <a:pt x="23050" y="9309"/>
                </a:lnTo>
                <a:lnTo>
                  <a:pt x="23203" y="11601"/>
                </a:lnTo>
                <a:lnTo>
                  <a:pt x="23050" y="13893"/>
                </a:lnTo>
                <a:lnTo>
                  <a:pt x="21318" y="18076"/>
                </a:lnTo>
                <a:lnTo>
                  <a:pt x="19805" y="19805"/>
                </a:lnTo>
                <a:lnTo>
                  <a:pt x="18076" y="21318"/>
                </a:lnTo>
                <a:lnTo>
                  <a:pt x="13893" y="23050"/>
                </a:lnTo>
                <a:lnTo>
                  <a:pt x="11601" y="23203"/>
                </a:lnTo>
                <a:lnTo>
                  <a:pt x="9309" y="23050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438" name="Shape 438"/>
          <p:cNvSpPr/>
          <p:nvPr/>
        </p:nvSpPr>
        <p:spPr>
          <a:xfrm>
            <a:off x="5723893" y="1977145"/>
            <a:ext cx="23362" cy="23362"/>
          </a:xfrm>
          <a:custGeom>
            <a:avLst/>
            <a:gdLst/>
            <a:ahLst/>
            <a:cxnLst/>
            <a:rect l="0" t="0" r="r" b="b"/>
            <a:pathLst>
              <a:path w="23362" h="23362">
                <a:moveTo>
                  <a:pt x="9373" y="23208"/>
                </a:moveTo>
                <a:lnTo>
                  <a:pt x="5161" y="21464"/>
                </a:lnTo>
                <a:lnTo>
                  <a:pt x="3421" y="19941"/>
                </a:lnTo>
                <a:lnTo>
                  <a:pt x="1898" y="18200"/>
                </a:lnTo>
                <a:lnTo>
                  <a:pt x="153" y="13988"/>
                </a:lnTo>
                <a:lnTo>
                  <a:pt x="0" y="11681"/>
                </a:lnTo>
                <a:lnTo>
                  <a:pt x="153" y="9373"/>
                </a:lnTo>
                <a:lnTo>
                  <a:pt x="1898" y="5161"/>
                </a:lnTo>
                <a:lnTo>
                  <a:pt x="3421" y="3421"/>
                </a:lnTo>
                <a:lnTo>
                  <a:pt x="5161" y="1898"/>
                </a:lnTo>
                <a:lnTo>
                  <a:pt x="9373" y="153"/>
                </a:lnTo>
                <a:lnTo>
                  <a:pt x="11681" y="0"/>
                </a:lnTo>
                <a:lnTo>
                  <a:pt x="13988" y="153"/>
                </a:lnTo>
                <a:lnTo>
                  <a:pt x="18200" y="1898"/>
                </a:lnTo>
                <a:lnTo>
                  <a:pt x="19941" y="3421"/>
                </a:lnTo>
                <a:lnTo>
                  <a:pt x="21464" y="5161"/>
                </a:lnTo>
                <a:lnTo>
                  <a:pt x="23208" y="9373"/>
                </a:lnTo>
                <a:lnTo>
                  <a:pt x="23362" y="11681"/>
                </a:lnTo>
                <a:lnTo>
                  <a:pt x="23208" y="13988"/>
                </a:lnTo>
                <a:lnTo>
                  <a:pt x="21464" y="18200"/>
                </a:lnTo>
                <a:lnTo>
                  <a:pt x="19941" y="19941"/>
                </a:lnTo>
                <a:lnTo>
                  <a:pt x="18200" y="21464"/>
                </a:lnTo>
                <a:lnTo>
                  <a:pt x="13988" y="23208"/>
                </a:lnTo>
                <a:lnTo>
                  <a:pt x="11681" y="23362"/>
                </a:lnTo>
                <a:lnTo>
                  <a:pt x="9373" y="23208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439" name="Shape 439"/>
          <p:cNvSpPr/>
          <p:nvPr/>
        </p:nvSpPr>
        <p:spPr>
          <a:xfrm>
            <a:off x="5758871" y="1982355"/>
            <a:ext cx="23598" cy="23598"/>
          </a:xfrm>
          <a:custGeom>
            <a:avLst/>
            <a:gdLst/>
            <a:ahLst/>
            <a:cxnLst/>
            <a:rect l="0" t="0" r="r" b="b"/>
            <a:pathLst>
              <a:path w="23598" h="23598">
                <a:moveTo>
                  <a:pt x="9468" y="23442"/>
                </a:moveTo>
                <a:lnTo>
                  <a:pt x="5213" y="21680"/>
                </a:lnTo>
                <a:lnTo>
                  <a:pt x="3455" y="20142"/>
                </a:lnTo>
                <a:lnTo>
                  <a:pt x="1917" y="18384"/>
                </a:lnTo>
                <a:lnTo>
                  <a:pt x="155" y="14129"/>
                </a:lnTo>
                <a:lnTo>
                  <a:pt x="0" y="11799"/>
                </a:lnTo>
                <a:lnTo>
                  <a:pt x="155" y="9468"/>
                </a:lnTo>
                <a:lnTo>
                  <a:pt x="1917" y="5213"/>
                </a:lnTo>
                <a:lnTo>
                  <a:pt x="3455" y="3455"/>
                </a:lnTo>
                <a:lnTo>
                  <a:pt x="5213" y="1917"/>
                </a:lnTo>
                <a:lnTo>
                  <a:pt x="9468" y="155"/>
                </a:lnTo>
                <a:lnTo>
                  <a:pt x="11799" y="0"/>
                </a:lnTo>
                <a:lnTo>
                  <a:pt x="14129" y="155"/>
                </a:lnTo>
                <a:lnTo>
                  <a:pt x="18384" y="1917"/>
                </a:lnTo>
                <a:lnTo>
                  <a:pt x="20142" y="3455"/>
                </a:lnTo>
                <a:lnTo>
                  <a:pt x="21680" y="5213"/>
                </a:lnTo>
                <a:lnTo>
                  <a:pt x="23442" y="9468"/>
                </a:lnTo>
                <a:lnTo>
                  <a:pt x="23598" y="11799"/>
                </a:lnTo>
                <a:lnTo>
                  <a:pt x="23442" y="14129"/>
                </a:lnTo>
                <a:lnTo>
                  <a:pt x="21680" y="18384"/>
                </a:lnTo>
                <a:lnTo>
                  <a:pt x="20142" y="20142"/>
                </a:lnTo>
                <a:lnTo>
                  <a:pt x="18384" y="21680"/>
                </a:lnTo>
                <a:lnTo>
                  <a:pt x="14129" y="23442"/>
                </a:lnTo>
                <a:lnTo>
                  <a:pt x="11799" y="23598"/>
                </a:lnTo>
                <a:lnTo>
                  <a:pt x="9468" y="23442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440" name="Shape 440"/>
          <p:cNvSpPr/>
          <p:nvPr/>
        </p:nvSpPr>
        <p:spPr>
          <a:xfrm>
            <a:off x="5797181" y="1988071"/>
            <a:ext cx="23829" cy="23829"/>
          </a:xfrm>
          <a:custGeom>
            <a:avLst/>
            <a:gdLst/>
            <a:ahLst/>
            <a:cxnLst/>
            <a:rect l="0" t="0" r="r" b="b"/>
            <a:pathLst>
              <a:path w="23829" h="23829">
                <a:moveTo>
                  <a:pt x="9561" y="23672"/>
                </a:moveTo>
                <a:lnTo>
                  <a:pt x="5265" y="21893"/>
                </a:lnTo>
                <a:lnTo>
                  <a:pt x="3489" y="20340"/>
                </a:lnTo>
                <a:lnTo>
                  <a:pt x="1936" y="18564"/>
                </a:lnTo>
                <a:lnTo>
                  <a:pt x="156" y="14268"/>
                </a:lnTo>
                <a:lnTo>
                  <a:pt x="0" y="11914"/>
                </a:lnTo>
                <a:lnTo>
                  <a:pt x="156" y="9561"/>
                </a:lnTo>
                <a:lnTo>
                  <a:pt x="1936" y="5265"/>
                </a:lnTo>
                <a:lnTo>
                  <a:pt x="3489" y="3489"/>
                </a:lnTo>
                <a:lnTo>
                  <a:pt x="5265" y="1936"/>
                </a:lnTo>
                <a:lnTo>
                  <a:pt x="9561" y="156"/>
                </a:lnTo>
                <a:lnTo>
                  <a:pt x="11914" y="0"/>
                </a:lnTo>
                <a:lnTo>
                  <a:pt x="14268" y="156"/>
                </a:lnTo>
                <a:lnTo>
                  <a:pt x="18564" y="1936"/>
                </a:lnTo>
                <a:lnTo>
                  <a:pt x="20340" y="3489"/>
                </a:lnTo>
                <a:lnTo>
                  <a:pt x="21893" y="5265"/>
                </a:lnTo>
                <a:lnTo>
                  <a:pt x="23672" y="9561"/>
                </a:lnTo>
                <a:lnTo>
                  <a:pt x="23829" y="11914"/>
                </a:lnTo>
                <a:lnTo>
                  <a:pt x="23672" y="14268"/>
                </a:lnTo>
                <a:lnTo>
                  <a:pt x="21893" y="18564"/>
                </a:lnTo>
                <a:lnTo>
                  <a:pt x="20340" y="20340"/>
                </a:lnTo>
                <a:lnTo>
                  <a:pt x="18564" y="21893"/>
                </a:lnTo>
                <a:lnTo>
                  <a:pt x="14268" y="23672"/>
                </a:lnTo>
                <a:lnTo>
                  <a:pt x="11914" y="23829"/>
                </a:lnTo>
                <a:lnTo>
                  <a:pt x="9561" y="2367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441" name="Shape 441"/>
          <p:cNvSpPr/>
          <p:nvPr/>
        </p:nvSpPr>
        <p:spPr>
          <a:xfrm>
            <a:off x="5824814" y="1992201"/>
            <a:ext cx="23982" cy="23982"/>
          </a:xfrm>
          <a:custGeom>
            <a:avLst/>
            <a:gdLst/>
            <a:ahLst/>
            <a:cxnLst/>
            <a:rect l="0" t="0" r="r" b="b"/>
            <a:pathLst>
              <a:path w="23982" h="23982">
                <a:moveTo>
                  <a:pt x="9622" y="23824"/>
                </a:moveTo>
                <a:lnTo>
                  <a:pt x="5298" y="22033"/>
                </a:lnTo>
                <a:lnTo>
                  <a:pt x="3512" y="20469"/>
                </a:lnTo>
                <a:lnTo>
                  <a:pt x="1948" y="18683"/>
                </a:lnTo>
                <a:lnTo>
                  <a:pt x="157" y="14359"/>
                </a:lnTo>
                <a:lnTo>
                  <a:pt x="0" y="11991"/>
                </a:lnTo>
                <a:lnTo>
                  <a:pt x="157" y="9622"/>
                </a:lnTo>
                <a:lnTo>
                  <a:pt x="1948" y="5298"/>
                </a:lnTo>
                <a:lnTo>
                  <a:pt x="3512" y="3512"/>
                </a:lnTo>
                <a:lnTo>
                  <a:pt x="5298" y="1948"/>
                </a:lnTo>
                <a:lnTo>
                  <a:pt x="9622" y="157"/>
                </a:lnTo>
                <a:lnTo>
                  <a:pt x="11991" y="0"/>
                </a:lnTo>
                <a:lnTo>
                  <a:pt x="14359" y="157"/>
                </a:lnTo>
                <a:lnTo>
                  <a:pt x="18683" y="1948"/>
                </a:lnTo>
                <a:lnTo>
                  <a:pt x="20469" y="3512"/>
                </a:lnTo>
                <a:lnTo>
                  <a:pt x="22033" y="5298"/>
                </a:lnTo>
                <a:lnTo>
                  <a:pt x="23824" y="9622"/>
                </a:lnTo>
                <a:lnTo>
                  <a:pt x="23982" y="11991"/>
                </a:lnTo>
                <a:lnTo>
                  <a:pt x="23824" y="14359"/>
                </a:lnTo>
                <a:lnTo>
                  <a:pt x="22033" y="18683"/>
                </a:lnTo>
                <a:lnTo>
                  <a:pt x="20469" y="20469"/>
                </a:lnTo>
                <a:lnTo>
                  <a:pt x="18683" y="22033"/>
                </a:lnTo>
                <a:lnTo>
                  <a:pt x="14359" y="23824"/>
                </a:lnTo>
                <a:lnTo>
                  <a:pt x="11991" y="23982"/>
                </a:lnTo>
                <a:lnTo>
                  <a:pt x="9622" y="23824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442" name="Shape 442"/>
          <p:cNvSpPr/>
          <p:nvPr/>
        </p:nvSpPr>
        <p:spPr>
          <a:xfrm>
            <a:off x="5869835" y="1998939"/>
            <a:ext cx="24205" cy="24205"/>
          </a:xfrm>
          <a:custGeom>
            <a:avLst/>
            <a:gdLst/>
            <a:ahLst/>
            <a:cxnLst/>
            <a:rect l="0" t="0" r="r" b="b"/>
            <a:pathLst>
              <a:path w="24205" h="24205">
                <a:moveTo>
                  <a:pt x="9711" y="24046"/>
                </a:moveTo>
                <a:lnTo>
                  <a:pt x="5348" y="22238"/>
                </a:lnTo>
                <a:lnTo>
                  <a:pt x="3544" y="20660"/>
                </a:lnTo>
                <a:lnTo>
                  <a:pt x="1966" y="18857"/>
                </a:lnTo>
                <a:lnTo>
                  <a:pt x="159" y="14493"/>
                </a:lnTo>
                <a:lnTo>
                  <a:pt x="0" y="12102"/>
                </a:lnTo>
                <a:lnTo>
                  <a:pt x="159" y="9711"/>
                </a:lnTo>
                <a:lnTo>
                  <a:pt x="1966" y="5348"/>
                </a:lnTo>
                <a:lnTo>
                  <a:pt x="3544" y="3544"/>
                </a:lnTo>
                <a:lnTo>
                  <a:pt x="5348" y="1966"/>
                </a:lnTo>
                <a:lnTo>
                  <a:pt x="9711" y="159"/>
                </a:lnTo>
                <a:lnTo>
                  <a:pt x="12102" y="0"/>
                </a:lnTo>
                <a:lnTo>
                  <a:pt x="14493" y="159"/>
                </a:lnTo>
                <a:lnTo>
                  <a:pt x="18857" y="1966"/>
                </a:lnTo>
                <a:lnTo>
                  <a:pt x="20660" y="3544"/>
                </a:lnTo>
                <a:lnTo>
                  <a:pt x="22238" y="5348"/>
                </a:lnTo>
                <a:lnTo>
                  <a:pt x="24046" y="9711"/>
                </a:lnTo>
                <a:lnTo>
                  <a:pt x="24205" y="12102"/>
                </a:lnTo>
                <a:lnTo>
                  <a:pt x="24046" y="14493"/>
                </a:lnTo>
                <a:lnTo>
                  <a:pt x="22238" y="18857"/>
                </a:lnTo>
                <a:lnTo>
                  <a:pt x="20660" y="20660"/>
                </a:lnTo>
                <a:lnTo>
                  <a:pt x="18857" y="22238"/>
                </a:lnTo>
                <a:lnTo>
                  <a:pt x="14493" y="24046"/>
                </a:lnTo>
                <a:lnTo>
                  <a:pt x="12102" y="24205"/>
                </a:lnTo>
                <a:lnTo>
                  <a:pt x="9711" y="24046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443" name="Shape 443"/>
          <p:cNvSpPr/>
          <p:nvPr/>
        </p:nvSpPr>
        <p:spPr>
          <a:xfrm>
            <a:off x="5919763" y="2006425"/>
            <a:ext cx="24423" cy="24423"/>
          </a:xfrm>
          <a:custGeom>
            <a:avLst/>
            <a:gdLst/>
            <a:ahLst/>
            <a:cxnLst/>
            <a:rect l="0" t="0" r="r" b="b"/>
            <a:pathLst>
              <a:path w="24423" h="24423">
                <a:moveTo>
                  <a:pt x="9799" y="24262"/>
                </a:moveTo>
                <a:lnTo>
                  <a:pt x="5396" y="22439"/>
                </a:lnTo>
                <a:lnTo>
                  <a:pt x="3576" y="20847"/>
                </a:lnTo>
                <a:lnTo>
                  <a:pt x="1984" y="19027"/>
                </a:lnTo>
                <a:lnTo>
                  <a:pt x="160" y="14624"/>
                </a:lnTo>
                <a:lnTo>
                  <a:pt x="0" y="12211"/>
                </a:lnTo>
                <a:lnTo>
                  <a:pt x="160" y="9799"/>
                </a:lnTo>
                <a:lnTo>
                  <a:pt x="1984" y="5396"/>
                </a:lnTo>
                <a:lnTo>
                  <a:pt x="3576" y="3576"/>
                </a:lnTo>
                <a:lnTo>
                  <a:pt x="5396" y="1984"/>
                </a:lnTo>
                <a:lnTo>
                  <a:pt x="9799" y="160"/>
                </a:lnTo>
                <a:lnTo>
                  <a:pt x="12211" y="0"/>
                </a:lnTo>
                <a:lnTo>
                  <a:pt x="14624" y="160"/>
                </a:lnTo>
                <a:lnTo>
                  <a:pt x="19027" y="1984"/>
                </a:lnTo>
                <a:lnTo>
                  <a:pt x="20847" y="3576"/>
                </a:lnTo>
                <a:lnTo>
                  <a:pt x="22439" y="5396"/>
                </a:lnTo>
                <a:lnTo>
                  <a:pt x="24262" y="9799"/>
                </a:lnTo>
                <a:lnTo>
                  <a:pt x="24423" y="12211"/>
                </a:lnTo>
                <a:lnTo>
                  <a:pt x="24262" y="14624"/>
                </a:lnTo>
                <a:lnTo>
                  <a:pt x="22439" y="19027"/>
                </a:lnTo>
                <a:lnTo>
                  <a:pt x="20847" y="20847"/>
                </a:lnTo>
                <a:lnTo>
                  <a:pt x="19027" y="22439"/>
                </a:lnTo>
                <a:lnTo>
                  <a:pt x="14624" y="24262"/>
                </a:lnTo>
                <a:lnTo>
                  <a:pt x="12211" y="24423"/>
                </a:lnTo>
                <a:lnTo>
                  <a:pt x="9799" y="24262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444" name="Shape 444"/>
          <p:cNvSpPr/>
          <p:nvPr/>
        </p:nvSpPr>
        <p:spPr>
          <a:xfrm>
            <a:off x="5956185" y="2011894"/>
            <a:ext cx="24563" cy="24563"/>
          </a:xfrm>
          <a:custGeom>
            <a:avLst/>
            <a:gdLst/>
            <a:ahLst/>
            <a:cxnLst/>
            <a:rect l="0" t="0" r="r" b="b"/>
            <a:pathLst>
              <a:path w="24563" h="24563">
                <a:moveTo>
                  <a:pt x="9855" y="24401"/>
                </a:moveTo>
                <a:lnTo>
                  <a:pt x="5427" y="22567"/>
                </a:lnTo>
                <a:lnTo>
                  <a:pt x="3597" y="20966"/>
                </a:lnTo>
                <a:lnTo>
                  <a:pt x="1996" y="19136"/>
                </a:lnTo>
                <a:lnTo>
                  <a:pt x="161" y="14707"/>
                </a:lnTo>
                <a:lnTo>
                  <a:pt x="0" y="12281"/>
                </a:lnTo>
                <a:lnTo>
                  <a:pt x="161" y="9855"/>
                </a:lnTo>
                <a:lnTo>
                  <a:pt x="1996" y="5427"/>
                </a:lnTo>
                <a:lnTo>
                  <a:pt x="3597" y="3597"/>
                </a:lnTo>
                <a:lnTo>
                  <a:pt x="5427" y="1996"/>
                </a:lnTo>
                <a:lnTo>
                  <a:pt x="9855" y="161"/>
                </a:lnTo>
                <a:lnTo>
                  <a:pt x="12281" y="0"/>
                </a:lnTo>
                <a:lnTo>
                  <a:pt x="14707" y="161"/>
                </a:lnTo>
                <a:lnTo>
                  <a:pt x="19136" y="1996"/>
                </a:lnTo>
                <a:lnTo>
                  <a:pt x="20966" y="3597"/>
                </a:lnTo>
                <a:lnTo>
                  <a:pt x="22567" y="5427"/>
                </a:lnTo>
                <a:lnTo>
                  <a:pt x="24401" y="9855"/>
                </a:lnTo>
                <a:lnTo>
                  <a:pt x="24563" y="12281"/>
                </a:lnTo>
                <a:lnTo>
                  <a:pt x="24401" y="14707"/>
                </a:lnTo>
                <a:lnTo>
                  <a:pt x="22567" y="19136"/>
                </a:lnTo>
                <a:lnTo>
                  <a:pt x="20966" y="20966"/>
                </a:lnTo>
                <a:lnTo>
                  <a:pt x="19136" y="22567"/>
                </a:lnTo>
                <a:lnTo>
                  <a:pt x="14707" y="24401"/>
                </a:lnTo>
                <a:lnTo>
                  <a:pt x="12281" y="24563"/>
                </a:lnTo>
                <a:lnTo>
                  <a:pt x="9855" y="2440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445" name="Shape 445"/>
          <p:cNvSpPr/>
          <p:nvPr/>
        </p:nvSpPr>
        <p:spPr>
          <a:xfrm>
            <a:off x="5995460" y="2017799"/>
            <a:ext cx="24696" cy="24696"/>
          </a:xfrm>
          <a:custGeom>
            <a:avLst/>
            <a:gdLst/>
            <a:ahLst/>
            <a:cxnLst/>
            <a:rect l="0" t="0" r="r" b="b"/>
            <a:pathLst>
              <a:path w="24696" h="24696">
                <a:moveTo>
                  <a:pt x="9908" y="24533"/>
                </a:moveTo>
                <a:lnTo>
                  <a:pt x="5456" y="22689"/>
                </a:lnTo>
                <a:lnTo>
                  <a:pt x="3616" y="21079"/>
                </a:lnTo>
                <a:lnTo>
                  <a:pt x="2006" y="19239"/>
                </a:lnTo>
                <a:lnTo>
                  <a:pt x="162" y="14787"/>
                </a:lnTo>
                <a:lnTo>
                  <a:pt x="0" y="12348"/>
                </a:lnTo>
                <a:lnTo>
                  <a:pt x="162" y="9908"/>
                </a:lnTo>
                <a:lnTo>
                  <a:pt x="2006" y="5456"/>
                </a:lnTo>
                <a:lnTo>
                  <a:pt x="3616" y="3616"/>
                </a:lnTo>
                <a:lnTo>
                  <a:pt x="5456" y="2006"/>
                </a:lnTo>
                <a:lnTo>
                  <a:pt x="9908" y="162"/>
                </a:lnTo>
                <a:lnTo>
                  <a:pt x="12348" y="0"/>
                </a:lnTo>
                <a:lnTo>
                  <a:pt x="14787" y="162"/>
                </a:lnTo>
                <a:lnTo>
                  <a:pt x="19239" y="2006"/>
                </a:lnTo>
                <a:lnTo>
                  <a:pt x="21079" y="3616"/>
                </a:lnTo>
                <a:lnTo>
                  <a:pt x="22689" y="5456"/>
                </a:lnTo>
                <a:lnTo>
                  <a:pt x="24533" y="9908"/>
                </a:lnTo>
                <a:lnTo>
                  <a:pt x="24696" y="12348"/>
                </a:lnTo>
                <a:lnTo>
                  <a:pt x="24533" y="14787"/>
                </a:lnTo>
                <a:lnTo>
                  <a:pt x="22689" y="19239"/>
                </a:lnTo>
                <a:lnTo>
                  <a:pt x="21079" y="21079"/>
                </a:lnTo>
                <a:lnTo>
                  <a:pt x="19239" y="22689"/>
                </a:lnTo>
                <a:lnTo>
                  <a:pt x="14787" y="24533"/>
                </a:lnTo>
                <a:lnTo>
                  <a:pt x="12348" y="24696"/>
                </a:lnTo>
                <a:lnTo>
                  <a:pt x="9908" y="2453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446" name="Shape 446"/>
          <p:cNvSpPr/>
          <p:nvPr/>
        </p:nvSpPr>
        <p:spPr>
          <a:xfrm>
            <a:off x="6060502" y="2027596"/>
            <a:ext cx="24872" cy="24872"/>
          </a:xfrm>
          <a:custGeom>
            <a:avLst/>
            <a:gdLst/>
            <a:ahLst/>
            <a:cxnLst/>
            <a:rect l="0" t="0" r="r" b="b"/>
            <a:pathLst>
              <a:path w="24872" h="24872">
                <a:moveTo>
                  <a:pt x="9979" y="24708"/>
                </a:moveTo>
                <a:lnTo>
                  <a:pt x="5495" y="22851"/>
                </a:lnTo>
                <a:lnTo>
                  <a:pt x="3642" y="21230"/>
                </a:lnTo>
                <a:lnTo>
                  <a:pt x="2021" y="19376"/>
                </a:lnTo>
                <a:lnTo>
                  <a:pt x="163" y="14893"/>
                </a:lnTo>
                <a:lnTo>
                  <a:pt x="0" y="12436"/>
                </a:lnTo>
                <a:lnTo>
                  <a:pt x="163" y="9979"/>
                </a:lnTo>
                <a:lnTo>
                  <a:pt x="2021" y="5495"/>
                </a:lnTo>
                <a:lnTo>
                  <a:pt x="3642" y="3642"/>
                </a:lnTo>
                <a:lnTo>
                  <a:pt x="5495" y="2021"/>
                </a:lnTo>
                <a:lnTo>
                  <a:pt x="9979" y="163"/>
                </a:lnTo>
                <a:lnTo>
                  <a:pt x="12436" y="0"/>
                </a:lnTo>
                <a:lnTo>
                  <a:pt x="14893" y="163"/>
                </a:lnTo>
                <a:lnTo>
                  <a:pt x="19376" y="2021"/>
                </a:lnTo>
                <a:lnTo>
                  <a:pt x="21230" y="3642"/>
                </a:lnTo>
                <a:lnTo>
                  <a:pt x="22851" y="5495"/>
                </a:lnTo>
                <a:lnTo>
                  <a:pt x="24708" y="9979"/>
                </a:lnTo>
                <a:lnTo>
                  <a:pt x="24872" y="12436"/>
                </a:lnTo>
                <a:lnTo>
                  <a:pt x="24708" y="14893"/>
                </a:lnTo>
                <a:lnTo>
                  <a:pt x="22851" y="19376"/>
                </a:lnTo>
                <a:lnTo>
                  <a:pt x="21230" y="21230"/>
                </a:lnTo>
                <a:lnTo>
                  <a:pt x="19376" y="22851"/>
                </a:lnTo>
                <a:lnTo>
                  <a:pt x="14893" y="24708"/>
                </a:lnTo>
                <a:lnTo>
                  <a:pt x="12436" y="24872"/>
                </a:lnTo>
                <a:lnTo>
                  <a:pt x="9979" y="24708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447" name="Shape 447"/>
          <p:cNvSpPr/>
          <p:nvPr/>
        </p:nvSpPr>
        <p:spPr>
          <a:xfrm>
            <a:off x="6134215" y="2038735"/>
            <a:ext cx="24989" cy="24989"/>
          </a:xfrm>
          <a:custGeom>
            <a:avLst/>
            <a:gdLst/>
            <a:ahLst/>
            <a:cxnLst/>
            <a:rect l="0" t="0" r="r" b="b"/>
            <a:pathLst>
              <a:path w="24989" h="24989">
                <a:moveTo>
                  <a:pt x="10026" y="24824"/>
                </a:moveTo>
                <a:lnTo>
                  <a:pt x="5521" y="22958"/>
                </a:lnTo>
                <a:lnTo>
                  <a:pt x="3659" y="21329"/>
                </a:lnTo>
                <a:lnTo>
                  <a:pt x="2030" y="19468"/>
                </a:lnTo>
                <a:lnTo>
                  <a:pt x="164" y="14963"/>
                </a:lnTo>
                <a:lnTo>
                  <a:pt x="0" y="12494"/>
                </a:lnTo>
                <a:lnTo>
                  <a:pt x="164" y="10026"/>
                </a:lnTo>
                <a:lnTo>
                  <a:pt x="2030" y="5521"/>
                </a:lnTo>
                <a:lnTo>
                  <a:pt x="3659" y="3659"/>
                </a:lnTo>
                <a:lnTo>
                  <a:pt x="5521" y="2030"/>
                </a:lnTo>
                <a:lnTo>
                  <a:pt x="10026" y="164"/>
                </a:lnTo>
                <a:lnTo>
                  <a:pt x="12494" y="0"/>
                </a:lnTo>
                <a:lnTo>
                  <a:pt x="14963" y="164"/>
                </a:lnTo>
                <a:lnTo>
                  <a:pt x="19468" y="2030"/>
                </a:lnTo>
                <a:lnTo>
                  <a:pt x="21329" y="3659"/>
                </a:lnTo>
                <a:lnTo>
                  <a:pt x="22958" y="5521"/>
                </a:lnTo>
                <a:lnTo>
                  <a:pt x="24824" y="10026"/>
                </a:lnTo>
                <a:lnTo>
                  <a:pt x="24989" y="12494"/>
                </a:lnTo>
                <a:lnTo>
                  <a:pt x="24824" y="14963"/>
                </a:lnTo>
                <a:lnTo>
                  <a:pt x="22958" y="19468"/>
                </a:lnTo>
                <a:lnTo>
                  <a:pt x="21329" y="21329"/>
                </a:lnTo>
                <a:lnTo>
                  <a:pt x="19468" y="22958"/>
                </a:lnTo>
                <a:lnTo>
                  <a:pt x="14963" y="24824"/>
                </a:lnTo>
                <a:lnTo>
                  <a:pt x="12494" y="24989"/>
                </a:lnTo>
                <a:lnTo>
                  <a:pt x="10026" y="24824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448" name="Shape 448"/>
          <p:cNvSpPr/>
          <p:nvPr/>
        </p:nvSpPr>
        <p:spPr>
          <a:xfrm>
            <a:off x="6189078" y="2047057"/>
            <a:ext cx="25002" cy="25002"/>
          </a:xfrm>
          <a:custGeom>
            <a:avLst/>
            <a:gdLst/>
            <a:ahLst/>
            <a:cxnLst/>
            <a:rect l="0" t="0" r="r" b="b"/>
            <a:pathLst>
              <a:path w="25002" h="25002">
                <a:moveTo>
                  <a:pt x="10031" y="24838"/>
                </a:moveTo>
                <a:lnTo>
                  <a:pt x="5524" y="22971"/>
                </a:lnTo>
                <a:lnTo>
                  <a:pt x="3661" y="21341"/>
                </a:lnTo>
                <a:lnTo>
                  <a:pt x="2031" y="19478"/>
                </a:lnTo>
                <a:lnTo>
                  <a:pt x="164" y="14971"/>
                </a:lnTo>
                <a:lnTo>
                  <a:pt x="0" y="12501"/>
                </a:lnTo>
                <a:lnTo>
                  <a:pt x="164" y="10031"/>
                </a:lnTo>
                <a:lnTo>
                  <a:pt x="2031" y="5524"/>
                </a:lnTo>
                <a:lnTo>
                  <a:pt x="3661" y="3661"/>
                </a:lnTo>
                <a:lnTo>
                  <a:pt x="5524" y="2031"/>
                </a:lnTo>
                <a:lnTo>
                  <a:pt x="10031" y="164"/>
                </a:lnTo>
                <a:lnTo>
                  <a:pt x="12501" y="0"/>
                </a:lnTo>
                <a:lnTo>
                  <a:pt x="14971" y="164"/>
                </a:lnTo>
                <a:lnTo>
                  <a:pt x="19478" y="2031"/>
                </a:lnTo>
                <a:lnTo>
                  <a:pt x="21341" y="3661"/>
                </a:lnTo>
                <a:lnTo>
                  <a:pt x="22971" y="5524"/>
                </a:lnTo>
                <a:lnTo>
                  <a:pt x="24838" y="10031"/>
                </a:lnTo>
                <a:lnTo>
                  <a:pt x="25002" y="12501"/>
                </a:lnTo>
                <a:lnTo>
                  <a:pt x="24838" y="14971"/>
                </a:lnTo>
                <a:lnTo>
                  <a:pt x="22971" y="19478"/>
                </a:lnTo>
                <a:lnTo>
                  <a:pt x="21341" y="21341"/>
                </a:lnTo>
                <a:lnTo>
                  <a:pt x="19478" y="22971"/>
                </a:lnTo>
                <a:lnTo>
                  <a:pt x="14971" y="24838"/>
                </a:lnTo>
                <a:lnTo>
                  <a:pt x="12501" y="25002"/>
                </a:lnTo>
                <a:lnTo>
                  <a:pt x="10031" y="24838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449" name="Shape 449"/>
          <p:cNvSpPr/>
          <p:nvPr/>
        </p:nvSpPr>
        <p:spPr>
          <a:xfrm>
            <a:off x="6280784" y="2060272"/>
            <a:ext cx="26662" cy="26662"/>
          </a:xfrm>
          <a:custGeom>
            <a:avLst/>
            <a:gdLst/>
            <a:ahLst/>
            <a:cxnLst/>
            <a:rect l="0" t="0" r="r" b="b"/>
            <a:pathLst>
              <a:path w="26662" h="26662">
                <a:moveTo>
                  <a:pt x="10697" y="26487"/>
                </a:moveTo>
                <a:lnTo>
                  <a:pt x="5891" y="24496"/>
                </a:lnTo>
                <a:lnTo>
                  <a:pt x="3904" y="22758"/>
                </a:lnTo>
                <a:lnTo>
                  <a:pt x="2166" y="20771"/>
                </a:lnTo>
                <a:lnTo>
                  <a:pt x="175" y="15965"/>
                </a:lnTo>
                <a:lnTo>
                  <a:pt x="0" y="13331"/>
                </a:lnTo>
                <a:lnTo>
                  <a:pt x="175" y="10697"/>
                </a:lnTo>
                <a:lnTo>
                  <a:pt x="2166" y="5891"/>
                </a:lnTo>
                <a:lnTo>
                  <a:pt x="3904" y="3904"/>
                </a:lnTo>
                <a:lnTo>
                  <a:pt x="5891" y="2166"/>
                </a:lnTo>
                <a:lnTo>
                  <a:pt x="10697" y="175"/>
                </a:lnTo>
                <a:lnTo>
                  <a:pt x="13331" y="0"/>
                </a:lnTo>
                <a:lnTo>
                  <a:pt x="15965" y="175"/>
                </a:lnTo>
                <a:lnTo>
                  <a:pt x="20771" y="2166"/>
                </a:lnTo>
                <a:lnTo>
                  <a:pt x="22758" y="3904"/>
                </a:lnTo>
                <a:lnTo>
                  <a:pt x="24496" y="5891"/>
                </a:lnTo>
                <a:lnTo>
                  <a:pt x="26487" y="10697"/>
                </a:lnTo>
                <a:lnTo>
                  <a:pt x="26662" y="13331"/>
                </a:lnTo>
                <a:lnTo>
                  <a:pt x="26487" y="15965"/>
                </a:lnTo>
                <a:lnTo>
                  <a:pt x="24496" y="20771"/>
                </a:lnTo>
                <a:lnTo>
                  <a:pt x="22758" y="22758"/>
                </a:lnTo>
                <a:lnTo>
                  <a:pt x="20771" y="24496"/>
                </a:lnTo>
                <a:lnTo>
                  <a:pt x="15965" y="26487"/>
                </a:lnTo>
                <a:lnTo>
                  <a:pt x="13331" y="26662"/>
                </a:lnTo>
                <a:lnTo>
                  <a:pt x="10697" y="26487"/>
                </a:lnTo>
                <a:close/>
              </a:path>
            </a:pathLst>
          </a:custGeom>
          <a:solidFill>
            <a:srgbClr val="70C976"/>
          </a:solidFill>
          <a:ln>
            <a:noFill/>
          </a:ln>
        </p:spPr>
      </p:sp>
      <p:sp>
        <p:nvSpPr>
          <p:cNvPr id="450" name="Shape 450"/>
          <p:cNvSpPr/>
          <p:nvPr/>
        </p:nvSpPr>
        <p:spPr>
          <a:xfrm>
            <a:off x="5513314" y="1957642"/>
            <a:ext cx="22152" cy="22152"/>
          </a:xfrm>
          <a:custGeom>
            <a:avLst/>
            <a:gdLst/>
            <a:ahLst/>
            <a:cxnLst/>
            <a:rect l="0" t="0" r="r" b="b"/>
            <a:pathLst>
              <a:path w="22152" h="22152">
                <a:moveTo>
                  <a:pt x="8888" y="22006"/>
                </a:moveTo>
                <a:lnTo>
                  <a:pt x="4894" y="20352"/>
                </a:lnTo>
                <a:lnTo>
                  <a:pt x="3244" y="18908"/>
                </a:lnTo>
                <a:lnTo>
                  <a:pt x="1800" y="17258"/>
                </a:lnTo>
                <a:lnTo>
                  <a:pt x="145" y="13264"/>
                </a:lnTo>
                <a:lnTo>
                  <a:pt x="0" y="11076"/>
                </a:lnTo>
                <a:lnTo>
                  <a:pt x="145" y="8888"/>
                </a:lnTo>
                <a:lnTo>
                  <a:pt x="1800" y="4894"/>
                </a:lnTo>
                <a:lnTo>
                  <a:pt x="3244" y="3244"/>
                </a:lnTo>
                <a:lnTo>
                  <a:pt x="4894" y="1800"/>
                </a:lnTo>
                <a:lnTo>
                  <a:pt x="8888" y="145"/>
                </a:lnTo>
                <a:lnTo>
                  <a:pt x="11076" y="0"/>
                </a:lnTo>
                <a:lnTo>
                  <a:pt x="13264" y="145"/>
                </a:lnTo>
                <a:lnTo>
                  <a:pt x="17258" y="1800"/>
                </a:lnTo>
                <a:lnTo>
                  <a:pt x="18908" y="3244"/>
                </a:lnTo>
                <a:lnTo>
                  <a:pt x="20352" y="4894"/>
                </a:lnTo>
                <a:lnTo>
                  <a:pt x="22006" y="8888"/>
                </a:lnTo>
                <a:lnTo>
                  <a:pt x="22152" y="11076"/>
                </a:lnTo>
                <a:lnTo>
                  <a:pt x="22006" y="13264"/>
                </a:lnTo>
                <a:lnTo>
                  <a:pt x="20352" y="17258"/>
                </a:lnTo>
                <a:lnTo>
                  <a:pt x="18908" y="18908"/>
                </a:lnTo>
                <a:lnTo>
                  <a:pt x="17258" y="20352"/>
                </a:lnTo>
                <a:lnTo>
                  <a:pt x="13264" y="22006"/>
                </a:lnTo>
                <a:lnTo>
                  <a:pt x="11076" y="22152"/>
                </a:lnTo>
                <a:lnTo>
                  <a:pt x="8888" y="2200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451" name="Shape 451"/>
          <p:cNvSpPr/>
          <p:nvPr/>
        </p:nvSpPr>
        <p:spPr>
          <a:xfrm>
            <a:off x="5534188" y="1961148"/>
            <a:ext cx="22405" cy="22405"/>
          </a:xfrm>
          <a:custGeom>
            <a:avLst/>
            <a:gdLst/>
            <a:ahLst/>
            <a:cxnLst/>
            <a:rect l="0" t="0" r="r" b="b"/>
            <a:pathLst>
              <a:path w="22405" h="22405">
                <a:moveTo>
                  <a:pt x="8989" y="22257"/>
                </a:moveTo>
                <a:lnTo>
                  <a:pt x="4950" y="20584"/>
                </a:lnTo>
                <a:lnTo>
                  <a:pt x="3281" y="19123"/>
                </a:lnTo>
                <a:lnTo>
                  <a:pt x="1820" y="17454"/>
                </a:lnTo>
                <a:lnTo>
                  <a:pt x="147" y="13415"/>
                </a:lnTo>
                <a:lnTo>
                  <a:pt x="0" y="11202"/>
                </a:lnTo>
                <a:lnTo>
                  <a:pt x="147" y="8989"/>
                </a:lnTo>
                <a:lnTo>
                  <a:pt x="1820" y="4950"/>
                </a:lnTo>
                <a:lnTo>
                  <a:pt x="3281" y="3281"/>
                </a:lnTo>
                <a:lnTo>
                  <a:pt x="4950" y="1820"/>
                </a:lnTo>
                <a:lnTo>
                  <a:pt x="8989" y="147"/>
                </a:lnTo>
                <a:lnTo>
                  <a:pt x="11202" y="0"/>
                </a:lnTo>
                <a:lnTo>
                  <a:pt x="13415" y="147"/>
                </a:lnTo>
                <a:lnTo>
                  <a:pt x="17454" y="1820"/>
                </a:lnTo>
                <a:lnTo>
                  <a:pt x="19123" y="3281"/>
                </a:lnTo>
                <a:lnTo>
                  <a:pt x="20584" y="4950"/>
                </a:lnTo>
                <a:lnTo>
                  <a:pt x="22257" y="8989"/>
                </a:lnTo>
                <a:lnTo>
                  <a:pt x="22405" y="11202"/>
                </a:lnTo>
                <a:lnTo>
                  <a:pt x="22257" y="13415"/>
                </a:lnTo>
                <a:lnTo>
                  <a:pt x="20584" y="17454"/>
                </a:lnTo>
                <a:lnTo>
                  <a:pt x="19123" y="19123"/>
                </a:lnTo>
                <a:lnTo>
                  <a:pt x="17454" y="20584"/>
                </a:lnTo>
                <a:lnTo>
                  <a:pt x="13415" y="22257"/>
                </a:lnTo>
                <a:lnTo>
                  <a:pt x="11202" y="22405"/>
                </a:lnTo>
                <a:lnTo>
                  <a:pt x="8989" y="22257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452" name="Shape 452"/>
          <p:cNvSpPr/>
          <p:nvPr/>
        </p:nvSpPr>
        <p:spPr>
          <a:xfrm>
            <a:off x="5548997" y="1963641"/>
            <a:ext cx="22571" cy="22571"/>
          </a:xfrm>
          <a:custGeom>
            <a:avLst/>
            <a:gdLst/>
            <a:ahLst/>
            <a:cxnLst/>
            <a:rect l="0" t="0" r="r" b="b"/>
            <a:pathLst>
              <a:path w="22571" h="22571">
                <a:moveTo>
                  <a:pt x="9056" y="22423"/>
                </a:moveTo>
                <a:lnTo>
                  <a:pt x="4987" y="20737"/>
                </a:lnTo>
                <a:lnTo>
                  <a:pt x="3305" y="19266"/>
                </a:lnTo>
                <a:lnTo>
                  <a:pt x="1834" y="17584"/>
                </a:lnTo>
                <a:lnTo>
                  <a:pt x="148" y="13515"/>
                </a:lnTo>
                <a:lnTo>
                  <a:pt x="0" y="11285"/>
                </a:lnTo>
                <a:lnTo>
                  <a:pt x="148" y="9056"/>
                </a:lnTo>
                <a:lnTo>
                  <a:pt x="1834" y="4987"/>
                </a:lnTo>
                <a:lnTo>
                  <a:pt x="3305" y="3305"/>
                </a:lnTo>
                <a:lnTo>
                  <a:pt x="4987" y="1834"/>
                </a:lnTo>
                <a:lnTo>
                  <a:pt x="9056" y="148"/>
                </a:lnTo>
                <a:lnTo>
                  <a:pt x="11285" y="0"/>
                </a:lnTo>
                <a:lnTo>
                  <a:pt x="13515" y="148"/>
                </a:lnTo>
                <a:lnTo>
                  <a:pt x="17584" y="1834"/>
                </a:lnTo>
                <a:lnTo>
                  <a:pt x="19266" y="3305"/>
                </a:lnTo>
                <a:lnTo>
                  <a:pt x="20737" y="4987"/>
                </a:lnTo>
                <a:lnTo>
                  <a:pt x="22423" y="9056"/>
                </a:lnTo>
                <a:lnTo>
                  <a:pt x="22571" y="11285"/>
                </a:lnTo>
                <a:lnTo>
                  <a:pt x="22423" y="13515"/>
                </a:lnTo>
                <a:lnTo>
                  <a:pt x="20737" y="17584"/>
                </a:lnTo>
                <a:lnTo>
                  <a:pt x="19266" y="19266"/>
                </a:lnTo>
                <a:lnTo>
                  <a:pt x="17584" y="20737"/>
                </a:lnTo>
                <a:lnTo>
                  <a:pt x="13515" y="22423"/>
                </a:lnTo>
                <a:lnTo>
                  <a:pt x="11285" y="22571"/>
                </a:lnTo>
                <a:lnTo>
                  <a:pt x="9056" y="2242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453" name="Shape 453"/>
          <p:cNvSpPr/>
          <p:nvPr/>
        </p:nvSpPr>
        <p:spPr>
          <a:xfrm>
            <a:off x="5564585" y="1966269"/>
            <a:ext cx="22737" cy="22737"/>
          </a:xfrm>
          <a:custGeom>
            <a:avLst/>
            <a:gdLst/>
            <a:ahLst/>
            <a:cxnLst/>
            <a:rect l="0" t="0" r="r" b="b"/>
            <a:pathLst>
              <a:path w="22737" h="22737">
                <a:moveTo>
                  <a:pt x="9122" y="22587"/>
                </a:moveTo>
                <a:lnTo>
                  <a:pt x="5023" y="20889"/>
                </a:lnTo>
                <a:lnTo>
                  <a:pt x="3329" y="19407"/>
                </a:lnTo>
                <a:lnTo>
                  <a:pt x="1847" y="17713"/>
                </a:lnTo>
                <a:lnTo>
                  <a:pt x="149" y="13614"/>
                </a:lnTo>
                <a:lnTo>
                  <a:pt x="0" y="11368"/>
                </a:lnTo>
                <a:lnTo>
                  <a:pt x="149" y="9122"/>
                </a:lnTo>
                <a:lnTo>
                  <a:pt x="1847" y="5023"/>
                </a:lnTo>
                <a:lnTo>
                  <a:pt x="3329" y="3329"/>
                </a:lnTo>
                <a:lnTo>
                  <a:pt x="5023" y="1847"/>
                </a:lnTo>
                <a:lnTo>
                  <a:pt x="9122" y="149"/>
                </a:lnTo>
                <a:lnTo>
                  <a:pt x="11368" y="0"/>
                </a:lnTo>
                <a:lnTo>
                  <a:pt x="13614" y="149"/>
                </a:lnTo>
                <a:lnTo>
                  <a:pt x="17713" y="1847"/>
                </a:lnTo>
                <a:lnTo>
                  <a:pt x="19407" y="3329"/>
                </a:lnTo>
                <a:lnTo>
                  <a:pt x="20889" y="5023"/>
                </a:lnTo>
                <a:lnTo>
                  <a:pt x="22587" y="9122"/>
                </a:lnTo>
                <a:lnTo>
                  <a:pt x="22737" y="11368"/>
                </a:lnTo>
                <a:lnTo>
                  <a:pt x="22587" y="13614"/>
                </a:lnTo>
                <a:lnTo>
                  <a:pt x="20889" y="17713"/>
                </a:lnTo>
                <a:lnTo>
                  <a:pt x="19407" y="19407"/>
                </a:lnTo>
                <a:lnTo>
                  <a:pt x="17713" y="20889"/>
                </a:lnTo>
                <a:lnTo>
                  <a:pt x="13614" y="22587"/>
                </a:lnTo>
                <a:lnTo>
                  <a:pt x="11368" y="22737"/>
                </a:lnTo>
                <a:lnTo>
                  <a:pt x="9122" y="22587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454" name="Shape 454"/>
          <p:cNvSpPr/>
          <p:nvPr/>
        </p:nvSpPr>
        <p:spPr>
          <a:xfrm>
            <a:off x="5589567" y="1970489"/>
            <a:ext cx="22982" cy="22982"/>
          </a:xfrm>
          <a:custGeom>
            <a:avLst/>
            <a:gdLst/>
            <a:ahLst/>
            <a:cxnLst/>
            <a:rect l="0" t="0" r="r" b="b"/>
            <a:pathLst>
              <a:path w="22982" h="22982">
                <a:moveTo>
                  <a:pt x="9221" y="22831"/>
                </a:moveTo>
                <a:lnTo>
                  <a:pt x="5077" y="21115"/>
                </a:lnTo>
                <a:lnTo>
                  <a:pt x="3365" y="19616"/>
                </a:lnTo>
                <a:lnTo>
                  <a:pt x="1867" y="17904"/>
                </a:lnTo>
                <a:lnTo>
                  <a:pt x="151" y="13761"/>
                </a:lnTo>
                <a:lnTo>
                  <a:pt x="0" y="11491"/>
                </a:lnTo>
                <a:lnTo>
                  <a:pt x="151" y="9221"/>
                </a:lnTo>
                <a:lnTo>
                  <a:pt x="1867" y="5077"/>
                </a:lnTo>
                <a:lnTo>
                  <a:pt x="3365" y="3365"/>
                </a:lnTo>
                <a:lnTo>
                  <a:pt x="5077" y="1867"/>
                </a:lnTo>
                <a:lnTo>
                  <a:pt x="9221" y="151"/>
                </a:lnTo>
                <a:lnTo>
                  <a:pt x="11491" y="0"/>
                </a:lnTo>
                <a:lnTo>
                  <a:pt x="13761" y="151"/>
                </a:lnTo>
                <a:lnTo>
                  <a:pt x="17904" y="1867"/>
                </a:lnTo>
                <a:lnTo>
                  <a:pt x="19616" y="3365"/>
                </a:lnTo>
                <a:lnTo>
                  <a:pt x="21115" y="5077"/>
                </a:lnTo>
                <a:lnTo>
                  <a:pt x="22831" y="9221"/>
                </a:lnTo>
                <a:lnTo>
                  <a:pt x="22982" y="11491"/>
                </a:lnTo>
                <a:lnTo>
                  <a:pt x="22831" y="13761"/>
                </a:lnTo>
                <a:lnTo>
                  <a:pt x="21115" y="17904"/>
                </a:lnTo>
                <a:lnTo>
                  <a:pt x="19616" y="19616"/>
                </a:lnTo>
                <a:lnTo>
                  <a:pt x="17904" y="21115"/>
                </a:lnTo>
                <a:lnTo>
                  <a:pt x="13761" y="22831"/>
                </a:lnTo>
                <a:lnTo>
                  <a:pt x="11491" y="22982"/>
                </a:lnTo>
                <a:lnTo>
                  <a:pt x="9221" y="22831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455" name="Shape 455"/>
          <p:cNvSpPr/>
          <p:nvPr/>
        </p:nvSpPr>
        <p:spPr>
          <a:xfrm>
            <a:off x="5616687" y="1975080"/>
            <a:ext cx="23225" cy="23225"/>
          </a:xfrm>
          <a:custGeom>
            <a:avLst/>
            <a:gdLst/>
            <a:ahLst/>
            <a:cxnLst/>
            <a:rect l="0" t="0" r="r" b="b"/>
            <a:pathLst>
              <a:path w="23225" h="23225">
                <a:moveTo>
                  <a:pt x="9318" y="23072"/>
                </a:moveTo>
                <a:lnTo>
                  <a:pt x="5131" y="21338"/>
                </a:lnTo>
                <a:lnTo>
                  <a:pt x="3401" y="19824"/>
                </a:lnTo>
                <a:lnTo>
                  <a:pt x="1887" y="18093"/>
                </a:lnTo>
                <a:lnTo>
                  <a:pt x="152" y="13906"/>
                </a:lnTo>
                <a:lnTo>
                  <a:pt x="0" y="11612"/>
                </a:lnTo>
                <a:lnTo>
                  <a:pt x="152" y="9318"/>
                </a:lnTo>
                <a:lnTo>
                  <a:pt x="1887" y="5131"/>
                </a:lnTo>
                <a:lnTo>
                  <a:pt x="3401" y="3401"/>
                </a:lnTo>
                <a:lnTo>
                  <a:pt x="5131" y="1887"/>
                </a:lnTo>
                <a:lnTo>
                  <a:pt x="9318" y="152"/>
                </a:lnTo>
                <a:lnTo>
                  <a:pt x="11612" y="0"/>
                </a:lnTo>
                <a:lnTo>
                  <a:pt x="13906" y="152"/>
                </a:lnTo>
                <a:lnTo>
                  <a:pt x="18093" y="1887"/>
                </a:lnTo>
                <a:lnTo>
                  <a:pt x="19824" y="3401"/>
                </a:lnTo>
                <a:lnTo>
                  <a:pt x="21338" y="5131"/>
                </a:lnTo>
                <a:lnTo>
                  <a:pt x="23072" y="9318"/>
                </a:lnTo>
                <a:lnTo>
                  <a:pt x="23225" y="11612"/>
                </a:lnTo>
                <a:lnTo>
                  <a:pt x="23072" y="13906"/>
                </a:lnTo>
                <a:lnTo>
                  <a:pt x="21338" y="18093"/>
                </a:lnTo>
                <a:lnTo>
                  <a:pt x="19824" y="19824"/>
                </a:lnTo>
                <a:lnTo>
                  <a:pt x="18093" y="21338"/>
                </a:lnTo>
                <a:lnTo>
                  <a:pt x="13906" y="23072"/>
                </a:lnTo>
                <a:lnTo>
                  <a:pt x="11612" y="23225"/>
                </a:lnTo>
                <a:lnTo>
                  <a:pt x="9318" y="2307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456" name="Shape 456"/>
          <p:cNvSpPr/>
          <p:nvPr/>
        </p:nvSpPr>
        <p:spPr>
          <a:xfrm>
            <a:off x="5636093" y="1978371"/>
            <a:ext cx="23385" cy="23385"/>
          </a:xfrm>
          <a:custGeom>
            <a:avLst/>
            <a:gdLst/>
            <a:ahLst/>
            <a:cxnLst/>
            <a:rect l="0" t="0" r="r" b="b"/>
            <a:pathLst>
              <a:path w="23385" h="23385">
                <a:moveTo>
                  <a:pt x="9382" y="23231"/>
                </a:moveTo>
                <a:lnTo>
                  <a:pt x="5167" y="21485"/>
                </a:lnTo>
                <a:lnTo>
                  <a:pt x="3424" y="19960"/>
                </a:lnTo>
                <a:lnTo>
                  <a:pt x="1900" y="18218"/>
                </a:lnTo>
                <a:lnTo>
                  <a:pt x="154" y="14002"/>
                </a:lnTo>
                <a:lnTo>
                  <a:pt x="0" y="11692"/>
                </a:lnTo>
                <a:lnTo>
                  <a:pt x="154" y="9382"/>
                </a:lnTo>
                <a:lnTo>
                  <a:pt x="1900" y="5167"/>
                </a:lnTo>
                <a:lnTo>
                  <a:pt x="3424" y="3424"/>
                </a:lnTo>
                <a:lnTo>
                  <a:pt x="5167" y="1900"/>
                </a:lnTo>
                <a:lnTo>
                  <a:pt x="9382" y="154"/>
                </a:lnTo>
                <a:lnTo>
                  <a:pt x="11692" y="0"/>
                </a:lnTo>
                <a:lnTo>
                  <a:pt x="14002" y="154"/>
                </a:lnTo>
                <a:lnTo>
                  <a:pt x="18218" y="1900"/>
                </a:lnTo>
                <a:lnTo>
                  <a:pt x="19960" y="3424"/>
                </a:lnTo>
                <a:lnTo>
                  <a:pt x="21485" y="5167"/>
                </a:lnTo>
                <a:lnTo>
                  <a:pt x="23231" y="9382"/>
                </a:lnTo>
                <a:lnTo>
                  <a:pt x="23385" y="11692"/>
                </a:lnTo>
                <a:lnTo>
                  <a:pt x="23231" y="14002"/>
                </a:lnTo>
                <a:lnTo>
                  <a:pt x="21485" y="18218"/>
                </a:lnTo>
                <a:lnTo>
                  <a:pt x="19960" y="19960"/>
                </a:lnTo>
                <a:lnTo>
                  <a:pt x="18218" y="21485"/>
                </a:lnTo>
                <a:lnTo>
                  <a:pt x="14002" y="23231"/>
                </a:lnTo>
                <a:lnTo>
                  <a:pt x="11692" y="23385"/>
                </a:lnTo>
                <a:lnTo>
                  <a:pt x="9382" y="23231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457" name="Shape 457"/>
          <p:cNvSpPr/>
          <p:nvPr/>
        </p:nvSpPr>
        <p:spPr>
          <a:xfrm>
            <a:off x="5667435" y="1983693"/>
            <a:ext cx="23623" cy="23623"/>
          </a:xfrm>
          <a:custGeom>
            <a:avLst/>
            <a:gdLst/>
            <a:ahLst/>
            <a:cxnLst/>
            <a:rect l="0" t="0" r="r" b="b"/>
            <a:pathLst>
              <a:path w="23623" h="23623">
                <a:moveTo>
                  <a:pt x="9478" y="23468"/>
                </a:moveTo>
                <a:lnTo>
                  <a:pt x="5219" y="21704"/>
                </a:lnTo>
                <a:lnTo>
                  <a:pt x="3459" y="20164"/>
                </a:lnTo>
                <a:lnTo>
                  <a:pt x="1919" y="18404"/>
                </a:lnTo>
                <a:lnTo>
                  <a:pt x="155" y="14145"/>
                </a:lnTo>
                <a:lnTo>
                  <a:pt x="0" y="11811"/>
                </a:lnTo>
                <a:lnTo>
                  <a:pt x="155" y="9478"/>
                </a:lnTo>
                <a:lnTo>
                  <a:pt x="1919" y="5219"/>
                </a:lnTo>
                <a:lnTo>
                  <a:pt x="3459" y="3459"/>
                </a:lnTo>
                <a:lnTo>
                  <a:pt x="5219" y="1919"/>
                </a:lnTo>
                <a:lnTo>
                  <a:pt x="9478" y="155"/>
                </a:lnTo>
                <a:lnTo>
                  <a:pt x="11811" y="0"/>
                </a:lnTo>
                <a:lnTo>
                  <a:pt x="14145" y="155"/>
                </a:lnTo>
                <a:lnTo>
                  <a:pt x="18404" y="1919"/>
                </a:lnTo>
                <a:lnTo>
                  <a:pt x="20164" y="3459"/>
                </a:lnTo>
                <a:lnTo>
                  <a:pt x="21704" y="5219"/>
                </a:lnTo>
                <a:lnTo>
                  <a:pt x="23468" y="9478"/>
                </a:lnTo>
                <a:lnTo>
                  <a:pt x="23623" y="11811"/>
                </a:lnTo>
                <a:lnTo>
                  <a:pt x="23468" y="14145"/>
                </a:lnTo>
                <a:lnTo>
                  <a:pt x="21704" y="18404"/>
                </a:lnTo>
                <a:lnTo>
                  <a:pt x="20164" y="20164"/>
                </a:lnTo>
                <a:lnTo>
                  <a:pt x="18404" y="21704"/>
                </a:lnTo>
                <a:lnTo>
                  <a:pt x="14145" y="23468"/>
                </a:lnTo>
                <a:lnTo>
                  <a:pt x="11811" y="23623"/>
                </a:lnTo>
                <a:lnTo>
                  <a:pt x="9478" y="23468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458" name="Shape 458"/>
          <p:cNvSpPr/>
          <p:nvPr/>
        </p:nvSpPr>
        <p:spPr>
          <a:xfrm>
            <a:off x="5701798" y="1989540"/>
            <a:ext cx="23859" cy="23859"/>
          </a:xfrm>
          <a:custGeom>
            <a:avLst/>
            <a:gdLst/>
            <a:ahLst/>
            <a:cxnLst/>
            <a:rect l="0" t="0" r="r" b="b"/>
            <a:pathLst>
              <a:path w="23859" h="23859">
                <a:moveTo>
                  <a:pt x="9572" y="23702"/>
                </a:moveTo>
                <a:lnTo>
                  <a:pt x="5271" y="21920"/>
                </a:lnTo>
                <a:lnTo>
                  <a:pt x="3494" y="20365"/>
                </a:lnTo>
                <a:lnTo>
                  <a:pt x="1938" y="18587"/>
                </a:lnTo>
                <a:lnTo>
                  <a:pt x="157" y="14286"/>
                </a:lnTo>
                <a:lnTo>
                  <a:pt x="0" y="11929"/>
                </a:lnTo>
                <a:lnTo>
                  <a:pt x="157" y="9572"/>
                </a:lnTo>
                <a:lnTo>
                  <a:pt x="1938" y="5271"/>
                </a:lnTo>
                <a:lnTo>
                  <a:pt x="3494" y="3494"/>
                </a:lnTo>
                <a:lnTo>
                  <a:pt x="5271" y="1938"/>
                </a:lnTo>
                <a:lnTo>
                  <a:pt x="9572" y="157"/>
                </a:lnTo>
                <a:lnTo>
                  <a:pt x="11929" y="0"/>
                </a:lnTo>
                <a:lnTo>
                  <a:pt x="14286" y="157"/>
                </a:lnTo>
                <a:lnTo>
                  <a:pt x="18587" y="1938"/>
                </a:lnTo>
                <a:lnTo>
                  <a:pt x="20365" y="3494"/>
                </a:lnTo>
                <a:lnTo>
                  <a:pt x="21920" y="5271"/>
                </a:lnTo>
                <a:lnTo>
                  <a:pt x="23702" y="9572"/>
                </a:lnTo>
                <a:lnTo>
                  <a:pt x="23859" y="11929"/>
                </a:lnTo>
                <a:lnTo>
                  <a:pt x="23702" y="14286"/>
                </a:lnTo>
                <a:lnTo>
                  <a:pt x="21920" y="18587"/>
                </a:lnTo>
                <a:lnTo>
                  <a:pt x="20365" y="20365"/>
                </a:lnTo>
                <a:lnTo>
                  <a:pt x="18587" y="21920"/>
                </a:lnTo>
                <a:lnTo>
                  <a:pt x="14286" y="23702"/>
                </a:lnTo>
                <a:lnTo>
                  <a:pt x="11929" y="23859"/>
                </a:lnTo>
                <a:lnTo>
                  <a:pt x="9572" y="2370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459" name="Shape 459"/>
          <p:cNvSpPr/>
          <p:nvPr/>
        </p:nvSpPr>
        <p:spPr>
          <a:xfrm>
            <a:off x="5726607" y="1993768"/>
            <a:ext cx="24014" cy="24014"/>
          </a:xfrm>
          <a:custGeom>
            <a:avLst/>
            <a:gdLst/>
            <a:ahLst/>
            <a:cxnLst/>
            <a:rect l="0" t="0" r="r" b="b"/>
            <a:pathLst>
              <a:path w="24014" h="24014">
                <a:moveTo>
                  <a:pt x="9635" y="23856"/>
                </a:moveTo>
                <a:lnTo>
                  <a:pt x="5305" y="22063"/>
                </a:lnTo>
                <a:lnTo>
                  <a:pt x="3516" y="20497"/>
                </a:lnTo>
                <a:lnTo>
                  <a:pt x="1951" y="18708"/>
                </a:lnTo>
                <a:lnTo>
                  <a:pt x="158" y="14379"/>
                </a:lnTo>
                <a:lnTo>
                  <a:pt x="0" y="12007"/>
                </a:lnTo>
                <a:lnTo>
                  <a:pt x="158" y="9635"/>
                </a:lnTo>
                <a:lnTo>
                  <a:pt x="1951" y="5305"/>
                </a:lnTo>
                <a:lnTo>
                  <a:pt x="3516" y="3516"/>
                </a:lnTo>
                <a:lnTo>
                  <a:pt x="5305" y="1951"/>
                </a:lnTo>
                <a:lnTo>
                  <a:pt x="9635" y="158"/>
                </a:lnTo>
                <a:lnTo>
                  <a:pt x="12007" y="0"/>
                </a:lnTo>
                <a:lnTo>
                  <a:pt x="14379" y="158"/>
                </a:lnTo>
                <a:lnTo>
                  <a:pt x="18708" y="1951"/>
                </a:lnTo>
                <a:lnTo>
                  <a:pt x="20497" y="3516"/>
                </a:lnTo>
                <a:lnTo>
                  <a:pt x="22063" y="5305"/>
                </a:lnTo>
                <a:lnTo>
                  <a:pt x="23856" y="9635"/>
                </a:lnTo>
                <a:lnTo>
                  <a:pt x="24014" y="12007"/>
                </a:lnTo>
                <a:lnTo>
                  <a:pt x="23856" y="14379"/>
                </a:lnTo>
                <a:lnTo>
                  <a:pt x="22063" y="18708"/>
                </a:lnTo>
                <a:lnTo>
                  <a:pt x="20497" y="20497"/>
                </a:lnTo>
                <a:lnTo>
                  <a:pt x="18708" y="22063"/>
                </a:lnTo>
                <a:lnTo>
                  <a:pt x="14379" y="23856"/>
                </a:lnTo>
                <a:lnTo>
                  <a:pt x="12007" y="24014"/>
                </a:lnTo>
                <a:lnTo>
                  <a:pt x="9635" y="23856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460" name="Shape 460"/>
          <p:cNvSpPr/>
          <p:nvPr/>
        </p:nvSpPr>
        <p:spPr>
          <a:xfrm>
            <a:off x="5767069" y="2000672"/>
            <a:ext cx="24244" cy="24244"/>
          </a:xfrm>
          <a:custGeom>
            <a:avLst/>
            <a:gdLst/>
            <a:ahLst/>
            <a:cxnLst/>
            <a:rect l="0" t="0" r="r" b="b"/>
            <a:pathLst>
              <a:path w="24244" h="24244">
                <a:moveTo>
                  <a:pt x="9727" y="24085"/>
                </a:moveTo>
                <a:lnTo>
                  <a:pt x="5356" y="22274"/>
                </a:lnTo>
                <a:lnTo>
                  <a:pt x="3550" y="20694"/>
                </a:lnTo>
                <a:lnTo>
                  <a:pt x="1970" y="18887"/>
                </a:lnTo>
                <a:lnTo>
                  <a:pt x="159" y="14517"/>
                </a:lnTo>
                <a:lnTo>
                  <a:pt x="0" y="12122"/>
                </a:lnTo>
                <a:lnTo>
                  <a:pt x="159" y="9727"/>
                </a:lnTo>
                <a:lnTo>
                  <a:pt x="1970" y="5356"/>
                </a:lnTo>
                <a:lnTo>
                  <a:pt x="3550" y="3550"/>
                </a:lnTo>
                <a:lnTo>
                  <a:pt x="5356" y="1970"/>
                </a:lnTo>
                <a:lnTo>
                  <a:pt x="9727" y="159"/>
                </a:lnTo>
                <a:lnTo>
                  <a:pt x="12122" y="0"/>
                </a:lnTo>
                <a:lnTo>
                  <a:pt x="14517" y="159"/>
                </a:lnTo>
                <a:lnTo>
                  <a:pt x="18887" y="1970"/>
                </a:lnTo>
                <a:lnTo>
                  <a:pt x="20694" y="3550"/>
                </a:lnTo>
                <a:lnTo>
                  <a:pt x="22274" y="5356"/>
                </a:lnTo>
                <a:lnTo>
                  <a:pt x="24085" y="9727"/>
                </a:lnTo>
                <a:lnTo>
                  <a:pt x="24244" y="12122"/>
                </a:lnTo>
                <a:lnTo>
                  <a:pt x="24085" y="14517"/>
                </a:lnTo>
                <a:lnTo>
                  <a:pt x="22274" y="18887"/>
                </a:lnTo>
                <a:lnTo>
                  <a:pt x="20694" y="20694"/>
                </a:lnTo>
                <a:lnTo>
                  <a:pt x="18887" y="22274"/>
                </a:lnTo>
                <a:lnTo>
                  <a:pt x="14517" y="24085"/>
                </a:lnTo>
                <a:lnTo>
                  <a:pt x="12122" y="24244"/>
                </a:lnTo>
                <a:lnTo>
                  <a:pt x="9727" y="24085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461" name="Shape 461"/>
          <p:cNvSpPr/>
          <p:nvPr/>
        </p:nvSpPr>
        <p:spPr>
          <a:xfrm>
            <a:off x="5811999" y="2008350"/>
            <a:ext cx="24471" cy="24471"/>
          </a:xfrm>
          <a:custGeom>
            <a:avLst/>
            <a:gdLst/>
            <a:ahLst/>
            <a:cxnLst/>
            <a:rect l="0" t="0" r="r" b="b"/>
            <a:pathLst>
              <a:path w="24471" h="24471">
                <a:moveTo>
                  <a:pt x="9818" y="24309"/>
                </a:moveTo>
                <a:lnTo>
                  <a:pt x="5406" y="22482"/>
                </a:lnTo>
                <a:lnTo>
                  <a:pt x="3583" y="20887"/>
                </a:lnTo>
                <a:lnTo>
                  <a:pt x="1988" y="19064"/>
                </a:lnTo>
                <a:lnTo>
                  <a:pt x="161" y="14652"/>
                </a:lnTo>
                <a:lnTo>
                  <a:pt x="0" y="12235"/>
                </a:lnTo>
                <a:lnTo>
                  <a:pt x="161" y="9818"/>
                </a:lnTo>
                <a:lnTo>
                  <a:pt x="1988" y="5406"/>
                </a:lnTo>
                <a:lnTo>
                  <a:pt x="3583" y="3583"/>
                </a:lnTo>
                <a:lnTo>
                  <a:pt x="5406" y="1988"/>
                </a:lnTo>
                <a:lnTo>
                  <a:pt x="9818" y="161"/>
                </a:lnTo>
                <a:lnTo>
                  <a:pt x="12235" y="0"/>
                </a:lnTo>
                <a:lnTo>
                  <a:pt x="14652" y="161"/>
                </a:lnTo>
                <a:lnTo>
                  <a:pt x="19064" y="1988"/>
                </a:lnTo>
                <a:lnTo>
                  <a:pt x="20887" y="3583"/>
                </a:lnTo>
                <a:lnTo>
                  <a:pt x="22482" y="5406"/>
                </a:lnTo>
                <a:lnTo>
                  <a:pt x="24309" y="9818"/>
                </a:lnTo>
                <a:lnTo>
                  <a:pt x="24471" y="12235"/>
                </a:lnTo>
                <a:lnTo>
                  <a:pt x="24309" y="14652"/>
                </a:lnTo>
                <a:lnTo>
                  <a:pt x="22482" y="19064"/>
                </a:lnTo>
                <a:lnTo>
                  <a:pt x="20887" y="20887"/>
                </a:lnTo>
                <a:lnTo>
                  <a:pt x="19064" y="22482"/>
                </a:lnTo>
                <a:lnTo>
                  <a:pt x="14652" y="24309"/>
                </a:lnTo>
                <a:lnTo>
                  <a:pt x="12235" y="24471"/>
                </a:lnTo>
                <a:lnTo>
                  <a:pt x="9818" y="24309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462" name="Shape 462"/>
          <p:cNvSpPr/>
          <p:nvPr/>
        </p:nvSpPr>
        <p:spPr>
          <a:xfrm>
            <a:off x="5844813" y="2013965"/>
            <a:ext cx="24619" cy="24619"/>
          </a:xfrm>
          <a:custGeom>
            <a:avLst/>
            <a:gdLst/>
            <a:ahLst/>
            <a:cxnLst/>
            <a:rect l="0" t="0" r="r" b="b"/>
            <a:pathLst>
              <a:path w="24619" h="24619">
                <a:moveTo>
                  <a:pt x="9877" y="24457"/>
                </a:moveTo>
                <a:lnTo>
                  <a:pt x="5439" y="22618"/>
                </a:lnTo>
                <a:lnTo>
                  <a:pt x="3605" y="21013"/>
                </a:lnTo>
                <a:lnTo>
                  <a:pt x="2000" y="19179"/>
                </a:lnTo>
                <a:lnTo>
                  <a:pt x="162" y="14741"/>
                </a:lnTo>
                <a:lnTo>
                  <a:pt x="0" y="12309"/>
                </a:lnTo>
                <a:lnTo>
                  <a:pt x="162" y="9877"/>
                </a:lnTo>
                <a:lnTo>
                  <a:pt x="2000" y="5439"/>
                </a:lnTo>
                <a:lnTo>
                  <a:pt x="3605" y="3605"/>
                </a:lnTo>
                <a:lnTo>
                  <a:pt x="5439" y="2000"/>
                </a:lnTo>
                <a:lnTo>
                  <a:pt x="9877" y="162"/>
                </a:lnTo>
                <a:lnTo>
                  <a:pt x="12309" y="0"/>
                </a:lnTo>
                <a:lnTo>
                  <a:pt x="14741" y="162"/>
                </a:lnTo>
                <a:lnTo>
                  <a:pt x="19179" y="2000"/>
                </a:lnTo>
                <a:lnTo>
                  <a:pt x="21013" y="3605"/>
                </a:lnTo>
                <a:lnTo>
                  <a:pt x="22618" y="5439"/>
                </a:lnTo>
                <a:lnTo>
                  <a:pt x="24457" y="9877"/>
                </a:lnTo>
                <a:lnTo>
                  <a:pt x="24619" y="12309"/>
                </a:lnTo>
                <a:lnTo>
                  <a:pt x="24457" y="14741"/>
                </a:lnTo>
                <a:lnTo>
                  <a:pt x="22618" y="19179"/>
                </a:lnTo>
                <a:lnTo>
                  <a:pt x="21013" y="21013"/>
                </a:lnTo>
                <a:lnTo>
                  <a:pt x="19179" y="22618"/>
                </a:lnTo>
                <a:lnTo>
                  <a:pt x="14741" y="24457"/>
                </a:lnTo>
                <a:lnTo>
                  <a:pt x="12309" y="24619"/>
                </a:lnTo>
                <a:lnTo>
                  <a:pt x="9877" y="24457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463" name="Shape 463"/>
          <p:cNvSpPr/>
          <p:nvPr/>
        </p:nvSpPr>
        <p:spPr>
          <a:xfrm>
            <a:off x="5880234" y="2020032"/>
            <a:ext cx="24763" cy="24763"/>
          </a:xfrm>
          <a:custGeom>
            <a:avLst/>
            <a:gdLst/>
            <a:ahLst/>
            <a:cxnLst/>
            <a:rect l="0" t="0" r="r" b="b"/>
            <a:pathLst>
              <a:path w="24763" h="24763">
                <a:moveTo>
                  <a:pt x="9935" y="24600"/>
                </a:moveTo>
                <a:lnTo>
                  <a:pt x="5471" y="22751"/>
                </a:lnTo>
                <a:lnTo>
                  <a:pt x="3626" y="21137"/>
                </a:lnTo>
                <a:lnTo>
                  <a:pt x="2012" y="19292"/>
                </a:lnTo>
                <a:lnTo>
                  <a:pt x="163" y="14827"/>
                </a:lnTo>
                <a:lnTo>
                  <a:pt x="0" y="12381"/>
                </a:lnTo>
                <a:lnTo>
                  <a:pt x="163" y="9935"/>
                </a:lnTo>
                <a:lnTo>
                  <a:pt x="2012" y="5471"/>
                </a:lnTo>
                <a:lnTo>
                  <a:pt x="3626" y="3626"/>
                </a:lnTo>
                <a:lnTo>
                  <a:pt x="5471" y="2012"/>
                </a:lnTo>
                <a:lnTo>
                  <a:pt x="9935" y="163"/>
                </a:lnTo>
                <a:lnTo>
                  <a:pt x="12381" y="0"/>
                </a:lnTo>
                <a:lnTo>
                  <a:pt x="14827" y="163"/>
                </a:lnTo>
                <a:lnTo>
                  <a:pt x="19292" y="2012"/>
                </a:lnTo>
                <a:lnTo>
                  <a:pt x="21137" y="3626"/>
                </a:lnTo>
                <a:lnTo>
                  <a:pt x="22751" y="5471"/>
                </a:lnTo>
                <a:lnTo>
                  <a:pt x="24600" y="9935"/>
                </a:lnTo>
                <a:lnTo>
                  <a:pt x="24763" y="12381"/>
                </a:lnTo>
                <a:lnTo>
                  <a:pt x="24600" y="14827"/>
                </a:lnTo>
                <a:lnTo>
                  <a:pt x="22751" y="19292"/>
                </a:lnTo>
                <a:lnTo>
                  <a:pt x="21137" y="21137"/>
                </a:lnTo>
                <a:lnTo>
                  <a:pt x="19292" y="22751"/>
                </a:lnTo>
                <a:lnTo>
                  <a:pt x="14827" y="24600"/>
                </a:lnTo>
                <a:lnTo>
                  <a:pt x="12381" y="24763"/>
                </a:lnTo>
                <a:lnTo>
                  <a:pt x="9935" y="24600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464" name="Shape 464"/>
          <p:cNvSpPr/>
          <p:nvPr/>
        </p:nvSpPr>
        <p:spPr>
          <a:xfrm>
            <a:off x="5938975" y="2030109"/>
            <a:ext cx="24968" cy="24968"/>
          </a:xfrm>
          <a:custGeom>
            <a:avLst/>
            <a:gdLst/>
            <a:ahLst/>
            <a:cxnLst/>
            <a:rect l="0" t="0" r="r" b="b"/>
            <a:pathLst>
              <a:path w="24968" h="24968">
                <a:moveTo>
                  <a:pt x="10017" y="24803"/>
                </a:moveTo>
                <a:lnTo>
                  <a:pt x="5516" y="22939"/>
                </a:lnTo>
                <a:lnTo>
                  <a:pt x="3656" y="21311"/>
                </a:lnTo>
                <a:lnTo>
                  <a:pt x="2028" y="19451"/>
                </a:lnTo>
                <a:lnTo>
                  <a:pt x="164" y="14950"/>
                </a:lnTo>
                <a:lnTo>
                  <a:pt x="0" y="12484"/>
                </a:lnTo>
                <a:lnTo>
                  <a:pt x="164" y="10017"/>
                </a:lnTo>
                <a:lnTo>
                  <a:pt x="2028" y="5516"/>
                </a:lnTo>
                <a:lnTo>
                  <a:pt x="3656" y="3656"/>
                </a:lnTo>
                <a:lnTo>
                  <a:pt x="5516" y="2028"/>
                </a:lnTo>
                <a:lnTo>
                  <a:pt x="10017" y="164"/>
                </a:lnTo>
                <a:lnTo>
                  <a:pt x="12484" y="0"/>
                </a:lnTo>
                <a:lnTo>
                  <a:pt x="14950" y="164"/>
                </a:lnTo>
                <a:lnTo>
                  <a:pt x="19451" y="2028"/>
                </a:lnTo>
                <a:lnTo>
                  <a:pt x="21311" y="3656"/>
                </a:lnTo>
                <a:lnTo>
                  <a:pt x="22939" y="5516"/>
                </a:lnTo>
                <a:lnTo>
                  <a:pt x="24803" y="10017"/>
                </a:lnTo>
                <a:lnTo>
                  <a:pt x="24968" y="12484"/>
                </a:lnTo>
                <a:lnTo>
                  <a:pt x="24803" y="14950"/>
                </a:lnTo>
                <a:lnTo>
                  <a:pt x="22939" y="19451"/>
                </a:lnTo>
                <a:lnTo>
                  <a:pt x="21311" y="21311"/>
                </a:lnTo>
                <a:lnTo>
                  <a:pt x="19451" y="22939"/>
                </a:lnTo>
                <a:lnTo>
                  <a:pt x="14950" y="24803"/>
                </a:lnTo>
                <a:lnTo>
                  <a:pt x="12484" y="24968"/>
                </a:lnTo>
                <a:lnTo>
                  <a:pt x="10017" y="24803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465" name="Shape 465"/>
          <p:cNvSpPr/>
          <p:nvPr/>
        </p:nvSpPr>
        <p:spPr>
          <a:xfrm>
            <a:off x="6005672" y="2041580"/>
            <a:ext cx="25128" cy="25128"/>
          </a:xfrm>
          <a:custGeom>
            <a:avLst/>
            <a:gdLst/>
            <a:ahLst/>
            <a:cxnLst/>
            <a:rect l="0" t="0" r="r" b="b"/>
            <a:pathLst>
              <a:path w="25128" h="25128">
                <a:moveTo>
                  <a:pt x="10082" y="24963"/>
                </a:moveTo>
                <a:lnTo>
                  <a:pt x="5552" y="23086"/>
                </a:lnTo>
                <a:lnTo>
                  <a:pt x="3680" y="21448"/>
                </a:lnTo>
                <a:lnTo>
                  <a:pt x="2041" y="19576"/>
                </a:lnTo>
                <a:lnTo>
                  <a:pt x="165" y="15046"/>
                </a:lnTo>
                <a:lnTo>
                  <a:pt x="0" y="12564"/>
                </a:lnTo>
                <a:lnTo>
                  <a:pt x="165" y="10082"/>
                </a:lnTo>
                <a:lnTo>
                  <a:pt x="2041" y="5552"/>
                </a:lnTo>
                <a:lnTo>
                  <a:pt x="3680" y="3680"/>
                </a:lnTo>
                <a:lnTo>
                  <a:pt x="5552" y="2041"/>
                </a:lnTo>
                <a:lnTo>
                  <a:pt x="10082" y="165"/>
                </a:lnTo>
                <a:lnTo>
                  <a:pt x="12564" y="0"/>
                </a:lnTo>
                <a:lnTo>
                  <a:pt x="15046" y="165"/>
                </a:lnTo>
                <a:lnTo>
                  <a:pt x="19576" y="2041"/>
                </a:lnTo>
                <a:lnTo>
                  <a:pt x="21448" y="3680"/>
                </a:lnTo>
                <a:lnTo>
                  <a:pt x="23086" y="5552"/>
                </a:lnTo>
                <a:lnTo>
                  <a:pt x="24963" y="10082"/>
                </a:lnTo>
                <a:lnTo>
                  <a:pt x="25128" y="12564"/>
                </a:lnTo>
                <a:lnTo>
                  <a:pt x="24963" y="15046"/>
                </a:lnTo>
                <a:lnTo>
                  <a:pt x="23086" y="19576"/>
                </a:lnTo>
                <a:lnTo>
                  <a:pt x="21448" y="21448"/>
                </a:lnTo>
                <a:lnTo>
                  <a:pt x="19576" y="23086"/>
                </a:lnTo>
                <a:lnTo>
                  <a:pt x="15046" y="24963"/>
                </a:lnTo>
                <a:lnTo>
                  <a:pt x="12564" y="25128"/>
                </a:lnTo>
                <a:lnTo>
                  <a:pt x="10082" y="24963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466" name="Shape 466"/>
          <p:cNvSpPr/>
          <p:nvPr/>
        </p:nvSpPr>
        <p:spPr>
          <a:xfrm>
            <a:off x="6055416" y="2050176"/>
            <a:ext cx="25150" cy="25150"/>
          </a:xfrm>
          <a:custGeom>
            <a:avLst/>
            <a:gdLst/>
            <a:ahLst/>
            <a:cxnLst/>
            <a:rect l="0" t="0" r="r" b="b"/>
            <a:pathLst>
              <a:path w="25150" h="25150">
                <a:moveTo>
                  <a:pt x="10091" y="24985"/>
                </a:moveTo>
                <a:lnTo>
                  <a:pt x="5556" y="23107"/>
                </a:lnTo>
                <a:lnTo>
                  <a:pt x="3683" y="21467"/>
                </a:lnTo>
                <a:lnTo>
                  <a:pt x="2043" y="19593"/>
                </a:lnTo>
                <a:lnTo>
                  <a:pt x="165" y="15059"/>
                </a:lnTo>
                <a:lnTo>
                  <a:pt x="0" y="12575"/>
                </a:lnTo>
                <a:lnTo>
                  <a:pt x="165" y="10091"/>
                </a:lnTo>
                <a:lnTo>
                  <a:pt x="2043" y="5556"/>
                </a:lnTo>
                <a:lnTo>
                  <a:pt x="3683" y="3683"/>
                </a:lnTo>
                <a:lnTo>
                  <a:pt x="5556" y="2043"/>
                </a:lnTo>
                <a:lnTo>
                  <a:pt x="10091" y="165"/>
                </a:lnTo>
                <a:lnTo>
                  <a:pt x="12575" y="0"/>
                </a:lnTo>
                <a:lnTo>
                  <a:pt x="15059" y="165"/>
                </a:lnTo>
                <a:lnTo>
                  <a:pt x="19593" y="2043"/>
                </a:lnTo>
                <a:lnTo>
                  <a:pt x="21467" y="3683"/>
                </a:lnTo>
                <a:lnTo>
                  <a:pt x="23107" y="5556"/>
                </a:lnTo>
                <a:lnTo>
                  <a:pt x="24985" y="10091"/>
                </a:lnTo>
                <a:lnTo>
                  <a:pt x="25150" y="12575"/>
                </a:lnTo>
                <a:lnTo>
                  <a:pt x="24985" y="15059"/>
                </a:lnTo>
                <a:lnTo>
                  <a:pt x="23107" y="19593"/>
                </a:lnTo>
                <a:lnTo>
                  <a:pt x="21467" y="21467"/>
                </a:lnTo>
                <a:lnTo>
                  <a:pt x="19593" y="23107"/>
                </a:lnTo>
                <a:lnTo>
                  <a:pt x="15059" y="24985"/>
                </a:lnTo>
                <a:lnTo>
                  <a:pt x="12575" y="25150"/>
                </a:lnTo>
                <a:lnTo>
                  <a:pt x="10091" y="2498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467" name="Shape 467"/>
          <p:cNvSpPr/>
          <p:nvPr/>
        </p:nvSpPr>
        <p:spPr>
          <a:xfrm>
            <a:off x="6139560" y="2064784"/>
            <a:ext cx="25021" cy="25021"/>
          </a:xfrm>
          <a:custGeom>
            <a:avLst/>
            <a:gdLst/>
            <a:ahLst/>
            <a:cxnLst/>
            <a:rect l="0" t="0" r="r" b="b"/>
            <a:pathLst>
              <a:path w="25021" h="25021">
                <a:moveTo>
                  <a:pt x="10039" y="24857"/>
                </a:moveTo>
                <a:lnTo>
                  <a:pt x="5528" y="22988"/>
                </a:lnTo>
                <a:lnTo>
                  <a:pt x="3664" y="21357"/>
                </a:lnTo>
                <a:lnTo>
                  <a:pt x="2033" y="19493"/>
                </a:lnTo>
                <a:lnTo>
                  <a:pt x="164" y="14982"/>
                </a:lnTo>
                <a:lnTo>
                  <a:pt x="0" y="12510"/>
                </a:lnTo>
                <a:lnTo>
                  <a:pt x="164" y="10039"/>
                </a:lnTo>
                <a:lnTo>
                  <a:pt x="2033" y="5528"/>
                </a:lnTo>
                <a:lnTo>
                  <a:pt x="3664" y="3664"/>
                </a:lnTo>
                <a:lnTo>
                  <a:pt x="5528" y="2033"/>
                </a:lnTo>
                <a:lnTo>
                  <a:pt x="10039" y="164"/>
                </a:lnTo>
                <a:lnTo>
                  <a:pt x="12510" y="0"/>
                </a:lnTo>
                <a:lnTo>
                  <a:pt x="14982" y="164"/>
                </a:lnTo>
                <a:lnTo>
                  <a:pt x="19493" y="2033"/>
                </a:lnTo>
                <a:lnTo>
                  <a:pt x="21357" y="3664"/>
                </a:lnTo>
                <a:lnTo>
                  <a:pt x="22988" y="5528"/>
                </a:lnTo>
                <a:lnTo>
                  <a:pt x="24857" y="10039"/>
                </a:lnTo>
                <a:lnTo>
                  <a:pt x="25021" y="12510"/>
                </a:lnTo>
                <a:lnTo>
                  <a:pt x="24857" y="14982"/>
                </a:lnTo>
                <a:lnTo>
                  <a:pt x="22988" y="19493"/>
                </a:lnTo>
                <a:lnTo>
                  <a:pt x="21357" y="21357"/>
                </a:lnTo>
                <a:lnTo>
                  <a:pt x="19493" y="22988"/>
                </a:lnTo>
                <a:lnTo>
                  <a:pt x="14982" y="24857"/>
                </a:lnTo>
                <a:lnTo>
                  <a:pt x="12510" y="25021"/>
                </a:lnTo>
                <a:lnTo>
                  <a:pt x="10039" y="24857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468" name="Shape 468"/>
          <p:cNvSpPr/>
          <p:nvPr/>
        </p:nvSpPr>
        <p:spPr>
          <a:xfrm>
            <a:off x="6237557" y="2081817"/>
            <a:ext cx="24824" cy="24824"/>
          </a:xfrm>
          <a:custGeom>
            <a:avLst/>
            <a:gdLst/>
            <a:ahLst/>
            <a:cxnLst/>
            <a:rect l="0" t="0" r="r" b="b"/>
            <a:pathLst>
              <a:path w="24824" h="24824">
                <a:moveTo>
                  <a:pt x="9960" y="24661"/>
                </a:moveTo>
                <a:lnTo>
                  <a:pt x="5484" y="22807"/>
                </a:lnTo>
                <a:lnTo>
                  <a:pt x="3635" y="21189"/>
                </a:lnTo>
                <a:lnTo>
                  <a:pt x="2017" y="19339"/>
                </a:lnTo>
                <a:lnTo>
                  <a:pt x="163" y="14864"/>
                </a:lnTo>
                <a:lnTo>
                  <a:pt x="0" y="12412"/>
                </a:lnTo>
                <a:lnTo>
                  <a:pt x="163" y="9960"/>
                </a:lnTo>
                <a:lnTo>
                  <a:pt x="2017" y="5484"/>
                </a:lnTo>
                <a:lnTo>
                  <a:pt x="3635" y="3635"/>
                </a:lnTo>
                <a:lnTo>
                  <a:pt x="5484" y="2017"/>
                </a:lnTo>
                <a:lnTo>
                  <a:pt x="9960" y="163"/>
                </a:lnTo>
                <a:lnTo>
                  <a:pt x="12412" y="0"/>
                </a:lnTo>
                <a:lnTo>
                  <a:pt x="14864" y="163"/>
                </a:lnTo>
                <a:lnTo>
                  <a:pt x="19339" y="2017"/>
                </a:lnTo>
                <a:lnTo>
                  <a:pt x="21189" y="3635"/>
                </a:lnTo>
                <a:lnTo>
                  <a:pt x="22807" y="5484"/>
                </a:lnTo>
                <a:lnTo>
                  <a:pt x="24661" y="9960"/>
                </a:lnTo>
                <a:lnTo>
                  <a:pt x="24824" y="12412"/>
                </a:lnTo>
                <a:lnTo>
                  <a:pt x="24661" y="14864"/>
                </a:lnTo>
                <a:lnTo>
                  <a:pt x="22807" y="19339"/>
                </a:lnTo>
                <a:lnTo>
                  <a:pt x="21189" y="21189"/>
                </a:lnTo>
                <a:lnTo>
                  <a:pt x="19339" y="22807"/>
                </a:lnTo>
                <a:lnTo>
                  <a:pt x="14864" y="24661"/>
                </a:lnTo>
                <a:lnTo>
                  <a:pt x="12412" y="24824"/>
                </a:lnTo>
                <a:lnTo>
                  <a:pt x="9960" y="24661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469" name="Shape 469"/>
          <p:cNvSpPr/>
          <p:nvPr/>
        </p:nvSpPr>
        <p:spPr>
          <a:xfrm>
            <a:off x="6311470" y="2093933"/>
            <a:ext cx="26445" cy="26445"/>
          </a:xfrm>
          <a:custGeom>
            <a:avLst/>
            <a:gdLst/>
            <a:ahLst/>
            <a:cxnLst/>
            <a:rect l="0" t="0" r="r" b="b"/>
            <a:pathLst>
              <a:path w="26445" h="26445">
                <a:moveTo>
                  <a:pt x="10610" y="26271"/>
                </a:moveTo>
                <a:lnTo>
                  <a:pt x="5843" y="24296"/>
                </a:lnTo>
                <a:lnTo>
                  <a:pt x="3872" y="22572"/>
                </a:lnTo>
                <a:lnTo>
                  <a:pt x="2148" y="20602"/>
                </a:lnTo>
                <a:lnTo>
                  <a:pt x="174" y="15835"/>
                </a:lnTo>
                <a:lnTo>
                  <a:pt x="0" y="13222"/>
                </a:lnTo>
                <a:lnTo>
                  <a:pt x="174" y="10610"/>
                </a:lnTo>
                <a:lnTo>
                  <a:pt x="2148" y="5843"/>
                </a:lnTo>
                <a:lnTo>
                  <a:pt x="3872" y="3872"/>
                </a:lnTo>
                <a:lnTo>
                  <a:pt x="5843" y="2148"/>
                </a:lnTo>
                <a:lnTo>
                  <a:pt x="10610" y="174"/>
                </a:lnTo>
                <a:lnTo>
                  <a:pt x="13222" y="0"/>
                </a:lnTo>
                <a:lnTo>
                  <a:pt x="15835" y="174"/>
                </a:lnTo>
                <a:lnTo>
                  <a:pt x="20602" y="2148"/>
                </a:lnTo>
                <a:lnTo>
                  <a:pt x="22572" y="3872"/>
                </a:lnTo>
                <a:lnTo>
                  <a:pt x="24296" y="5843"/>
                </a:lnTo>
                <a:lnTo>
                  <a:pt x="26271" y="10610"/>
                </a:lnTo>
                <a:lnTo>
                  <a:pt x="26445" y="13222"/>
                </a:lnTo>
                <a:lnTo>
                  <a:pt x="26271" y="15835"/>
                </a:lnTo>
                <a:lnTo>
                  <a:pt x="24296" y="20602"/>
                </a:lnTo>
                <a:lnTo>
                  <a:pt x="22572" y="22572"/>
                </a:lnTo>
                <a:lnTo>
                  <a:pt x="20602" y="24296"/>
                </a:lnTo>
                <a:lnTo>
                  <a:pt x="15835" y="26271"/>
                </a:lnTo>
                <a:lnTo>
                  <a:pt x="13222" y="26445"/>
                </a:lnTo>
                <a:lnTo>
                  <a:pt x="10610" y="26271"/>
                </a:lnTo>
                <a:close/>
              </a:path>
            </a:pathLst>
          </a:custGeom>
          <a:solidFill>
            <a:srgbClr val="71CA77"/>
          </a:solidFill>
          <a:ln>
            <a:noFill/>
          </a:ln>
        </p:spPr>
      </p:sp>
      <p:sp>
        <p:nvSpPr>
          <p:cNvPr id="470" name="Shape 470"/>
          <p:cNvSpPr/>
          <p:nvPr/>
        </p:nvSpPr>
        <p:spPr>
          <a:xfrm>
            <a:off x="5438826" y="1958487"/>
            <a:ext cx="22160" cy="22160"/>
          </a:xfrm>
          <a:custGeom>
            <a:avLst/>
            <a:gdLst/>
            <a:ahLst/>
            <a:cxnLst/>
            <a:rect l="0" t="0" r="r" b="b"/>
            <a:pathLst>
              <a:path w="22160" h="22160">
                <a:moveTo>
                  <a:pt x="8891" y="22014"/>
                </a:moveTo>
                <a:lnTo>
                  <a:pt x="4896" y="20359"/>
                </a:lnTo>
                <a:lnTo>
                  <a:pt x="3245" y="18914"/>
                </a:lnTo>
                <a:lnTo>
                  <a:pt x="1800" y="17263"/>
                </a:lnTo>
                <a:lnTo>
                  <a:pt x="145" y="13268"/>
                </a:lnTo>
                <a:lnTo>
                  <a:pt x="0" y="11080"/>
                </a:lnTo>
                <a:lnTo>
                  <a:pt x="145" y="8891"/>
                </a:lnTo>
                <a:lnTo>
                  <a:pt x="1800" y="4896"/>
                </a:lnTo>
                <a:lnTo>
                  <a:pt x="3245" y="3245"/>
                </a:lnTo>
                <a:lnTo>
                  <a:pt x="4896" y="1800"/>
                </a:lnTo>
                <a:lnTo>
                  <a:pt x="8891" y="145"/>
                </a:lnTo>
                <a:lnTo>
                  <a:pt x="11080" y="0"/>
                </a:lnTo>
                <a:lnTo>
                  <a:pt x="13268" y="145"/>
                </a:lnTo>
                <a:lnTo>
                  <a:pt x="17263" y="1800"/>
                </a:lnTo>
                <a:lnTo>
                  <a:pt x="18914" y="3245"/>
                </a:lnTo>
                <a:lnTo>
                  <a:pt x="20359" y="4896"/>
                </a:lnTo>
                <a:lnTo>
                  <a:pt x="22014" y="8891"/>
                </a:lnTo>
                <a:lnTo>
                  <a:pt x="22160" y="11080"/>
                </a:lnTo>
                <a:lnTo>
                  <a:pt x="22014" y="13268"/>
                </a:lnTo>
                <a:lnTo>
                  <a:pt x="20359" y="17263"/>
                </a:lnTo>
                <a:lnTo>
                  <a:pt x="18914" y="18914"/>
                </a:lnTo>
                <a:lnTo>
                  <a:pt x="17263" y="20359"/>
                </a:lnTo>
                <a:lnTo>
                  <a:pt x="13268" y="22014"/>
                </a:lnTo>
                <a:lnTo>
                  <a:pt x="11080" y="22160"/>
                </a:lnTo>
                <a:lnTo>
                  <a:pt x="8891" y="22014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471" name="Shape 471"/>
          <p:cNvSpPr/>
          <p:nvPr/>
        </p:nvSpPr>
        <p:spPr>
          <a:xfrm>
            <a:off x="5457089" y="1962058"/>
            <a:ext cx="22412" cy="22412"/>
          </a:xfrm>
          <a:custGeom>
            <a:avLst/>
            <a:gdLst/>
            <a:ahLst/>
            <a:cxnLst/>
            <a:rect l="0" t="0" r="r" b="b"/>
            <a:pathLst>
              <a:path w="22412" h="22412">
                <a:moveTo>
                  <a:pt x="8992" y="22265"/>
                </a:moveTo>
                <a:lnTo>
                  <a:pt x="4952" y="20591"/>
                </a:lnTo>
                <a:lnTo>
                  <a:pt x="3282" y="19130"/>
                </a:lnTo>
                <a:lnTo>
                  <a:pt x="1821" y="17460"/>
                </a:lnTo>
                <a:lnTo>
                  <a:pt x="147" y="13420"/>
                </a:lnTo>
                <a:lnTo>
                  <a:pt x="0" y="11206"/>
                </a:lnTo>
                <a:lnTo>
                  <a:pt x="147" y="8992"/>
                </a:lnTo>
                <a:lnTo>
                  <a:pt x="1821" y="4952"/>
                </a:lnTo>
                <a:lnTo>
                  <a:pt x="3282" y="3282"/>
                </a:lnTo>
                <a:lnTo>
                  <a:pt x="4952" y="1821"/>
                </a:lnTo>
                <a:lnTo>
                  <a:pt x="8992" y="147"/>
                </a:lnTo>
                <a:lnTo>
                  <a:pt x="11206" y="0"/>
                </a:lnTo>
                <a:lnTo>
                  <a:pt x="13420" y="147"/>
                </a:lnTo>
                <a:lnTo>
                  <a:pt x="17460" y="1821"/>
                </a:lnTo>
                <a:lnTo>
                  <a:pt x="19130" y="3282"/>
                </a:lnTo>
                <a:lnTo>
                  <a:pt x="20591" y="4952"/>
                </a:lnTo>
                <a:lnTo>
                  <a:pt x="22265" y="8992"/>
                </a:lnTo>
                <a:lnTo>
                  <a:pt x="22412" y="11206"/>
                </a:lnTo>
                <a:lnTo>
                  <a:pt x="22265" y="13420"/>
                </a:lnTo>
                <a:lnTo>
                  <a:pt x="20591" y="17460"/>
                </a:lnTo>
                <a:lnTo>
                  <a:pt x="19130" y="19130"/>
                </a:lnTo>
                <a:lnTo>
                  <a:pt x="17460" y="20591"/>
                </a:lnTo>
                <a:lnTo>
                  <a:pt x="13420" y="22265"/>
                </a:lnTo>
                <a:lnTo>
                  <a:pt x="11206" y="22412"/>
                </a:lnTo>
                <a:lnTo>
                  <a:pt x="8992" y="22265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472" name="Shape 472"/>
          <p:cNvSpPr/>
          <p:nvPr/>
        </p:nvSpPr>
        <p:spPr>
          <a:xfrm>
            <a:off x="5470053" y="1964598"/>
            <a:ext cx="22579" cy="22579"/>
          </a:xfrm>
          <a:custGeom>
            <a:avLst/>
            <a:gdLst/>
            <a:ahLst/>
            <a:cxnLst/>
            <a:rect l="0" t="0" r="r" b="b"/>
            <a:pathLst>
              <a:path w="22579" h="22579">
                <a:moveTo>
                  <a:pt x="9059" y="22431"/>
                </a:moveTo>
                <a:lnTo>
                  <a:pt x="4988" y="20744"/>
                </a:lnTo>
                <a:lnTo>
                  <a:pt x="3306" y="19273"/>
                </a:lnTo>
                <a:lnTo>
                  <a:pt x="1834" y="17590"/>
                </a:lnTo>
                <a:lnTo>
                  <a:pt x="148" y="13520"/>
                </a:lnTo>
                <a:lnTo>
                  <a:pt x="0" y="11289"/>
                </a:lnTo>
                <a:lnTo>
                  <a:pt x="148" y="9059"/>
                </a:lnTo>
                <a:lnTo>
                  <a:pt x="1834" y="4988"/>
                </a:lnTo>
                <a:lnTo>
                  <a:pt x="3306" y="3306"/>
                </a:lnTo>
                <a:lnTo>
                  <a:pt x="4988" y="1834"/>
                </a:lnTo>
                <a:lnTo>
                  <a:pt x="9059" y="148"/>
                </a:lnTo>
                <a:lnTo>
                  <a:pt x="11289" y="0"/>
                </a:lnTo>
                <a:lnTo>
                  <a:pt x="13520" y="148"/>
                </a:lnTo>
                <a:lnTo>
                  <a:pt x="17590" y="1834"/>
                </a:lnTo>
                <a:lnTo>
                  <a:pt x="19273" y="3306"/>
                </a:lnTo>
                <a:lnTo>
                  <a:pt x="20744" y="4988"/>
                </a:lnTo>
                <a:lnTo>
                  <a:pt x="22431" y="9059"/>
                </a:lnTo>
                <a:lnTo>
                  <a:pt x="22579" y="11289"/>
                </a:lnTo>
                <a:lnTo>
                  <a:pt x="22431" y="13520"/>
                </a:lnTo>
                <a:lnTo>
                  <a:pt x="20744" y="17590"/>
                </a:lnTo>
                <a:lnTo>
                  <a:pt x="19273" y="19273"/>
                </a:lnTo>
                <a:lnTo>
                  <a:pt x="17590" y="20744"/>
                </a:lnTo>
                <a:lnTo>
                  <a:pt x="13520" y="22431"/>
                </a:lnTo>
                <a:lnTo>
                  <a:pt x="11289" y="22579"/>
                </a:lnTo>
                <a:lnTo>
                  <a:pt x="9059" y="22431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473" name="Shape 473"/>
          <p:cNvSpPr/>
          <p:nvPr/>
        </p:nvSpPr>
        <p:spPr>
          <a:xfrm>
            <a:off x="5483707" y="1967277"/>
            <a:ext cx="22745" cy="22745"/>
          </a:xfrm>
          <a:custGeom>
            <a:avLst/>
            <a:gdLst/>
            <a:ahLst/>
            <a:cxnLst/>
            <a:rect l="0" t="0" r="r" b="b"/>
            <a:pathLst>
              <a:path w="22745" h="22745">
                <a:moveTo>
                  <a:pt x="9126" y="22595"/>
                </a:moveTo>
                <a:lnTo>
                  <a:pt x="5025" y="20897"/>
                </a:lnTo>
                <a:lnTo>
                  <a:pt x="3330" y="19414"/>
                </a:lnTo>
                <a:lnTo>
                  <a:pt x="1848" y="17719"/>
                </a:lnTo>
                <a:lnTo>
                  <a:pt x="149" y="13619"/>
                </a:lnTo>
                <a:lnTo>
                  <a:pt x="0" y="11372"/>
                </a:lnTo>
                <a:lnTo>
                  <a:pt x="149" y="9126"/>
                </a:lnTo>
                <a:lnTo>
                  <a:pt x="1848" y="5025"/>
                </a:lnTo>
                <a:lnTo>
                  <a:pt x="3330" y="3330"/>
                </a:lnTo>
                <a:lnTo>
                  <a:pt x="5025" y="1848"/>
                </a:lnTo>
                <a:lnTo>
                  <a:pt x="9126" y="149"/>
                </a:lnTo>
                <a:lnTo>
                  <a:pt x="11372" y="0"/>
                </a:lnTo>
                <a:lnTo>
                  <a:pt x="13619" y="149"/>
                </a:lnTo>
                <a:lnTo>
                  <a:pt x="17719" y="1848"/>
                </a:lnTo>
                <a:lnTo>
                  <a:pt x="19414" y="3330"/>
                </a:lnTo>
                <a:lnTo>
                  <a:pt x="20897" y="5025"/>
                </a:lnTo>
                <a:lnTo>
                  <a:pt x="22595" y="9126"/>
                </a:lnTo>
                <a:lnTo>
                  <a:pt x="22745" y="11372"/>
                </a:lnTo>
                <a:lnTo>
                  <a:pt x="22595" y="13619"/>
                </a:lnTo>
                <a:lnTo>
                  <a:pt x="20897" y="17719"/>
                </a:lnTo>
                <a:lnTo>
                  <a:pt x="19414" y="19414"/>
                </a:lnTo>
                <a:lnTo>
                  <a:pt x="17719" y="20897"/>
                </a:lnTo>
                <a:lnTo>
                  <a:pt x="13619" y="22595"/>
                </a:lnTo>
                <a:lnTo>
                  <a:pt x="11372" y="22745"/>
                </a:lnTo>
                <a:lnTo>
                  <a:pt x="9126" y="22595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474" name="Shape 474"/>
          <p:cNvSpPr/>
          <p:nvPr/>
        </p:nvSpPr>
        <p:spPr>
          <a:xfrm>
            <a:off x="5505604" y="1971581"/>
            <a:ext cx="22991" cy="22991"/>
          </a:xfrm>
          <a:custGeom>
            <a:avLst/>
            <a:gdLst/>
            <a:ahLst/>
            <a:cxnLst/>
            <a:rect l="0" t="0" r="r" b="b"/>
            <a:pathLst>
              <a:path w="22991" h="22991">
                <a:moveTo>
                  <a:pt x="9224" y="22840"/>
                </a:moveTo>
                <a:lnTo>
                  <a:pt x="5079" y="21123"/>
                </a:lnTo>
                <a:lnTo>
                  <a:pt x="3367" y="19624"/>
                </a:lnTo>
                <a:lnTo>
                  <a:pt x="1868" y="17911"/>
                </a:lnTo>
                <a:lnTo>
                  <a:pt x="151" y="13766"/>
                </a:lnTo>
                <a:lnTo>
                  <a:pt x="0" y="11495"/>
                </a:lnTo>
                <a:lnTo>
                  <a:pt x="151" y="9224"/>
                </a:lnTo>
                <a:lnTo>
                  <a:pt x="1868" y="5079"/>
                </a:lnTo>
                <a:lnTo>
                  <a:pt x="3367" y="3367"/>
                </a:lnTo>
                <a:lnTo>
                  <a:pt x="5079" y="1868"/>
                </a:lnTo>
                <a:lnTo>
                  <a:pt x="9224" y="151"/>
                </a:lnTo>
                <a:lnTo>
                  <a:pt x="11495" y="0"/>
                </a:lnTo>
                <a:lnTo>
                  <a:pt x="13766" y="151"/>
                </a:lnTo>
                <a:lnTo>
                  <a:pt x="17911" y="1868"/>
                </a:lnTo>
                <a:lnTo>
                  <a:pt x="19624" y="3367"/>
                </a:lnTo>
                <a:lnTo>
                  <a:pt x="21123" y="5079"/>
                </a:lnTo>
                <a:lnTo>
                  <a:pt x="22840" y="9224"/>
                </a:lnTo>
                <a:lnTo>
                  <a:pt x="22991" y="11495"/>
                </a:lnTo>
                <a:lnTo>
                  <a:pt x="22840" y="13766"/>
                </a:lnTo>
                <a:lnTo>
                  <a:pt x="21123" y="17911"/>
                </a:lnTo>
                <a:lnTo>
                  <a:pt x="19624" y="19624"/>
                </a:lnTo>
                <a:lnTo>
                  <a:pt x="17911" y="21123"/>
                </a:lnTo>
                <a:lnTo>
                  <a:pt x="13766" y="22840"/>
                </a:lnTo>
                <a:lnTo>
                  <a:pt x="11495" y="22991"/>
                </a:lnTo>
                <a:lnTo>
                  <a:pt x="9224" y="22840"/>
                </a:lnTo>
                <a:close/>
              </a:path>
            </a:pathLst>
          </a:custGeom>
          <a:solidFill>
            <a:srgbClr val="85D486"/>
          </a:solidFill>
          <a:ln>
            <a:noFill/>
          </a:ln>
        </p:spPr>
      </p:sp>
      <p:sp>
        <p:nvSpPr>
          <p:cNvPr id="475" name="Shape 475"/>
          <p:cNvSpPr/>
          <p:nvPr/>
        </p:nvSpPr>
        <p:spPr>
          <a:xfrm>
            <a:off x="5529395" y="1976267"/>
            <a:ext cx="23235" cy="23235"/>
          </a:xfrm>
          <a:custGeom>
            <a:avLst/>
            <a:gdLst/>
            <a:ahLst/>
            <a:cxnLst/>
            <a:rect l="0" t="0" r="r" b="b"/>
            <a:pathLst>
              <a:path w="23235" h="23235">
                <a:moveTo>
                  <a:pt x="9322" y="23082"/>
                </a:moveTo>
                <a:lnTo>
                  <a:pt x="5133" y="21347"/>
                </a:lnTo>
                <a:lnTo>
                  <a:pt x="3402" y="19832"/>
                </a:lnTo>
                <a:lnTo>
                  <a:pt x="1888" y="18101"/>
                </a:lnTo>
                <a:lnTo>
                  <a:pt x="153" y="13912"/>
                </a:lnTo>
                <a:lnTo>
                  <a:pt x="0" y="11617"/>
                </a:lnTo>
                <a:lnTo>
                  <a:pt x="153" y="9322"/>
                </a:lnTo>
                <a:lnTo>
                  <a:pt x="1888" y="5133"/>
                </a:lnTo>
                <a:lnTo>
                  <a:pt x="3402" y="3402"/>
                </a:lnTo>
                <a:lnTo>
                  <a:pt x="5133" y="1888"/>
                </a:lnTo>
                <a:lnTo>
                  <a:pt x="9322" y="153"/>
                </a:lnTo>
                <a:lnTo>
                  <a:pt x="11617" y="0"/>
                </a:lnTo>
                <a:lnTo>
                  <a:pt x="13912" y="153"/>
                </a:lnTo>
                <a:lnTo>
                  <a:pt x="18101" y="1888"/>
                </a:lnTo>
                <a:lnTo>
                  <a:pt x="19832" y="3402"/>
                </a:lnTo>
                <a:lnTo>
                  <a:pt x="21347" y="5133"/>
                </a:lnTo>
                <a:lnTo>
                  <a:pt x="23082" y="9322"/>
                </a:lnTo>
                <a:lnTo>
                  <a:pt x="23235" y="11617"/>
                </a:lnTo>
                <a:lnTo>
                  <a:pt x="23082" y="13912"/>
                </a:lnTo>
                <a:lnTo>
                  <a:pt x="21347" y="18101"/>
                </a:lnTo>
                <a:lnTo>
                  <a:pt x="19832" y="19832"/>
                </a:lnTo>
                <a:lnTo>
                  <a:pt x="18101" y="21347"/>
                </a:lnTo>
                <a:lnTo>
                  <a:pt x="13912" y="23082"/>
                </a:lnTo>
                <a:lnTo>
                  <a:pt x="11617" y="23235"/>
                </a:lnTo>
                <a:lnTo>
                  <a:pt x="9322" y="2308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476" name="Shape 476"/>
          <p:cNvSpPr/>
          <p:nvPr/>
        </p:nvSpPr>
        <p:spPr>
          <a:xfrm>
            <a:off x="5546433" y="1979628"/>
            <a:ext cx="23396" cy="23396"/>
          </a:xfrm>
          <a:custGeom>
            <a:avLst/>
            <a:gdLst/>
            <a:ahLst/>
            <a:cxnLst/>
            <a:rect l="0" t="0" r="r" b="b"/>
            <a:pathLst>
              <a:path w="23396" h="23396">
                <a:moveTo>
                  <a:pt x="9387" y="23242"/>
                </a:moveTo>
                <a:lnTo>
                  <a:pt x="5169" y="21495"/>
                </a:lnTo>
                <a:lnTo>
                  <a:pt x="3426" y="19970"/>
                </a:lnTo>
                <a:lnTo>
                  <a:pt x="1901" y="18227"/>
                </a:lnTo>
                <a:lnTo>
                  <a:pt x="154" y="14009"/>
                </a:lnTo>
                <a:lnTo>
                  <a:pt x="0" y="11698"/>
                </a:lnTo>
                <a:lnTo>
                  <a:pt x="154" y="9387"/>
                </a:lnTo>
                <a:lnTo>
                  <a:pt x="1901" y="5169"/>
                </a:lnTo>
                <a:lnTo>
                  <a:pt x="3426" y="3426"/>
                </a:lnTo>
                <a:lnTo>
                  <a:pt x="5169" y="1901"/>
                </a:lnTo>
                <a:lnTo>
                  <a:pt x="9387" y="154"/>
                </a:lnTo>
                <a:lnTo>
                  <a:pt x="11698" y="0"/>
                </a:lnTo>
                <a:lnTo>
                  <a:pt x="14009" y="154"/>
                </a:lnTo>
                <a:lnTo>
                  <a:pt x="18227" y="1901"/>
                </a:lnTo>
                <a:lnTo>
                  <a:pt x="19970" y="3426"/>
                </a:lnTo>
                <a:lnTo>
                  <a:pt x="21495" y="5169"/>
                </a:lnTo>
                <a:lnTo>
                  <a:pt x="23242" y="9387"/>
                </a:lnTo>
                <a:lnTo>
                  <a:pt x="23396" y="11698"/>
                </a:lnTo>
                <a:lnTo>
                  <a:pt x="23242" y="14009"/>
                </a:lnTo>
                <a:lnTo>
                  <a:pt x="21495" y="18227"/>
                </a:lnTo>
                <a:lnTo>
                  <a:pt x="19970" y="19970"/>
                </a:lnTo>
                <a:lnTo>
                  <a:pt x="18227" y="21495"/>
                </a:lnTo>
                <a:lnTo>
                  <a:pt x="14009" y="23242"/>
                </a:lnTo>
                <a:lnTo>
                  <a:pt x="11698" y="23396"/>
                </a:lnTo>
                <a:lnTo>
                  <a:pt x="9387" y="23242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477" name="Shape 477"/>
          <p:cNvSpPr/>
          <p:nvPr/>
        </p:nvSpPr>
        <p:spPr>
          <a:xfrm>
            <a:off x="5573972" y="1985070"/>
            <a:ext cx="23635" cy="23635"/>
          </a:xfrm>
          <a:custGeom>
            <a:avLst/>
            <a:gdLst/>
            <a:ahLst/>
            <a:cxnLst/>
            <a:rect l="0" t="0" r="r" b="b"/>
            <a:pathLst>
              <a:path w="23635" h="23635">
                <a:moveTo>
                  <a:pt x="9483" y="23479"/>
                </a:moveTo>
                <a:lnTo>
                  <a:pt x="5222" y="21714"/>
                </a:lnTo>
                <a:lnTo>
                  <a:pt x="3461" y="20174"/>
                </a:lnTo>
                <a:lnTo>
                  <a:pt x="1920" y="18413"/>
                </a:lnTo>
                <a:lnTo>
                  <a:pt x="155" y="14152"/>
                </a:lnTo>
                <a:lnTo>
                  <a:pt x="0" y="11817"/>
                </a:lnTo>
                <a:lnTo>
                  <a:pt x="155" y="9483"/>
                </a:lnTo>
                <a:lnTo>
                  <a:pt x="1920" y="5222"/>
                </a:lnTo>
                <a:lnTo>
                  <a:pt x="3461" y="3461"/>
                </a:lnTo>
                <a:lnTo>
                  <a:pt x="5222" y="1920"/>
                </a:lnTo>
                <a:lnTo>
                  <a:pt x="9483" y="155"/>
                </a:lnTo>
                <a:lnTo>
                  <a:pt x="11817" y="0"/>
                </a:lnTo>
                <a:lnTo>
                  <a:pt x="14152" y="155"/>
                </a:lnTo>
                <a:lnTo>
                  <a:pt x="18413" y="1920"/>
                </a:lnTo>
                <a:lnTo>
                  <a:pt x="20174" y="3461"/>
                </a:lnTo>
                <a:lnTo>
                  <a:pt x="21714" y="5222"/>
                </a:lnTo>
                <a:lnTo>
                  <a:pt x="23479" y="9483"/>
                </a:lnTo>
                <a:lnTo>
                  <a:pt x="23635" y="11817"/>
                </a:lnTo>
                <a:lnTo>
                  <a:pt x="23479" y="14152"/>
                </a:lnTo>
                <a:lnTo>
                  <a:pt x="21714" y="18413"/>
                </a:lnTo>
                <a:lnTo>
                  <a:pt x="20174" y="20174"/>
                </a:lnTo>
                <a:lnTo>
                  <a:pt x="18413" y="21714"/>
                </a:lnTo>
                <a:lnTo>
                  <a:pt x="14152" y="23479"/>
                </a:lnTo>
                <a:lnTo>
                  <a:pt x="11817" y="23635"/>
                </a:lnTo>
                <a:lnTo>
                  <a:pt x="9483" y="23479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478" name="Shape 478"/>
          <p:cNvSpPr/>
          <p:nvPr/>
        </p:nvSpPr>
        <p:spPr>
          <a:xfrm>
            <a:off x="5604199" y="1991052"/>
            <a:ext cx="23873" cy="23873"/>
          </a:xfrm>
          <a:custGeom>
            <a:avLst/>
            <a:gdLst/>
            <a:ahLst/>
            <a:cxnLst/>
            <a:rect l="0" t="0" r="r" b="b"/>
            <a:pathLst>
              <a:path w="23873" h="23873">
                <a:moveTo>
                  <a:pt x="9578" y="23715"/>
                </a:moveTo>
                <a:lnTo>
                  <a:pt x="5274" y="21933"/>
                </a:lnTo>
                <a:lnTo>
                  <a:pt x="3496" y="20376"/>
                </a:lnTo>
                <a:lnTo>
                  <a:pt x="1939" y="18598"/>
                </a:lnTo>
                <a:lnTo>
                  <a:pt x="157" y="14294"/>
                </a:lnTo>
                <a:lnTo>
                  <a:pt x="0" y="11936"/>
                </a:lnTo>
                <a:lnTo>
                  <a:pt x="157" y="9578"/>
                </a:lnTo>
                <a:lnTo>
                  <a:pt x="1939" y="5274"/>
                </a:lnTo>
                <a:lnTo>
                  <a:pt x="3496" y="3496"/>
                </a:lnTo>
                <a:lnTo>
                  <a:pt x="5274" y="1939"/>
                </a:lnTo>
                <a:lnTo>
                  <a:pt x="9578" y="157"/>
                </a:lnTo>
                <a:lnTo>
                  <a:pt x="11936" y="0"/>
                </a:lnTo>
                <a:lnTo>
                  <a:pt x="14294" y="157"/>
                </a:lnTo>
                <a:lnTo>
                  <a:pt x="18598" y="1939"/>
                </a:lnTo>
                <a:lnTo>
                  <a:pt x="20376" y="3496"/>
                </a:lnTo>
                <a:lnTo>
                  <a:pt x="21933" y="5274"/>
                </a:lnTo>
                <a:lnTo>
                  <a:pt x="23715" y="9578"/>
                </a:lnTo>
                <a:lnTo>
                  <a:pt x="23873" y="11936"/>
                </a:lnTo>
                <a:lnTo>
                  <a:pt x="23715" y="14294"/>
                </a:lnTo>
                <a:lnTo>
                  <a:pt x="21933" y="18598"/>
                </a:lnTo>
                <a:lnTo>
                  <a:pt x="20376" y="20376"/>
                </a:lnTo>
                <a:lnTo>
                  <a:pt x="18598" y="21933"/>
                </a:lnTo>
                <a:lnTo>
                  <a:pt x="14294" y="23715"/>
                </a:lnTo>
                <a:lnTo>
                  <a:pt x="11936" y="23873"/>
                </a:lnTo>
                <a:lnTo>
                  <a:pt x="9578" y="23715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479" name="Shape 479"/>
          <p:cNvSpPr/>
          <p:nvPr/>
        </p:nvSpPr>
        <p:spPr>
          <a:xfrm>
            <a:off x="5626042" y="1995382"/>
            <a:ext cx="24029" cy="24029"/>
          </a:xfrm>
          <a:custGeom>
            <a:avLst/>
            <a:gdLst/>
            <a:ahLst/>
            <a:cxnLst/>
            <a:rect l="0" t="0" r="r" b="b"/>
            <a:pathLst>
              <a:path w="24029" h="24029">
                <a:moveTo>
                  <a:pt x="9641" y="23871"/>
                </a:moveTo>
                <a:lnTo>
                  <a:pt x="5309" y="22077"/>
                </a:lnTo>
                <a:lnTo>
                  <a:pt x="3519" y="20510"/>
                </a:lnTo>
                <a:lnTo>
                  <a:pt x="1952" y="18720"/>
                </a:lnTo>
                <a:lnTo>
                  <a:pt x="158" y="14388"/>
                </a:lnTo>
                <a:lnTo>
                  <a:pt x="0" y="12014"/>
                </a:lnTo>
                <a:lnTo>
                  <a:pt x="158" y="9641"/>
                </a:lnTo>
                <a:lnTo>
                  <a:pt x="1952" y="5309"/>
                </a:lnTo>
                <a:lnTo>
                  <a:pt x="3519" y="3519"/>
                </a:lnTo>
                <a:lnTo>
                  <a:pt x="5309" y="1952"/>
                </a:lnTo>
                <a:lnTo>
                  <a:pt x="9641" y="158"/>
                </a:lnTo>
                <a:lnTo>
                  <a:pt x="12014" y="0"/>
                </a:lnTo>
                <a:lnTo>
                  <a:pt x="14388" y="158"/>
                </a:lnTo>
                <a:lnTo>
                  <a:pt x="18720" y="1952"/>
                </a:lnTo>
                <a:lnTo>
                  <a:pt x="20510" y="3519"/>
                </a:lnTo>
                <a:lnTo>
                  <a:pt x="22077" y="5309"/>
                </a:lnTo>
                <a:lnTo>
                  <a:pt x="23871" y="9641"/>
                </a:lnTo>
                <a:lnTo>
                  <a:pt x="24029" y="12014"/>
                </a:lnTo>
                <a:lnTo>
                  <a:pt x="23871" y="14388"/>
                </a:lnTo>
                <a:lnTo>
                  <a:pt x="22077" y="18720"/>
                </a:lnTo>
                <a:lnTo>
                  <a:pt x="20510" y="20510"/>
                </a:lnTo>
                <a:lnTo>
                  <a:pt x="18720" y="22077"/>
                </a:lnTo>
                <a:lnTo>
                  <a:pt x="14388" y="23871"/>
                </a:lnTo>
                <a:lnTo>
                  <a:pt x="12014" y="24029"/>
                </a:lnTo>
                <a:lnTo>
                  <a:pt x="9641" y="23871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480" name="Shape 480"/>
          <p:cNvSpPr/>
          <p:nvPr/>
        </p:nvSpPr>
        <p:spPr>
          <a:xfrm>
            <a:off x="5661704" y="2002459"/>
            <a:ext cx="24262" cy="24262"/>
          </a:xfrm>
          <a:custGeom>
            <a:avLst/>
            <a:gdLst/>
            <a:ahLst/>
            <a:cxnLst/>
            <a:rect l="0" t="0" r="r" b="b"/>
            <a:pathLst>
              <a:path w="24262" h="24262">
                <a:moveTo>
                  <a:pt x="9734" y="24103"/>
                </a:moveTo>
                <a:lnTo>
                  <a:pt x="5360" y="22291"/>
                </a:lnTo>
                <a:lnTo>
                  <a:pt x="3553" y="20709"/>
                </a:lnTo>
                <a:lnTo>
                  <a:pt x="1971" y="18902"/>
                </a:lnTo>
                <a:lnTo>
                  <a:pt x="159" y="14527"/>
                </a:lnTo>
                <a:lnTo>
                  <a:pt x="0" y="12131"/>
                </a:lnTo>
                <a:lnTo>
                  <a:pt x="159" y="9734"/>
                </a:lnTo>
                <a:lnTo>
                  <a:pt x="1971" y="5360"/>
                </a:lnTo>
                <a:lnTo>
                  <a:pt x="3553" y="3553"/>
                </a:lnTo>
                <a:lnTo>
                  <a:pt x="5360" y="1971"/>
                </a:lnTo>
                <a:lnTo>
                  <a:pt x="9734" y="159"/>
                </a:lnTo>
                <a:lnTo>
                  <a:pt x="12131" y="0"/>
                </a:lnTo>
                <a:lnTo>
                  <a:pt x="14527" y="159"/>
                </a:lnTo>
                <a:lnTo>
                  <a:pt x="18902" y="1971"/>
                </a:lnTo>
                <a:lnTo>
                  <a:pt x="20709" y="3553"/>
                </a:lnTo>
                <a:lnTo>
                  <a:pt x="22291" y="5360"/>
                </a:lnTo>
                <a:lnTo>
                  <a:pt x="24103" y="9734"/>
                </a:lnTo>
                <a:lnTo>
                  <a:pt x="24262" y="12131"/>
                </a:lnTo>
                <a:lnTo>
                  <a:pt x="24103" y="14527"/>
                </a:lnTo>
                <a:lnTo>
                  <a:pt x="22291" y="18902"/>
                </a:lnTo>
                <a:lnTo>
                  <a:pt x="20709" y="20709"/>
                </a:lnTo>
                <a:lnTo>
                  <a:pt x="18902" y="22291"/>
                </a:lnTo>
                <a:lnTo>
                  <a:pt x="14527" y="24103"/>
                </a:lnTo>
                <a:lnTo>
                  <a:pt x="12131" y="24262"/>
                </a:lnTo>
                <a:lnTo>
                  <a:pt x="9734" y="24103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481" name="Shape 481"/>
          <p:cNvSpPr/>
          <p:nvPr/>
        </p:nvSpPr>
        <p:spPr>
          <a:xfrm>
            <a:off x="5701359" y="2010340"/>
            <a:ext cx="24493" cy="24493"/>
          </a:xfrm>
          <a:custGeom>
            <a:avLst/>
            <a:gdLst/>
            <a:ahLst/>
            <a:cxnLst/>
            <a:rect l="0" t="0" r="r" b="b"/>
            <a:pathLst>
              <a:path w="24493" h="24493">
                <a:moveTo>
                  <a:pt x="9827" y="24332"/>
                </a:moveTo>
                <a:lnTo>
                  <a:pt x="5411" y="22503"/>
                </a:lnTo>
                <a:lnTo>
                  <a:pt x="3587" y="20906"/>
                </a:lnTo>
                <a:lnTo>
                  <a:pt x="1990" y="19081"/>
                </a:lnTo>
                <a:lnTo>
                  <a:pt x="161" y="14666"/>
                </a:lnTo>
                <a:lnTo>
                  <a:pt x="0" y="12246"/>
                </a:lnTo>
                <a:lnTo>
                  <a:pt x="161" y="9827"/>
                </a:lnTo>
                <a:lnTo>
                  <a:pt x="1990" y="5411"/>
                </a:lnTo>
                <a:lnTo>
                  <a:pt x="3587" y="3587"/>
                </a:lnTo>
                <a:lnTo>
                  <a:pt x="5411" y="1990"/>
                </a:lnTo>
                <a:lnTo>
                  <a:pt x="9827" y="161"/>
                </a:lnTo>
                <a:lnTo>
                  <a:pt x="12246" y="0"/>
                </a:lnTo>
                <a:lnTo>
                  <a:pt x="14666" y="161"/>
                </a:lnTo>
                <a:lnTo>
                  <a:pt x="19081" y="1990"/>
                </a:lnTo>
                <a:lnTo>
                  <a:pt x="20906" y="3587"/>
                </a:lnTo>
                <a:lnTo>
                  <a:pt x="22503" y="5411"/>
                </a:lnTo>
                <a:lnTo>
                  <a:pt x="24332" y="9827"/>
                </a:lnTo>
                <a:lnTo>
                  <a:pt x="24493" y="12246"/>
                </a:lnTo>
                <a:lnTo>
                  <a:pt x="24332" y="14666"/>
                </a:lnTo>
                <a:lnTo>
                  <a:pt x="22503" y="19081"/>
                </a:lnTo>
                <a:lnTo>
                  <a:pt x="20906" y="20906"/>
                </a:lnTo>
                <a:lnTo>
                  <a:pt x="19081" y="22503"/>
                </a:lnTo>
                <a:lnTo>
                  <a:pt x="14666" y="24332"/>
                </a:lnTo>
                <a:lnTo>
                  <a:pt x="12246" y="24493"/>
                </a:lnTo>
                <a:lnTo>
                  <a:pt x="9827" y="24332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482" name="Shape 482"/>
          <p:cNvSpPr/>
          <p:nvPr/>
        </p:nvSpPr>
        <p:spPr>
          <a:xfrm>
            <a:off x="5730356" y="2016109"/>
            <a:ext cx="24646" cy="24646"/>
          </a:xfrm>
          <a:custGeom>
            <a:avLst/>
            <a:gdLst/>
            <a:ahLst/>
            <a:cxnLst/>
            <a:rect l="0" t="0" r="r" b="b"/>
            <a:pathLst>
              <a:path w="24646" h="24646">
                <a:moveTo>
                  <a:pt x="9888" y="24483"/>
                </a:moveTo>
                <a:lnTo>
                  <a:pt x="5445" y="22643"/>
                </a:lnTo>
                <a:lnTo>
                  <a:pt x="3609" y="21036"/>
                </a:lnTo>
                <a:lnTo>
                  <a:pt x="2002" y="19200"/>
                </a:lnTo>
                <a:lnTo>
                  <a:pt x="162" y="14757"/>
                </a:lnTo>
                <a:lnTo>
                  <a:pt x="0" y="12323"/>
                </a:lnTo>
                <a:lnTo>
                  <a:pt x="162" y="9888"/>
                </a:lnTo>
                <a:lnTo>
                  <a:pt x="2002" y="5445"/>
                </a:lnTo>
                <a:lnTo>
                  <a:pt x="3609" y="3609"/>
                </a:lnTo>
                <a:lnTo>
                  <a:pt x="5445" y="2002"/>
                </a:lnTo>
                <a:lnTo>
                  <a:pt x="9888" y="162"/>
                </a:lnTo>
                <a:lnTo>
                  <a:pt x="12323" y="0"/>
                </a:lnTo>
                <a:lnTo>
                  <a:pt x="14757" y="162"/>
                </a:lnTo>
                <a:lnTo>
                  <a:pt x="19200" y="2002"/>
                </a:lnTo>
                <a:lnTo>
                  <a:pt x="21036" y="3609"/>
                </a:lnTo>
                <a:lnTo>
                  <a:pt x="22643" y="5445"/>
                </a:lnTo>
                <a:lnTo>
                  <a:pt x="24483" y="9888"/>
                </a:lnTo>
                <a:lnTo>
                  <a:pt x="24646" y="12323"/>
                </a:lnTo>
                <a:lnTo>
                  <a:pt x="24483" y="14757"/>
                </a:lnTo>
                <a:lnTo>
                  <a:pt x="22643" y="19200"/>
                </a:lnTo>
                <a:lnTo>
                  <a:pt x="21036" y="21036"/>
                </a:lnTo>
                <a:lnTo>
                  <a:pt x="19200" y="22643"/>
                </a:lnTo>
                <a:lnTo>
                  <a:pt x="14757" y="24483"/>
                </a:lnTo>
                <a:lnTo>
                  <a:pt x="12323" y="24646"/>
                </a:lnTo>
                <a:lnTo>
                  <a:pt x="9888" y="24483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483" name="Shape 483"/>
          <p:cNvSpPr/>
          <p:nvPr/>
        </p:nvSpPr>
        <p:spPr>
          <a:xfrm>
            <a:off x="5761690" y="2022348"/>
            <a:ext cx="24797" cy="24797"/>
          </a:xfrm>
          <a:custGeom>
            <a:avLst/>
            <a:gdLst/>
            <a:ahLst/>
            <a:cxnLst/>
            <a:rect l="0" t="0" r="r" b="b"/>
            <a:pathLst>
              <a:path w="24797" h="24797">
                <a:moveTo>
                  <a:pt x="9949" y="24634"/>
                </a:moveTo>
                <a:lnTo>
                  <a:pt x="5478" y="22782"/>
                </a:lnTo>
                <a:lnTo>
                  <a:pt x="3631" y="21166"/>
                </a:lnTo>
                <a:lnTo>
                  <a:pt x="2015" y="19318"/>
                </a:lnTo>
                <a:lnTo>
                  <a:pt x="163" y="14848"/>
                </a:lnTo>
                <a:lnTo>
                  <a:pt x="0" y="12398"/>
                </a:lnTo>
                <a:lnTo>
                  <a:pt x="163" y="9949"/>
                </a:lnTo>
                <a:lnTo>
                  <a:pt x="2015" y="5478"/>
                </a:lnTo>
                <a:lnTo>
                  <a:pt x="3631" y="3631"/>
                </a:lnTo>
                <a:lnTo>
                  <a:pt x="5478" y="2015"/>
                </a:lnTo>
                <a:lnTo>
                  <a:pt x="9949" y="163"/>
                </a:lnTo>
                <a:lnTo>
                  <a:pt x="12398" y="0"/>
                </a:lnTo>
                <a:lnTo>
                  <a:pt x="14848" y="163"/>
                </a:lnTo>
                <a:lnTo>
                  <a:pt x="19318" y="2015"/>
                </a:lnTo>
                <a:lnTo>
                  <a:pt x="21166" y="3631"/>
                </a:lnTo>
                <a:lnTo>
                  <a:pt x="22782" y="5478"/>
                </a:lnTo>
                <a:lnTo>
                  <a:pt x="24634" y="9949"/>
                </a:lnTo>
                <a:lnTo>
                  <a:pt x="24797" y="12398"/>
                </a:lnTo>
                <a:lnTo>
                  <a:pt x="24634" y="14848"/>
                </a:lnTo>
                <a:lnTo>
                  <a:pt x="22782" y="19318"/>
                </a:lnTo>
                <a:lnTo>
                  <a:pt x="21166" y="21166"/>
                </a:lnTo>
                <a:lnTo>
                  <a:pt x="19318" y="22782"/>
                </a:lnTo>
                <a:lnTo>
                  <a:pt x="14848" y="24634"/>
                </a:lnTo>
                <a:lnTo>
                  <a:pt x="12398" y="24797"/>
                </a:lnTo>
                <a:lnTo>
                  <a:pt x="9949" y="2463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484" name="Shape 484"/>
          <p:cNvSpPr/>
          <p:nvPr/>
        </p:nvSpPr>
        <p:spPr>
          <a:xfrm>
            <a:off x="5813727" y="2032722"/>
            <a:ext cx="25021" cy="25021"/>
          </a:xfrm>
          <a:custGeom>
            <a:avLst/>
            <a:gdLst/>
            <a:ahLst/>
            <a:cxnLst/>
            <a:rect l="0" t="0" r="r" b="b"/>
            <a:pathLst>
              <a:path w="25021" h="25021">
                <a:moveTo>
                  <a:pt x="10039" y="24856"/>
                </a:moveTo>
                <a:lnTo>
                  <a:pt x="5528" y="22988"/>
                </a:lnTo>
                <a:lnTo>
                  <a:pt x="3664" y="21357"/>
                </a:lnTo>
                <a:lnTo>
                  <a:pt x="2033" y="19493"/>
                </a:lnTo>
                <a:lnTo>
                  <a:pt x="164" y="14982"/>
                </a:lnTo>
                <a:lnTo>
                  <a:pt x="0" y="12510"/>
                </a:lnTo>
                <a:lnTo>
                  <a:pt x="164" y="10039"/>
                </a:lnTo>
                <a:lnTo>
                  <a:pt x="2033" y="5528"/>
                </a:lnTo>
                <a:lnTo>
                  <a:pt x="3664" y="3664"/>
                </a:lnTo>
                <a:lnTo>
                  <a:pt x="5528" y="2033"/>
                </a:lnTo>
                <a:lnTo>
                  <a:pt x="10039" y="164"/>
                </a:lnTo>
                <a:lnTo>
                  <a:pt x="12510" y="0"/>
                </a:lnTo>
                <a:lnTo>
                  <a:pt x="14982" y="164"/>
                </a:lnTo>
                <a:lnTo>
                  <a:pt x="19493" y="2033"/>
                </a:lnTo>
                <a:lnTo>
                  <a:pt x="21357" y="3664"/>
                </a:lnTo>
                <a:lnTo>
                  <a:pt x="22988" y="5528"/>
                </a:lnTo>
                <a:lnTo>
                  <a:pt x="24856" y="10039"/>
                </a:lnTo>
                <a:lnTo>
                  <a:pt x="25021" y="12510"/>
                </a:lnTo>
                <a:lnTo>
                  <a:pt x="24856" y="14982"/>
                </a:lnTo>
                <a:lnTo>
                  <a:pt x="22988" y="19493"/>
                </a:lnTo>
                <a:lnTo>
                  <a:pt x="21357" y="21357"/>
                </a:lnTo>
                <a:lnTo>
                  <a:pt x="19493" y="22988"/>
                </a:lnTo>
                <a:lnTo>
                  <a:pt x="14982" y="24856"/>
                </a:lnTo>
                <a:lnTo>
                  <a:pt x="12510" y="25021"/>
                </a:lnTo>
                <a:lnTo>
                  <a:pt x="10039" y="24856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485" name="Shape 485"/>
          <p:cNvSpPr/>
          <p:nvPr/>
        </p:nvSpPr>
        <p:spPr>
          <a:xfrm>
            <a:off x="5872915" y="2044535"/>
            <a:ext cx="25238" cy="25238"/>
          </a:xfrm>
          <a:custGeom>
            <a:avLst/>
            <a:gdLst/>
            <a:ahLst/>
            <a:cxnLst/>
            <a:rect l="0" t="0" r="r" b="b"/>
            <a:pathLst>
              <a:path w="25238" h="25238">
                <a:moveTo>
                  <a:pt x="10126" y="25071"/>
                </a:moveTo>
                <a:lnTo>
                  <a:pt x="5576" y="23187"/>
                </a:lnTo>
                <a:lnTo>
                  <a:pt x="3696" y="21542"/>
                </a:lnTo>
                <a:lnTo>
                  <a:pt x="2050" y="19661"/>
                </a:lnTo>
                <a:lnTo>
                  <a:pt x="166" y="15111"/>
                </a:lnTo>
                <a:lnTo>
                  <a:pt x="0" y="12619"/>
                </a:lnTo>
                <a:lnTo>
                  <a:pt x="166" y="10126"/>
                </a:lnTo>
                <a:lnTo>
                  <a:pt x="2050" y="5576"/>
                </a:lnTo>
                <a:lnTo>
                  <a:pt x="3696" y="3696"/>
                </a:lnTo>
                <a:lnTo>
                  <a:pt x="5576" y="2050"/>
                </a:lnTo>
                <a:lnTo>
                  <a:pt x="10126" y="166"/>
                </a:lnTo>
                <a:lnTo>
                  <a:pt x="12619" y="0"/>
                </a:lnTo>
                <a:lnTo>
                  <a:pt x="15111" y="166"/>
                </a:lnTo>
                <a:lnTo>
                  <a:pt x="19661" y="2050"/>
                </a:lnTo>
                <a:lnTo>
                  <a:pt x="21542" y="3696"/>
                </a:lnTo>
                <a:lnTo>
                  <a:pt x="23187" y="5576"/>
                </a:lnTo>
                <a:lnTo>
                  <a:pt x="25071" y="10126"/>
                </a:lnTo>
                <a:lnTo>
                  <a:pt x="25238" y="12619"/>
                </a:lnTo>
                <a:lnTo>
                  <a:pt x="25071" y="15111"/>
                </a:lnTo>
                <a:lnTo>
                  <a:pt x="23187" y="19661"/>
                </a:lnTo>
                <a:lnTo>
                  <a:pt x="21542" y="21542"/>
                </a:lnTo>
                <a:lnTo>
                  <a:pt x="19661" y="23187"/>
                </a:lnTo>
                <a:lnTo>
                  <a:pt x="15111" y="25071"/>
                </a:lnTo>
                <a:lnTo>
                  <a:pt x="12619" y="25238"/>
                </a:lnTo>
                <a:lnTo>
                  <a:pt x="10126" y="25071"/>
                </a:lnTo>
                <a:close/>
              </a:path>
            </a:pathLst>
          </a:custGeom>
          <a:solidFill>
            <a:srgbClr val="78CE7D"/>
          </a:solidFill>
          <a:ln>
            <a:noFill/>
          </a:ln>
        </p:spPr>
      </p:sp>
      <p:sp>
        <p:nvSpPr>
          <p:cNvPr id="486" name="Shape 486"/>
          <p:cNvSpPr/>
          <p:nvPr/>
        </p:nvSpPr>
        <p:spPr>
          <a:xfrm>
            <a:off x="5917151" y="2053409"/>
            <a:ext cx="25289" cy="25289"/>
          </a:xfrm>
          <a:custGeom>
            <a:avLst/>
            <a:gdLst/>
            <a:ahLst/>
            <a:cxnLst/>
            <a:rect l="0" t="0" r="r" b="b"/>
            <a:pathLst>
              <a:path w="25289" h="25289">
                <a:moveTo>
                  <a:pt x="10146" y="25122"/>
                </a:moveTo>
                <a:lnTo>
                  <a:pt x="5587" y="23234"/>
                </a:lnTo>
                <a:lnTo>
                  <a:pt x="3703" y="21585"/>
                </a:lnTo>
                <a:lnTo>
                  <a:pt x="2054" y="19701"/>
                </a:lnTo>
                <a:lnTo>
                  <a:pt x="166" y="15142"/>
                </a:lnTo>
                <a:lnTo>
                  <a:pt x="0" y="12644"/>
                </a:lnTo>
                <a:lnTo>
                  <a:pt x="166" y="10146"/>
                </a:lnTo>
                <a:lnTo>
                  <a:pt x="2054" y="5587"/>
                </a:lnTo>
                <a:lnTo>
                  <a:pt x="3703" y="3703"/>
                </a:lnTo>
                <a:lnTo>
                  <a:pt x="5587" y="2054"/>
                </a:lnTo>
                <a:lnTo>
                  <a:pt x="10146" y="166"/>
                </a:lnTo>
                <a:lnTo>
                  <a:pt x="12644" y="0"/>
                </a:lnTo>
                <a:lnTo>
                  <a:pt x="15142" y="166"/>
                </a:lnTo>
                <a:lnTo>
                  <a:pt x="19701" y="2054"/>
                </a:lnTo>
                <a:lnTo>
                  <a:pt x="21585" y="3703"/>
                </a:lnTo>
                <a:lnTo>
                  <a:pt x="23234" y="5587"/>
                </a:lnTo>
                <a:lnTo>
                  <a:pt x="25122" y="10146"/>
                </a:lnTo>
                <a:lnTo>
                  <a:pt x="25289" y="12644"/>
                </a:lnTo>
                <a:lnTo>
                  <a:pt x="25122" y="15142"/>
                </a:lnTo>
                <a:lnTo>
                  <a:pt x="23234" y="19701"/>
                </a:lnTo>
                <a:lnTo>
                  <a:pt x="21585" y="21585"/>
                </a:lnTo>
                <a:lnTo>
                  <a:pt x="19701" y="23234"/>
                </a:lnTo>
                <a:lnTo>
                  <a:pt x="15142" y="25122"/>
                </a:lnTo>
                <a:lnTo>
                  <a:pt x="12644" y="25289"/>
                </a:lnTo>
                <a:lnTo>
                  <a:pt x="10146" y="25122"/>
                </a:lnTo>
                <a:close/>
              </a:path>
            </a:pathLst>
          </a:custGeom>
          <a:solidFill>
            <a:srgbClr val="78CD7C"/>
          </a:solidFill>
          <a:ln>
            <a:noFill/>
          </a:ln>
        </p:spPr>
      </p:sp>
      <p:sp>
        <p:nvSpPr>
          <p:cNvPr id="487" name="Shape 487"/>
          <p:cNvSpPr/>
          <p:nvPr/>
        </p:nvSpPr>
        <p:spPr>
          <a:xfrm>
            <a:off x="5992204" y="2068581"/>
            <a:ext cx="25085" cy="25085"/>
          </a:xfrm>
          <a:custGeom>
            <a:avLst/>
            <a:gdLst/>
            <a:ahLst/>
            <a:cxnLst/>
            <a:rect l="0" t="0" r="r" b="b"/>
            <a:pathLst>
              <a:path w="25085" h="25085">
                <a:moveTo>
                  <a:pt x="10064" y="24920"/>
                </a:moveTo>
                <a:lnTo>
                  <a:pt x="5542" y="23047"/>
                </a:lnTo>
                <a:lnTo>
                  <a:pt x="3673" y="21411"/>
                </a:lnTo>
                <a:lnTo>
                  <a:pt x="2038" y="19542"/>
                </a:lnTo>
                <a:lnTo>
                  <a:pt x="165" y="15020"/>
                </a:lnTo>
                <a:lnTo>
                  <a:pt x="0" y="12542"/>
                </a:lnTo>
                <a:lnTo>
                  <a:pt x="165" y="10064"/>
                </a:lnTo>
                <a:lnTo>
                  <a:pt x="2038" y="5542"/>
                </a:lnTo>
                <a:lnTo>
                  <a:pt x="3673" y="3673"/>
                </a:lnTo>
                <a:lnTo>
                  <a:pt x="5542" y="2038"/>
                </a:lnTo>
                <a:lnTo>
                  <a:pt x="10064" y="165"/>
                </a:lnTo>
                <a:lnTo>
                  <a:pt x="12542" y="0"/>
                </a:lnTo>
                <a:lnTo>
                  <a:pt x="15020" y="165"/>
                </a:lnTo>
                <a:lnTo>
                  <a:pt x="19542" y="2038"/>
                </a:lnTo>
                <a:lnTo>
                  <a:pt x="21411" y="3673"/>
                </a:lnTo>
                <a:lnTo>
                  <a:pt x="23047" y="5542"/>
                </a:lnTo>
                <a:lnTo>
                  <a:pt x="24920" y="10064"/>
                </a:lnTo>
                <a:lnTo>
                  <a:pt x="25085" y="12542"/>
                </a:lnTo>
                <a:lnTo>
                  <a:pt x="24920" y="15020"/>
                </a:lnTo>
                <a:lnTo>
                  <a:pt x="23047" y="19542"/>
                </a:lnTo>
                <a:lnTo>
                  <a:pt x="21411" y="21411"/>
                </a:lnTo>
                <a:lnTo>
                  <a:pt x="19542" y="23047"/>
                </a:lnTo>
                <a:lnTo>
                  <a:pt x="15020" y="24920"/>
                </a:lnTo>
                <a:lnTo>
                  <a:pt x="12542" y="25085"/>
                </a:lnTo>
                <a:lnTo>
                  <a:pt x="10064" y="24920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488" name="Shape 488"/>
          <p:cNvSpPr/>
          <p:nvPr/>
        </p:nvSpPr>
        <p:spPr>
          <a:xfrm>
            <a:off x="6079835" y="2086289"/>
            <a:ext cx="24862" cy="24862"/>
          </a:xfrm>
          <a:custGeom>
            <a:avLst/>
            <a:gdLst/>
            <a:ahLst/>
            <a:cxnLst/>
            <a:rect l="0" t="0" r="r" b="b"/>
            <a:pathLst>
              <a:path w="24862" h="24862">
                <a:moveTo>
                  <a:pt x="9975" y="24698"/>
                </a:moveTo>
                <a:lnTo>
                  <a:pt x="5493" y="22842"/>
                </a:lnTo>
                <a:lnTo>
                  <a:pt x="3641" y="21221"/>
                </a:lnTo>
                <a:lnTo>
                  <a:pt x="2020" y="19369"/>
                </a:lnTo>
                <a:lnTo>
                  <a:pt x="163" y="14886"/>
                </a:lnTo>
                <a:lnTo>
                  <a:pt x="0" y="12431"/>
                </a:lnTo>
                <a:lnTo>
                  <a:pt x="163" y="9975"/>
                </a:lnTo>
                <a:lnTo>
                  <a:pt x="2020" y="5493"/>
                </a:lnTo>
                <a:lnTo>
                  <a:pt x="3641" y="3641"/>
                </a:lnTo>
                <a:lnTo>
                  <a:pt x="5493" y="2020"/>
                </a:lnTo>
                <a:lnTo>
                  <a:pt x="9975" y="163"/>
                </a:lnTo>
                <a:lnTo>
                  <a:pt x="12431" y="0"/>
                </a:lnTo>
                <a:lnTo>
                  <a:pt x="14886" y="163"/>
                </a:lnTo>
                <a:lnTo>
                  <a:pt x="19369" y="2020"/>
                </a:lnTo>
                <a:lnTo>
                  <a:pt x="21221" y="3641"/>
                </a:lnTo>
                <a:lnTo>
                  <a:pt x="22842" y="5493"/>
                </a:lnTo>
                <a:lnTo>
                  <a:pt x="24698" y="9975"/>
                </a:lnTo>
                <a:lnTo>
                  <a:pt x="24862" y="12431"/>
                </a:lnTo>
                <a:lnTo>
                  <a:pt x="24698" y="14886"/>
                </a:lnTo>
                <a:lnTo>
                  <a:pt x="22842" y="19369"/>
                </a:lnTo>
                <a:lnTo>
                  <a:pt x="21221" y="21221"/>
                </a:lnTo>
                <a:lnTo>
                  <a:pt x="19369" y="22842"/>
                </a:lnTo>
                <a:lnTo>
                  <a:pt x="14886" y="24698"/>
                </a:lnTo>
                <a:lnTo>
                  <a:pt x="12431" y="24862"/>
                </a:lnTo>
                <a:lnTo>
                  <a:pt x="9975" y="24698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489" name="Shape 489"/>
          <p:cNvSpPr/>
          <p:nvPr/>
        </p:nvSpPr>
        <p:spPr>
          <a:xfrm>
            <a:off x="6146892" y="2099832"/>
            <a:ext cx="24711" cy="24711"/>
          </a:xfrm>
          <a:custGeom>
            <a:avLst/>
            <a:gdLst/>
            <a:ahLst/>
            <a:cxnLst/>
            <a:rect l="0" t="0" r="r" b="b"/>
            <a:pathLst>
              <a:path w="24711" h="24711">
                <a:moveTo>
                  <a:pt x="9914" y="24548"/>
                </a:moveTo>
                <a:lnTo>
                  <a:pt x="5459" y="22703"/>
                </a:lnTo>
                <a:lnTo>
                  <a:pt x="3618" y="21092"/>
                </a:lnTo>
                <a:lnTo>
                  <a:pt x="2008" y="19251"/>
                </a:lnTo>
                <a:lnTo>
                  <a:pt x="162" y="14796"/>
                </a:lnTo>
                <a:lnTo>
                  <a:pt x="0" y="12355"/>
                </a:lnTo>
                <a:lnTo>
                  <a:pt x="162" y="9914"/>
                </a:lnTo>
                <a:lnTo>
                  <a:pt x="2008" y="5459"/>
                </a:lnTo>
                <a:lnTo>
                  <a:pt x="3618" y="3618"/>
                </a:lnTo>
                <a:lnTo>
                  <a:pt x="5459" y="2008"/>
                </a:lnTo>
                <a:lnTo>
                  <a:pt x="9914" y="162"/>
                </a:lnTo>
                <a:lnTo>
                  <a:pt x="12355" y="0"/>
                </a:lnTo>
                <a:lnTo>
                  <a:pt x="14796" y="162"/>
                </a:lnTo>
                <a:lnTo>
                  <a:pt x="19251" y="2008"/>
                </a:lnTo>
                <a:lnTo>
                  <a:pt x="21092" y="3618"/>
                </a:lnTo>
                <a:lnTo>
                  <a:pt x="22703" y="5459"/>
                </a:lnTo>
                <a:lnTo>
                  <a:pt x="24548" y="9914"/>
                </a:lnTo>
                <a:lnTo>
                  <a:pt x="24711" y="12355"/>
                </a:lnTo>
                <a:lnTo>
                  <a:pt x="24548" y="14796"/>
                </a:lnTo>
                <a:lnTo>
                  <a:pt x="22703" y="19251"/>
                </a:lnTo>
                <a:lnTo>
                  <a:pt x="21092" y="21092"/>
                </a:lnTo>
                <a:lnTo>
                  <a:pt x="19251" y="22703"/>
                </a:lnTo>
                <a:lnTo>
                  <a:pt x="14796" y="24548"/>
                </a:lnTo>
                <a:lnTo>
                  <a:pt x="12355" y="24711"/>
                </a:lnTo>
                <a:lnTo>
                  <a:pt x="9914" y="24548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490" name="Shape 490"/>
          <p:cNvSpPr/>
          <p:nvPr/>
        </p:nvSpPr>
        <p:spPr>
          <a:xfrm>
            <a:off x="6263798" y="2123429"/>
            <a:ext cx="24482" cy="24482"/>
          </a:xfrm>
          <a:custGeom>
            <a:avLst/>
            <a:gdLst/>
            <a:ahLst/>
            <a:cxnLst/>
            <a:rect l="0" t="0" r="r" b="b"/>
            <a:pathLst>
              <a:path w="24482" h="24482">
                <a:moveTo>
                  <a:pt x="9823" y="24321"/>
                </a:moveTo>
                <a:lnTo>
                  <a:pt x="5409" y="22493"/>
                </a:lnTo>
                <a:lnTo>
                  <a:pt x="3585" y="20897"/>
                </a:lnTo>
                <a:lnTo>
                  <a:pt x="1989" y="19073"/>
                </a:lnTo>
                <a:lnTo>
                  <a:pt x="161" y="14659"/>
                </a:lnTo>
                <a:lnTo>
                  <a:pt x="0" y="12241"/>
                </a:lnTo>
                <a:lnTo>
                  <a:pt x="161" y="9823"/>
                </a:lnTo>
                <a:lnTo>
                  <a:pt x="1989" y="5409"/>
                </a:lnTo>
                <a:lnTo>
                  <a:pt x="3585" y="3585"/>
                </a:lnTo>
                <a:lnTo>
                  <a:pt x="5409" y="1989"/>
                </a:lnTo>
                <a:lnTo>
                  <a:pt x="9823" y="161"/>
                </a:lnTo>
                <a:lnTo>
                  <a:pt x="12241" y="0"/>
                </a:lnTo>
                <a:lnTo>
                  <a:pt x="14659" y="161"/>
                </a:lnTo>
                <a:lnTo>
                  <a:pt x="19073" y="1989"/>
                </a:lnTo>
                <a:lnTo>
                  <a:pt x="20897" y="3585"/>
                </a:lnTo>
                <a:lnTo>
                  <a:pt x="22493" y="5409"/>
                </a:lnTo>
                <a:lnTo>
                  <a:pt x="24321" y="9823"/>
                </a:lnTo>
                <a:lnTo>
                  <a:pt x="24482" y="12241"/>
                </a:lnTo>
                <a:lnTo>
                  <a:pt x="24321" y="14659"/>
                </a:lnTo>
                <a:lnTo>
                  <a:pt x="22493" y="19073"/>
                </a:lnTo>
                <a:lnTo>
                  <a:pt x="20897" y="20897"/>
                </a:lnTo>
                <a:lnTo>
                  <a:pt x="19073" y="22493"/>
                </a:lnTo>
                <a:lnTo>
                  <a:pt x="14659" y="24321"/>
                </a:lnTo>
                <a:lnTo>
                  <a:pt x="12241" y="24482"/>
                </a:lnTo>
                <a:lnTo>
                  <a:pt x="9823" y="24321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491" name="Shape 491"/>
          <p:cNvSpPr/>
          <p:nvPr/>
        </p:nvSpPr>
        <p:spPr>
          <a:xfrm>
            <a:off x="5324639" y="1959790"/>
            <a:ext cx="22154" cy="22154"/>
          </a:xfrm>
          <a:custGeom>
            <a:avLst/>
            <a:gdLst/>
            <a:ahLst/>
            <a:cxnLst/>
            <a:rect l="0" t="0" r="r" b="b"/>
            <a:pathLst>
              <a:path w="22154" h="22154">
                <a:moveTo>
                  <a:pt x="8888" y="22008"/>
                </a:moveTo>
                <a:lnTo>
                  <a:pt x="4894" y="20354"/>
                </a:lnTo>
                <a:lnTo>
                  <a:pt x="3244" y="18909"/>
                </a:lnTo>
                <a:lnTo>
                  <a:pt x="1800" y="17259"/>
                </a:lnTo>
                <a:lnTo>
                  <a:pt x="145" y="13265"/>
                </a:lnTo>
                <a:lnTo>
                  <a:pt x="0" y="11077"/>
                </a:lnTo>
                <a:lnTo>
                  <a:pt x="145" y="8888"/>
                </a:lnTo>
                <a:lnTo>
                  <a:pt x="1800" y="4894"/>
                </a:lnTo>
                <a:lnTo>
                  <a:pt x="3244" y="3244"/>
                </a:lnTo>
                <a:lnTo>
                  <a:pt x="4894" y="1800"/>
                </a:lnTo>
                <a:lnTo>
                  <a:pt x="8888" y="145"/>
                </a:lnTo>
                <a:lnTo>
                  <a:pt x="11077" y="0"/>
                </a:lnTo>
                <a:lnTo>
                  <a:pt x="13265" y="145"/>
                </a:lnTo>
                <a:lnTo>
                  <a:pt x="17259" y="1800"/>
                </a:lnTo>
                <a:lnTo>
                  <a:pt x="18909" y="3244"/>
                </a:lnTo>
                <a:lnTo>
                  <a:pt x="20354" y="4894"/>
                </a:lnTo>
                <a:lnTo>
                  <a:pt x="22008" y="8888"/>
                </a:lnTo>
                <a:lnTo>
                  <a:pt x="22154" y="11077"/>
                </a:lnTo>
                <a:lnTo>
                  <a:pt x="22008" y="13265"/>
                </a:lnTo>
                <a:lnTo>
                  <a:pt x="20354" y="17259"/>
                </a:lnTo>
                <a:lnTo>
                  <a:pt x="18909" y="18909"/>
                </a:lnTo>
                <a:lnTo>
                  <a:pt x="17259" y="20354"/>
                </a:lnTo>
                <a:lnTo>
                  <a:pt x="13265" y="22008"/>
                </a:lnTo>
                <a:lnTo>
                  <a:pt x="11077" y="22154"/>
                </a:lnTo>
                <a:lnTo>
                  <a:pt x="8888" y="22008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492" name="Shape 492"/>
          <p:cNvSpPr/>
          <p:nvPr/>
        </p:nvSpPr>
        <p:spPr>
          <a:xfrm>
            <a:off x="5338802" y="1963461"/>
            <a:ext cx="22407" cy="22407"/>
          </a:xfrm>
          <a:custGeom>
            <a:avLst/>
            <a:gdLst/>
            <a:ahLst/>
            <a:cxnLst/>
            <a:rect l="0" t="0" r="r" b="b"/>
            <a:pathLst>
              <a:path w="22407" h="22407">
                <a:moveTo>
                  <a:pt x="8990" y="22259"/>
                </a:moveTo>
                <a:lnTo>
                  <a:pt x="4950" y="20586"/>
                </a:lnTo>
                <a:lnTo>
                  <a:pt x="3281" y="19125"/>
                </a:lnTo>
                <a:lnTo>
                  <a:pt x="1820" y="17456"/>
                </a:lnTo>
                <a:lnTo>
                  <a:pt x="147" y="13417"/>
                </a:lnTo>
                <a:lnTo>
                  <a:pt x="0" y="11203"/>
                </a:lnTo>
                <a:lnTo>
                  <a:pt x="147" y="8990"/>
                </a:lnTo>
                <a:lnTo>
                  <a:pt x="1820" y="4950"/>
                </a:lnTo>
                <a:lnTo>
                  <a:pt x="3281" y="3281"/>
                </a:lnTo>
                <a:lnTo>
                  <a:pt x="4950" y="1820"/>
                </a:lnTo>
                <a:lnTo>
                  <a:pt x="8990" y="147"/>
                </a:lnTo>
                <a:lnTo>
                  <a:pt x="11203" y="0"/>
                </a:lnTo>
                <a:lnTo>
                  <a:pt x="13417" y="147"/>
                </a:lnTo>
                <a:lnTo>
                  <a:pt x="17456" y="1820"/>
                </a:lnTo>
                <a:lnTo>
                  <a:pt x="19125" y="3281"/>
                </a:lnTo>
                <a:lnTo>
                  <a:pt x="20586" y="4950"/>
                </a:lnTo>
                <a:lnTo>
                  <a:pt x="22259" y="8990"/>
                </a:lnTo>
                <a:lnTo>
                  <a:pt x="22407" y="11203"/>
                </a:lnTo>
                <a:lnTo>
                  <a:pt x="22259" y="13417"/>
                </a:lnTo>
                <a:lnTo>
                  <a:pt x="20586" y="17456"/>
                </a:lnTo>
                <a:lnTo>
                  <a:pt x="19125" y="19125"/>
                </a:lnTo>
                <a:lnTo>
                  <a:pt x="17456" y="20586"/>
                </a:lnTo>
                <a:lnTo>
                  <a:pt x="13417" y="22259"/>
                </a:lnTo>
                <a:lnTo>
                  <a:pt x="11203" y="22407"/>
                </a:lnTo>
                <a:lnTo>
                  <a:pt x="8990" y="2225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493" name="Shape 493"/>
          <p:cNvSpPr/>
          <p:nvPr/>
        </p:nvSpPr>
        <p:spPr>
          <a:xfrm>
            <a:off x="5348865" y="1966075"/>
            <a:ext cx="22574" cy="22574"/>
          </a:xfrm>
          <a:custGeom>
            <a:avLst/>
            <a:gdLst/>
            <a:ahLst/>
            <a:cxnLst/>
            <a:rect l="0" t="0" r="r" b="b"/>
            <a:pathLst>
              <a:path w="22574" h="22574">
                <a:moveTo>
                  <a:pt x="9057" y="22425"/>
                </a:moveTo>
                <a:lnTo>
                  <a:pt x="4987" y="20739"/>
                </a:lnTo>
                <a:lnTo>
                  <a:pt x="3305" y="19268"/>
                </a:lnTo>
                <a:lnTo>
                  <a:pt x="1834" y="17586"/>
                </a:lnTo>
                <a:lnTo>
                  <a:pt x="148" y="13516"/>
                </a:lnTo>
                <a:lnTo>
                  <a:pt x="0" y="11287"/>
                </a:lnTo>
                <a:lnTo>
                  <a:pt x="148" y="9057"/>
                </a:lnTo>
                <a:lnTo>
                  <a:pt x="1834" y="4987"/>
                </a:lnTo>
                <a:lnTo>
                  <a:pt x="3305" y="3305"/>
                </a:lnTo>
                <a:lnTo>
                  <a:pt x="4987" y="1834"/>
                </a:lnTo>
                <a:lnTo>
                  <a:pt x="9057" y="148"/>
                </a:lnTo>
                <a:lnTo>
                  <a:pt x="11287" y="0"/>
                </a:lnTo>
                <a:lnTo>
                  <a:pt x="13516" y="148"/>
                </a:lnTo>
                <a:lnTo>
                  <a:pt x="17586" y="1834"/>
                </a:lnTo>
                <a:lnTo>
                  <a:pt x="19268" y="3305"/>
                </a:lnTo>
                <a:lnTo>
                  <a:pt x="20739" y="4987"/>
                </a:lnTo>
                <a:lnTo>
                  <a:pt x="22425" y="9057"/>
                </a:lnTo>
                <a:lnTo>
                  <a:pt x="22574" y="11287"/>
                </a:lnTo>
                <a:lnTo>
                  <a:pt x="22425" y="13516"/>
                </a:lnTo>
                <a:lnTo>
                  <a:pt x="20739" y="17586"/>
                </a:lnTo>
                <a:lnTo>
                  <a:pt x="19268" y="19268"/>
                </a:lnTo>
                <a:lnTo>
                  <a:pt x="17586" y="20739"/>
                </a:lnTo>
                <a:lnTo>
                  <a:pt x="13516" y="22425"/>
                </a:lnTo>
                <a:lnTo>
                  <a:pt x="11287" y="22574"/>
                </a:lnTo>
                <a:lnTo>
                  <a:pt x="9057" y="22425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494" name="Shape 494"/>
          <p:cNvSpPr/>
          <p:nvPr/>
        </p:nvSpPr>
        <p:spPr>
          <a:xfrm>
            <a:off x="5359473" y="1968833"/>
            <a:ext cx="22739" cy="22739"/>
          </a:xfrm>
          <a:custGeom>
            <a:avLst/>
            <a:gdLst/>
            <a:ahLst/>
            <a:cxnLst/>
            <a:rect l="0" t="0" r="r" b="b"/>
            <a:pathLst>
              <a:path w="22739" h="22739">
                <a:moveTo>
                  <a:pt x="9123" y="22589"/>
                </a:moveTo>
                <a:lnTo>
                  <a:pt x="5024" y="20891"/>
                </a:lnTo>
                <a:lnTo>
                  <a:pt x="3330" y="19409"/>
                </a:lnTo>
                <a:lnTo>
                  <a:pt x="1847" y="17715"/>
                </a:lnTo>
                <a:lnTo>
                  <a:pt x="149" y="13615"/>
                </a:lnTo>
                <a:lnTo>
                  <a:pt x="0" y="11369"/>
                </a:lnTo>
                <a:lnTo>
                  <a:pt x="149" y="9123"/>
                </a:lnTo>
                <a:lnTo>
                  <a:pt x="1847" y="5024"/>
                </a:lnTo>
                <a:lnTo>
                  <a:pt x="3330" y="3330"/>
                </a:lnTo>
                <a:lnTo>
                  <a:pt x="5024" y="1847"/>
                </a:lnTo>
                <a:lnTo>
                  <a:pt x="9123" y="149"/>
                </a:lnTo>
                <a:lnTo>
                  <a:pt x="11369" y="0"/>
                </a:lnTo>
                <a:lnTo>
                  <a:pt x="13615" y="149"/>
                </a:lnTo>
                <a:lnTo>
                  <a:pt x="17715" y="1847"/>
                </a:lnTo>
                <a:lnTo>
                  <a:pt x="19409" y="3330"/>
                </a:lnTo>
                <a:lnTo>
                  <a:pt x="20891" y="5024"/>
                </a:lnTo>
                <a:lnTo>
                  <a:pt x="22589" y="9123"/>
                </a:lnTo>
                <a:lnTo>
                  <a:pt x="22739" y="11369"/>
                </a:lnTo>
                <a:lnTo>
                  <a:pt x="22589" y="13615"/>
                </a:lnTo>
                <a:lnTo>
                  <a:pt x="20891" y="17715"/>
                </a:lnTo>
                <a:lnTo>
                  <a:pt x="19409" y="19409"/>
                </a:lnTo>
                <a:lnTo>
                  <a:pt x="17715" y="20891"/>
                </a:lnTo>
                <a:lnTo>
                  <a:pt x="13615" y="22589"/>
                </a:lnTo>
                <a:lnTo>
                  <a:pt x="11369" y="22739"/>
                </a:lnTo>
                <a:lnTo>
                  <a:pt x="9123" y="22589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495" name="Shape 495"/>
          <p:cNvSpPr/>
          <p:nvPr/>
        </p:nvSpPr>
        <p:spPr>
          <a:xfrm>
            <a:off x="5376504" y="1973270"/>
            <a:ext cx="22984" cy="22984"/>
          </a:xfrm>
          <a:custGeom>
            <a:avLst/>
            <a:gdLst/>
            <a:ahLst/>
            <a:cxnLst/>
            <a:rect l="0" t="0" r="r" b="b"/>
            <a:pathLst>
              <a:path w="22984" h="22984">
                <a:moveTo>
                  <a:pt x="9222" y="22833"/>
                </a:moveTo>
                <a:lnTo>
                  <a:pt x="5078" y="21117"/>
                </a:lnTo>
                <a:lnTo>
                  <a:pt x="3366" y="19618"/>
                </a:lnTo>
                <a:lnTo>
                  <a:pt x="1867" y="17906"/>
                </a:lnTo>
                <a:lnTo>
                  <a:pt x="151" y="13762"/>
                </a:lnTo>
                <a:lnTo>
                  <a:pt x="0" y="11492"/>
                </a:lnTo>
                <a:lnTo>
                  <a:pt x="151" y="9222"/>
                </a:lnTo>
                <a:lnTo>
                  <a:pt x="1867" y="5078"/>
                </a:lnTo>
                <a:lnTo>
                  <a:pt x="3366" y="3366"/>
                </a:lnTo>
                <a:lnTo>
                  <a:pt x="5078" y="1867"/>
                </a:lnTo>
                <a:lnTo>
                  <a:pt x="9222" y="151"/>
                </a:lnTo>
                <a:lnTo>
                  <a:pt x="11492" y="0"/>
                </a:lnTo>
                <a:lnTo>
                  <a:pt x="13762" y="151"/>
                </a:lnTo>
                <a:lnTo>
                  <a:pt x="17906" y="1867"/>
                </a:lnTo>
                <a:lnTo>
                  <a:pt x="19618" y="3366"/>
                </a:lnTo>
                <a:lnTo>
                  <a:pt x="21117" y="5078"/>
                </a:lnTo>
                <a:lnTo>
                  <a:pt x="22833" y="9222"/>
                </a:lnTo>
                <a:lnTo>
                  <a:pt x="22984" y="11492"/>
                </a:lnTo>
                <a:lnTo>
                  <a:pt x="22833" y="13762"/>
                </a:lnTo>
                <a:lnTo>
                  <a:pt x="21117" y="17906"/>
                </a:lnTo>
                <a:lnTo>
                  <a:pt x="19618" y="19618"/>
                </a:lnTo>
                <a:lnTo>
                  <a:pt x="17906" y="21117"/>
                </a:lnTo>
                <a:lnTo>
                  <a:pt x="13762" y="22833"/>
                </a:lnTo>
                <a:lnTo>
                  <a:pt x="11492" y="22984"/>
                </a:lnTo>
                <a:lnTo>
                  <a:pt x="9222" y="22833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496" name="Shape 496"/>
          <p:cNvSpPr/>
          <p:nvPr/>
        </p:nvSpPr>
        <p:spPr>
          <a:xfrm>
            <a:off x="5395035" y="1978106"/>
            <a:ext cx="23228" cy="23228"/>
          </a:xfrm>
          <a:custGeom>
            <a:avLst/>
            <a:gdLst/>
            <a:ahLst/>
            <a:cxnLst/>
            <a:rect l="0" t="0" r="r" b="b"/>
            <a:pathLst>
              <a:path w="23228" h="23228">
                <a:moveTo>
                  <a:pt x="9319" y="23075"/>
                </a:moveTo>
                <a:lnTo>
                  <a:pt x="5132" y="21340"/>
                </a:lnTo>
                <a:lnTo>
                  <a:pt x="3401" y="19826"/>
                </a:lnTo>
                <a:lnTo>
                  <a:pt x="1887" y="18096"/>
                </a:lnTo>
                <a:lnTo>
                  <a:pt x="152" y="13908"/>
                </a:lnTo>
                <a:lnTo>
                  <a:pt x="0" y="11614"/>
                </a:lnTo>
                <a:lnTo>
                  <a:pt x="152" y="9319"/>
                </a:lnTo>
                <a:lnTo>
                  <a:pt x="1887" y="5132"/>
                </a:lnTo>
                <a:lnTo>
                  <a:pt x="3401" y="3401"/>
                </a:lnTo>
                <a:lnTo>
                  <a:pt x="5132" y="1887"/>
                </a:lnTo>
                <a:lnTo>
                  <a:pt x="9319" y="152"/>
                </a:lnTo>
                <a:lnTo>
                  <a:pt x="11614" y="0"/>
                </a:lnTo>
                <a:lnTo>
                  <a:pt x="13908" y="152"/>
                </a:lnTo>
                <a:lnTo>
                  <a:pt x="18096" y="1887"/>
                </a:lnTo>
                <a:lnTo>
                  <a:pt x="19826" y="3401"/>
                </a:lnTo>
                <a:lnTo>
                  <a:pt x="21340" y="5132"/>
                </a:lnTo>
                <a:lnTo>
                  <a:pt x="23075" y="9319"/>
                </a:lnTo>
                <a:lnTo>
                  <a:pt x="23228" y="11614"/>
                </a:lnTo>
                <a:lnTo>
                  <a:pt x="23075" y="13908"/>
                </a:lnTo>
                <a:lnTo>
                  <a:pt x="21340" y="18096"/>
                </a:lnTo>
                <a:lnTo>
                  <a:pt x="19826" y="19826"/>
                </a:lnTo>
                <a:lnTo>
                  <a:pt x="18096" y="21340"/>
                </a:lnTo>
                <a:lnTo>
                  <a:pt x="13908" y="23075"/>
                </a:lnTo>
                <a:lnTo>
                  <a:pt x="11614" y="23228"/>
                </a:lnTo>
                <a:lnTo>
                  <a:pt x="9319" y="23075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497" name="Shape 497"/>
          <p:cNvSpPr/>
          <p:nvPr/>
        </p:nvSpPr>
        <p:spPr>
          <a:xfrm>
            <a:off x="5408321" y="1981578"/>
            <a:ext cx="23388" cy="23388"/>
          </a:xfrm>
          <a:custGeom>
            <a:avLst/>
            <a:gdLst/>
            <a:ahLst/>
            <a:cxnLst/>
            <a:rect l="0" t="0" r="r" b="b"/>
            <a:pathLst>
              <a:path w="23388" h="23388">
                <a:moveTo>
                  <a:pt x="9384" y="23234"/>
                </a:moveTo>
                <a:lnTo>
                  <a:pt x="5167" y="21487"/>
                </a:lnTo>
                <a:lnTo>
                  <a:pt x="3425" y="19963"/>
                </a:lnTo>
                <a:lnTo>
                  <a:pt x="1900" y="18220"/>
                </a:lnTo>
                <a:lnTo>
                  <a:pt x="154" y="14004"/>
                </a:lnTo>
                <a:lnTo>
                  <a:pt x="0" y="11694"/>
                </a:lnTo>
                <a:lnTo>
                  <a:pt x="154" y="9384"/>
                </a:lnTo>
                <a:lnTo>
                  <a:pt x="1900" y="5167"/>
                </a:lnTo>
                <a:lnTo>
                  <a:pt x="3425" y="3425"/>
                </a:lnTo>
                <a:lnTo>
                  <a:pt x="5167" y="1900"/>
                </a:lnTo>
                <a:lnTo>
                  <a:pt x="9384" y="154"/>
                </a:lnTo>
                <a:lnTo>
                  <a:pt x="11694" y="0"/>
                </a:lnTo>
                <a:lnTo>
                  <a:pt x="14004" y="154"/>
                </a:lnTo>
                <a:lnTo>
                  <a:pt x="18220" y="1900"/>
                </a:lnTo>
                <a:lnTo>
                  <a:pt x="19963" y="3425"/>
                </a:lnTo>
                <a:lnTo>
                  <a:pt x="21487" y="5167"/>
                </a:lnTo>
                <a:lnTo>
                  <a:pt x="23234" y="9384"/>
                </a:lnTo>
                <a:lnTo>
                  <a:pt x="23388" y="11694"/>
                </a:lnTo>
                <a:lnTo>
                  <a:pt x="23234" y="14004"/>
                </a:lnTo>
                <a:lnTo>
                  <a:pt x="21487" y="18220"/>
                </a:lnTo>
                <a:lnTo>
                  <a:pt x="19963" y="19963"/>
                </a:lnTo>
                <a:lnTo>
                  <a:pt x="18220" y="21487"/>
                </a:lnTo>
                <a:lnTo>
                  <a:pt x="14004" y="23234"/>
                </a:lnTo>
                <a:lnTo>
                  <a:pt x="11694" y="23388"/>
                </a:lnTo>
                <a:lnTo>
                  <a:pt x="9384" y="23234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498" name="Shape 498"/>
          <p:cNvSpPr/>
          <p:nvPr/>
        </p:nvSpPr>
        <p:spPr>
          <a:xfrm>
            <a:off x="5429826" y="1987206"/>
            <a:ext cx="23626" cy="23626"/>
          </a:xfrm>
          <a:custGeom>
            <a:avLst/>
            <a:gdLst/>
            <a:ahLst/>
            <a:cxnLst/>
            <a:rect l="0" t="0" r="r" b="b"/>
            <a:pathLst>
              <a:path w="23626" h="23626">
                <a:moveTo>
                  <a:pt x="9479" y="23471"/>
                </a:moveTo>
                <a:lnTo>
                  <a:pt x="5220" y="21707"/>
                </a:lnTo>
                <a:lnTo>
                  <a:pt x="3460" y="20166"/>
                </a:lnTo>
                <a:lnTo>
                  <a:pt x="1919" y="18406"/>
                </a:lnTo>
                <a:lnTo>
                  <a:pt x="155" y="14147"/>
                </a:lnTo>
                <a:lnTo>
                  <a:pt x="0" y="11813"/>
                </a:lnTo>
                <a:lnTo>
                  <a:pt x="155" y="9479"/>
                </a:lnTo>
                <a:lnTo>
                  <a:pt x="1919" y="5220"/>
                </a:lnTo>
                <a:lnTo>
                  <a:pt x="3460" y="3460"/>
                </a:lnTo>
                <a:lnTo>
                  <a:pt x="5220" y="1919"/>
                </a:lnTo>
                <a:lnTo>
                  <a:pt x="9479" y="155"/>
                </a:lnTo>
                <a:lnTo>
                  <a:pt x="11813" y="0"/>
                </a:lnTo>
                <a:lnTo>
                  <a:pt x="14147" y="155"/>
                </a:lnTo>
                <a:lnTo>
                  <a:pt x="18406" y="1919"/>
                </a:lnTo>
                <a:lnTo>
                  <a:pt x="20166" y="3460"/>
                </a:lnTo>
                <a:lnTo>
                  <a:pt x="21707" y="5220"/>
                </a:lnTo>
                <a:lnTo>
                  <a:pt x="23471" y="9479"/>
                </a:lnTo>
                <a:lnTo>
                  <a:pt x="23626" y="11813"/>
                </a:lnTo>
                <a:lnTo>
                  <a:pt x="23471" y="14147"/>
                </a:lnTo>
                <a:lnTo>
                  <a:pt x="21707" y="18406"/>
                </a:lnTo>
                <a:lnTo>
                  <a:pt x="20166" y="20166"/>
                </a:lnTo>
                <a:lnTo>
                  <a:pt x="18406" y="21707"/>
                </a:lnTo>
                <a:lnTo>
                  <a:pt x="14147" y="23471"/>
                </a:lnTo>
                <a:lnTo>
                  <a:pt x="11813" y="23626"/>
                </a:lnTo>
                <a:lnTo>
                  <a:pt x="9479" y="23471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499" name="Shape 499"/>
          <p:cNvSpPr/>
          <p:nvPr/>
        </p:nvSpPr>
        <p:spPr>
          <a:xfrm>
            <a:off x="5453469" y="1993403"/>
            <a:ext cx="23863" cy="23863"/>
          </a:xfrm>
          <a:custGeom>
            <a:avLst/>
            <a:gdLst/>
            <a:ahLst/>
            <a:cxnLst/>
            <a:rect l="0" t="0" r="r" b="b"/>
            <a:pathLst>
              <a:path w="23863" h="23863">
                <a:moveTo>
                  <a:pt x="9574" y="23706"/>
                </a:moveTo>
                <a:lnTo>
                  <a:pt x="5272" y="21924"/>
                </a:lnTo>
                <a:lnTo>
                  <a:pt x="3494" y="20368"/>
                </a:lnTo>
                <a:lnTo>
                  <a:pt x="1939" y="18590"/>
                </a:lnTo>
                <a:lnTo>
                  <a:pt x="157" y="14288"/>
                </a:lnTo>
                <a:lnTo>
                  <a:pt x="0" y="11931"/>
                </a:lnTo>
                <a:lnTo>
                  <a:pt x="157" y="9574"/>
                </a:lnTo>
                <a:lnTo>
                  <a:pt x="1939" y="5272"/>
                </a:lnTo>
                <a:lnTo>
                  <a:pt x="3494" y="3494"/>
                </a:lnTo>
                <a:lnTo>
                  <a:pt x="5272" y="1939"/>
                </a:lnTo>
                <a:lnTo>
                  <a:pt x="9574" y="157"/>
                </a:lnTo>
                <a:lnTo>
                  <a:pt x="11931" y="0"/>
                </a:lnTo>
                <a:lnTo>
                  <a:pt x="14288" y="157"/>
                </a:lnTo>
                <a:lnTo>
                  <a:pt x="18590" y="1939"/>
                </a:lnTo>
                <a:lnTo>
                  <a:pt x="20368" y="3494"/>
                </a:lnTo>
                <a:lnTo>
                  <a:pt x="21924" y="5272"/>
                </a:lnTo>
                <a:lnTo>
                  <a:pt x="23706" y="9574"/>
                </a:lnTo>
                <a:lnTo>
                  <a:pt x="23863" y="11931"/>
                </a:lnTo>
                <a:lnTo>
                  <a:pt x="23706" y="14288"/>
                </a:lnTo>
                <a:lnTo>
                  <a:pt x="21924" y="18590"/>
                </a:lnTo>
                <a:lnTo>
                  <a:pt x="20368" y="20368"/>
                </a:lnTo>
                <a:lnTo>
                  <a:pt x="18590" y="21924"/>
                </a:lnTo>
                <a:lnTo>
                  <a:pt x="14288" y="23706"/>
                </a:lnTo>
                <a:lnTo>
                  <a:pt x="11931" y="23863"/>
                </a:lnTo>
                <a:lnTo>
                  <a:pt x="9574" y="23706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500" name="Shape 500"/>
          <p:cNvSpPr/>
          <p:nvPr/>
        </p:nvSpPr>
        <p:spPr>
          <a:xfrm>
            <a:off x="5470582" y="1997894"/>
            <a:ext cx="24018" cy="24018"/>
          </a:xfrm>
          <a:custGeom>
            <a:avLst/>
            <a:gdLst/>
            <a:ahLst/>
            <a:cxnLst/>
            <a:rect l="0" t="0" r="r" b="b"/>
            <a:pathLst>
              <a:path w="24018" h="24018">
                <a:moveTo>
                  <a:pt x="9636" y="23860"/>
                </a:moveTo>
                <a:lnTo>
                  <a:pt x="5306" y="22066"/>
                </a:lnTo>
                <a:lnTo>
                  <a:pt x="3517" y="20501"/>
                </a:lnTo>
                <a:lnTo>
                  <a:pt x="1951" y="18711"/>
                </a:lnTo>
                <a:lnTo>
                  <a:pt x="158" y="14381"/>
                </a:lnTo>
                <a:lnTo>
                  <a:pt x="0" y="12009"/>
                </a:lnTo>
                <a:lnTo>
                  <a:pt x="158" y="9636"/>
                </a:lnTo>
                <a:lnTo>
                  <a:pt x="1951" y="5306"/>
                </a:lnTo>
                <a:lnTo>
                  <a:pt x="3517" y="3517"/>
                </a:lnTo>
                <a:lnTo>
                  <a:pt x="5306" y="1951"/>
                </a:lnTo>
                <a:lnTo>
                  <a:pt x="9636" y="158"/>
                </a:lnTo>
                <a:lnTo>
                  <a:pt x="12009" y="0"/>
                </a:lnTo>
                <a:lnTo>
                  <a:pt x="14381" y="158"/>
                </a:lnTo>
                <a:lnTo>
                  <a:pt x="18711" y="1951"/>
                </a:lnTo>
                <a:lnTo>
                  <a:pt x="20501" y="3517"/>
                </a:lnTo>
                <a:lnTo>
                  <a:pt x="22066" y="5306"/>
                </a:lnTo>
                <a:lnTo>
                  <a:pt x="23860" y="9636"/>
                </a:lnTo>
                <a:lnTo>
                  <a:pt x="24018" y="12009"/>
                </a:lnTo>
                <a:lnTo>
                  <a:pt x="23860" y="14381"/>
                </a:lnTo>
                <a:lnTo>
                  <a:pt x="22066" y="18711"/>
                </a:lnTo>
                <a:lnTo>
                  <a:pt x="20501" y="20501"/>
                </a:lnTo>
                <a:lnTo>
                  <a:pt x="18711" y="22066"/>
                </a:lnTo>
                <a:lnTo>
                  <a:pt x="14381" y="23860"/>
                </a:lnTo>
                <a:lnTo>
                  <a:pt x="12009" y="24018"/>
                </a:lnTo>
                <a:lnTo>
                  <a:pt x="9636" y="23860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501" name="Shape 501"/>
          <p:cNvSpPr/>
          <p:nvPr/>
        </p:nvSpPr>
        <p:spPr>
          <a:xfrm>
            <a:off x="5498566" y="2005247"/>
            <a:ext cx="24250" cy="24250"/>
          </a:xfrm>
          <a:custGeom>
            <a:avLst/>
            <a:gdLst/>
            <a:ahLst/>
            <a:cxnLst/>
            <a:rect l="0" t="0" r="r" b="b"/>
            <a:pathLst>
              <a:path w="24250" h="24250">
                <a:moveTo>
                  <a:pt x="9729" y="24090"/>
                </a:moveTo>
                <a:lnTo>
                  <a:pt x="5358" y="22279"/>
                </a:lnTo>
                <a:lnTo>
                  <a:pt x="3551" y="20698"/>
                </a:lnTo>
                <a:lnTo>
                  <a:pt x="1970" y="18892"/>
                </a:lnTo>
                <a:lnTo>
                  <a:pt x="159" y="14520"/>
                </a:lnTo>
                <a:lnTo>
                  <a:pt x="0" y="12125"/>
                </a:lnTo>
                <a:lnTo>
                  <a:pt x="159" y="9729"/>
                </a:lnTo>
                <a:lnTo>
                  <a:pt x="1970" y="5358"/>
                </a:lnTo>
                <a:lnTo>
                  <a:pt x="3551" y="3551"/>
                </a:lnTo>
                <a:lnTo>
                  <a:pt x="5358" y="1970"/>
                </a:lnTo>
                <a:lnTo>
                  <a:pt x="9729" y="159"/>
                </a:lnTo>
                <a:lnTo>
                  <a:pt x="12125" y="0"/>
                </a:lnTo>
                <a:lnTo>
                  <a:pt x="14520" y="159"/>
                </a:lnTo>
                <a:lnTo>
                  <a:pt x="18892" y="1970"/>
                </a:lnTo>
                <a:lnTo>
                  <a:pt x="20698" y="3551"/>
                </a:lnTo>
                <a:lnTo>
                  <a:pt x="22279" y="5358"/>
                </a:lnTo>
                <a:lnTo>
                  <a:pt x="24090" y="9729"/>
                </a:lnTo>
                <a:lnTo>
                  <a:pt x="24250" y="12125"/>
                </a:lnTo>
                <a:lnTo>
                  <a:pt x="24090" y="14520"/>
                </a:lnTo>
                <a:lnTo>
                  <a:pt x="22279" y="18892"/>
                </a:lnTo>
                <a:lnTo>
                  <a:pt x="20698" y="20698"/>
                </a:lnTo>
                <a:lnTo>
                  <a:pt x="18892" y="22279"/>
                </a:lnTo>
                <a:lnTo>
                  <a:pt x="14520" y="24090"/>
                </a:lnTo>
                <a:lnTo>
                  <a:pt x="12125" y="24250"/>
                </a:lnTo>
                <a:lnTo>
                  <a:pt x="9729" y="24090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502" name="Shape 502"/>
          <p:cNvSpPr/>
          <p:nvPr/>
        </p:nvSpPr>
        <p:spPr>
          <a:xfrm>
            <a:off x="5529751" y="2013452"/>
            <a:ext cx="24477" cy="24477"/>
          </a:xfrm>
          <a:custGeom>
            <a:avLst/>
            <a:gdLst/>
            <a:ahLst/>
            <a:cxnLst/>
            <a:rect l="0" t="0" r="r" b="b"/>
            <a:pathLst>
              <a:path w="24477" h="24477">
                <a:moveTo>
                  <a:pt x="9820" y="24316"/>
                </a:moveTo>
                <a:lnTo>
                  <a:pt x="5408" y="22488"/>
                </a:lnTo>
                <a:lnTo>
                  <a:pt x="3584" y="20892"/>
                </a:lnTo>
                <a:lnTo>
                  <a:pt x="1988" y="19069"/>
                </a:lnTo>
                <a:lnTo>
                  <a:pt x="161" y="14656"/>
                </a:lnTo>
                <a:lnTo>
                  <a:pt x="0" y="12238"/>
                </a:lnTo>
                <a:lnTo>
                  <a:pt x="161" y="9820"/>
                </a:lnTo>
                <a:lnTo>
                  <a:pt x="1988" y="5408"/>
                </a:lnTo>
                <a:lnTo>
                  <a:pt x="3584" y="3584"/>
                </a:lnTo>
                <a:lnTo>
                  <a:pt x="5408" y="1988"/>
                </a:lnTo>
                <a:lnTo>
                  <a:pt x="9820" y="161"/>
                </a:lnTo>
                <a:lnTo>
                  <a:pt x="12238" y="0"/>
                </a:lnTo>
                <a:lnTo>
                  <a:pt x="14656" y="161"/>
                </a:lnTo>
                <a:lnTo>
                  <a:pt x="19069" y="1988"/>
                </a:lnTo>
                <a:lnTo>
                  <a:pt x="20892" y="3584"/>
                </a:lnTo>
                <a:lnTo>
                  <a:pt x="22488" y="5408"/>
                </a:lnTo>
                <a:lnTo>
                  <a:pt x="24316" y="9820"/>
                </a:lnTo>
                <a:lnTo>
                  <a:pt x="24477" y="12238"/>
                </a:lnTo>
                <a:lnTo>
                  <a:pt x="24316" y="14656"/>
                </a:lnTo>
                <a:lnTo>
                  <a:pt x="22488" y="19069"/>
                </a:lnTo>
                <a:lnTo>
                  <a:pt x="20892" y="20892"/>
                </a:lnTo>
                <a:lnTo>
                  <a:pt x="19069" y="22488"/>
                </a:lnTo>
                <a:lnTo>
                  <a:pt x="14656" y="24316"/>
                </a:lnTo>
                <a:lnTo>
                  <a:pt x="12238" y="24477"/>
                </a:lnTo>
                <a:lnTo>
                  <a:pt x="9820" y="2431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503" name="Shape 503"/>
          <p:cNvSpPr/>
          <p:nvPr/>
        </p:nvSpPr>
        <p:spPr>
          <a:xfrm>
            <a:off x="5552600" y="2019469"/>
            <a:ext cx="24627" cy="24627"/>
          </a:xfrm>
          <a:custGeom>
            <a:avLst/>
            <a:gdLst/>
            <a:ahLst/>
            <a:cxnLst/>
            <a:rect l="0" t="0" r="r" b="b"/>
            <a:pathLst>
              <a:path w="24627" h="24627">
                <a:moveTo>
                  <a:pt x="9881" y="24465"/>
                </a:moveTo>
                <a:lnTo>
                  <a:pt x="5441" y="22626"/>
                </a:lnTo>
                <a:lnTo>
                  <a:pt x="3606" y="21020"/>
                </a:lnTo>
                <a:lnTo>
                  <a:pt x="2001" y="19185"/>
                </a:lnTo>
                <a:lnTo>
                  <a:pt x="162" y="14746"/>
                </a:lnTo>
                <a:lnTo>
                  <a:pt x="0" y="12313"/>
                </a:lnTo>
                <a:lnTo>
                  <a:pt x="162" y="9881"/>
                </a:lnTo>
                <a:lnTo>
                  <a:pt x="2001" y="5441"/>
                </a:lnTo>
                <a:lnTo>
                  <a:pt x="3606" y="3606"/>
                </a:lnTo>
                <a:lnTo>
                  <a:pt x="5441" y="2001"/>
                </a:lnTo>
                <a:lnTo>
                  <a:pt x="9881" y="162"/>
                </a:lnTo>
                <a:lnTo>
                  <a:pt x="12313" y="0"/>
                </a:lnTo>
                <a:lnTo>
                  <a:pt x="14746" y="162"/>
                </a:lnTo>
                <a:lnTo>
                  <a:pt x="19185" y="2001"/>
                </a:lnTo>
                <a:lnTo>
                  <a:pt x="21020" y="3606"/>
                </a:lnTo>
                <a:lnTo>
                  <a:pt x="22626" y="5441"/>
                </a:lnTo>
                <a:lnTo>
                  <a:pt x="24465" y="9881"/>
                </a:lnTo>
                <a:lnTo>
                  <a:pt x="24627" y="12313"/>
                </a:lnTo>
                <a:lnTo>
                  <a:pt x="24465" y="14746"/>
                </a:lnTo>
                <a:lnTo>
                  <a:pt x="22626" y="19185"/>
                </a:lnTo>
                <a:lnTo>
                  <a:pt x="21020" y="21020"/>
                </a:lnTo>
                <a:lnTo>
                  <a:pt x="19185" y="22626"/>
                </a:lnTo>
                <a:lnTo>
                  <a:pt x="14746" y="24465"/>
                </a:lnTo>
                <a:lnTo>
                  <a:pt x="12313" y="24627"/>
                </a:lnTo>
                <a:lnTo>
                  <a:pt x="9881" y="24465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504" name="Shape 504"/>
          <p:cNvSpPr/>
          <p:nvPr/>
        </p:nvSpPr>
        <p:spPr>
          <a:xfrm>
            <a:off x="5577333" y="2025989"/>
            <a:ext cx="24773" cy="24773"/>
          </a:xfrm>
          <a:custGeom>
            <a:avLst/>
            <a:gdLst/>
            <a:ahLst/>
            <a:cxnLst/>
            <a:rect l="0" t="0" r="r" b="b"/>
            <a:pathLst>
              <a:path w="24773" h="24773">
                <a:moveTo>
                  <a:pt x="9939" y="24610"/>
                </a:moveTo>
                <a:lnTo>
                  <a:pt x="5473" y="22760"/>
                </a:lnTo>
                <a:lnTo>
                  <a:pt x="3628" y="21145"/>
                </a:lnTo>
                <a:lnTo>
                  <a:pt x="2013" y="19300"/>
                </a:lnTo>
                <a:lnTo>
                  <a:pt x="163" y="14834"/>
                </a:lnTo>
                <a:lnTo>
                  <a:pt x="0" y="12386"/>
                </a:lnTo>
                <a:lnTo>
                  <a:pt x="163" y="9939"/>
                </a:lnTo>
                <a:lnTo>
                  <a:pt x="2013" y="5473"/>
                </a:lnTo>
                <a:lnTo>
                  <a:pt x="3628" y="3628"/>
                </a:lnTo>
                <a:lnTo>
                  <a:pt x="5473" y="2013"/>
                </a:lnTo>
                <a:lnTo>
                  <a:pt x="9939" y="163"/>
                </a:lnTo>
                <a:lnTo>
                  <a:pt x="12386" y="0"/>
                </a:lnTo>
                <a:lnTo>
                  <a:pt x="14834" y="163"/>
                </a:lnTo>
                <a:lnTo>
                  <a:pt x="19300" y="2013"/>
                </a:lnTo>
                <a:lnTo>
                  <a:pt x="21145" y="3628"/>
                </a:lnTo>
                <a:lnTo>
                  <a:pt x="22760" y="5473"/>
                </a:lnTo>
                <a:lnTo>
                  <a:pt x="24610" y="9939"/>
                </a:lnTo>
                <a:lnTo>
                  <a:pt x="24773" y="12386"/>
                </a:lnTo>
                <a:lnTo>
                  <a:pt x="24610" y="14834"/>
                </a:lnTo>
                <a:lnTo>
                  <a:pt x="22760" y="19300"/>
                </a:lnTo>
                <a:lnTo>
                  <a:pt x="21145" y="21145"/>
                </a:lnTo>
                <a:lnTo>
                  <a:pt x="19300" y="22760"/>
                </a:lnTo>
                <a:lnTo>
                  <a:pt x="14834" y="24610"/>
                </a:lnTo>
                <a:lnTo>
                  <a:pt x="12386" y="24773"/>
                </a:lnTo>
                <a:lnTo>
                  <a:pt x="9939" y="24610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505" name="Shape 505"/>
          <p:cNvSpPr/>
          <p:nvPr/>
        </p:nvSpPr>
        <p:spPr>
          <a:xfrm>
            <a:off x="5618509" y="2036856"/>
            <a:ext cx="24983" cy="24983"/>
          </a:xfrm>
          <a:custGeom>
            <a:avLst/>
            <a:gdLst/>
            <a:ahLst/>
            <a:cxnLst/>
            <a:rect l="0" t="0" r="r" b="b"/>
            <a:pathLst>
              <a:path w="24983" h="24983">
                <a:moveTo>
                  <a:pt x="10024" y="24819"/>
                </a:moveTo>
                <a:lnTo>
                  <a:pt x="5520" y="22953"/>
                </a:lnTo>
                <a:lnTo>
                  <a:pt x="3658" y="21325"/>
                </a:lnTo>
                <a:lnTo>
                  <a:pt x="2030" y="19463"/>
                </a:lnTo>
                <a:lnTo>
                  <a:pt x="164" y="14959"/>
                </a:lnTo>
                <a:lnTo>
                  <a:pt x="0" y="12491"/>
                </a:lnTo>
                <a:lnTo>
                  <a:pt x="164" y="10024"/>
                </a:lnTo>
                <a:lnTo>
                  <a:pt x="2030" y="5520"/>
                </a:lnTo>
                <a:lnTo>
                  <a:pt x="3658" y="3658"/>
                </a:lnTo>
                <a:lnTo>
                  <a:pt x="5520" y="2030"/>
                </a:lnTo>
                <a:lnTo>
                  <a:pt x="10024" y="164"/>
                </a:lnTo>
                <a:lnTo>
                  <a:pt x="12491" y="0"/>
                </a:lnTo>
                <a:lnTo>
                  <a:pt x="14959" y="164"/>
                </a:lnTo>
                <a:lnTo>
                  <a:pt x="19463" y="2030"/>
                </a:lnTo>
                <a:lnTo>
                  <a:pt x="21325" y="3658"/>
                </a:lnTo>
                <a:lnTo>
                  <a:pt x="22953" y="5520"/>
                </a:lnTo>
                <a:lnTo>
                  <a:pt x="24819" y="10024"/>
                </a:lnTo>
                <a:lnTo>
                  <a:pt x="24983" y="12491"/>
                </a:lnTo>
                <a:lnTo>
                  <a:pt x="24819" y="14959"/>
                </a:lnTo>
                <a:lnTo>
                  <a:pt x="22953" y="19463"/>
                </a:lnTo>
                <a:lnTo>
                  <a:pt x="21325" y="21325"/>
                </a:lnTo>
                <a:lnTo>
                  <a:pt x="19463" y="22953"/>
                </a:lnTo>
                <a:lnTo>
                  <a:pt x="14959" y="24819"/>
                </a:lnTo>
                <a:lnTo>
                  <a:pt x="12491" y="24983"/>
                </a:lnTo>
                <a:lnTo>
                  <a:pt x="10024" y="24819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506" name="Shape 506"/>
          <p:cNvSpPr/>
          <p:nvPr/>
        </p:nvSpPr>
        <p:spPr>
          <a:xfrm>
            <a:off x="5665504" y="2049283"/>
            <a:ext cx="25155" cy="25155"/>
          </a:xfrm>
          <a:custGeom>
            <a:avLst/>
            <a:gdLst/>
            <a:ahLst/>
            <a:cxnLst/>
            <a:rect l="0" t="0" r="r" b="b"/>
            <a:pathLst>
              <a:path w="25155" h="25155">
                <a:moveTo>
                  <a:pt x="10093" y="24990"/>
                </a:moveTo>
                <a:lnTo>
                  <a:pt x="5558" y="23111"/>
                </a:lnTo>
                <a:lnTo>
                  <a:pt x="3683" y="21471"/>
                </a:lnTo>
                <a:lnTo>
                  <a:pt x="2044" y="19597"/>
                </a:lnTo>
                <a:lnTo>
                  <a:pt x="165" y="15062"/>
                </a:lnTo>
                <a:lnTo>
                  <a:pt x="0" y="12577"/>
                </a:lnTo>
                <a:lnTo>
                  <a:pt x="165" y="10093"/>
                </a:lnTo>
                <a:lnTo>
                  <a:pt x="2044" y="5558"/>
                </a:lnTo>
                <a:lnTo>
                  <a:pt x="3683" y="3683"/>
                </a:lnTo>
                <a:lnTo>
                  <a:pt x="5558" y="2044"/>
                </a:lnTo>
                <a:lnTo>
                  <a:pt x="10093" y="165"/>
                </a:lnTo>
                <a:lnTo>
                  <a:pt x="12577" y="0"/>
                </a:lnTo>
                <a:lnTo>
                  <a:pt x="15062" y="165"/>
                </a:lnTo>
                <a:lnTo>
                  <a:pt x="19597" y="2044"/>
                </a:lnTo>
                <a:lnTo>
                  <a:pt x="21471" y="3683"/>
                </a:lnTo>
                <a:lnTo>
                  <a:pt x="23111" y="5558"/>
                </a:lnTo>
                <a:lnTo>
                  <a:pt x="24990" y="10093"/>
                </a:lnTo>
                <a:lnTo>
                  <a:pt x="25155" y="12577"/>
                </a:lnTo>
                <a:lnTo>
                  <a:pt x="24990" y="15062"/>
                </a:lnTo>
                <a:lnTo>
                  <a:pt x="23111" y="19597"/>
                </a:lnTo>
                <a:lnTo>
                  <a:pt x="21471" y="21471"/>
                </a:lnTo>
                <a:lnTo>
                  <a:pt x="19597" y="23111"/>
                </a:lnTo>
                <a:lnTo>
                  <a:pt x="15062" y="24990"/>
                </a:lnTo>
                <a:lnTo>
                  <a:pt x="12577" y="25155"/>
                </a:lnTo>
                <a:lnTo>
                  <a:pt x="10093" y="24990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507" name="Shape 507"/>
          <p:cNvSpPr/>
          <p:nvPr/>
        </p:nvSpPr>
        <p:spPr>
          <a:xfrm>
            <a:off x="5700734" y="2058637"/>
            <a:ext cx="25181" cy="25181"/>
          </a:xfrm>
          <a:custGeom>
            <a:avLst/>
            <a:gdLst/>
            <a:ahLst/>
            <a:cxnLst/>
            <a:rect l="0" t="0" r="r" b="b"/>
            <a:pathLst>
              <a:path w="25181" h="25181">
                <a:moveTo>
                  <a:pt x="10103" y="25015"/>
                </a:moveTo>
                <a:lnTo>
                  <a:pt x="5563" y="23134"/>
                </a:lnTo>
                <a:lnTo>
                  <a:pt x="3687" y="21493"/>
                </a:lnTo>
                <a:lnTo>
                  <a:pt x="2046" y="19617"/>
                </a:lnTo>
                <a:lnTo>
                  <a:pt x="165" y="15077"/>
                </a:lnTo>
                <a:lnTo>
                  <a:pt x="0" y="12590"/>
                </a:lnTo>
                <a:lnTo>
                  <a:pt x="165" y="10103"/>
                </a:lnTo>
                <a:lnTo>
                  <a:pt x="2046" y="5563"/>
                </a:lnTo>
                <a:lnTo>
                  <a:pt x="3687" y="3687"/>
                </a:lnTo>
                <a:lnTo>
                  <a:pt x="5563" y="2046"/>
                </a:lnTo>
                <a:lnTo>
                  <a:pt x="10103" y="165"/>
                </a:lnTo>
                <a:lnTo>
                  <a:pt x="12590" y="0"/>
                </a:lnTo>
                <a:lnTo>
                  <a:pt x="15077" y="165"/>
                </a:lnTo>
                <a:lnTo>
                  <a:pt x="19617" y="2046"/>
                </a:lnTo>
                <a:lnTo>
                  <a:pt x="21493" y="3687"/>
                </a:lnTo>
                <a:lnTo>
                  <a:pt x="23134" y="5563"/>
                </a:lnTo>
                <a:lnTo>
                  <a:pt x="25015" y="10103"/>
                </a:lnTo>
                <a:lnTo>
                  <a:pt x="25181" y="12590"/>
                </a:lnTo>
                <a:lnTo>
                  <a:pt x="25015" y="15077"/>
                </a:lnTo>
                <a:lnTo>
                  <a:pt x="23134" y="19617"/>
                </a:lnTo>
                <a:lnTo>
                  <a:pt x="21493" y="21493"/>
                </a:lnTo>
                <a:lnTo>
                  <a:pt x="19617" y="23134"/>
                </a:lnTo>
                <a:lnTo>
                  <a:pt x="15077" y="25015"/>
                </a:lnTo>
                <a:lnTo>
                  <a:pt x="12590" y="25181"/>
                </a:lnTo>
                <a:lnTo>
                  <a:pt x="10103" y="2501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508" name="Shape 508"/>
          <p:cNvSpPr/>
          <p:nvPr/>
        </p:nvSpPr>
        <p:spPr>
          <a:xfrm>
            <a:off x="5760680" y="2074621"/>
            <a:ext cx="25039" cy="25039"/>
          </a:xfrm>
          <a:custGeom>
            <a:avLst/>
            <a:gdLst/>
            <a:ahLst/>
            <a:cxnLst/>
            <a:rect l="0" t="0" r="r" b="b"/>
            <a:pathLst>
              <a:path w="25039" h="25039">
                <a:moveTo>
                  <a:pt x="10046" y="24874"/>
                </a:moveTo>
                <a:lnTo>
                  <a:pt x="5532" y="23005"/>
                </a:lnTo>
                <a:lnTo>
                  <a:pt x="3666" y="21372"/>
                </a:lnTo>
                <a:lnTo>
                  <a:pt x="2034" y="19507"/>
                </a:lnTo>
                <a:lnTo>
                  <a:pt x="164" y="14993"/>
                </a:lnTo>
                <a:lnTo>
                  <a:pt x="0" y="12519"/>
                </a:lnTo>
                <a:lnTo>
                  <a:pt x="164" y="10046"/>
                </a:lnTo>
                <a:lnTo>
                  <a:pt x="2034" y="5532"/>
                </a:lnTo>
                <a:lnTo>
                  <a:pt x="3666" y="3666"/>
                </a:lnTo>
                <a:lnTo>
                  <a:pt x="5532" y="2034"/>
                </a:lnTo>
                <a:lnTo>
                  <a:pt x="10046" y="164"/>
                </a:lnTo>
                <a:lnTo>
                  <a:pt x="12519" y="0"/>
                </a:lnTo>
                <a:lnTo>
                  <a:pt x="14993" y="164"/>
                </a:lnTo>
                <a:lnTo>
                  <a:pt x="19507" y="2034"/>
                </a:lnTo>
                <a:lnTo>
                  <a:pt x="21372" y="3666"/>
                </a:lnTo>
                <a:lnTo>
                  <a:pt x="23005" y="5532"/>
                </a:lnTo>
                <a:lnTo>
                  <a:pt x="24874" y="10046"/>
                </a:lnTo>
                <a:lnTo>
                  <a:pt x="25039" y="12519"/>
                </a:lnTo>
                <a:lnTo>
                  <a:pt x="24874" y="14993"/>
                </a:lnTo>
                <a:lnTo>
                  <a:pt x="23005" y="19507"/>
                </a:lnTo>
                <a:lnTo>
                  <a:pt x="21372" y="21372"/>
                </a:lnTo>
                <a:lnTo>
                  <a:pt x="19507" y="23005"/>
                </a:lnTo>
                <a:lnTo>
                  <a:pt x="14993" y="24874"/>
                </a:lnTo>
                <a:lnTo>
                  <a:pt x="12519" y="25039"/>
                </a:lnTo>
                <a:lnTo>
                  <a:pt x="10046" y="24874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509" name="Shape 509"/>
          <p:cNvSpPr/>
          <p:nvPr/>
        </p:nvSpPr>
        <p:spPr>
          <a:xfrm>
            <a:off x="5831011" y="2093388"/>
            <a:ext cx="24835" cy="24835"/>
          </a:xfrm>
          <a:custGeom>
            <a:avLst/>
            <a:gdLst/>
            <a:ahLst/>
            <a:cxnLst/>
            <a:rect l="0" t="0" r="r" b="b"/>
            <a:pathLst>
              <a:path w="24835" h="24835">
                <a:moveTo>
                  <a:pt x="9964" y="24672"/>
                </a:moveTo>
                <a:lnTo>
                  <a:pt x="5487" y="22817"/>
                </a:lnTo>
                <a:lnTo>
                  <a:pt x="3637" y="21198"/>
                </a:lnTo>
                <a:lnTo>
                  <a:pt x="2018" y="19348"/>
                </a:lnTo>
                <a:lnTo>
                  <a:pt x="163" y="14871"/>
                </a:lnTo>
                <a:lnTo>
                  <a:pt x="0" y="12417"/>
                </a:lnTo>
                <a:lnTo>
                  <a:pt x="163" y="9964"/>
                </a:lnTo>
                <a:lnTo>
                  <a:pt x="2018" y="5487"/>
                </a:lnTo>
                <a:lnTo>
                  <a:pt x="3637" y="3637"/>
                </a:lnTo>
                <a:lnTo>
                  <a:pt x="5487" y="2018"/>
                </a:lnTo>
                <a:lnTo>
                  <a:pt x="9964" y="163"/>
                </a:lnTo>
                <a:lnTo>
                  <a:pt x="12417" y="0"/>
                </a:lnTo>
                <a:lnTo>
                  <a:pt x="14871" y="163"/>
                </a:lnTo>
                <a:lnTo>
                  <a:pt x="19348" y="2018"/>
                </a:lnTo>
                <a:lnTo>
                  <a:pt x="21198" y="3637"/>
                </a:lnTo>
                <a:lnTo>
                  <a:pt x="22817" y="5487"/>
                </a:lnTo>
                <a:lnTo>
                  <a:pt x="24672" y="9964"/>
                </a:lnTo>
                <a:lnTo>
                  <a:pt x="24835" y="12417"/>
                </a:lnTo>
                <a:lnTo>
                  <a:pt x="24672" y="14871"/>
                </a:lnTo>
                <a:lnTo>
                  <a:pt x="22817" y="19348"/>
                </a:lnTo>
                <a:lnTo>
                  <a:pt x="21198" y="21198"/>
                </a:lnTo>
                <a:lnTo>
                  <a:pt x="19348" y="22817"/>
                </a:lnTo>
                <a:lnTo>
                  <a:pt x="14871" y="24672"/>
                </a:lnTo>
                <a:lnTo>
                  <a:pt x="12417" y="24835"/>
                </a:lnTo>
                <a:lnTo>
                  <a:pt x="9964" y="24672"/>
                </a:lnTo>
                <a:close/>
              </a:path>
            </a:pathLst>
          </a:custGeom>
          <a:solidFill>
            <a:srgbClr val="7BCF7E"/>
          </a:solidFill>
          <a:ln>
            <a:noFill/>
          </a:ln>
        </p:spPr>
      </p:sp>
      <p:sp>
        <p:nvSpPr>
          <p:cNvPr id="510" name="Shape 510"/>
          <p:cNvSpPr/>
          <p:nvPr/>
        </p:nvSpPr>
        <p:spPr>
          <a:xfrm>
            <a:off x="5885060" y="2107807"/>
            <a:ext cx="24690" cy="24690"/>
          </a:xfrm>
          <a:custGeom>
            <a:avLst/>
            <a:gdLst/>
            <a:ahLst/>
            <a:cxnLst/>
            <a:rect l="0" t="0" r="r" b="b"/>
            <a:pathLst>
              <a:path w="24690" h="24690">
                <a:moveTo>
                  <a:pt x="9906" y="24528"/>
                </a:moveTo>
                <a:lnTo>
                  <a:pt x="5455" y="22684"/>
                </a:lnTo>
                <a:lnTo>
                  <a:pt x="3615" y="21074"/>
                </a:lnTo>
                <a:lnTo>
                  <a:pt x="2006" y="19235"/>
                </a:lnTo>
                <a:lnTo>
                  <a:pt x="162" y="14784"/>
                </a:lnTo>
                <a:lnTo>
                  <a:pt x="0" y="12345"/>
                </a:lnTo>
                <a:lnTo>
                  <a:pt x="162" y="9906"/>
                </a:lnTo>
                <a:lnTo>
                  <a:pt x="2006" y="5455"/>
                </a:lnTo>
                <a:lnTo>
                  <a:pt x="3615" y="3615"/>
                </a:lnTo>
                <a:lnTo>
                  <a:pt x="5455" y="2006"/>
                </a:lnTo>
                <a:lnTo>
                  <a:pt x="9906" y="162"/>
                </a:lnTo>
                <a:lnTo>
                  <a:pt x="12345" y="0"/>
                </a:lnTo>
                <a:lnTo>
                  <a:pt x="14784" y="162"/>
                </a:lnTo>
                <a:lnTo>
                  <a:pt x="19235" y="2006"/>
                </a:lnTo>
                <a:lnTo>
                  <a:pt x="21074" y="3615"/>
                </a:lnTo>
                <a:lnTo>
                  <a:pt x="22684" y="5455"/>
                </a:lnTo>
                <a:lnTo>
                  <a:pt x="24528" y="9906"/>
                </a:lnTo>
                <a:lnTo>
                  <a:pt x="24690" y="12345"/>
                </a:lnTo>
                <a:lnTo>
                  <a:pt x="24528" y="14784"/>
                </a:lnTo>
                <a:lnTo>
                  <a:pt x="22684" y="19235"/>
                </a:lnTo>
                <a:lnTo>
                  <a:pt x="21074" y="21074"/>
                </a:lnTo>
                <a:lnTo>
                  <a:pt x="19235" y="22684"/>
                </a:lnTo>
                <a:lnTo>
                  <a:pt x="14784" y="24528"/>
                </a:lnTo>
                <a:lnTo>
                  <a:pt x="12345" y="24690"/>
                </a:lnTo>
                <a:lnTo>
                  <a:pt x="9906" y="24528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511" name="Shape 511"/>
          <p:cNvSpPr/>
          <p:nvPr/>
        </p:nvSpPr>
        <p:spPr>
          <a:xfrm>
            <a:off x="5979768" y="2133060"/>
            <a:ext cx="24466" cy="24466"/>
          </a:xfrm>
          <a:custGeom>
            <a:avLst/>
            <a:gdLst/>
            <a:ahLst/>
            <a:cxnLst/>
            <a:rect l="0" t="0" r="r" b="b"/>
            <a:pathLst>
              <a:path w="24466" h="24466">
                <a:moveTo>
                  <a:pt x="9816" y="24305"/>
                </a:moveTo>
                <a:lnTo>
                  <a:pt x="5405" y="22478"/>
                </a:lnTo>
                <a:lnTo>
                  <a:pt x="3583" y="20883"/>
                </a:lnTo>
                <a:lnTo>
                  <a:pt x="1988" y="19060"/>
                </a:lnTo>
                <a:lnTo>
                  <a:pt x="161" y="14650"/>
                </a:lnTo>
                <a:lnTo>
                  <a:pt x="0" y="12233"/>
                </a:lnTo>
                <a:lnTo>
                  <a:pt x="161" y="9816"/>
                </a:lnTo>
                <a:lnTo>
                  <a:pt x="1988" y="5405"/>
                </a:lnTo>
                <a:lnTo>
                  <a:pt x="3583" y="3583"/>
                </a:lnTo>
                <a:lnTo>
                  <a:pt x="5405" y="1988"/>
                </a:lnTo>
                <a:lnTo>
                  <a:pt x="9816" y="161"/>
                </a:lnTo>
                <a:lnTo>
                  <a:pt x="12233" y="0"/>
                </a:lnTo>
                <a:lnTo>
                  <a:pt x="14650" y="161"/>
                </a:lnTo>
                <a:lnTo>
                  <a:pt x="19060" y="1988"/>
                </a:lnTo>
                <a:lnTo>
                  <a:pt x="20883" y="3583"/>
                </a:lnTo>
                <a:lnTo>
                  <a:pt x="22478" y="5405"/>
                </a:lnTo>
                <a:lnTo>
                  <a:pt x="24305" y="9816"/>
                </a:lnTo>
                <a:lnTo>
                  <a:pt x="24466" y="12233"/>
                </a:lnTo>
                <a:lnTo>
                  <a:pt x="24305" y="14650"/>
                </a:lnTo>
                <a:lnTo>
                  <a:pt x="22478" y="19060"/>
                </a:lnTo>
                <a:lnTo>
                  <a:pt x="20883" y="20883"/>
                </a:lnTo>
                <a:lnTo>
                  <a:pt x="19060" y="22478"/>
                </a:lnTo>
                <a:lnTo>
                  <a:pt x="14650" y="24305"/>
                </a:lnTo>
                <a:lnTo>
                  <a:pt x="12233" y="24466"/>
                </a:lnTo>
                <a:lnTo>
                  <a:pt x="9816" y="24305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512" name="Shape 512"/>
          <p:cNvSpPr/>
          <p:nvPr/>
        </p:nvSpPr>
        <p:spPr>
          <a:xfrm>
            <a:off x="6095733" y="2163965"/>
            <a:ext cx="24239" cy="24239"/>
          </a:xfrm>
          <a:custGeom>
            <a:avLst/>
            <a:gdLst/>
            <a:ahLst/>
            <a:cxnLst/>
            <a:rect l="0" t="0" r="r" b="b"/>
            <a:pathLst>
              <a:path w="24239" h="24239">
                <a:moveTo>
                  <a:pt x="9725" y="24079"/>
                </a:moveTo>
                <a:lnTo>
                  <a:pt x="5355" y="22269"/>
                </a:lnTo>
                <a:lnTo>
                  <a:pt x="3549" y="20689"/>
                </a:lnTo>
                <a:lnTo>
                  <a:pt x="1969" y="18883"/>
                </a:lnTo>
                <a:lnTo>
                  <a:pt x="159" y="14514"/>
                </a:lnTo>
                <a:lnTo>
                  <a:pt x="0" y="12119"/>
                </a:lnTo>
                <a:lnTo>
                  <a:pt x="159" y="9725"/>
                </a:lnTo>
                <a:lnTo>
                  <a:pt x="1969" y="5355"/>
                </a:lnTo>
                <a:lnTo>
                  <a:pt x="3549" y="3549"/>
                </a:lnTo>
                <a:lnTo>
                  <a:pt x="5355" y="1969"/>
                </a:lnTo>
                <a:lnTo>
                  <a:pt x="9725" y="159"/>
                </a:lnTo>
                <a:lnTo>
                  <a:pt x="12119" y="0"/>
                </a:lnTo>
                <a:lnTo>
                  <a:pt x="14514" y="159"/>
                </a:lnTo>
                <a:lnTo>
                  <a:pt x="18883" y="1969"/>
                </a:lnTo>
                <a:lnTo>
                  <a:pt x="20689" y="3549"/>
                </a:lnTo>
                <a:lnTo>
                  <a:pt x="22269" y="5355"/>
                </a:lnTo>
                <a:lnTo>
                  <a:pt x="24079" y="9725"/>
                </a:lnTo>
                <a:lnTo>
                  <a:pt x="24239" y="12119"/>
                </a:lnTo>
                <a:lnTo>
                  <a:pt x="24079" y="14514"/>
                </a:lnTo>
                <a:lnTo>
                  <a:pt x="22269" y="18883"/>
                </a:lnTo>
                <a:lnTo>
                  <a:pt x="20689" y="20689"/>
                </a:lnTo>
                <a:lnTo>
                  <a:pt x="18883" y="22269"/>
                </a:lnTo>
                <a:lnTo>
                  <a:pt x="14514" y="24079"/>
                </a:lnTo>
                <a:lnTo>
                  <a:pt x="12119" y="24239"/>
                </a:lnTo>
                <a:lnTo>
                  <a:pt x="9725" y="24079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513" name="Shape 513"/>
          <p:cNvSpPr/>
          <p:nvPr/>
        </p:nvSpPr>
        <p:spPr>
          <a:xfrm>
            <a:off x="6188678" y="2188724"/>
            <a:ext cx="24085" cy="24085"/>
          </a:xfrm>
          <a:custGeom>
            <a:avLst/>
            <a:gdLst/>
            <a:ahLst/>
            <a:cxnLst/>
            <a:rect l="0" t="0" r="r" b="b"/>
            <a:pathLst>
              <a:path w="24085" h="24085">
                <a:moveTo>
                  <a:pt x="9663" y="23926"/>
                </a:moveTo>
                <a:lnTo>
                  <a:pt x="5321" y="22127"/>
                </a:lnTo>
                <a:lnTo>
                  <a:pt x="3527" y="20557"/>
                </a:lnTo>
                <a:lnTo>
                  <a:pt x="1957" y="18763"/>
                </a:lnTo>
                <a:lnTo>
                  <a:pt x="158" y="14421"/>
                </a:lnTo>
                <a:lnTo>
                  <a:pt x="0" y="12042"/>
                </a:lnTo>
                <a:lnTo>
                  <a:pt x="158" y="9663"/>
                </a:lnTo>
                <a:lnTo>
                  <a:pt x="1957" y="5321"/>
                </a:lnTo>
                <a:lnTo>
                  <a:pt x="3527" y="3527"/>
                </a:lnTo>
                <a:lnTo>
                  <a:pt x="5321" y="1957"/>
                </a:lnTo>
                <a:lnTo>
                  <a:pt x="9663" y="158"/>
                </a:lnTo>
                <a:lnTo>
                  <a:pt x="12042" y="0"/>
                </a:lnTo>
                <a:lnTo>
                  <a:pt x="14421" y="158"/>
                </a:lnTo>
                <a:lnTo>
                  <a:pt x="18763" y="1957"/>
                </a:lnTo>
                <a:lnTo>
                  <a:pt x="20557" y="3527"/>
                </a:lnTo>
                <a:lnTo>
                  <a:pt x="22127" y="5321"/>
                </a:lnTo>
                <a:lnTo>
                  <a:pt x="23926" y="9663"/>
                </a:lnTo>
                <a:lnTo>
                  <a:pt x="24085" y="12042"/>
                </a:lnTo>
                <a:lnTo>
                  <a:pt x="23926" y="14421"/>
                </a:lnTo>
                <a:lnTo>
                  <a:pt x="22127" y="18763"/>
                </a:lnTo>
                <a:lnTo>
                  <a:pt x="20557" y="20557"/>
                </a:lnTo>
                <a:lnTo>
                  <a:pt x="18763" y="22127"/>
                </a:lnTo>
                <a:lnTo>
                  <a:pt x="14421" y="23926"/>
                </a:lnTo>
                <a:lnTo>
                  <a:pt x="12042" y="24085"/>
                </a:lnTo>
                <a:lnTo>
                  <a:pt x="9663" y="23926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514" name="Shape 514"/>
          <p:cNvSpPr/>
          <p:nvPr/>
        </p:nvSpPr>
        <p:spPr>
          <a:xfrm>
            <a:off x="6297080" y="2216925"/>
            <a:ext cx="25745" cy="25745"/>
          </a:xfrm>
          <a:custGeom>
            <a:avLst/>
            <a:gdLst/>
            <a:ahLst/>
            <a:cxnLst/>
            <a:rect l="0" t="0" r="r" b="b"/>
            <a:pathLst>
              <a:path w="25745" h="25745">
                <a:moveTo>
                  <a:pt x="10329" y="25575"/>
                </a:moveTo>
                <a:lnTo>
                  <a:pt x="5688" y="23653"/>
                </a:lnTo>
                <a:lnTo>
                  <a:pt x="3770" y="21975"/>
                </a:lnTo>
                <a:lnTo>
                  <a:pt x="2092" y="20056"/>
                </a:lnTo>
                <a:lnTo>
                  <a:pt x="169" y="15415"/>
                </a:lnTo>
                <a:lnTo>
                  <a:pt x="0" y="12872"/>
                </a:lnTo>
                <a:lnTo>
                  <a:pt x="169" y="10329"/>
                </a:lnTo>
                <a:lnTo>
                  <a:pt x="2092" y="5688"/>
                </a:lnTo>
                <a:lnTo>
                  <a:pt x="3770" y="3770"/>
                </a:lnTo>
                <a:lnTo>
                  <a:pt x="5688" y="2092"/>
                </a:lnTo>
                <a:lnTo>
                  <a:pt x="10329" y="169"/>
                </a:lnTo>
                <a:lnTo>
                  <a:pt x="12872" y="0"/>
                </a:lnTo>
                <a:lnTo>
                  <a:pt x="15415" y="169"/>
                </a:lnTo>
                <a:lnTo>
                  <a:pt x="20056" y="2092"/>
                </a:lnTo>
                <a:lnTo>
                  <a:pt x="21975" y="3770"/>
                </a:lnTo>
                <a:lnTo>
                  <a:pt x="23653" y="5688"/>
                </a:lnTo>
                <a:lnTo>
                  <a:pt x="25575" y="10329"/>
                </a:lnTo>
                <a:lnTo>
                  <a:pt x="25745" y="12872"/>
                </a:lnTo>
                <a:lnTo>
                  <a:pt x="25575" y="15415"/>
                </a:lnTo>
                <a:lnTo>
                  <a:pt x="23653" y="20056"/>
                </a:lnTo>
                <a:lnTo>
                  <a:pt x="21975" y="21975"/>
                </a:lnTo>
                <a:lnTo>
                  <a:pt x="20056" y="23653"/>
                </a:lnTo>
                <a:lnTo>
                  <a:pt x="15415" y="25575"/>
                </a:lnTo>
                <a:lnTo>
                  <a:pt x="12872" y="25745"/>
                </a:lnTo>
                <a:lnTo>
                  <a:pt x="10329" y="25575"/>
                </a:lnTo>
                <a:close/>
              </a:path>
            </a:pathLst>
          </a:custGeom>
          <a:solidFill>
            <a:srgbClr val="75CC7A"/>
          </a:solidFill>
          <a:ln>
            <a:noFill/>
          </a:ln>
        </p:spPr>
      </p:sp>
      <p:sp>
        <p:nvSpPr>
          <p:cNvPr id="515" name="Shape 515"/>
          <p:cNvSpPr/>
          <p:nvPr/>
        </p:nvSpPr>
        <p:spPr>
          <a:xfrm>
            <a:off x="5207398" y="1961137"/>
            <a:ext cx="22131" cy="22131"/>
          </a:xfrm>
          <a:custGeom>
            <a:avLst/>
            <a:gdLst/>
            <a:ahLst/>
            <a:cxnLst/>
            <a:rect l="0" t="0" r="r" b="b"/>
            <a:pathLst>
              <a:path w="22131" h="22131">
                <a:moveTo>
                  <a:pt x="8879" y="21985"/>
                </a:moveTo>
                <a:lnTo>
                  <a:pt x="4889" y="20332"/>
                </a:lnTo>
                <a:lnTo>
                  <a:pt x="3241" y="18890"/>
                </a:lnTo>
                <a:lnTo>
                  <a:pt x="1798" y="17241"/>
                </a:lnTo>
                <a:lnTo>
                  <a:pt x="145" y="13251"/>
                </a:lnTo>
                <a:lnTo>
                  <a:pt x="0" y="11065"/>
                </a:lnTo>
                <a:lnTo>
                  <a:pt x="145" y="8879"/>
                </a:lnTo>
                <a:lnTo>
                  <a:pt x="1798" y="4889"/>
                </a:lnTo>
                <a:lnTo>
                  <a:pt x="3241" y="3241"/>
                </a:lnTo>
                <a:lnTo>
                  <a:pt x="4889" y="1798"/>
                </a:lnTo>
                <a:lnTo>
                  <a:pt x="8879" y="145"/>
                </a:lnTo>
                <a:lnTo>
                  <a:pt x="11065" y="0"/>
                </a:lnTo>
                <a:lnTo>
                  <a:pt x="13251" y="145"/>
                </a:lnTo>
                <a:lnTo>
                  <a:pt x="17241" y="1798"/>
                </a:lnTo>
                <a:lnTo>
                  <a:pt x="18890" y="3241"/>
                </a:lnTo>
                <a:lnTo>
                  <a:pt x="20332" y="4889"/>
                </a:lnTo>
                <a:lnTo>
                  <a:pt x="21985" y="8879"/>
                </a:lnTo>
                <a:lnTo>
                  <a:pt x="22131" y="11065"/>
                </a:lnTo>
                <a:lnTo>
                  <a:pt x="21985" y="13251"/>
                </a:lnTo>
                <a:lnTo>
                  <a:pt x="20332" y="17241"/>
                </a:lnTo>
                <a:lnTo>
                  <a:pt x="18890" y="18890"/>
                </a:lnTo>
                <a:lnTo>
                  <a:pt x="17241" y="20332"/>
                </a:lnTo>
                <a:lnTo>
                  <a:pt x="13251" y="21985"/>
                </a:lnTo>
                <a:lnTo>
                  <a:pt x="11065" y="22131"/>
                </a:lnTo>
                <a:lnTo>
                  <a:pt x="8879" y="2198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516" name="Shape 516"/>
          <p:cNvSpPr/>
          <p:nvPr/>
        </p:nvSpPr>
        <p:spPr>
          <a:xfrm>
            <a:off x="5217229" y="1964914"/>
            <a:ext cx="22382" cy="22382"/>
          </a:xfrm>
          <a:custGeom>
            <a:avLst/>
            <a:gdLst/>
            <a:ahLst/>
            <a:cxnLst/>
            <a:rect l="0" t="0" r="r" b="b"/>
            <a:pathLst>
              <a:path w="22382" h="22382">
                <a:moveTo>
                  <a:pt x="8980" y="22234"/>
                </a:moveTo>
                <a:lnTo>
                  <a:pt x="4945" y="20563"/>
                </a:lnTo>
                <a:lnTo>
                  <a:pt x="3277" y="19104"/>
                </a:lnTo>
                <a:lnTo>
                  <a:pt x="1818" y="17436"/>
                </a:lnTo>
                <a:lnTo>
                  <a:pt x="147" y="13401"/>
                </a:lnTo>
                <a:lnTo>
                  <a:pt x="0" y="11191"/>
                </a:lnTo>
                <a:lnTo>
                  <a:pt x="147" y="8980"/>
                </a:lnTo>
                <a:lnTo>
                  <a:pt x="1818" y="4945"/>
                </a:lnTo>
                <a:lnTo>
                  <a:pt x="3277" y="3277"/>
                </a:lnTo>
                <a:lnTo>
                  <a:pt x="4945" y="1818"/>
                </a:lnTo>
                <a:lnTo>
                  <a:pt x="8980" y="147"/>
                </a:lnTo>
                <a:lnTo>
                  <a:pt x="11191" y="0"/>
                </a:lnTo>
                <a:lnTo>
                  <a:pt x="13401" y="147"/>
                </a:lnTo>
                <a:lnTo>
                  <a:pt x="17436" y="1818"/>
                </a:lnTo>
                <a:lnTo>
                  <a:pt x="19104" y="3277"/>
                </a:lnTo>
                <a:lnTo>
                  <a:pt x="20563" y="4945"/>
                </a:lnTo>
                <a:lnTo>
                  <a:pt x="22234" y="8980"/>
                </a:lnTo>
                <a:lnTo>
                  <a:pt x="22382" y="11191"/>
                </a:lnTo>
                <a:lnTo>
                  <a:pt x="22234" y="13401"/>
                </a:lnTo>
                <a:lnTo>
                  <a:pt x="20563" y="17436"/>
                </a:lnTo>
                <a:lnTo>
                  <a:pt x="19104" y="19104"/>
                </a:lnTo>
                <a:lnTo>
                  <a:pt x="17436" y="20563"/>
                </a:lnTo>
                <a:lnTo>
                  <a:pt x="13401" y="22234"/>
                </a:lnTo>
                <a:lnTo>
                  <a:pt x="11191" y="22382"/>
                </a:lnTo>
                <a:lnTo>
                  <a:pt x="8980" y="22234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517" name="Shape 517"/>
          <p:cNvSpPr/>
          <p:nvPr/>
        </p:nvSpPr>
        <p:spPr>
          <a:xfrm>
            <a:off x="5224223" y="1967605"/>
            <a:ext cx="22547" cy="22547"/>
          </a:xfrm>
          <a:custGeom>
            <a:avLst/>
            <a:gdLst/>
            <a:ahLst/>
            <a:cxnLst/>
            <a:rect l="0" t="0" r="r" b="b"/>
            <a:pathLst>
              <a:path w="22547" h="22547">
                <a:moveTo>
                  <a:pt x="9046" y="22399"/>
                </a:moveTo>
                <a:lnTo>
                  <a:pt x="4981" y="20715"/>
                </a:lnTo>
                <a:lnTo>
                  <a:pt x="3302" y="19245"/>
                </a:lnTo>
                <a:lnTo>
                  <a:pt x="1832" y="17565"/>
                </a:lnTo>
                <a:lnTo>
                  <a:pt x="148" y="13500"/>
                </a:lnTo>
                <a:lnTo>
                  <a:pt x="0" y="11273"/>
                </a:lnTo>
                <a:lnTo>
                  <a:pt x="148" y="9046"/>
                </a:lnTo>
                <a:lnTo>
                  <a:pt x="1832" y="4981"/>
                </a:lnTo>
                <a:lnTo>
                  <a:pt x="3302" y="3302"/>
                </a:lnTo>
                <a:lnTo>
                  <a:pt x="4981" y="1832"/>
                </a:lnTo>
                <a:lnTo>
                  <a:pt x="9046" y="148"/>
                </a:lnTo>
                <a:lnTo>
                  <a:pt x="11273" y="0"/>
                </a:lnTo>
                <a:lnTo>
                  <a:pt x="13500" y="148"/>
                </a:lnTo>
                <a:lnTo>
                  <a:pt x="17565" y="1832"/>
                </a:lnTo>
                <a:lnTo>
                  <a:pt x="19245" y="3302"/>
                </a:lnTo>
                <a:lnTo>
                  <a:pt x="20715" y="4981"/>
                </a:lnTo>
                <a:lnTo>
                  <a:pt x="22399" y="9046"/>
                </a:lnTo>
                <a:lnTo>
                  <a:pt x="22547" y="11273"/>
                </a:lnTo>
                <a:lnTo>
                  <a:pt x="22399" y="13500"/>
                </a:lnTo>
                <a:lnTo>
                  <a:pt x="20715" y="17565"/>
                </a:lnTo>
                <a:lnTo>
                  <a:pt x="19245" y="19245"/>
                </a:lnTo>
                <a:lnTo>
                  <a:pt x="17565" y="20715"/>
                </a:lnTo>
                <a:lnTo>
                  <a:pt x="13500" y="22399"/>
                </a:lnTo>
                <a:lnTo>
                  <a:pt x="11273" y="22547"/>
                </a:lnTo>
                <a:lnTo>
                  <a:pt x="9046" y="22399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518" name="Shape 518"/>
          <p:cNvSpPr/>
          <p:nvPr/>
        </p:nvSpPr>
        <p:spPr>
          <a:xfrm>
            <a:off x="5231602" y="1970447"/>
            <a:ext cx="22711" cy="22711"/>
          </a:xfrm>
          <a:custGeom>
            <a:avLst/>
            <a:gdLst/>
            <a:ahLst/>
            <a:cxnLst/>
            <a:rect l="0" t="0" r="r" b="b"/>
            <a:pathLst>
              <a:path w="22711" h="22711">
                <a:moveTo>
                  <a:pt x="9112" y="22562"/>
                </a:moveTo>
                <a:lnTo>
                  <a:pt x="5018" y="20866"/>
                </a:lnTo>
                <a:lnTo>
                  <a:pt x="3326" y="19385"/>
                </a:lnTo>
                <a:lnTo>
                  <a:pt x="1845" y="17693"/>
                </a:lnTo>
                <a:lnTo>
                  <a:pt x="149" y="13599"/>
                </a:lnTo>
                <a:lnTo>
                  <a:pt x="0" y="11355"/>
                </a:lnTo>
                <a:lnTo>
                  <a:pt x="149" y="9112"/>
                </a:lnTo>
                <a:lnTo>
                  <a:pt x="1845" y="5018"/>
                </a:lnTo>
                <a:lnTo>
                  <a:pt x="3326" y="3326"/>
                </a:lnTo>
                <a:lnTo>
                  <a:pt x="5018" y="1845"/>
                </a:lnTo>
                <a:lnTo>
                  <a:pt x="9112" y="149"/>
                </a:lnTo>
                <a:lnTo>
                  <a:pt x="11355" y="0"/>
                </a:lnTo>
                <a:lnTo>
                  <a:pt x="13599" y="149"/>
                </a:lnTo>
                <a:lnTo>
                  <a:pt x="17693" y="1845"/>
                </a:lnTo>
                <a:lnTo>
                  <a:pt x="19385" y="3326"/>
                </a:lnTo>
                <a:lnTo>
                  <a:pt x="20866" y="5018"/>
                </a:lnTo>
                <a:lnTo>
                  <a:pt x="22562" y="9112"/>
                </a:lnTo>
                <a:lnTo>
                  <a:pt x="22711" y="11355"/>
                </a:lnTo>
                <a:lnTo>
                  <a:pt x="22562" y="13599"/>
                </a:lnTo>
                <a:lnTo>
                  <a:pt x="20866" y="17693"/>
                </a:lnTo>
                <a:lnTo>
                  <a:pt x="19385" y="19385"/>
                </a:lnTo>
                <a:lnTo>
                  <a:pt x="17693" y="20866"/>
                </a:lnTo>
                <a:lnTo>
                  <a:pt x="13599" y="22562"/>
                </a:lnTo>
                <a:lnTo>
                  <a:pt x="11355" y="22711"/>
                </a:lnTo>
                <a:lnTo>
                  <a:pt x="9112" y="22562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519" name="Shape 519"/>
          <p:cNvSpPr/>
          <p:nvPr/>
        </p:nvSpPr>
        <p:spPr>
          <a:xfrm>
            <a:off x="5243464" y="1975022"/>
            <a:ext cx="22954" cy="22954"/>
          </a:xfrm>
          <a:custGeom>
            <a:avLst/>
            <a:gdLst/>
            <a:ahLst/>
            <a:cxnLst/>
            <a:rect l="0" t="0" r="r" b="b"/>
            <a:pathLst>
              <a:path w="22954" h="22954">
                <a:moveTo>
                  <a:pt x="9209" y="22803"/>
                </a:moveTo>
                <a:lnTo>
                  <a:pt x="5071" y="21089"/>
                </a:lnTo>
                <a:lnTo>
                  <a:pt x="3361" y="19592"/>
                </a:lnTo>
                <a:lnTo>
                  <a:pt x="1865" y="17882"/>
                </a:lnTo>
                <a:lnTo>
                  <a:pt x="151" y="13744"/>
                </a:lnTo>
                <a:lnTo>
                  <a:pt x="0" y="11477"/>
                </a:lnTo>
                <a:lnTo>
                  <a:pt x="151" y="9209"/>
                </a:lnTo>
                <a:lnTo>
                  <a:pt x="1865" y="5071"/>
                </a:lnTo>
                <a:lnTo>
                  <a:pt x="3361" y="3361"/>
                </a:lnTo>
                <a:lnTo>
                  <a:pt x="5071" y="1865"/>
                </a:lnTo>
                <a:lnTo>
                  <a:pt x="9209" y="151"/>
                </a:lnTo>
                <a:lnTo>
                  <a:pt x="11477" y="0"/>
                </a:lnTo>
                <a:lnTo>
                  <a:pt x="13744" y="151"/>
                </a:lnTo>
                <a:lnTo>
                  <a:pt x="17882" y="1865"/>
                </a:lnTo>
                <a:lnTo>
                  <a:pt x="19592" y="3361"/>
                </a:lnTo>
                <a:lnTo>
                  <a:pt x="21089" y="5071"/>
                </a:lnTo>
                <a:lnTo>
                  <a:pt x="22803" y="9209"/>
                </a:lnTo>
                <a:lnTo>
                  <a:pt x="22954" y="11477"/>
                </a:lnTo>
                <a:lnTo>
                  <a:pt x="22803" y="13744"/>
                </a:lnTo>
                <a:lnTo>
                  <a:pt x="21089" y="17882"/>
                </a:lnTo>
                <a:lnTo>
                  <a:pt x="19592" y="19592"/>
                </a:lnTo>
                <a:lnTo>
                  <a:pt x="17882" y="21089"/>
                </a:lnTo>
                <a:lnTo>
                  <a:pt x="13744" y="22803"/>
                </a:lnTo>
                <a:lnTo>
                  <a:pt x="11477" y="22954"/>
                </a:lnTo>
                <a:lnTo>
                  <a:pt x="9209" y="22803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520" name="Shape 520"/>
          <p:cNvSpPr/>
          <p:nvPr/>
        </p:nvSpPr>
        <p:spPr>
          <a:xfrm>
            <a:off x="5256391" y="1980015"/>
            <a:ext cx="23195" cy="23195"/>
          </a:xfrm>
          <a:custGeom>
            <a:avLst/>
            <a:gdLst/>
            <a:ahLst/>
            <a:cxnLst/>
            <a:rect l="0" t="0" r="r" b="b"/>
            <a:pathLst>
              <a:path w="23195" h="23195">
                <a:moveTo>
                  <a:pt x="9306" y="23042"/>
                </a:moveTo>
                <a:lnTo>
                  <a:pt x="5124" y="21310"/>
                </a:lnTo>
                <a:lnTo>
                  <a:pt x="3396" y="19798"/>
                </a:lnTo>
                <a:lnTo>
                  <a:pt x="1884" y="18070"/>
                </a:lnTo>
                <a:lnTo>
                  <a:pt x="152" y="13888"/>
                </a:lnTo>
                <a:lnTo>
                  <a:pt x="0" y="11597"/>
                </a:lnTo>
                <a:lnTo>
                  <a:pt x="152" y="9306"/>
                </a:lnTo>
                <a:lnTo>
                  <a:pt x="1884" y="5124"/>
                </a:lnTo>
                <a:lnTo>
                  <a:pt x="3396" y="3396"/>
                </a:lnTo>
                <a:lnTo>
                  <a:pt x="5124" y="1884"/>
                </a:lnTo>
                <a:lnTo>
                  <a:pt x="9306" y="152"/>
                </a:lnTo>
                <a:lnTo>
                  <a:pt x="11597" y="0"/>
                </a:lnTo>
                <a:lnTo>
                  <a:pt x="13888" y="152"/>
                </a:lnTo>
                <a:lnTo>
                  <a:pt x="18070" y="1884"/>
                </a:lnTo>
                <a:lnTo>
                  <a:pt x="19798" y="3396"/>
                </a:lnTo>
                <a:lnTo>
                  <a:pt x="21310" y="5124"/>
                </a:lnTo>
                <a:lnTo>
                  <a:pt x="23042" y="9306"/>
                </a:lnTo>
                <a:lnTo>
                  <a:pt x="23195" y="11597"/>
                </a:lnTo>
                <a:lnTo>
                  <a:pt x="23042" y="13888"/>
                </a:lnTo>
                <a:lnTo>
                  <a:pt x="21310" y="18070"/>
                </a:lnTo>
                <a:lnTo>
                  <a:pt x="19798" y="19798"/>
                </a:lnTo>
                <a:lnTo>
                  <a:pt x="18070" y="21310"/>
                </a:lnTo>
                <a:lnTo>
                  <a:pt x="13888" y="23042"/>
                </a:lnTo>
                <a:lnTo>
                  <a:pt x="11597" y="23195"/>
                </a:lnTo>
                <a:lnTo>
                  <a:pt x="9306" y="23042"/>
                </a:lnTo>
                <a:close/>
              </a:path>
            </a:pathLst>
          </a:custGeom>
          <a:solidFill>
            <a:srgbClr val="84D485"/>
          </a:solidFill>
          <a:ln>
            <a:noFill/>
          </a:ln>
        </p:spPr>
      </p:sp>
      <p:sp>
        <p:nvSpPr>
          <p:cNvPr id="521" name="Shape 521"/>
          <p:cNvSpPr/>
          <p:nvPr/>
        </p:nvSpPr>
        <p:spPr>
          <a:xfrm>
            <a:off x="5265673" y="1983605"/>
            <a:ext cx="23353" cy="23353"/>
          </a:xfrm>
          <a:custGeom>
            <a:avLst/>
            <a:gdLst/>
            <a:ahLst/>
            <a:cxnLst/>
            <a:rect l="0" t="0" r="r" b="b"/>
            <a:pathLst>
              <a:path w="23353" h="23353">
                <a:moveTo>
                  <a:pt x="9370" y="23199"/>
                </a:moveTo>
                <a:lnTo>
                  <a:pt x="5159" y="21455"/>
                </a:lnTo>
                <a:lnTo>
                  <a:pt x="3420" y="19933"/>
                </a:lnTo>
                <a:lnTo>
                  <a:pt x="1897" y="18193"/>
                </a:lnTo>
                <a:lnTo>
                  <a:pt x="153" y="13983"/>
                </a:lnTo>
                <a:lnTo>
                  <a:pt x="0" y="11676"/>
                </a:lnTo>
                <a:lnTo>
                  <a:pt x="153" y="9370"/>
                </a:lnTo>
                <a:lnTo>
                  <a:pt x="1897" y="5159"/>
                </a:lnTo>
                <a:lnTo>
                  <a:pt x="3420" y="3420"/>
                </a:lnTo>
                <a:lnTo>
                  <a:pt x="5159" y="1897"/>
                </a:lnTo>
                <a:lnTo>
                  <a:pt x="9370" y="153"/>
                </a:lnTo>
                <a:lnTo>
                  <a:pt x="11676" y="0"/>
                </a:lnTo>
                <a:lnTo>
                  <a:pt x="13983" y="153"/>
                </a:lnTo>
                <a:lnTo>
                  <a:pt x="18193" y="1897"/>
                </a:lnTo>
                <a:lnTo>
                  <a:pt x="19933" y="3420"/>
                </a:lnTo>
                <a:lnTo>
                  <a:pt x="21455" y="5159"/>
                </a:lnTo>
                <a:lnTo>
                  <a:pt x="23199" y="9370"/>
                </a:lnTo>
                <a:lnTo>
                  <a:pt x="23353" y="11676"/>
                </a:lnTo>
                <a:lnTo>
                  <a:pt x="23199" y="13983"/>
                </a:lnTo>
                <a:lnTo>
                  <a:pt x="21455" y="18193"/>
                </a:lnTo>
                <a:lnTo>
                  <a:pt x="19933" y="19933"/>
                </a:lnTo>
                <a:lnTo>
                  <a:pt x="18193" y="21455"/>
                </a:lnTo>
                <a:lnTo>
                  <a:pt x="13983" y="23199"/>
                </a:lnTo>
                <a:lnTo>
                  <a:pt x="11676" y="23353"/>
                </a:lnTo>
                <a:lnTo>
                  <a:pt x="9370" y="23199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522" name="Shape 522"/>
          <p:cNvSpPr/>
          <p:nvPr/>
        </p:nvSpPr>
        <p:spPr>
          <a:xfrm>
            <a:off x="5280718" y="1989431"/>
            <a:ext cx="23587" cy="23587"/>
          </a:xfrm>
          <a:custGeom>
            <a:avLst/>
            <a:gdLst/>
            <a:ahLst/>
            <a:cxnLst/>
            <a:rect l="0" t="0" r="r" b="b"/>
            <a:pathLst>
              <a:path w="23587" h="23587">
                <a:moveTo>
                  <a:pt x="9464" y="23432"/>
                </a:moveTo>
                <a:lnTo>
                  <a:pt x="5211" y="21671"/>
                </a:lnTo>
                <a:lnTo>
                  <a:pt x="3454" y="20133"/>
                </a:lnTo>
                <a:lnTo>
                  <a:pt x="1916" y="18376"/>
                </a:lnTo>
                <a:lnTo>
                  <a:pt x="155" y="14123"/>
                </a:lnTo>
                <a:lnTo>
                  <a:pt x="0" y="11793"/>
                </a:lnTo>
                <a:lnTo>
                  <a:pt x="155" y="9464"/>
                </a:lnTo>
                <a:lnTo>
                  <a:pt x="1916" y="5211"/>
                </a:lnTo>
                <a:lnTo>
                  <a:pt x="3454" y="3454"/>
                </a:lnTo>
                <a:lnTo>
                  <a:pt x="5211" y="1916"/>
                </a:lnTo>
                <a:lnTo>
                  <a:pt x="9464" y="155"/>
                </a:lnTo>
                <a:lnTo>
                  <a:pt x="11793" y="0"/>
                </a:lnTo>
                <a:lnTo>
                  <a:pt x="14123" y="155"/>
                </a:lnTo>
                <a:lnTo>
                  <a:pt x="18376" y="1916"/>
                </a:lnTo>
                <a:lnTo>
                  <a:pt x="20133" y="3454"/>
                </a:lnTo>
                <a:lnTo>
                  <a:pt x="21671" y="5211"/>
                </a:lnTo>
                <a:lnTo>
                  <a:pt x="23432" y="9464"/>
                </a:lnTo>
                <a:lnTo>
                  <a:pt x="23587" y="11793"/>
                </a:lnTo>
                <a:lnTo>
                  <a:pt x="23432" y="14123"/>
                </a:lnTo>
                <a:lnTo>
                  <a:pt x="21671" y="18376"/>
                </a:lnTo>
                <a:lnTo>
                  <a:pt x="20133" y="20133"/>
                </a:lnTo>
                <a:lnTo>
                  <a:pt x="18376" y="21671"/>
                </a:lnTo>
                <a:lnTo>
                  <a:pt x="14123" y="23432"/>
                </a:lnTo>
                <a:lnTo>
                  <a:pt x="11793" y="23587"/>
                </a:lnTo>
                <a:lnTo>
                  <a:pt x="9464" y="23432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523" name="Shape 523"/>
          <p:cNvSpPr/>
          <p:nvPr/>
        </p:nvSpPr>
        <p:spPr>
          <a:xfrm>
            <a:off x="5297291" y="1995857"/>
            <a:ext cx="23818" cy="23818"/>
          </a:xfrm>
          <a:custGeom>
            <a:avLst/>
            <a:gdLst/>
            <a:ahLst/>
            <a:cxnLst/>
            <a:rect l="0" t="0" r="r" b="b"/>
            <a:pathLst>
              <a:path w="23818" h="23818">
                <a:moveTo>
                  <a:pt x="9556" y="23661"/>
                </a:moveTo>
                <a:lnTo>
                  <a:pt x="5262" y="21882"/>
                </a:lnTo>
                <a:lnTo>
                  <a:pt x="3488" y="20330"/>
                </a:lnTo>
                <a:lnTo>
                  <a:pt x="1935" y="18555"/>
                </a:lnTo>
                <a:lnTo>
                  <a:pt x="156" y="14261"/>
                </a:lnTo>
                <a:lnTo>
                  <a:pt x="0" y="11909"/>
                </a:lnTo>
                <a:lnTo>
                  <a:pt x="156" y="9556"/>
                </a:lnTo>
                <a:lnTo>
                  <a:pt x="1935" y="5262"/>
                </a:lnTo>
                <a:lnTo>
                  <a:pt x="3488" y="3488"/>
                </a:lnTo>
                <a:lnTo>
                  <a:pt x="5262" y="1935"/>
                </a:lnTo>
                <a:lnTo>
                  <a:pt x="9556" y="156"/>
                </a:lnTo>
                <a:lnTo>
                  <a:pt x="11909" y="0"/>
                </a:lnTo>
                <a:lnTo>
                  <a:pt x="14261" y="156"/>
                </a:lnTo>
                <a:lnTo>
                  <a:pt x="18555" y="1935"/>
                </a:lnTo>
                <a:lnTo>
                  <a:pt x="20330" y="3488"/>
                </a:lnTo>
                <a:lnTo>
                  <a:pt x="21882" y="5262"/>
                </a:lnTo>
                <a:lnTo>
                  <a:pt x="23661" y="9556"/>
                </a:lnTo>
                <a:lnTo>
                  <a:pt x="23818" y="11909"/>
                </a:lnTo>
                <a:lnTo>
                  <a:pt x="23661" y="14261"/>
                </a:lnTo>
                <a:lnTo>
                  <a:pt x="21882" y="18555"/>
                </a:lnTo>
                <a:lnTo>
                  <a:pt x="20330" y="20330"/>
                </a:lnTo>
                <a:lnTo>
                  <a:pt x="18555" y="21882"/>
                </a:lnTo>
                <a:lnTo>
                  <a:pt x="14261" y="23661"/>
                </a:lnTo>
                <a:lnTo>
                  <a:pt x="11909" y="23818"/>
                </a:lnTo>
                <a:lnTo>
                  <a:pt x="9556" y="2366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524" name="Shape 524"/>
          <p:cNvSpPr/>
          <p:nvPr/>
        </p:nvSpPr>
        <p:spPr>
          <a:xfrm>
            <a:off x="5309307" y="2000520"/>
            <a:ext cx="23969" cy="23969"/>
          </a:xfrm>
          <a:custGeom>
            <a:avLst/>
            <a:gdLst/>
            <a:ahLst/>
            <a:cxnLst/>
            <a:rect l="0" t="0" r="r" b="b"/>
            <a:pathLst>
              <a:path w="23969" h="23969">
                <a:moveTo>
                  <a:pt x="9617" y="23811"/>
                </a:moveTo>
                <a:lnTo>
                  <a:pt x="5295" y="22021"/>
                </a:lnTo>
                <a:lnTo>
                  <a:pt x="3510" y="20459"/>
                </a:lnTo>
                <a:lnTo>
                  <a:pt x="1947" y="18673"/>
                </a:lnTo>
                <a:lnTo>
                  <a:pt x="157" y="14352"/>
                </a:lnTo>
                <a:lnTo>
                  <a:pt x="0" y="11984"/>
                </a:lnTo>
                <a:lnTo>
                  <a:pt x="157" y="9617"/>
                </a:lnTo>
                <a:lnTo>
                  <a:pt x="1947" y="5295"/>
                </a:lnTo>
                <a:lnTo>
                  <a:pt x="3510" y="3510"/>
                </a:lnTo>
                <a:lnTo>
                  <a:pt x="5295" y="1947"/>
                </a:lnTo>
                <a:lnTo>
                  <a:pt x="9617" y="157"/>
                </a:lnTo>
                <a:lnTo>
                  <a:pt x="11984" y="0"/>
                </a:lnTo>
                <a:lnTo>
                  <a:pt x="14352" y="157"/>
                </a:lnTo>
                <a:lnTo>
                  <a:pt x="18673" y="1947"/>
                </a:lnTo>
                <a:lnTo>
                  <a:pt x="20459" y="3510"/>
                </a:lnTo>
                <a:lnTo>
                  <a:pt x="22021" y="5295"/>
                </a:lnTo>
                <a:lnTo>
                  <a:pt x="23811" y="9617"/>
                </a:lnTo>
                <a:lnTo>
                  <a:pt x="23969" y="11984"/>
                </a:lnTo>
                <a:lnTo>
                  <a:pt x="23811" y="14352"/>
                </a:lnTo>
                <a:lnTo>
                  <a:pt x="22021" y="18673"/>
                </a:lnTo>
                <a:lnTo>
                  <a:pt x="20459" y="20459"/>
                </a:lnTo>
                <a:lnTo>
                  <a:pt x="18673" y="22021"/>
                </a:lnTo>
                <a:lnTo>
                  <a:pt x="14352" y="23811"/>
                </a:lnTo>
                <a:lnTo>
                  <a:pt x="11984" y="23969"/>
                </a:lnTo>
                <a:lnTo>
                  <a:pt x="9617" y="23811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525" name="Shape 525"/>
          <p:cNvSpPr/>
          <p:nvPr/>
        </p:nvSpPr>
        <p:spPr>
          <a:xfrm>
            <a:off x="5328993" y="2008168"/>
            <a:ext cx="24191" cy="24191"/>
          </a:xfrm>
          <a:custGeom>
            <a:avLst/>
            <a:gdLst/>
            <a:ahLst/>
            <a:cxnLst/>
            <a:rect l="0" t="0" r="r" b="b"/>
            <a:pathLst>
              <a:path w="24191" h="24191">
                <a:moveTo>
                  <a:pt x="9706" y="24032"/>
                </a:moveTo>
                <a:lnTo>
                  <a:pt x="5345" y="22225"/>
                </a:lnTo>
                <a:lnTo>
                  <a:pt x="3542" y="20648"/>
                </a:lnTo>
                <a:lnTo>
                  <a:pt x="1965" y="18846"/>
                </a:lnTo>
                <a:lnTo>
                  <a:pt x="159" y="14485"/>
                </a:lnTo>
                <a:lnTo>
                  <a:pt x="0" y="12095"/>
                </a:lnTo>
                <a:lnTo>
                  <a:pt x="159" y="9706"/>
                </a:lnTo>
                <a:lnTo>
                  <a:pt x="1965" y="5345"/>
                </a:lnTo>
                <a:lnTo>
                  <a:pt x="3542" y="3542"/>
                </a:lnTo>
                <a:lnTo>
                  <a:pt x="5345" y="1965"/>
                </a:lnTo>
                <a:lnTo>
                  <a:pt x="9706" y="159"/>
                </a:lnTo>
                <a:lnTo>
                  <a:pt x="12095" y="0"/>
                </a:lnTo>
                <a:lnTo>
                  <a:pt x="14485" y="159"/>
                </a:lnTo>
                <a:lnTo>
                  <a:pt x="18846" y="1965"/>
                </a:lnTo>
                <a:lnTo>
                  <a:pt x="20648" y="3542"/>
                </a:lnTo>
                <a:lnTo>
                  <a:pt x="22225" y="5345"/>
                </a:lnTo>
                <a:lnTo>
                  <a:pt x="24032" y="9706"/>
                </a:lnTo>
                <a:lnTo>
                  <a:pt x="24191" y="12095"/>
                </a:lnTo>
                <a:lnTo>
                  <a:pt x="24032" y="14485"/>
                </a:lnTo>
                <a:lnTo>
                  <a:pt x="22225" y="18846"/>
                </a:lnTo>
                <a:lnTo>
                  <a:pt x="20648" y="20648"/>
                </a:lnTo>
                <a:lnTo>
                  <a:pt x="18846" y="22225"/>
                </a:lnTo>
                <a:lnTo>
                  <a:pt x="14485" y="24032"/>
                </a:lnTo>
                <a:lnTo>
                  <a:pt x="12095" y="24191"/>
                </a:lnTo>
                <a:lnTo>
                  <a:pt x="9706" y="24032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526" name="Shape 526"/>
          <p:cNvSpPr/>
          <p:nvPr/>
        </p:nvSpPr>
        <p:spPr>
          <a:xfrm>
            <a:off x="5350983" y="2016721"/>
            <a:ext cx="24405" cy="24405"/>
          </a:xfrm>
          <a:custGeom>
            <a:avLst/>
            <a:gdLst/>
            <a:ahLst/>
            <a:cxnLst/>
            <a:rect l="0" t="0" r="r" b="b"/>
            <a:pathLst>
              <a:path w="24405" h="24405">
                <a:moveTo>
                  <a:pt x="9792" y="24245"/>
                </a:moveTo>
                <a:lnTo>
                  <a:pt x="5392" y="22422"/>
                </a:lnTo>
                <a:lnTo>
                  <a:pt x="3574" y="20831"/>
                </a:lnTo>
                <a:lnTo>
                  <a:pt x="1983" y="19013"/>
                </a:lnTo>
                <a:lnTo>
                  <a:pt x="160" y="14613"/>
                </a:lnTo>
                <a:lnTo>
                  <a:pt x="0" y="12202"/>
                </a:lnTo>
                <a:lnTo>
                  <a:pt x="160" y="9792"/>
                </a:lnTo>
                <a:lnTo>
                  <a:pt x="1983" y="5392"/>
                </a:lnTo>
                <a:lnTo>
                  <a:pt x="3574" y="3574"/>
                </a:lnTo>
                <a:lnTo>
                  <a:pt x="5392" y="1983"/>
                </a:lnTo>
                <a:lnTo>
                  <a:pt x="9792" y="160"/>
                </a:lnTo>
                <a:lnTo>
                  <a:pt x="12202" y="0"/>
                </a:lnTo>
                <a:lnTo>
                  <a:pt x="14613" y="160"/>
                </a:lnTo>
                <a:lnTo>
                  <a:pt x="19013" y="1983"/>
                </a:lnTo>
                <a:lnTo>
                  <a:pt x="20831" y="3574"/>
                </a:lnTo>
                <a:lnTo>
                  <a:pt x="22422" y="5392"/>
                </a:lnTo>
                <a:lnTo>
                  <a:pt x="24245" y="9792"/>
                </a:lnTo>
                <a:lnTo>
                  <a:pt x="24405" y="12202"/>
                </a:lnTo>
                <a:lnTo>
                  <a:pt x="24245" y="14613"/>
                </a:lnTo>
                <a:lnTo>
                  <a:pt x="22422" y="19013"/>
                </a:lnTo>
                <a:lnTo>
                  <a:pt x="20831" y="20831"/>
                </a:lnTo>
                <a:lnTo>
                  <a:pt x="19013" y="22422"/>
                </a:lnTo>
                <a:lnTo>
                  <a:pt x="14613" y="24245"/>
                </a:lnTo>
                <a:lnTo>
                  <a:pt x="12202" y="24405"/>
                </a:lnTo>
                <a:lnTo>
                  <a:pt x="9792" y="24245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527" name="Shape 527"/>
          <p:cNvSpPr/>
          <p:nvPr/>
        </p:nvSpPr>
        <p:spPr>
          <a:xfrm>
            <a:off x="5367131" y="2023009"/>
            <a:ext cx="24542" cy="24542"/>
          </a:xfrm>
          <a:custGeom>
            <a:avLst/>
            <a:gdLst/>
            <a:ahLst/>
            <a:cxnLst/>
            <a:rect l="0" t="0" r="r" b="b"/>
            <a:pathLst>
              <a:path w="24542" h="24542">
                <a:moveTo>
                  <a:pt x="9847" y="24380"/>
                </a:moveTo>
                <a:lnTo>
                  <a:pt x="5422" y="22548"/>
                </a:lnTo>
                <a:lnTo>
                  <a:pt x="3594" y="20948"/>
                </a:lnTo>
                <a:lnTo>
                  <a:pt x="1994" y="19119"/>
                </a:lnTo>
                <a:lnTo>
                  <a:pt x="161" y="14695"/>
                </a:lnTo>
                <a:lnTo>
                  <a:pt x="0" y="12271"/>
                </a:lnTo>
                <a:lnTo>
                  <a:pt x="161" y="9847"/>
                </a:lnTo>
                <a:lnTo>
                  <a:pt x="1994" y="5422"/>
                </a:lnTo>
                <a:lnTo>
                  <a:pt x="3594" y="3594"/>
                </a:lnTo>
                <a:lnTo>
                  <a:pt x="5422" y="1994"/>
                </a:lnTo>
                <a:lnTo>
                  <a:pt x="9847" y="161"/>
                </a:lnTo>
                <a:lnTo>
                  <a:pt x="12271" y="0"/>
                </a:lnTo>
                <a:lnTo>
                  <a:pt x="14695" y="161"/>
                </a:lnTo>
                <a:lnTo>
                  <a:pt x="19119" y="1994"/>
                </a:lnTo>
                <a:lnTo>
                  <a:pt x="20948" y="3594"/>
                </a:lnTo>
                <a:lnTo>
                  <a:pt x="22548" y="5422"/>
                </a:lnTo>
                <a:lnTo>
                  <a:pt x="24380" y="9847"/>
                </a:lnTo>
                <a:lnTo>
                  <a:pt x="24542" y="12271"/>
                </a:lnTo>
                <a:lnTo>
                  <a:pt x="24380" y="14695"/>
                </a:lnTo>
                <a:lnTo>
                  <a:pt x="22548" y="19119"/>
                </a:lnTo>
                <a:lnTo>
                  <a:pt x="20948" y="20948"/>
                </a:lnTo>
                <a:lnTo>
                  <a:pt x="19119" y="22548"/>
                </a:lnTo>
                <a:lnTo>
                  <a:pt x="14695" y="24380"/>
                </a:lnTo>
                <a:lnTo>
                  <a:pt x="12271" y="24542"/>
                </a:lnTo>
                <a:lnTo>
                  <a:pt x="9847" y="24380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528" name="Shape 528"/>
          <p:cNvSpPr/>
          <p:nvPr/>
        </p:nvSpPr>
        <p:spPr>
          <a:xfrm>
            <a:off x="5384645" y="2029834"/>
            <a:ext cx="24671" cy="24671"/>
          </a:xfrm>
          <a:custGeom>
            <a:avLst/>
            <a:gdLst/>
            <a:ahLst/>
            <a:cxnLst/>
            <a:rect l="0" t="0" r="r" b="b"/>
            <a:pathLst>
              <a:path w="24671" h="24671">
                <a:moveTo>
                  <a:pt x="9898" y="24509"/>
                </a:moveTo>
                <a:lnTo>
                  <a:pt x="5451" y="22666"/>
                </a:lnTo>
                <a:lnTo>
                  <a:pt x="3613" y="21058"/>
                </a:lnTo>
                <a:lnTo>
                  <a:pt x="2004" y="19220"/>
                </a:lnTo>
                <a:lnTo>
                  <a:pt x="162" y="14772"/>
                </a:lnTo>
                <a:lnTo>
                  <a:pt x="0" y="12335"/>
                </a:lnTo>
                <a:lnTo>
                  <a:pt x="162" y="9898"/>
                </a:lnTo>
                <a:lnTo>
                  <a:pt x="2004" y="5451"/>
                </a:lnTo>
                <a:lnTo>
                  <a:pt x="3613" y="3613"/>
                </a:lnTo>
                <a:lnTo>
                  <a:pt x="5451" y="2004"/>
                </a:lnTo>
                <a:lnTo>
                  <a:pt x="9898" y="162"/>
                </a:lnTo>
                <a:lnTo>
                  <a:pt x="12335" y="0"/>
                </a:lnTo>
                <a:lnTo>
                  <a:pt x="14772" y="162"/>
                </a:lnTo>
                <a:lnTo>
                  <a:pt x="19220" y="2004"/>
                </a:lnTo>
                <a:lnTo>
                  <a:pt x="21058" y="3613"/>
                </a:lnTo>
                <a:lnTo>
                  <a:pt x="22666" y="5451"/>
                </a:lnTo>
                <a:lnTo>
                  <a:pt x="24509" y="9898"/>
                </a:lnTo>
                <a:lnTo>
                  <a:pt x="24671" y="12335"/>
                </a:lnTo>
                <a:lnTo>
                  <a:pt x="24509" y="14772"/>
                </a:lnTo>
                <a:lnTo>
                  <a:pt x="22666" y="19220"/>
                </a:lnTo>
                <a:lnTo>
                  <a:pt x="21058" y="21058"/>
                </a:lnTo>
                <a:lnTo>
                  <a:pt x="19220" y="22666"/>
                </a:lnTo>
                <a:lnTo>
                  <a:pt x="14772" y="24509"/>
                </a:lnTo>
                <a:lnTo>
                  <a:pt x="12335" y="24671"/>
                </a:lnTo>
                <a:lnTo>
                  <a:pt x="9898" y="24509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529" name="Shape 529"/>
          <p:cNvSpPr/>
          <p:nvPr/>
        </p:nvSpPr>
        <p:spPr>
          <a:xfrm>
            <a:off x="5413883" y="2041242"/>
            <a:ext cx="24840" cy="24840"/>
          </a:xfrm>
          <a:custGeom>
            <a:avLst/>
            <a:gdLst/>
            <a:ahLst/>
            <a:cxnLst/>
            <a:rect l="0" t="0" r="r" b="b"/>
            <a:pathLst>
              <a:path w="24840" h="24840">
                <a:moveTo>
                  <a:pt x="9966" y="24676"/>
                </a:moveTo>
                <a:lnTo>
                  <a:pt x="5488" y="22821"/>
                </a:lnTo>
                <a:lnTo>
                  <a:pt x="3637" y="21202"/>
                </a:lnTo>
                <a:lnTo>
                  <a:pt x="2018" y="19351"/>
                </a:lnTo>
                <a:lnTo>
                  <a:pt x="163" y="14873"/>
                </a:lnTo>
                <a:lnTo>
                  <a:pt x="0" y="12420"/>
                </a:lnTo>
                <a:lnTo>
                  <a:pt x="163" y="9966"/>
                </a:lnTo>
                <a:lnTo>
                  <a:pt x="2018" y="5488"/>
                </a:lnTo>
                <a:lnTo>
                  <a:pt x="3637" y="3637"/>
                </a:lnTo>
                <a:lnTo>
                  <a:pt x="5488" y="2018"/>
                </a:lnTo>
                <a:lnTo>
                  <a:pt x="9966" y="163"/>
                </a:lnTo>
                <a:lnTo>
                  <a:pt x="12420" y="0"/>
                </a:lnTo>
                <a:lnTo>
                  <a:pt x="14873" y="163"/>
                </a:lnTo>
                <a:lnTo>
                  <a:pt x="19351" y="2018"/>
                </a:lnTo>
                <a:lnTo>
                  <a:pt x="21202" y="3637"/>
                </a:lnTo>
                <a:lnTo>
                  <a:pt x="22821" y="5488"/>
                </a:lnTo>
                <a:lnTo>
                  <a:pt x="24676" y="9966"/>
                </a:lnTo>
                <a:lnTo>
                  <a:pt x="24840" y="12420"/>
                </a:lnTo>
                <a:lnTo>
                  <a:pt x="24676" y="14873"/>
                </a:lnTo>
                <a:lnTo>
                  <a:pt x="22821" y="19351"/>
                </a:lnTo>
                <a:lnTo>
                  <a:pt x="21202" y="21202"/>
                </a:lnTo>
                <a:lnTo>
                  <a:pt x="19351" y="22821"/>
                </a:lnTo>
                <a:lnTo>
                  <a:pt x="14873" y="24676"/>
                </a:lnTo>
                <a:lnTo>
                  <a:pt x="12420" y="24840"/>
                </a:lnTo>
                <a:lnTo>
                  <a:pt x="9966" y="24676"/>
                </a:lnTo>
                <a:close/>
              </a:path>
            </a:pathLst>
          </a:custGeom>
          <a:solidFill>
            <a:srgbClr val="7BCF7E"/>
          </a:solidFill>
          <a:ln>
            <a:noFill/>
          </a:ln>
        </p:spPr>
      </p:sp>
      <p:sp>
        <p:nvSpPr>
          <p:cNvPr id="530" name="Shape 530"/>
          <p:cNvSpPr/>
          <p:nvPr/>
        </p:nvSpPr>
        <p:spPr>
          <a:xfrm>
            <a:off x="5447379" y="2054337"/>
            <a:ext cx="24947" cy="24947"/>
          </a:xfrm>
          <a:custGeom>
            <a:avLst/>
            <a:gdLst/>
            <a:ahLst/>
            <a:cxnLst/>
            <a:rect l="0" t="0" r="r" b="b"/>
            <a:pathLst>
              <a:path w="24947" h="24947">
                <a:moveTo>
                  <a:pt x="10009" y="24782"/>
                </a:moveTo>
                <a:lnTo>
                  <a:pt x="5512" y="22920"/>
                </a:lnTo>
                <a:lnTo>
                  <a:pt x="3653" y="21293"/>
                </a:lnTo>
                <a:lnTo>
                  <a:pt x="2027" y="19435"/>
                </a:lnTo>
                <a:lnTo>
                  <a:pt x="164" y="14937"/>
                </a:lnTo>
                <a:lnTo>
                  <a:pt x="0" y="12473"/>
                </a:lnTo>
                <a:lnTo>
                  <a:pt x="164" y="10009"/>
                </a:lnTo>
                <a:lnTo>
                  <a:pt x="2027" y="5512"/>
                </a:lnTo>
                <a:lnTo>
                  <a:pt x="3653" y="3653"/>
                </a:lnTo>
                <a:lnTo>
                  <a:pt x="5512" y="2027"/>
                </a:lnTo>
                <a:lnTo>
                  <a:pt x="10009" y="164"/>
                </a:lnTo>
                <a:lnTo>
                  <a:pt x="12473" y="0"/>
                </a:lnTo>
                <a:lnTo>
                  <a:pt x="14937" y="164"/>
                </a:lnTo>
                <a:lnTo>
                  <a:pt x="19435" y="2027"/>
                </a:lnTo>
                <a:lnTo>
                  <a:pt x="21293" y="3653"/>
                </a:lnTo>
                <a:lnTo>
                  <a:pt x="22920" y="5512"/>
                </a:lnTo>
                <a:lnTo>
                  <a:pt x="24782" y="10009"/>
                </a:lnTo>
                <a:lnTo>
                  <a:pt x="24947" y="12473"/>
                </a:lnTo>
                <a:lnTo>
                  <a:pt x="24782" y="14937"/>
                </a:lnTo>
                <a:lnTo>
                  <a:pt x="22920" y="19435"/>
                </a:lnTo>
                <a:lnTo>
                  <a:pt x="21293" y="21293"/>
                </a:lnTo>
                <a:lnTo>
                  <a:pt x="19435" y="22920"/>
                </a:lnTo>
                <a:lnTo>
                  <a:pt x="14937" y="24782"/>
                </a:lnTo>
                <a:lnTo>
                  <a:pt x="12473" y="24947"/>
                </a:lnTo>
                <a:lnTo>
                  <a:pt x="10009" y="24782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531" name="Shape 531"/>
          <p:cNvSpPr/>
          <p:nvPr/>
        </p:nvSpPr>
        <p:spPr>
          <a:xfrm>
            <a:off x="5472561" y="2064204"/>
            <a:ext cx="24959" cy="24959"/>
          </a:xfrm>
          <a:custGeom>
            <a:avLst/>
            <a:gdLst/>
            <a:ahLst/>
            <a:cxnLst/>
            <a:rect l="0" t="0" r="r" b="b"/>
            <a:pathLst>
              <a:path w="24959" h="24959">
                <a:moveTo>
                  <a:pt x="10014" y="24794"/>
                </a:moveTo>
                <a:lnTo>
                  <a:pt x="5514" y="22931"/>
                </a:lnTo>
                <a:lnTo>
                  <a:pt x="3655" y="21304"/>
                </a:lnTo>
                <a:lnTo>
                  <a:pt x="2028" y="19444"/>
                </a:lnTo>
                <a:lnTo>
                  <a:pt x="164" y="14944"/>
                </a:lnTo>
                <a:lnTo>
                  <a:pt x="0" y="12479"/>
                </a:lnTo>
                <a:lnTo>
                  <a:pt x="164" y="10014"/>
                </a:lnTo>
                <a:lnTo>
                  <a:pt x="2028" y="5514"/>
                </a:lnTo>
                <a:lnTo>
                  <a:pt x="3655" y="3655"/>
                </a:lnTo>
                <a:lnTo>
                  <a:pt x="5514" y="2028"/>
                </a:lnTo>
                <a:lnTo>
                  <a:pt x="10014" y="164"/>
                </a:lnTo>
                <a:lnTo>
                  <a:pt x="12479" y="0"/>
                </a:lnTo>
                <a:lnTo>
                  <a:pt x="14944" y="164"/>
                </a:lnTo>
                <a:lnTo>
                  <a:pt x="19444" y="2028"/>
                </a:lnTo>
                <a:lnTo>
                  <a:pt x="21304" y="3655"/>
                </a:lnTo>
                <a:lnTo>
                  <a:pt x="22931" y="5514"/>
                </a:lnTo>
                <a:lnTo>
                  <a:pt x="24794" y="10014"/>
                </a:lnTo>
                <a:lnTo>
                  <a:pt x="24959" y="12479"/>
                </a:lnTo>
                <a:lnTo>
                  <a:pt x="24794" y="14944"/>
                </a:lnTo>
                <a:lnTo>
                  <a:pt x="22931" y="19444"/>
                </a:lnTo>
                <a:lnTo>
                  <a:pt x="21304" y="21304"/>
                </a:lnTo>
                <a:lnTo>
                  <a:pt x="19444" y="22931"/>
                </a:lnTo>
                <a:lnTo>
                  <a:pt x="14944" y="24794"/>
                </a:lnTo>
                <a:lnTo>
                  <a:pt x="12479" y="24959"/>
                </a:lnTo>
                <a:lnTo>
                  <a:pt x="10014" y="24794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532" name="Shape 532"/>
          <p:cNvSpPr/>
          <p:nvPr/>
        </p:nvSpPr>
        <p:spPr>
          <a:xfrm>
            <a:off x="5515544" y="2081074"/>
            <a:ext cx="24878" cy="24878"/>
          </a:xfrm>
          <a:custGeom>
            <a:avLst/>
            <a:gdLst/>
            <a:ahLst/>
            <a:cxnLst/>
            <a:rect l="0" t="0" r="r" b="b"/>
            <a:pathLst>
              <a:path w="24878" h="24878">
                <a:moveTo>
                  <a:pt x="9981" y="24714"/>
                </a:moveTo>
                <a:lnTo>
                  <a:pt x="5496" y="22857"/>
                </a:lnTo>
                <a:lnTo>
                  <a:pt x="3643" y="21235"/>
                </a:lnTo>
                <a:lnTo>
                  <a:pt x="2021" y="19381"/>
                </a:lnTo>
                <a:lnTo>
                  <a:pt x="163" y="14896"/>
                </a:lnTo>
                <a:lnTo>
                  <a:pt x="0" y="12439"/>
                </a:lnTo>
                <a:lnTo>
                  <a:pt x="163" y="9981"/>
                </a:lnTo>
                <a:lnTo>
                  <a:pt x="2021" y="5496"/>
                </a:lnTo>
                <a:lnTo>
                  <a:pt x="3643" y="3643"/>
                </a:lnTo>
                <a:lnTo>
                  <a:pt x="5496" y="2021"/>
                </a:lnTo>
                <a:lnTo>
                  <a:pt x="9981" y="163"/>
                </a:lnTo>
                <a:lnTo>
                  <a:pt x="12439" y="0"/>
                </a:lnTo>
                <a:lnTo>
                  <a:pt x="14896" y="163"/>
                </a:lnTo>
                <a:lnTo>
                  <a:pt x="19381" y="2021"/>
                </a:lnTo>
                <a:lnTo>
                  <a:pt x="21235" y="3643"/>
                </a:lnTo>
                <a:lnTo>
                  <a:pt x="22857" y="5496"/>
                </a:lnTo>
                <a:lnTo>
                  <a:pt x="24714" y="9981"/>
                </a:lnTo>
                <a:lnTo>
                  <a:pt x="24878" y="12439"/>
                </a:lnTo>
                <a:lnTo>
                  <a:pt x="24714" y="14896"/>
                </a:lnTo>
                <a:lnTo>
                  <a:pt x="22857" y="19381"/>
                </a:lnTo>
                <a:lnTo>
                  <a:pt x="21235" y="21235"/>
                </a:lnTo>
                <a:lnTo>
                  <a:pt x="19381" y="22857"/>
                </a:lnTo>
                <a:lnTo>
                  <a:pt x="14896" y="24714"/>
                </a:lnTo>
                <a:lnTo>
                  <a:pt x="12439" y="24878"/>
                </a:lnTo>
                <a:lnTo>
                  <a:pt x="9981" y="24714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533" name="Shape 533"/>
          <p:cNvSpPr/>
          <p:nvPr/>
        </p:nvSpPr>
        <p:spPr>
          <a:xfrm>
            <a:off x="5566226" y="2100986"/>
            <a:ext cx="24723" cy="24723"/>
          </a:xfrm>
          <a:custGeom>
            <a:avLst/>
            <a:gdLst/>
            <a:ahLst/>
            <a:cxnLst/>
            <a:rect l="0" t="0" r="r" b="b"/>
            <a:pathLst>
              <a:path w="24723" h="24723">
                <a:moveTo>
                  <a:pt x="9919" y="24561"/>
                </a:moveTo>
                <a:lnTo>
                  <a:pt x="5462" y="22714"/>
                </a:lnTo>
                <a:lnTo>
                  <a:pt x="3620" y="21103"/>
                </a:lnTo>
                <a:lnTo>
                  <a:pt x="2009" y="19261"/>
                </a:lnTo>
                <a:lnTo>
                  <a:pt x="162" y="14804"/>
                </a:lnTo>
                <a:lnTo>
                  <a:pt x="0" y="12361"/>
                </a:lnTo>
                <a:lnTo>
                  <a:pt x="162" y="9919"/>
                </a:lnTo>
                <a:lnTo>
                  <a:pt x="2009" y="5462"/>
                </a:lnTo>
                <a:lnTo>
                  <a:pt x="3620" y="3620"/>
                </a:lnTo>
                <a:lnTo>
                  <a:pt x="5462" y="2009"/>
                </a:lnTo>
                <a:lnTo>
                  <a:pt x="9919" y="162"/>
                </a:lnTo>
                <a:lnTo>
                  <a:pt x="12361" y="0"/>
                </a:lnTo>
                <a:lnTo>
                  <a:pt x="14804" y="162"/>
                </a:lnTo>
                <a:lnTo>
                  <a:pt x="19261" y="2009"/>
                </a:lnTo>
                <a:lnTo>
                  <a:pt x="21103" y="3620"/>
                </a:lnTo>
                <a:lnTo>
                  <a:pt x="22714" y="5462"/>
                </a:lnTo>
                <a:lnTo>
                  <a:pt x="24561" y="9919"/>
                </a:lnTo>
                <a:lnTo>
                  <a:pt x="24723" y="12361"/>
                </a:lnTo>
                <a:lnTo>
                  <a:pt x="24561" y="14804"/>
                </a:lnTo>
                <a:lnTo>
                  <a:pt x="22714" y="19261"/>
                </a:lnTo>
                <a:lnTo>
                  <a:pt x="21103" y="21103"/>
                </a:lnTo>
                <a:lnTo>
                  <a:pt x="19261" y="22714"/>
                </a:lnTo>
                <a:lnTo>
                  <a:pt x="14804" y="24561"/>
                </a:lnTo>
                <a:lnTo>
                  <a:pt x="12361" y="24723"/>
                </a:lnTo>
                <a:lnTo>
                  <a:pt x="9919" y="24561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534" name="Shape 534"/>
          <p:cNvSpPr/>
          <p:nvPr/>
        </p:nvSpPr>
        <p:spPr>
          <a:xfrm>
            <a:off x="5605360" y="2116362"/>
            <a:ext cx="24599" cy="24599"/>
          </a:xfrm>
          <a:custGeom>
            <a:avLst/>
            <a:gdLst/>
            <a:ahLst/>
            <a:cxnLst/>
            <a:rect l="0" t="0" r="r" b="b"/>
            <a:pathLst>
              <a:path w="24599" h="24599">
                <a:moveTo>
                  <a:pt x="9869" y="24437"/>
                </a:moveTo>
                <a:lnTo>
                  <a:pt x="5435" y="22600"/>
                </a:lnTo>
                <a:lnTo>
                  <a:pt x="3602" y="20996"/>
                </a:lnTo>
                <a:lnTo>
                  <a:pt x="1998" y="19164"/>
                </a:lnTo>
                <a:lnTo>
                  <a:pt x="161" y="14729"/>
                </a:lnTo>
                <a:lnTo>
                  <a:pt x="0" y="12299"/>
                </a:lnTo>
                <a:lnTo>
                  <a:pt x="161" y="9869"/>
                </a:lnTo>
                <a:lnTo>
                  <a:pt x="1998" y="5435"/>
                </a:lnTo>
                <a:lnTo>
                  <a:pt x="3602" y="3602"/>
                </a:lnTo>
                <a:lnTo>
                  <a:pt x="5435" y="1998"/>
                </a:lnTo>
                <a:lnTo>
                  <a:pt x="9869" y="161"/>
                </a:lnTo>
                <a:lnTo>
                  <a:pt x="12299" y="0"/>
                </a:lnTo>
                <a:lnTo>
                  <a:pt x="14729" y="161"/>
                </a:lnTo>
                <a:lnTo>
                  <a:pt x="19164" y="1998"/>
                </a:lnTo>
                <a:lnTo>
                  <a:pt x="20996" y="3602"/>
                </a:lnTo>
                <a:lnTo>
                  <a:pt x="22600" y="5435"/>
                </a:lnTo>
                <a:lnTo>
                  <a:pt x="24437" y="9869"/>
                </a:lnTo>
                <a:lnTo>
                  <a:pt x="24599" y="12299"/>
                </a:lnTo>
                <a:lnTo>
                  <a:pt x="24437" y="14729"/>
                </a:lnTo>
                <a:lnTo>
                  <a:pt x="22600" y="19164"/>
                </a:lnTo>
                <a:lnTo>
                  <a:pt x="20996" y="20996"/>
                </a:lnTo>
                <a:lnTo>
                  <a:pt x="19164" y="22600"/>
                </a:lnTo>
                <a:lnTo>
                  <a:pt x="14729" y="24437"/>
                </a:lnTo>
                <a:lnTo>
                  <a:pt x="12299" y="24599"/>
                </a:lnTo>
                <a:lnTo>
                  <a:pt x="9869" y="24437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535" name="Shape 535"/>
          <p:cNvSpPr/>
          <p:nvPr/>
        </p:nvSpPr>
        <p:spPr>
          <a:xfrm>
            <a:off x="5667337" y="2136475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36" name="Shape 536"/>
          <p:cNvSpPr/>
          <p:nvPr/>
        </p:nvSpPr>
        <p:spPr>
          <a:xfrm>
            <a:off x="5752305" y="216977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37" name="Shape 537"/>
          <p:cNvSpPr/>
          <p:nvPr/>
        </p:nvSpPr>
        <p:spPr>
          <a:xfrm>
            <a:off x="5820942" y="2196678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38" name="Shape 538"/>
          <p:cNvSpPr/>
          <p:nvPr/>
        </p:nvSpPr>
        <p:spPr>
          <a:xfrm>
            <a:off x="5902277" y="2228556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39" name="Shape 539"/>
          <p:cNvSpPr/>
          <p:nvPr/>
        </p:nvSpPr>
        <p:spPr>
          <a:xfrm>
            <a:off x="6057094" y="2289268"/>
            <a:ext cx="38227" cy="38227"/>
          </a:xfrm>
          <a:custGeom>
            <a:avLst/>
            <a:gdLst/>
            <a:ahLst/>
            <a:cxnLst/>
            <a:rect l="0" t="0" r="r" b="b"/>
            <a:pathLst>
              <a:path w="38227" h="38227">
                <a:moveTo>
                  <a:pt x="15337" y="37975"/>
                </a:moveTo>
                <a:lnTo>
                  <a:pt x="8446" y="35121"/>
                </a:lnTo>
                <a:lnTo>
                  <a:pt x="5598" y="32629"/>
                </a:lnTo>
                <a:lnTo>
                  <a:pt x="3106" y="29781"/>
                </a:lnTo>
                <a:lnTo>
                  <a:pt x="251" y="22889"/>
                </a:lnTo>
                <a:lnTo>
                  <a:pt x="0" y="19113"/>
                </a:lnTo>
                <a:lnTo>
                  <a:pt x="251" y="15337"/>
                </a:lnTo>
                <a:lnTo>
                  <a:pt x="3106" y="8446"/>
                </a:lnTo>
                <a:lnTo>
                  <a:pt x="5598" y="5598"/>
                </a:lnTo>
                <a:lnTo>
                  <a:pt x="8446" y="3106"/>
                </a:lnTo>
                <a:lnTo>
                  <a:pt x="15337" y="251"/>
                </a:lnTo>
                <a:lnTo>
                  <a:pt x="19113" y="0"/>
                </a:lnTo>
                <a:lnTo>
                  <a:pt x="22889" y="251"/>
                </a:lnTo>
                <a:lnTo>
                  <a:pt x="29781" y="3106"/>
                </a:lnTo>
                <a:lnTo>
                  <a:pt x="32629" y="5598"/>
                </a:lnTo>
                <a:lnTo>
                  <a:pt x="35121" y="8446"/>
                </a:lnTo>
                <a:lnTo>
                  <a:pt x="37975" y="15337"/>
                </a:lnTo>
                <a:lnTo>
                  <a:pt x="38227" y="19113"/>
                </a:lnTo>
                <a:lnTo>
                  <a:pt x="37975" y="22889"/>
                </a:lnTo>
                <a:lnTo>
                  <a:pt x="35121" y="29781"/>
                </a:lnTo>
                <a:lnTo>
                  <a:pt x="32629" y="32629"/>
                </a:lnTo>
                <a:lnTo>
                  <a:pt x="29781" y="35121"/>
                </a:lnTo>
                <a:lnTo>
                  <a:pt x="22889" y="37975"/>
                </a:lnTo>
                <a:lnTo>
                  <a:pt x="19113" y="38227"/>
                </a:lnTo>
                <a:lnTo>
                  <a:pt x="15337" y="37975"/>
                </a:lnTo>
                <a:close/>
              </a:path>
            </a:pathLst>
          </a:custGeom>
          <a:solidFill>
            <a:srgbClr val="1A9A34"/>
          </a:solidFill>
          <a:ln>
            <a:noFill/>
          </a:ln>
        </p:spPr>
      </p:sp>
      <p:sp>
        <p:nvSpPr>
          <p:cNvPr id="540" name="Shape 540"/>
          <p:cNvSpPr/>
          <p:nvPr/>
        </p:nvSpPr>
        <p:spPr>
          <a:xfrm>
            <a:off x="5127480" y="1962061"/>
            <a:ext cx="22104" cy="22104"/>
          </a:xfrm>
          <a:custGeom>
            <a:avLst/>
            <a:gdLst/>
            <a:ahLst/>
            <a:cxnLst/>
            <a:rect l="0" t="0" r="r" b="b"/>
            <a:pathLst>
              <a:path w="22104" h="22104">
                <a:moveTo>
                  <a:pt x="8868" y="21958"/>
                </a:moveTo>
                <a:lnTo>
                  <a:pt x="4883" y="20308"/>
                </a:lnTo>
                <a:lnTo>
                  <a:pt x="3237" y="18867"/>
                </a:lnTo>
                <a:lnTo>
                  <a:pt x="1796" y="17220"/>
                </a:lnTo>
                <a:lnTo>
                  <a:pt x="145" y="13235"/>
                </a:lnTo>
                <a:lnTo>
                  <a:pt x="0" y="11052"/>
                </a:lnTo>
                <a:lnTo>
                  <a:pt x="145" y="8868"/>
                </a:lnTo>
                <a:lnTo>
                  <a:pt x="1796" y="4883"/>
                </a:lnTo>
                <a:lnTo>
                  <a:pt x="3237" y="3237"/>
                </a:lnTo>
                <a:lnTo>
                  <a:pt x="4883" y="1796"/>
                </a:lnTo>
                <a:lnTo>
                  <a:pt x="8868" y="145"/>
                </a:lnTo>
                <a:lnTo>
                  <a:pt x="11052" y="0"/>
                </a:lnTo>
                <a:lnTo>
                  <a:pt x="13235" y="145"/>
                </a:lnTo>
                <a:lnTo>
                  <a:pt x="17220" y="1796"/>
                </a:lnTo>
                <a:lnTo>
                  <a:pt x="18867" y="3237"/>
                </a:lnTo>
                <a:lnTo>
                  <a:pt x="20308" y="4883"/>
                </a:lnTo>
                <a:lnTo>
                  <a:pt x="21958" y="8868"/>
                </a:lnTo>
                <a:lnTo>
                  <a:pt x="22104" y="11052"/>
                </a:lnTo>
                <a:lnTo>
                  <a:pt x="21958" y="13235"/>
                </a:lnTo>
                <a:lnTo>
                  <a:pt x="20308" y="17220"/>
                </a:lnTo>
                <a:lnTo>
                  <a:pt x="18867" y="18867"/>
                </a:lnTo>
                <a:lnTo>
                  <a:pt x="17220" y="20308"/>
                </a:lnTo>
                <a:lnTo>
                  <a:pt x="13235" y="21958"/>
                </a:lnTo>
                <a:lnTo>
                  <a:pt x="11052" y="22104"/>
                </a:lnTo>
                <a:lnTo>
                  <a:pt x="8868" y="21958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541" name="Shape 541"/>
          <p:cNvSpPr/>
          <p:nvPr/>
        </p:nvSpPr>
        <p:spPr>
          <a:xfrm>
            <a:off x="5134287" y="1965910"/>
            <a:ext cx="22354" cy="22354"/>
          </a:xfrm>
          <a:custGeom>
            <a:avLst/>
            <a:gdLst/>
            <a:ahLst/>
            <a:cxnLst/>
            <a:rect l="0" t="0" r="r" b="b"/>
            <a:pathLst>
              <a:path w="22354" h="22354">
                <a:moveTo>
                  <a:pt x="8969" y="22207"/>
                </a:moveTo>
                <a:lnTo>
                  <a:pt x="4939" y="20537"/>
                </a:lnTo>
                <a:lnTo>
                  <a:pt x="3273" y="19080"/>
                </a:lnTo>
                <a:lnTo>
                  <a:pt x="1816" y="17415"/>
                </a:lnTo>
                <a:lnTo>
                  <a:pt x="147" y="13385"/>
                </a:lnTo>
                <a:lnTo>
                  <a:pt x="0" y="11177"/>
                </a:lnTo>
                <a:lnTo>
                  <a:pt x="147" y="8969"/>
                </a:lnTo>
                <a:lnTo>
                  <a:pt x="1816" y="4939"/>
                </a:lnTo>
                <a:lnTo>
                  <a:pt x="3273" y="3273"/>
                </a:lnTo>
                <a:lnTo>
                  <a:pt x="4939" y="1816"/>
                </a:lnTo>
                <a:lnTo>
                  <a:pt x="8969" y="147"/>
                </a:lnTo>
                <a:lnTo>
                  <a:pt x="11177" y="0"/>
                </a:lnTo>
                <a:lnTo>
                  <a:pt x="13385" y="147"/>
                </a:lnTo>
                <a:lnTo>
                  <a:pt x="17415" y="1816"/>
                </a:lnTo>
                <a:lnTo>
                  <a:pt x="19080" y="3273"/>
                </a:lnTo>
                <a:lnTo>
                  <a:pt x="20537" y="4939"/>
                </a:lnTo>
                <a:lnTo>
                  <a:pt x="22207" y="8969"/>
                </a:lnTo>
                <a:lnTo>
                  <a:pt x="22354" y="11177"/>
                </a:lnTo>
                <a:lnTo>
                  <a:pt x="22207" y="13385"/>
                </a:lnTo>
                <a:lnTo>
                  <a:pt x="20537" y="17415"/>
                </a:lnTo>
                <a:lnTo>
                  <a:pt x="19080" y="19080"/>
                </a:lnTo>
                <a:lnTo>
                  <a:pt x="17415" y="20537"/>
                </a:lnTo>
                <a:lnTo>
                  <a:pt x="13385" y="22207"/>
                </a:lnTo>
                <a:lnTo>
                  <a:pt x="11177" y="22354"/>
                </a:lnTo>
                <a:lnTo>
                  <a:pt x="8969" y="22207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542" name="Shape 542"/>
          <p:cNvSpPr/>
          <p:nvPr/>
        </p:nvSpPr>
        <p:spPr>
          <a:xfrm>
            <a:off x="5139134" y="1968655"/>
            <a:ext cx="22518" cy="22518"/>
          </a:xfrm>
          <a:custGeom>
            <a:avLst/>
            <a:gdLst/>
            <a:ahLst/>
            <a:cxnLst/>
            <a:rect l="0" t="0" r="r" b="b"/>
            <a:pathLst>
              <a:path w="22518" h="22518">
                <a:moveTo>
                  <a:pt x="9034" y="22370"/>
                </a:moveTo>
                <a:lnTo>
                  <a:pt x="4975" y="20688"/>
                </a:lnTo>
                <a:lnTo>
                  <a:pt x="3297" y="19220"/>
                </a:lnTo>
                <a:lnTo>
                  <a:pt x="1829" y="17543"/>
                </a:lnTo>
                <a:lnTo>
                  <a:pt x="148" y="13483"/>
                </a:lnTo>
                <a:lnTo>
                  <a:pt x="0" y="11259"/>
                </a:lnTo>
                <a:lnTo>
                  <a:pt x="148" y="9034"/>
                </a:lnTo>
                <a:lnTo>
                  <a:pt x="1829" y="4975"/>
                </a:lnTo>
                <a:lnTo>
                  <a:pt x="3297" y="3297"/>
                </a:lnTo>
                <a:lnTo>
                  <a:pt x="4975" y="1829"/>
                </a:lnTo>
                <a:lnTo>
                  <a:pt x="9034" y="148"/>
                </a:lnTo>
                <a:lnTo>
                  <a:pt x="11259" y="0"/>
                </a:lnTo>
                <a:lnTo>
                  <a:pt x="13483" y="148"/>
                </a:lnTo>
                <a:lnTo>
                  <a:pt x="17543" y="1829"/>
                </a:lnTo>
                <a:lnTo>
                  <a:pt x="19220" y="3297"/>
                </a:lnTo>
                <a:lnTo>
                  <a:pt x="20688" y="4975"/>
                </a:lnTo>
                <a:lnTo>
                  <a:pt x="22370" y="9034"/>
                </a:lnTo>
                <a:lnTo>
                  <a:pt x="22518" y="11259"/>
                </a:lnTo>
                <a:lnTo>
                  <a:pt x="22370" y="13483"/>
                </a:lnTo>
                <a:lnTo>
                  <a:pt x="20688" y="17543"/>
                </a:lnTo>
                <a:lnTo>
                  <a:pt x="19220" y="19220"/>
                </a:lnTo>
                <a:lnTo>
                  <a:pt x="17543" y="20688"/>
                </a:lnTo>
                <a:lnTo>
                  <a:pt x="13483" y="22370"/>
                </a:lnTo>
                <a:lnTo>
                  <a:pt x="11259" y="22518"/>
                </a:lnTo>
                <a:lnTo>
                  <a:pt x="9034" y="22370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543" name="Shape 543"/>
          <p:cNvSpPr/>
          <p:nvPr/>
        </p:nvSpPr>
        <p:spPr>
          <a:xfrm>
            <a:off x="5144253" y="1971555"/>
            <a:ext cx="22681" cy="22681"/>
          </a:xfrm>
          <a:custGeom>
            <a:avLst/>
            <a:gdLst/>
            <a:ahLst/>
            <a:cxnLst/>
            <a:rect l="0" t="0" r="r" b="b"/>
            <a:pathLst>
              <a:path w="22681" h="22681">
                <a:moveTo>
                  <a:pt x="9100" y="22531"/>
                </a:moveTo>
                <a:lnTo>
                  <a:pt x="5011" y="20838"/>
                </a:lnTo>
                <a:lnTo>
                  <a:pt x="3321" y="19359"/>
                </a:lnTo>
                <a:lnTo>
                  <a:pt x="1843" y="17669"/>
                </a:lnTo>
                <a:lnTo>
                  <a:pt x="149" y="13580"/>
                </a:lnTo>
                <a:lnTo>
                  <a:pt x="0" y="11340"/>
                </a:lnTo>
                <a:lnTo>
                  <a:pt x="149" y="9100"/>
                </a:lnTo>
                <a:lnTo>
                  <a:pt x="1843" y="5011"/>
                </a:lnTo>
                <a:lnTo>
                  <a:pt x="3321" y="3321"/>
                </a:lnTo>
                <a:lnTo>
                  <a:pt x="5011" y="1843"/>
                </a:lnTo>
                <a:lnTo>
                  <a:pt x="9100" y="149"/>
                </a:lnTo>
                <a:lnTo>
                  <a:pt x="11340" y="0"/>
                </a:lnTo>
                <a:lnTo>
                  <a:pt x="13580" y="149"/>
                </a:lnTo>
                <a:lnTo>
                  <a:pt x="17669" y="1843"/>
                </a:lnTo>
                <a:lnTo>
                  <a:pt x="19359" y="3321"/>
                </a:lnTo>
                <a:lnTo>
                  <a:pt x="20838" y="5011"/>
                </a:lnTo>
                <a:lnTo>
                  <a:pt x="22531" y="9100"/>
                </a:lnTo>
                <a:lnTo>
                  <a:pt x="22681" y="11340"/>
                </a:lnTo>
                <a:lnTo>
                  <a:pt x="22531" y="13580"/>
                </a:lnTo>
                <a:lnTo>
                  <a:pt x="20838" y="17669"/>
                </a:lnTo>
                <a:lnTo>
                  <a:pt x="19359" y="19359"/>
                </a:lnTo>
                <a:lnTo>
                  <a:pt x="17669" y="20838"/>
                </a:lnTo>
                <a:lnTo>
                  <a:pt x="13580" y="22531"/>
                </a:lnTo>
                <a:lnTo>
                  <a:pt x="11340" y="22681"/>
                </a:lnTo>
                <a:lnTo>
                  <a:pt x="9100" y="22531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544" name="Shape 544"/>
          <p:cNvSpPr/>
          <p:nvPr/>
        </p:nvSpPr>
        <p:spPr>
          <a:xfrm>
            <a:off x="5152491" y="1976227"/>
            <a:ext cx="22921" cy="22921"/>
          </a:xfrm>
          <a:custGeom>
            <a:avLst/>
            <a:gdLst/>
            <a:ahLst/>
            <a:cxnLst/>
            <a:rect l="0" t="0" r="r" b="b"/>
            <a:pathLst>
              <a:path w="22921" h="22921">
                <a:moveTo>
                  <a:pt x="9196" y="22770"/>
                </a:moveTo>
                <a:lnTo>
                  <a:pt x="5064" y="21058"/>
                </a:lnTo>
                <a:lnTo>
                  <a:pt x="3356" y="19564"/>
                </a:lnTo>
                <a:lnTo>
                  <a:pt x="1862" y="17856"/>
                </a:lnTo>
                <a:lnTo>
                  <a:pt x="150" y="13724"/>
                </a:lnTo>
                <a:lnTo>
                  <a:pt x="0" y="11460"/>
                </a:lnTo>
                <a:lnTo>
                  <a:pt x="150" y="9196"/>
                </a:lnTo>
                <a:lnTo>
                  <a:pt x="1862" y="5064"/>
                </a:lnTo>
                <a:lnTo>
                  <a:pt x="3356" y="3356"/>
                </a:lnTo>
                <a:lnTo>
                  <a:pt x="5064" y="1862"/>
                </a:lnTo>
                <a:lnTo>
                  <a:pt x="9196" y="150"/>
                </a:lnTo>
                <a:lnTo>
                  <a:pt x="11460" y="0"/>
                </a:lnTo>
                <a:lnTo>
                  <a:pt x="13724" y="150"/>
                </a:lnTo>
                <a:lnTo>
                  <a:pt x="17856" y="1862"/>
                </a:lnTo>
                <a:lnTo>
                  <a:pt x="19564" y="3356"/>
                </a:lnTo>
                <a:lnTo>
                  <a:pt x="21058" y="5064"/>
                </a:lnTo>
                <a:lnTo>
                  <a:pt x="22770" y="9196"/>
                </a:lnTo>
                <a:lnTo>
                  <a:pt x="22921" y="11460"/>
                </a:lnTo>
                <a:lnTo>
                  <a:pt x="22770" y="13724"/>
                </a:lnTo>
                <a:lnTo>
                  <a:pt x="21058" y="17856"/>
                </a:lnTo>
                <a:lnTo>
                  <a:pt x="19564" y="19564"/>
                </a:lnTo>
                <a:lnTo>
                  <a:pt x="17856" y="21058"/>
                </a:lnTo>
                <a:lnTo>
                  <a:pt x="13724" y="22770"/>
                </a:lnTo>
                <a:lnTo>
                  <a:pt x="11460" y="22921"/>
                </a:lnTo>
                <a:lnTo>
                  <a:pt x="9196" y="22770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545" name="Shape 545"/>
          <p:cNvSpPr/>
          <p:nvPr/>
        </p:nvSpPr>
        <p:spPr>
          <a:xfrm>
            <a:off x="5161479" y="1981330"/>
            <a:ext cx="23159" cy="23159"/>
          </a:xfrm>
          <a:custGeom>
            <a:avLst/>
            <a:gdLst/>
            <a:ahLst/>
            <a:cxnLst/>
            <a:rect l="0" t="0" r="r" b="b"/>
            <a:pathLst>
              <a:path w="23159" h="23159">
                <a:moveTo>
                  <a:pt x="9292" y="23006"/>
                </a:moveTo>
                <a:lnTo>
                  <a:pt x="5116" y="21277"/>
                </a:lnTo>
                <a:lnTo>
                  <a:pt x="3391" y="19767"/>
                </a:lnTo>
                <a:lnTo>
                  <a:pt x="1881" y="18042"/>
                </a:lnTo>
                <a:lnTo>
                  <a:pt x="152" y="13867"/>
                </a:lnTo>
                <a:lnTo>
                  <a:pt x="0" y="11579"/>
                </a:lnTo>
                <a:lnTo>
                  <a:pt x="152" y="9292"/>
                </a:lnTo>
                <a:lnTo>
                  <a:pt x="1881" y="5116"/>
                </a:lnTo>
                <a:lnTo>
                  <a:pt x="3391" y="3391"/>
                </a:lnTo>
                <a:lnTo>
                  <a:pt x="5116" y="1881"/>
                </a:lnTo>
                <a:lnTo>
                  <a:pt x="9292" y="152"/>
                </a:lnTo>
                <a:lnTo>
                  <a:pt x="11579" y="0"/>
                </a:lnTo>
                <a:lnTo>
                  <a:pt x="13867" y="152"/>
                </a:lnTo>
                <a:lnTo>
                  <a:pt x="18042" y="1881"/>
                </a:lnTo>
                <a:lnTo>
                  <a:pt x="19767" y="3391"/>
                </a:lnTo>
                <a:lnTo>
                  <a:pt x="21277" y="5116"/>
                </a:lnTo>
                <a:lnTo>
                  <a:pt x="23006" y="9292"/>
                </a:lnTo>
                <a:lnTo>
                  <a:pt x="23159" y="11579"/>
                </a:lnTo>
                <a:lnTo>
                  <a:pt x="23006" y="13867"/>
                </a:lnTo>
                <a:lnTo>
                  <a:pt x="21277" y="18042"/>
                </a:lnTo>
                <a:lnTo>
                  <a:pt x="19767" y="19767"/>
                </a:lnTo>
                <a:lnTo>
                  <a:pt x="18042" y="21277"/>
                </a:lnTo>
                <a:lnTo>
                  <a:pt x="13867" y="23006"/>
                </a:lnTo>
                <a:lnTo>
                  <a:pt x="11579" y="23159"/>
                </a:lnTo>
                <a:lnTo>
                  <a:pt x="9292" y="23006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546" name="Shape 546"/>
          <p:cNvSpPr/>
          <p:nvPr/>
        </p:nvSpPr>
        <p:spPr>
          <a:xfrm>
            <a:off x="5167941" y="1985002"/>
            <a:ext cx="23314" cy="23314"/>
          </a:xfrm>
          <a:custGeom>
            <a:avLst/>
            <a:gdLst/>
            <a:ahLst/>
            <a:cxnLst/>
            <a:rect l="0" t="0" r="r" b="b"/>
            <a:pathLst>
              <a:path w="23314" h="23314">
                <a:moveTo>
                  <a:pt x="9354" y="23161"/>
                </a:moveTo>
                <a:lnTo>
                  <a:pt x="5151" y="21420"/>
                </a:lnTo>
                <a:lnTo>
                  <a:pt x="3414" y="19900"/>
                </a:lnTo>
                <a:lnTo>
                  <a:pt x="1894" y="18163"/>
                </a:lnTo>
                <a:lnTo>
                  <a:pt x="153" y="13960"/>
                </a:lnTo>
                <a:lnTo>
                  <a:pt x="0" y="11657"/>
                </a:lnTo>
                <a:lnTo>
                  <a:pt x="153" y="9354"/>
                </a:lnTo>
                <a:lnTo>
                  <a:pt x="1894" y="5151"/>
                </a:lnTo>
                <a:lnTo>
                  <a:pt x="3414" y="3414"/>
                </a:lnTo>
                <a:lnTo>
                  <a:pt x="5151" y="1894"/>
                </a:lnTo>
                <a:lnTo>
                  <a:pt x="9354" y="153"/>
                </a:lnTo>
                <a:lnTo>
                  <a:pt x="11657" y="0"/>
                </a:lnTo>
                <a:lnTo>
                  <a:pt x="13960" y="153"/>
                </a:lnTo>
                <a:lnTo>
                  <a:pt x="18163" y="1894"/>
                </a:lnTo>
                <a:lnTo>
                  <a:pt x="19900" y="3414"/>
                </a:lnTo>
                <a:lnTo>
                  <a:pt x="21420" y="5151"/>
                </a:lnTo>
                <a:lnTo>
                  <a:pt x="23161" y="9354"/>
                </a:lnTo>
                <a:lnTo>
                  <a:pt x="23314" y="11657"/>
                </a:lnTo>
                <a:lnTo>
                  <a:pt x="23161" y="13960"/>
                </a:lnTo>
                <a:lnTo>
                  <a:pt x="21420" y="18163"/>
                </a:lnTo>
                <a:lnTo>
                  <a:pt x="19900" y="19900"/>
                </a:lnTo>
                <a:lnTo>
                  <a:pt x="18163" y="21420"/>
                </a:lnTo>
                <a:lnTo>
                  <a:pt x="13960" y="23161"/>
                </a:lnTo>
                <a:lnTo>
                  <a:pt x="11657" y="23314"/>
                </a:lnTo>
                <a:lnTo>
                  <a:pt x="9354" y="2316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547" name="Shape 547"/>
          <p:cNvSpPr/>
          <p:nvPr/>
        </p:nvSpPr>
        <p:spPr>
          <a:xfrm>
            <a:off x="5178427" y="1990965"/>
            <a:ext cx="23544" cy="23544"/>
          </a:xfrm>
          <a:custGeom>
            <a:avLst/>
            <a:gdLst/>
            <a:ahLst/>
            <a:cxnLst/>
            <a:rect l="0" t="0" r="r" b="b"/>
            <a:pathLst>
              <a:path w="23544" h="23544">
                <a:moveTo>
                  <a:pt x="9446" y="23389"/>
                </a:moveTo>
                <a:lnTo>
                  <a:pt x="5202" y="21631"/>
                </a:lnTo>
                <a:lnTo>
                  <a:pt x="3448" y="20096"/>
                </a:lnTo>
                <a:lnTo>
                  <a:pt x="1913" y="18342"/>
                </a:lnTo>
                <a:lnTo>
                  <a:pt x="155" y="14098"/>
                </a:lnTo>
                <a:lnTo>
                  <a:pt x="0" y="11772"/>
                </a:lnTo>
                <a:lnTo>
                  <a:pt x="155" y="9446"/>
                </a:lnTo>
                <a:lnTo>
                  <a:pt x="1913" y="5202"/>
                </a:lnTo>
                <a:lnTo>
                  <a:pt x="3448" y="3448"/>
                </a:lnTo>
                <a:lnTo>
                  <a:pt x="5202" y="1913"/>
                </a:lnTo>
                <a:lnTo>
                  <a:pt x="9446" y="155"/>
                </a:lnTo>
                <a:lnTo>
                  <a:pt x="11772" y="0"/>
                </a:lnTo>
                <a:lnTo>
                  <a:pt x="14098" y="155"/>
                </a:lnTo>
                <a:lnTo>
                  <a:pt x="18342" y="1913"/>
                </a:lnTo>
                <a:lnTo>
                  <a:pt x="20096" y="3448"/>
                </a:lnTo>
                <a:lnTo>
                  <a:pt x="21631" y="5202"/>
                </a:lnTo>
                <a:lnTo>
                  <a:pt x="23389" y="9446"/>
                </a:lnTo>
                <a:lnTo>
                  <a:pt x="23544" y="11772"/>
                </a:lnTo>
                <a:lnTo>
                  <a:pt x="23389" y="14098"/>
                </a:lnTo>
                <a:lnTo>
                  <a:pt x="21631" y="18342"/>
                </a:lnTo>
                <a:lnTo>
                  <a:pt x="20096" y="20096"/>
                </a:lnTo>
                <a:lnTo>
                  <a:pt x="18342" y="21631"/>
                </a:lnTo>
                <a:lnTo>
                  <a:pt x="14098" y="23389"/>
                </a:lnTo>
                <a:lnTo>
                  <a:pt x="11772" y="23544"/>
                </a:lnTo>
                <a:lnTo>
                  <a:pt x="9446" y="23389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548" name="Shape 548"/>
          <p:cNvSpPr/>
          <p:nvPr/>
        </p:nvSpPr>
        <p:spPr>
          <a:xfrm>
            <a:off x="5189996" y="1997551"/>
            <a:ext cx="23769" cy="23769"/>
          </a:xfrm>
          <a:custGeom>
            <a:avLst/>
            <a:gdLst/>
            <a:ahLst/>
            <a:cxnLst/>
            <a:rect l="0" t="0" r="r" b="b"/>
            <a:pathLst>
              <a:path w="23769" h="23769">
                <a:moveTo>
                  <a:pt x="9537" y="23613"/>
                </a:moveTo>
                <a:lnTo>
                  <a:pt x="5251" y="21838"/>
                </a:lnTo>
                <a:lnTo>
                  <a:pt x="3481" y="20288"/>
                </a:lnTo>
                <a:lnTo>
                  <a:pt x="1931" y="18517"/>
                </a:lnTo>
                <a:lnTo>
                  <a:pt x="156" y="14232"/>
                </a:lnTo>
                <a:lnTo>
                  <a:pt x="0" y="11884"/>
                </a:lnTo>
                <a:lnTo>
                  <a:pt x="156" y="9537"/>
                </a:lnTo>
                <a:lnTo>
                  <a:pt x="1931" y="5251"/>
                </a:lnTo>
                <a:lnTo>
                  <a:pt x="3481" y="3481"/>
                </a:lnTo>
                <a:lnTo>
                  <a:pt x="5251" y="1931"/>
                </a:lnTo>
                <a:lnTo>
                  <a:pt x="9537" y="156"/>
                </a:lnTo>
                <a:lnTo>
                  <a:pt x="11884" y="0"/>
                </a:lnTo>
                <a:lnTo>
                  <a:pt x="14232" y="156"/>
                </a:lnTo>
                <a:lnTo>
                  <a:pt x="18517" y="1931"/>
                </a:lnTo>
                <a:lnTo>
                  <a:pt x="20288" y="3481"/>
                </a:lnTo>
                <a:lnTo>
                  <a:pt x="21838" y="5251"/>
                </a:lnTo>
                <a:lnTo>
                  <a:pt x="23613" y="9537"/>
                </a:lnTo>
                <a:lnTo>
                  <a:pt x="23769" y="11884"/>
                </a:lnTo>
                <a:lnTo>
                  <a:pt x="23613" y="14232"/>
                </a:lnTo>
                <a:lnTo>
                  <a:pt x="21838" y="18517"/>
                </a:lnTo>
                <a:lnTo>
                  <a:pt x="20288" y="20288"/>
                </a:lnTo>
                <a:lnTo>
                  <a:pt x="18517" y="21838"/>
                </a:lnTo>
                <a:lnTo>
                  <a:pt x="14232" y="23613"/>
                </a:lnTo>
                <a:lnTo>
                  <a:pt x="11884" y="23769"/>
                </a:lnTo>
                <a:lnTo>
                  <a:pt x="9537" y="23613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549" name="Shape 549"/>
          <p:cNvSpPr/>
          <p:nvPr/>
        </p:nvSpPr>
        <p:spPr>
          <a:xfrm>
            <a:off x="5198395" y="2002335"/>
            <a:ext cx="23916" cy="23916"/>
          </a:xfrm>
          <a:custGeom>
            <a:avLst/>
            <a:gdLst/>
            <a:ahLst/>
            <a:cxnLst/>
            <a:rect l="0" t="0" r="r" b="b"/>
            <a:pathLst>
              <a:path w="23916" h="23916">
                <a:moveTo>
                  <a:pt x="9595" y="23758"/>
                </a:moveTo>
                <a:lnTo>
                  <a:pt x="5284" y="21972"/>
                </a:lnTo>
                <a:lnTo>
                  <a:pt x="3502" y="20413"/>
                </a:lnTo>
                <a:lnTo>
                  <a:pt x="1943" y="18631"/>
                </a:lnTo>
                <a:lnTo>
                  <a:pt x="157" y="14320"/>
                </a:lnTo>
                <a:lnTo>
                  <a:pt x="0" y="11958"/>
                </a:lnTo>
                <a:lnTo>
                  <a:pt x="157" y="9595"/>
                </a:lnTo>
                <a:lnTo>
                  <a:pt x="1943" y="5284"/>
                </a:lnTo>
                <a:lnTo>
                  <a:pt x="3502" y="3502"/>
                </a:lnTo>
                <a:lnTo>
                  <a:pt x="5284" y="1943"/>
                </a:lnTo>
                <a:lnTo>
                  <a:pt x="9595" y="157"/>
                </a:lnTo>
                <a:lnTo>
                  <a:pt x="11958" y="0"/>
                </a:lnTo>
                <a:lnTo>
                  <a:pt x="14320" y="157"/>
                </a:lnTo>
                <a:lnTo>
                  <a:pt x="18631" y="1943"/>
                </a:lnTo>
                <a:lnTo>
                  <a:pt x="20413" y="3502"/>
                </a:lnTo>
                <a:lnTo>
                  <a:pt x="21972" y="5284"/>
                </a:lnTo>
                <a:lnTo>
                  <a:pt x="23758" y="9595"/>
                </a:lnTo>
                <a:lnTo>
                  <a:pt x="23916" y="11958"/>
                </a:lnTo>
                <a:lnTo>
                  <a:pt x="23758" y="14320"/>
                </a:lnTo>
                <a:lnTo>
                  <a:pt x="21972" y="18631"/>
                </a:lnTo>
                <a:lnTo>
                  <a:pt x="20413" y="20413"/>
                </a:lnTo>
                <a:lnTo>
                  <a:pt x="18631" y="21972"/>
                </a:lnTo>
                <a:lnTo>
                  <a:pt x="14320" y="23758"/>
                </a:lnTo>
                <a:lnTo>
                  <a:pt x="11958" y="23916"/>
                </a:lnTo>
                <a:lnTo>
                  <a:pt x="9595" y="23758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550" name="Shape 550"/>
          <p:cNvSpPr/>
          <p:nvPr/>
        </p:nvSpPr>
        <p:spPr>
          <a:xfrm>
            <a:off x="5212176" y="2010191"/>
            <a:ext cx="24128" cy="24128"/>
          </a:xfrm>
          <a:custGeom>
            <a:avLst/>
            <a:gdLst/>
            <a:ahLst/>
            <a:cxnLst/>
            <a:rect l="0" t="0" r="r" b="b"/>
            <a:pathLst>
              <a:path w="24128" h="24128">
                <a:moveTo>
                  <a:pt x="9681" y="23969"/>
                </a:moveTo>
                <a:lnTo>
                  <a:pt x="5331" y="22168"/>
                </a:lnTo>
                <a:lnTo>
                  <a:pt x="3533" y="20595"/>
                </a:lnTo>
                <a:lnTo>
                  <a:pt x="1960" y="18797"/>
                </a:lnTo>
                <a:lnTo>
                  <a:pt x="158" y="14447"/>
                </a:lnTo>
                <a:lnTo>
                  <a:pt x="0" y="12064"/>
                </a:lnTo>
                <a:lnTo>
                  <a:pt x="158" y="9681"/>
                </a:lnTo>
                <a:lnTo>
                  <a:pt x="1960" y="5331"/>
                </a:lnTo>
                <a:lnTo>
                  <a:pt x="3533" y="3533"/>
                </a:lnTo>
                <a:lnTo>
                  <a:pt x="5331" y="1960"/>
                </a:lnTo>
                <a:lnTo>
                  <a:pt x="9681" y="158"/>
                </a:lnTo>
                <a:lnTo>
                  <a:pt x="12064" y="0"/>
                </a:lnTo>
                <a:lnTo>
                  <a:pt x="14447" y="158"/>
                </a:lnTo>
                <a:lnTo>
                  <a:pt x="18797" y="1960"/>
                </a:lnTo>
                <a:lnTo>
                  <a:pt x="20595" y="3533"/>
                </a:lnTo>
                <a:lnTo>
                  <a:pt x="22168" y="5331"/>
                </a:lnTo>
                <a:lnTo>
                  <a:pt x="23969" y="9681"/>
                </a:lnTo>
                <a:lnTo>
                  <a:pt x="24128" y="12064"/>
                </a:lnTo>
                <a:lnTo>
                  <a:pt x="23969" y="14447"/>
                </a:lnTo>
                <a:lnTo>
                  <a:pt x="22168" y="18797"/>
                </a:lnTo>
                <a:lnTo>
                  <a:pt x="20595" y="20595"/>
                </a:lnTo>
                <a:lnTo>
                  <a:pt x="18797" y="22168"/>
                </a:lnTo>
                <a:lnTo>
                  <a:pt x="14447" y="23969"/>
                </a:lnTo>
                <a:lnTo>
                  <a:pt x="12064" y="24128"/>
                </a:lnTo>
                <a:lnTo>
                  <a:pt x="9681" y="23969"/>
                </a:lnTo>
                <a:close/>
              </a:path>
            </a:pathLst>
          </a:custGeom>
          <a:solidFill>
            <a:srgbClr val="7ED182"/>
          </a:solidFill>
          <a:ln>
            <a:noFill/>
          </a:ln>
        </p:spPr>
      </p:sp>
      <p:sp>
        <p:nvSpPr>
          <p:cNvPr id="551" name="Shape 551"/>
          <p:cNvSpPr/>
          <p:nvPr/>
        </p:nvSpPr>
        <p:spPr>
          <a:xfrm>
            <a:off x="5227598" y="2018990"/>
            <a:ext cx="24331" cy="24331"/>
          </a:xfrm>
          <a:custGeom>
            <a:avLst/>
            <a:gdLst/>
            <a:ahLst/>
            <a:cxnLst/>
            <a:rect l="0" t="0" r="r" b="b"/>
            <a:pathLst>
              <a:path w="24331" h="24331">
                <a:moveTo>
                  <a:pt x="9762" y="24171"/>
                </a:moveTo>
                <a:lnTo>
                  <a:pt x="5376" y="22354"/>
                </a:lnTo>
                <a:lnTo>
                  <a:pt x="3563" y="20768"/>
                </a:lnTo>
                <a:lnTo>
                  <a:pt x="1977" y="18955"/>
                </a:lnTo>
                <a:lnTo>
                  <a:pt x="160" y="14569"/>
                </a:lnTo>
                <a:lnTo>
                  <a:pt x="0" y="12165"/>
                </a:lnTo>
                <a:lnTo>
                  <a:pt x="160" y="9762"/>
                </a:lnTo>
                <a:lnTo>
                  <a:pt x="1977" y="5376"/>
                </a:lnTo>
                <a:lnTo>
                  <a:pt x="3563" y="3563"/>
                </a:lnTo>
                <a:lnTo>
                  <a:pt x="5376" y="1977"/>
                </a:lnTo>
                <a:lnTo>
                  <a:pt x="9762" y="160"/>
                </a:lnTo>
                <a:lnTo>
                  <a:pt x="12165" y="0"/>
                </a:lnTo>
                <a:lnTo>
                  <a:pt x="14569" y="160"/>
                </a:lnTo>
                <a:lnTo>
                  <a:pt x="18955" y="1977"/>
                </a:lnTo>
                <a:lnTo>
                  <a:pt x="20768" y="3563"/>
                </a:lnTo>
                <a:lnTo>
                  <a:pt x="22354" y="5376"/>
                </a:lnTo>
                <a:lnTo>
                  <a:pt x="24171" y="9762"/>
                </a:lnTo>
                <a:lnTo>
                  <a:pt x="24331" y="12165"/>
                </a:lnTo>
                <a:lnTo>
                  <a:pt x="24171" y="14569"/>
                </a:lnTo>
                <a:lnTo>
                  <a:pt x="22354" y="18955"/>
                </a:lnTo>
                <a:lnTo>
                  <a:pt x="20768" y="20768"/>
                </a:lnTo>
                <a:lnTo>
                  <a:pt x="18955" y="22354"/>
                </a:lnTo>
                <a:lnTo>
                  <a:pt x="14569" y="24171"/>
                </a:lnTo>
                <a:lnTo>
                  <a:pt x="12165" y="24331"/>
                </a:lnTo>
                <a:lnTo>
                  <a:pt x="9762" y="24171"/>
                </a:lnTo>
                <a:close/>
              </a:path>
            </a:pathLst>
          </a:custGeom>
          <a:solidFill>
            <a:srgbClr val="7DD081"/>
          </a:solidFill>
          <a:ln>
            <a:noFill/>
          </a:ln>
        </p:spPr>
      </p:sp>
      <p:sp>
        <p:nvSpPr>
          <p:cNvPr id="552" name="Shape 552"/>
          <p:cNvSpPr/>
          <p:nvPr/>
        </p:nvSpPr>
        <p:spPr>
          <a:xfrm>
            <a:off x="5238942" y="2025468"/>
            <a:ext cx="24457" cy="24457"/>
          </a:xfrm>
          <a:custGeom>
            <a:avLst/>
            <a:gdLst/>
            <a:ahLst/>
            <a:cxnLst/>
            <a:rect l="0" t="0" r="r" b="b"/>
            <a:pathLst>
              <a:path w="24457" h="24457">
                <a:moveTo>
                  <a:pt x="9813" y="24296"/>
                </a:moveTo>
                <a:lnTo>
                  <a:pt x="5403" y="22470"/>
                </a:lnTo>
                <a:lnTo>
                  <a:pt x="3581" y="20875"/>
                </a:lnTo>
                <a:lnTo>
                  <a:pt x="1987" y="19053"/>
                </a:lnTo>
                <a:lnTo>
                  <a:pt x="161" y="14644"/>
                </a:lnTo>
                <a:lnTo>
                  <a:pt x="0" y="12228"/>
                </a:lnTo>
                <a:lnTo>
                  <a:pt x="161" y="9813"/>
                </a:lnTo>
                <a:lnTo>
                  <a:pt x="1987" y="5403"/>
                </a:lnTo>
                <a:lnTo>
                  <a:pt x="3581" y="3581"/>
                </a:lnTo>
                <a:lnTo>
                  <a:pt x="5403" y="1987"/>
                </a:lnTo>
                <a:lnTo>
                  <a:pt x="9813" y="161"/>
                </a:lnTo>
                <a:lnTo>
                  <a:pt x="12228" y="0"/>
                </a:lnTo>
                <a:lnTo>
                  <a:pt x="14644" y="161"/>
                </a:lnTo>
                <a:lnTo>
                  <a:pt x="19053" y="1987"/>
                </a:lnTo>
                <a:lnTo>
                  <a:pt x="20875" y="3581"/>
                </a:lnTo>
                <a:lnTo>
                  <a:pt x="22470" y="5403"/>
                </a:lnTo>
                <a:lnTo>
                  <a:pt x="24296" y="9813"/>
                </a:lnTo>
                <a:lnTo>
                  <a:pt x="24457" y="12228"/>
                </a:lnTo>
                <a:lnTo>
                  <a:pt x="24296" y="14644"/>
                </a:lnTo>
                <a:lnTo>
                  <a:pt x="22470" y="19053"/>
                </a:lnTo>
                <a:lnTo>
                  <a:pt x="20875" y="20875"/>
                </a:lnTo>
                <a:lnTo>
                  <a:pt x="19053" y="22470"/>
                </a:lnTo>
                <a:lnTo>
                  <a:pt x="14644" y="24296"/>
                </a:lnTo>
                <a:lnTo>
                  <a:pt x="12228" y="24457"/>
                </a:lnTo>
                <a:lnTo>
                  <a:pt x="9813" y="2429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553" name="Shape 553"/>
          <p:cNvSpPr/>
          <p:nvPr/>
        </p:nvSpPr>
        <p:spPr>
          <a:xfrm>
            <a:off x="5251265" y="2032509"/>
            <a:ext cx="24573" cy="24573"/>
          </a:xfrm>
          <a:custGeom>
            <a:avLst/>
            <a:gdLst/>
            <a:ahLst/>
            <a:cxnLst/>
            <a:rect l="0" t="0" r="r" b="b"/>
            <a:pathLst>
              <a:path w="24573" h="24573">
                <a:moveTo>
                  <a:pt x="9859" y="24411"/>
                </a:moveTo>
                <a:lnTo>
                  <a:pt x="5429" y="22576"/>
                </a:lnTo>
                <a:lnTo>
                  <a:pt x="3598" y="20974"/>
                </a:lnTo>
                <a:lnTo>
                  <a:pt x="1996" y="19143"/>
                </a:lnTo>
                <a:lnTo>
                  <a:pt x="161" y="14713"/>
                </a:lnTo>
                <a:lnTo>
                  <a:pt x="0" y="12286"/>
                </a:lnTo>
                <a:lnTo>
                  <a:pt x="161" y="9859"/>
                </a:lnTo>
                <a:lnTo>
                  <a:pt x="1996" y="5429"/>
                </a:lnTo>
                <a:lnTo>
                  <a:pt x="3598" y="3598"/>
                </a:lnTo>
                <a:lnTo>
                  <a:pt x="5429" y="1996"/>
                </a:lnTo>
                <a:lnTo>
                  <a:pt x="9859" y="161"/>
                </a:lnTo>
                <a:lnTo>
                  <a:pt x="12286" y="0"/>
                </a:lnTo>
                <a:lnTo>
                  <a:pt x="14713" y="161"/>
                </a:lnTo>
                <a:lnTo>
                  <a:pt x="19143" y="1996"/>
                </a:lnTo>
                <a:lnTo>
                  <a:pt x="20974" y="3598"/>
                </a:lnTo>
                <a:lnTo>
                  <a:pt x="22576" y="5429"/>
                </a:lnTo>
                <a:lnTo>
                  <a:pt x="24411" y="9859"/>
                </a:lnTo>
                <a:lnTo>
                  <a:pt x="24573" y="12286"/>
                </a:lnTo>
                <a:lnTo>
                  <a:pt x="24411" y="14713"/>
                </a:lnTo>
                <a:lnTo>
                  <a:pt x="22576" y="19143"/>
                </a:lnTo>
                <a:lnTo>
                  <a:pt x="20974" y="20974"/>
                </a:lnTo>
                <a:lnTo>
                  <a:pt x="19143" y="22576"/>
                </a:lnTo>
                <a:lnTo>
                  <a:pt x="14713" y="24411"/>
                </a:lnTo>
                <a:lnTo>
                  <a:pt x="12286" y="24573"/>
                </a:lnTo>
                <a:lnTo>
                  <a:pt x="9859" y="2441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554" name="Shape 554"/>
          <p:cNvSpPr/>
          <p:nvPr/>
        </p:nvSpPr>
        <p:spPr>
          <a:xfrm>
            <a:off x="5271879" y="2044299"/>
            <a:ext cx="24715" cy="24715"/>
          </a:xfrm>
          <a:custGeom>
            <a:avLst/>
            <a:gdLst/>
            <a:ahLst/>
            <a:cxnLst/>
            <a:rect l="0" t="0" r="r" b="b"/>
            <a:pathLst>
              <a:path w="24715" h="24715">
                <a:moveTo>
                  <a:pt x="9916" y="24553"/>
                </a:moveTo>
                <a:lnTo>
                  <a:pt x="5460" y="22707"/>
                </a:lnTo>
                <a:lnTo>
                  <a:pt x="3619" y="21096"/>
                </a:lnTo>
                <a:lnTo>
                  <a:pt x="2008" y="19255"/>
                </a:lnTo>
                <a:lnTo>
                  <a:pt x="162" y="14799"/>
                </a:lnTo>
                <a:lnTo>
                  <a:pt x="0" y="12357"/>
                </a:lnTo>
                <a:lnTo>
                  <a:pt x="162" y="9916"/>
                </a:lnTo>
                <a:lnTo>
                  <a:pt x="2008" y="5460"/>
                </a:lnTo>
                <a:lnTo>
                  <a:pt x="3619" y="3619"/>
                </a:lnTo>
                <a:lnTo>
                  <a:pt x="5460" y="2008"/>
                </a:lnTo>
                <a:lnTo>
                  <a:pt x="9916" y="162"/>
                </a:lnTo>
                <a:lnTo>
                  <a:pt x="12357" y="0"/>
                </a:lnTo>
                <a:lnTo>
                  <a:pt x="14799" y="162"/>
                </a:lnTo>
                <a:lnTo>
                  <a:pt x="19255" y="2008"/>
                </a:lnTo>
                <a:lnTo>
                  <a:pt x="21096" y="3619"/>
                </a:lnTo>
                <a:lnTo>
                  <a:pt x="22707" y="5460"/>
                </a:lnTo>
                <a:lnTo>
                  <a:pt x="24553" y="9916"/>
                </a:lnTo>
                <a:lnTo>
                  <a:pt x="24715" y="12357"/>
                </a:lnTo>
                <a:lnTo>
                  <a:pt x="24553" y="14799"/>
                </a:lnTo>
                <a:lnTo>
                  <a:pt x="22707" y="19255"/>
                </a:lnTo>
                <a:lnTo>
                  <a:pt x="21096" y="21096"/>
                </a:lnTo>
                <a:lnTo>
                  <a:pt x="19255" y="22707"/>
                </a:lnTo>
                <a:lnTo>
                  <a:pt x="14799" y="24553"/>
                </a:lnTo>
                <a:lnTo>
                  <a:pt x="12357" y="24715"/>
                </a:lnTo>
                <a:lnTo>
                  <a:pt x="9916" y="2455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555" name="Shape 555"/>
          <p:cNvSpPr/>
          <p:nvPr/>
        </p:nvSpPr>
        <p:spPr>
          <a:xfrm>
            <a:off x="5295557" y="2057857"/>
            <a:ext cx="24800" cy="24800"/>
          </a:xfrm>
          <a:custGeom>
            <a:avLst/>
            <a:gdLst/>
            <a:ahLst/>
            <a:cxnLst/>
            <a:rect l="0" t="0" r="r" b="b"/>
            <a:pathLst>
              <a:path w="24800" h="24800">
                <a:moveTo>
                  <a:pt x="9950" y="24636"/>
                </a:moveTo>
                <a:lnTo>
                  <a:pt x="5479" y="22784"/>
                </a:lnTo>
                <a:lnTo>
                  <a:pt x="3631" y="21168"/>
                </a:lnTo>
                <a:lnTo>
                  <a:pt x="2015" y="19320"/>
                </a:lnTo>
                <a:lnTo>
                  <a:pt x="163" y="14849"/>
                </a:lnTo>
                <a:lnTo>
                  <a:pt x="0" y="12400"/>
                </a:lnTo>
                <a:lnTo>
                  <a:pt x="163" y="9950"/>
                </a:lnTo>
                <a:lnTo>
                  <a:pt x="2015" y="5479"/>
                </a:lnTo>
                <a:lnTo>
                  <a:pt x="3631" y="3631"/>
                </a:lnTo>
                <a:lnTo>
                  <a:pt x="5479" y="2015"/>
                </a:lnTo>
                <a:lnTo>
                  <a:pt x="9950" y="163"/>
                </a:lnTo>
                <a:lnTo>
                  <a:pt x="12400" y="0"/>
                </a:lnTo>
                <a:lnTo>
                  <a:pt x="14849" y="163"/>
                </a:lnTo>
                <a:lnTo>
                  <a:pt x="19320" y="2015"/>
                </a:lnTo>
                <a:lnTo>
                  <a:pt x="21168" y="3631"/>
                </a:lnTo>
                <a:lnTo>
                  <a:pt x="22784" y="5479"/>
                </a:lnTo>
                <a:lnTo>
                  <a:pt x="24636" y="9950"/>
                </a:lnTo>
                <a:lnTo>
                  <a:pt x="24800" y="12400"/>
                </a:lnTo>
                <a:lnTo>
                  <a:pt x="24636" y="14849"/>
                </a:lnTo>
                <a:lnTo>
                  <a:pt x="22784" y="19320"/>
                </a:lnTo>
                <a:lnTo>
                  <a:pt x="21168" y="21168"/>
                </a:lnTo>
                <a:lnTo>
                  <a:pt x="19320" y="22784"/>
                </a:lnTo>
                <a:lnTo>
                  <a:pt x="14849" y="24636"/>
                </a:lnTo>
                <a:lnTo>
                  <a:pt x="12400" y="24800"/>
                </a:lnTo>
                <a:lnTo>
                  <a:pt x="9950" y="24636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556" name="Shape 556"/>
          <p:cNvSpPr/>
          <p:nvPr/>
        </p:nvSpPr>
        <p:spPr>
          <a:xfrm>
            <a:off x="5313398" y="2068085"/>
            <a:ext cx="24808" cy="24808"/>
          </a:xfrm>
          <a:custGeom>
            <a:avLst/>
            <a:gdLst/>
            <a:ahLst/>
            <a:cxnLst/>
            <a:rect l="0" t="0" r="r" b="b"/>
            <a:pathLst>
              <a:path w="24808" h="24808">
                <a:moveTo>
                  <a:pt x="9953" y="24645"/>
                </a:moveTo>
                <a:lnTo>
                  <a:pt x="5481" y="22792"/>
                </a:lnTo>
                <a:lnTo>
                  <a:pt x="3633" y="21175"/>
                </a:lnTo>
                <a:lnTo>
                  <a:pt x="2015" y="19327"/>
                </a:lnTo>
                <a:lnTo>
                  <a:pt x="163" y="14854"/>
                </a:lnTo>
                <a:lnTo>
                  <a:pt x="0" y="12404"/>
                </a:lnTo>
                <a:lnTo>
                  <a:pt x="163" y="9953"/>
                </a:lnTo>
                <a:lnTo>
                  <a:pt x="2015" y="5481"/>
                </a:lnTo>
                <a:lnTo>
                  <a:pt x="3633" y="3633"/>
                </a:lnTo>
                <a:lnTo>
                  <a:pt x="5481" y="2015"/>
                </a:lnTo>
                <a:lnTo>
                  <a:pt x="9953" y="163"/>
                </a:lnTo>
                <a:lnTo>
                  <a:pt x="12404" y="0"/>
                </a:lnTo>
                <a:lnTo>
                  <a:pt x="14854" y="163"/>
                </a:lnTo>
                <a:lnTo>
                  <a:pt x="19327" y="2015"/>
                </a:lnTo>
                <a:lnTo>
                  <a:pt x="21175" y="3633"/>
                </a:lnTo>
                <a:lnTo>
                  <a:pt x="22792" y="5481"/>
                </a:lnTo>
                <a:lnTo>
                  <a:pt x="24645" y="9953"/>
                </a:lnTo>
                <a:lnTo>
                  <a:pt x="24808" y="12404"/>
                </a:lnTo>
                <a:lnTo>
                  <a:pt x="24645" y="14854"/>
                </a:lnTo>
                <a:lnTo>
                  <a:pt x="22792" y="19327"/>
                </a:lnTo>
                <a:lnTo>
                  <a:pt x="21175" y="21175"/>
                </a:lnTo>
                <a:lnTo>
                  <a:pt x="19327" y="22792"/>
                </a:lnTo>
                <a:lnTo>
                  <a:pt x="14854" y="24645"/>
                </a:lnTo>
                <a:lnTo>
                  <a:pt x="12404" y="24808"/>
                </a:lnTo>
                <a:lnTo>
                  <a:pt x="9953" y="24645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557" name="Shape 557"/>
          <p:cNvSpPr/>
          <p:nvPr/>
        </p:nvSpPr>
        <p:spPr>
          <a:xfrm>
            <a:off x="5343926" y="2085601"/>
            <a:ext cx="24747" cy="24747"/>
          </a:xfrm>
          <a:custGeom>
            <a:avLst/>
            <a:gdLst/>
            <a:ahLst/>
            <a:cxnLst/>
            <a:rect l="0" t="0" r="r" b="b"/>
            <a:pathLst>
              <a:path w="24747" h="24747">
                <a:moveTo>
                  <a:pt x="9929" y="24584"/>
                </a:moveTo>
                <a:lnTo>
                  <a:pt x="5467" y="22736"/>
                </a:lnTo>
                <a:lnTo>
                  <a:pt x="3624" y="21123"/>
                </a:lnTo>
                <a:lnTo>
                  <a:pt x="2010" y="19279"/>
                </a:lnTo>
                <a:lnTo>
                  <a:pt x="162" y="14818"/>
                </a:lnTo>
                <a:lnTo>
                  <a:pt x="0" y="12373"/>
                </a:lnTo>
                <a:lnTo>
                  <a:pt x="162" y="9929"/>
                </a:lnTo>
                <a:lnTo>
                  <a:pt x="2010" y="5467"/>
                </a:lnTo>
                <a:lnTo>
                  <a:pt x="3624" y="3624"/>
                </a:lnTo>
                <a:lnTo>
                  <a:pt x="5467" y="2010"/>
                </a:lnTo>
                <a:lnTo>
                  <a:pt x="9929" y="162"/>
                </a:lnTo>
                <a:lnTo>
                  <a:pt x="12373" y="0"/>
                </a:lnTo>
                <a:lnTo>
                  <a:pt x="14818" y="162"/>
                </a:lnTo>
                <a:lnTo>
                  <a:pt x="19279" y="2010"/>
                </a:lnTo>
                <a:lnTo>
                  <a:pt x="21123" y="3624"/>
                </a:lnTo>
                <a:lnTo>
                  <a:pt x="22736" y="5467"/>
                </a:lnTo>
                <a:lnTo>
                  <a:pt x="24584" y="9929"/>
                </a:lnTo>
                <a:lnTo>
                  <a:pt x="24747" y="12373"/>
                </a:lnTo>
                <a:lnTo>
                  <a:pt x="24584" y="14818"/>
                </a:lnTo>
                <a:lnTo>
                  <a:pt x="22736" y="19279"/>
                </a:lnTo>
                <a:lnTo>
                  <a:pt x="21123" y="21123"/>
                </a:lnTo>
                <a:lnTo>
                  <a:pt x="19279" y="22736"/>
                </a:lnTo>
                <a:lnTo>
                  <a:pt x="14818" y="24584"/>
                </a:lnTo>
                <a:lnTo>
                  <a:pt x="12373" y="24747"/>
                </a:lnTo>
                <a:lnTo>
                  <a:pt x="9929" y="2458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558" name="Shape 558"/>
          <p:cNvSpPr/>
          <p:nvPr/>
        </p:nvSpPr>
        <p:spPr>
          <a:xfrm>
            <a:off x="5379165" y="2105456"/>
            <a:ext cx="26386" cy="26386"/>
          </a:xfrm>
          <a:custGeom>
            <a:avLst/>
            <a:gdLst/>
            <a:ahLst/>
            <a:cxnLst/>
            <a:rect l="0" t="0" r="r" b="b"/>
            <a:pathLst>
              <a:path w="26386" h="26386">
                <a:moveTo>
                  <a:pt x="10587" y="26213"/>
                </a:moveTo>
                <a:lnTo>
                  <a:pt x="5830" y="24242"/>
                </a:lnTo>
                <a:lnTo>
                  <a:pt x="3864" y="22522"/>
                </a:lnTo>
                <a:lnTo>
                  <a:pt x="2144" y="20556"/>
                </a:lnTo>
                <a:lnTo>
                  <a:pt x="173" y="15799"/>
                </a:lnTo>
                <a:lnTo>
                  <a:pt x="0" y="13193"/>
                </a:lnTo>
                <a:lnTo>
                  <a:pt x="173" y="10587"/>
                </a:lnTo>
                <a:lnTo>
                  <a:pt x="2144" y="5830"/>
                </a:lnTo>
                <a:lnTo>
                  <a:pt x="3864" y="3864"/>
                </a:lnTo>
                <a:lnTo>
                  <a:pt x="5830" y="2144"/>
                </a:lnTo>
                <a:lnTo>
                  <a:pt x="10587" y="173"/>
                </a:lnTo>
                <a:lnTo>
                  <a:pt x="13193" y="0"/>
                </a:lnTo>
                <a:lnTo>
                  <a:pt x="15799" y="173"/>
                </a:lnTo>
                <a:lnTo>
                  <a:pt x="20556" y="2144"/>
                </a:lnTo>
                <a:lnTo>
                  <a:pt x="22522" y="3864"/>
                </a:lnTo>
                <a:lnTo>
                  <a:pt x="24242" y="5830"/>
                </a:lnTo>
                <a:lnTo>
                  <a:pt x="26213" y="10587"/>
                </a:lnTo>
                <a:lnTo>
                  <a:pt x="26386" y="13193"/>
                </a:lnTo>
                <a:lnTo>
                  <a:pt x="26213" y="15799"/>
                </a:lnTo>
                <a:lnTo>
                  <a:pt x="24242" y="20556"/>
                </a:lnTo>
                <a:lnTo>
                  <a:pt x="22522" y="22522"/>
                </a:lnTo>
                <a:lnTo>
                  <a:pt x="20556" y="24242"/>
                </a:lnTo>
                <a:lnTo>
                  <a:pt x="15799" y="26213"/>
                </a:lnTo>
                <a:lnTo>
                  <a:pt x="13193" y="26386"/>
                </a:lnTo>
                <a:lnTo>
                  <a:pt x="10587" y="26213"/>
                </a:lnTo>
                <a:close/>
              </a:path>
            </a:pathLst>
          </a:custGeom>
          <a:solidFill>
            <a:srgbClr val="71CA77"/>
          </a:solidFill>
          <a:ln>
            <a:noFill/>
          </a:ln>
        </p:spPr>
      </p:sp>
      <p:sp>
        <p:nvSpPr>
          <p:cNvPr id="559" name="Shape 559"/>
          <p:cNvSpPr/>
          <p:nvPr/>
        </p:nvSpPr>
        <p:spPr>
          <a:xfrm>
            <a:off x="5407146" y="2121522"/>
            <a:ext cx="26284" cy="26284"/>
          </a:xfrm>
          <a:custGeom>
            <a:avLst/>
            <a:gdLst/>
            <a:ahLst/>
            <a:cxnLst/>
            <a:rect l="0" t="0" r="r" b="b"/>
            <a:pathLst>
              <a:path w="26284" h="26284">
                <a:moveTo>
                  <a:pt x="10545" y="26111"/>
                </a:moveTo>
                <a:lnTo>
                  <a:pt x="5807" y="24148"/>
                </a:lnTo>
                <a:lnTo>
                  <a:pt x="3849" y="22435"/>
                </a:lnTo>
                <a:lnTo>
                  <a:pt x="2135" y="20476"/>
                </a:lnTo>
                <a:lnTo>
                  <a:pt x="173" y="15738"/>
                </a:lnTo>
                <a:lnTo>
                  <a:pt x="0" y="13142"/>
                </a:lnTo>
                <a:lnTo>
                  <a:pt x="173" y="10545"/>
                </a:lnTo>
                <a:lnTo>
                  <a:pt x="2135" y="5807"/>
                </a:lnTo>
                <a:lnTo>
                  <a:pt x="3849" y="3849"/>
                </a:lnTo>
                <a:lnTo>
                  <a:pt x="5807" y="2135"/>
                </a:lnTo>
                <a:lnTo>
                  <a:pt x="10545" y="173"/>
                </a:lnTo>
                <a:lnTo>
                  <a:pt x="13142" y="0"/>
                </a:lnTo>
                <a:lnTo>
                  <a:pt x="15738" y="173"/>
                </a:lnTo>
                <a:lnTo>
                  <a:pt x="20476" y="2135"/>
                </a:lnTo>
                <a:lnTo>
                  <a:pt x="22435" y="3849"/>
                </a:lnTo>
                <a:lnTo>
                  <a:pt x="24148" y="5807"/>
                </a:lnTo>
                <a:lnTo>
                  <a:pt x="26111" y="10545"/>
                </a:lnTo>
                <a:lnTo>
                  <a:pt x="26284" y="13142"/>
                </a:lnTo>
                <a:lnTo>
                  <a:pt x="26111" y="15738"/>
                </a:lnTo>
                <a:lnTo>
                  <a:pt x="24148" y="20476"/>
                </a:lnTo>
                <a:lnTo>
                  <a:pt x="22435" y="22435"/>
                </a:lnTo>
                <a:lnTo>
                  <a:pt x="20476" y="24148"/>
                </a:lnTo>
                <a:lnTo>
                  <a:pt x="15738" y="26111"/>
                </a:lnTo>
                <a:lnTo>
                  <a:pt x="13142" y="26284"/>
                </a:lnTo>
                <a:lnTo>
                  <a:pt x="10545" y="26111"/>
                </a:lnTo>
                <a:close/>
              </a:path>
            </a:pathLst>
          </a:custGeom>
          <a:solidFill>
            <a:srgbClr val="72CA78"/>
          </a:solidFill>
          <a:ln>
            <a:noFill/>
          </a:ln>
        </p:spPr>
      </p:sp>
      <p:sp>
        <p:nvSpPr>
          <p:cNvPr id="560" name="Shape 560"/>
          <p:cNvSpPr/>
          <p:nvPr/>
        </p:nvSpPr>
        <p:spPr>
          <a:xfrm>
            <a:off x="5456634" y="2149936"/>
            <a:ext cx="26110" cy="26110"/>
          </a:xfrm>
          <a:custGeom>
            <a:avLst/>
            <a:gdLst/>
            <a:ahLst/>
            <a:cxnLst/>
            <a:rect l="0" t="0" r="r" b="b"/>
            <a:pathLst>
              <a:path w="26110" h="26110">
                <a:moveTo>
                  <a:pt x="10476" y="25938"/>
                </a:moveTo>
                <a:lnTo>
                  <a:pt x="5768" y="23988"/>
                </a:lnTo>
                <a:lnTo>
                  <a:pt x="3823" y="22286"/>
                </a:lnTo>
                <a:lnTo>
                  <a:pt x="2121" y="20341"/>
                </a:lnTo>
                <a:lnTo>
                  <a:pt x="171" y="15634"/>
                </a:lnTo>
                <a:lnTo>
                  <a:pt x="0" y="13055"/>
                </a:lnTo>
                <a:lnTo>
                  <a:pt x="171" y="10476"/>
                </a:lnTo>
                <a:lnTo>
                  <a:pt x="2121" y="5768"/>
                </a:lnTo>
                <a:lnTo>
                  <a:pt x="3823" y="3823"/>
                </a:lnTo>
                <a:lnTo>
                  <a:pt x="5768" y="2121"/>
                </a:lnTo>
                <a:lnTo>
                  <a:pt x="10476" y="171"/>
                </a:lnTo>
                <a:lnTo>
                  <a:pt x="13055" y="0"/>
                </a:lnTo>
                <a:lnTo>
                  <a:pt x="15634" y="171"/>
                </a:lnTo>
                <a:lnTo>
                  <a:pt x="20341" y="2121"/>
                </a:lnTo>
                <a:lnTo>
                  <a:pt x="22286" y="3823"/>
                </a:lnTo>
                <a:lnTo>
                  <a:pt x="23988" y="5768"/>
                </a:lnTo>
                <a:lnTo>
                  <a:pt x="25938" y="10476"/>
                </a:lnTo>
                <a:lnTo>
                  <a:pt x="26110" y="13055"/>
                </a:lnTo>
                <a:lnTo>
                  <a:pt x="25938" y="15634"/>
                </a:lnTo>
                <a:lnTo>
                  <a:pt x="23988" y="20341"/>
                </a:lnTo>
                <a:lnTo>
                  <a:pt x="22286" y="22286"/>
                </a:lnTo>
                <a:lnTo>
                  <a:pt x="20341" y="23988"/>
                </a:lnTo>
                <a:lnTo>
                  <a:pt x="15634" y="25938"/>
                </a:lnTo>
                <a:lnTo>
                  <a:pt x="13055" y="26110"/>
                </a:lnTo>
                <a:lnTo>
                  <a:pt x="10476" y="25938"/>
                </a:lnTo>
                <a:close/>
              </a:path>
            </a:pathLst>
          </a:custGeom>
          <a:solidFill>
            <a:srgbClr val="73CB79"/>
          </a:solidFill>
          <a:ln>
            <a:noFill/>
          </a:ln>
        </p:spPr>
      </p:sp>
      <p:sp>
        <p:nvSpPr>
          <p:cNvPr id="561" name="Shape 561"/>
          <p:cNvSpPr/>
          <p:nvPr/>
        </p:nvSpPr>
        <p:spPr>
          <a:xfrm>
            <a:off x="5511826" y="2178972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62" name="Shape 562"/>
          <p:cNvSpPr/>
          <p:nvPr/>
        </p:nvSpPr>
        <p:spPr>
          <a:xfrm>
            <a:off x="5567894" y="2213797"/>
            <a:ext cx="25790" cy="25790"/>
          </a:xfrm>
          <a:custGeom>
            <a:avLst/>
            <a:gdLst/>
            <a:ahLst/>
            <a:cxnLst/>
            <a:rect l="0" t="0" r="r" b="b"/>
            <a:pathLst>
              <a:path w="25790" h="25790">
                <a:moveTo>
                  <a:pt x="10347" y="25620"/>
                </a:moveTo>
                <a:lnTo>
                  <a:pt x="5698" y="23694"/>
                </a:lnTo>
                <a:lnTo>
                  <a:pt x="3776" y="22013"/>
                </a:lnTo>
                <a:lnTo>
                  <a:pt x="2095" y="20091"/>
                </a:lnTo>
                <a:lnTo>
                  <a:pt x="169" y="15442"/>
                </a:lnTo>
                <a:lnTo>
                  <a:pt x="0" y="12895"/>
                </a:lnTo>
                <a:lnTo>
                  <a:pt x="169" y="10347"/>
                </a:lnTo>
                <a:lnTo>
                  <a:pt x="2095" y="5698"/>
                </a:lnTo>
                <a:lnTo>
                  <a:pt x="3776" y="3776"/>
                </a:lnTo>
                <a:lnTo>
                  <a:pt x="5698" y="2095"/>
                </a:lnTo>
                <a:lnTo>
                  <a:pt x="10347" y="169"/>
                </a:lnTo>
                <a:lnTo>
                  <a:pt x="12895" y="0"/>
                </a:lnTo>
                <a:lnTo>
                  <a:pt x="15442" y="169"/>
                </a:lnTo>
                <a:lnTo>
                  <a:pt x="20091" y="2095"/>
                </a:lnTo>
                <a:lnTo>
                  <a:pt x="22013" y="3776"/>
                </a:lnTo>
                <a:lnTo>
                  <a:pt x="23694" y="5698"/>
                </a:lnTo>
                <a:lnTo>
                  <a:pt x="25620" y="10347"/>
                </a:lnTo>
                <a:lnTo>
                  <a:pt x="25790" y="12895"/>
                </a:lnTo>
                <a:lnTo>
                  <a:pt x="25620" y="15442"/>
                </a:lnTo>
                <a:lnTo>
                  <a:pt x="23694" y="20091"/>
                </a:lnTo>
                <a:lnTo>
                  <a:pt x="22013" y="22013"/>
                </a:lnTo>
                <a:lnTo>
                  <a:pt x="20091" y="23694"/>
                </a:lnTo>
                <a:lnTo>
                  <a:pt x="15442" y="25620"/>
                </a:lnTo>
                <a:lnTo>
                  <a:pt x="12895" y="25790"/>
                </a:lnTo>
                <a:lnTo>
                  <a:pt x="10347" y="25620"/>
                </a:lnTo>
                <a:close/>
              </a:path>
            </a:pathLst>
          </a:custGeom>
          <a:solidFill>
            <a:srgbClr val="75CC7A"/>
          </a:solidFill>
          <a:ln>
            <a:noFill/>
          </a:ln>
        </p:spPr>
      </p:sp>
      <p:sp>
        <p:nvSpPr>
          <p:cNvPr id="563" name="Shape 563"/>
          <p:cNvSpPr/>
          <p:nvPr/>
        </p:nvSpPr>
        <p:spPr>
          <a:xfrm>
            <a:off x="5620944" y="224153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64" name="Shape 564"/>
          <p:cNvSpPr/>
          <p:nvPr/>
        </p:nvSpPr>
        <p:spPr>
          <a:xfrm>
            <a:off x="5734856" y="2306882"/>
            <a:ext cx="38199" cy="38199"/>
          </a:xfrm>
          <a:custGeom>
            <a:avLst/>
            <a:gdLst/>
            <a:ahLst/>
            <a:cxnLst/>
            <a:rect l="0" t="0" r="r" b="b"/>
            <a:pathLst>
              <a:path w="38199" h="38199">
                <a:moveTo>
                  <a:pt x="15326" y="37948"/>
                </a:moveTo>
                <a:lnTo>
                  <a:pt x="8440" y="35095"/>
                </a:lnTo>
                <a:lnTo>
                  <a:pt x="5594" y="32605"/>
                </a:lnTo>
                <a:lnTo>
                  <a:pt x="3104" y="29759"/>
                </a:lnTo>
                <a:lnTo>
                  <a:pt x="251" y="22872"/>
                </a:lnTo>
                <a:lnTo>
                  <a:pt x="0" y="19099"/>
                </a:lnTo>
                <a:lnTo>
                  <a:pt x="251" y="15326"/>
                </a:lnTo>
                <a:lnTo>
                  <a:pt x="3104" y="8440"/>
                </a:lnTo>
                <a:lnTo>
                  <a:pt x="5594" y="5594"/>
                </a:lnTo>
                <a:lnTo>
                  <a:pt x="8440" y="3104"/>
                </a:lnTo>
                <a:lnTo>
                  <a:pt x="15326" y="251"/>
                </a:lnTo>
                <a:lnTo>
                  <a:pt x="19099" y="0"/>
                </a:lnTo>
                <a:lnTo>
                  <a:pt x="22872" y="251"/>
                </a:lnTo>
                <a:lnTo>
                  <a:pt x="29759" y="3104"/>
                </a:lnTo>
                <a:lnTo>
                  <a:pt x="32605" y="5594"/>
                </a:lnTo>
                <a:lnTo>
                  <a:pt x="35095" y="8440"/>
                </a:lnTo>
                <a:lnTo>
                  <a:pt x="37948" y="15326"/>
                </a:lnTo>
                <a:lnTo>
                  <a:pt x="38199" y="19099"/>
                </a:lnTo>
                <a:lnTo>
                  <a:pt x="37948" y="22872"/>
                </a:lnTo>
                <a:lnTo>
                  <a:pt x="35095" y="29759"/>
                </a:lnTo>
                <a:lnTo>
                  <a:pt x="32605" y="32605"/>
                </a:lnTo>
                <a:lnTo>
                  <a:pt x="29759" y="35095"/>
                </a:lnTo>
                <a:lnTo>
                  <a:pt x="22872" y="37948"/>
                </a:lnTo>
                <a:lnTo>
                  <a:pt x="19099" y="38199"/>
                </a:lnTo>
                <a:lnTo>
                  <a:pt x="15326" y="37948"/>
                </a:lnTo>
                <a:close/>
              </a:path>
            </a:pathLst>
          </a:custGeom>
          <a:solidFill>
            <a:srgbClr val="1B9A34"/>
          </a:solidFill>
          <a:ln>
            <a:noFill/>
          </a:ln>
        </p:spPr>
      </p:sp>
      <p:sp>
        <p:nvSpPr>
          <p:cNvPr id="565" name="Shape 565"/>
          <p:cNvSpPr/>
          <p:nvPr/>
        </p:nvSpPr>
        <p:spPr>
          <a:xfrm>
            <a:off x="5004870" y="1963485"/>
            <a:ext cx="22050" cy="22050"/>
          </a:xfrm>
          <a:custGeom>
            <a:avLst/>
            <a:gdLst/>
            <a:ahLst/>
            <a:cxnLst/>
            <a:rect l="0" t="0" r="r" b="b"/>
            <a:pathLst>
              <a:path w="22050" h="22050">
                <a:moveTo>
                  <a:pt x="8847" y="21905"/>
                </a:moveTo>
                <a:lnTo>
                  <a:pt x="4871" y="20258"/>
                </a:lnTo>
                <a:lnTo>
                  <a:pt x="3229" y="18821"/>
                </a:lnTo>
                <a:lnTo>
                  <a:pt x="1791" y="17178"/>
                </a:lnTo>
                <a:lnTo>
                  <a:pt x="145" y="13203"/>
                </a:lnTo>
                <a:lnTo>
                  <a:pt x="0" y="11025"/>
                </a:lnTo>
                <a:lnTo>
                  <a:pt x="145" y="8847"/>
                </a:lnTo>
                <a:lnTo>
                  <a:pt x="1791" y="4871"/>
                </a:lnTo>
                <a:lnTo>
                  <a:pt x="3229" y="3229"/>
                </a:lnTo>
                <a:lnTo>
                  <a:pt x="4871" y="1791"/>
                </a:lnTo>
                <a:lnTo>
                  <a:pt x="8847" y="145"/>
                </a:lnTo>
                <a:lnTo>
                  <a:pt x="11025" y="0"/>
                </a:lnTo>
                <a:lnTo>
                  <a:pt x="13203" y="145"/>
                </a:lnTo>
                <a:lnTo>
                  <a:pt x="17178" y="1791"/>
                </a:lnTo>
                <a:lnTo>
                  <a:pt x="18821" y="3229"/>
                </a:lnTo>
                <a:lnTo>
                  <a:pt x="20258" y="4871"/>
                </a:lnTo>
                <a:lnTo>
                  <a:pt x="21905" y="8847"/>
                </a:lnTo>
                <a:lnTo>
                  <a:pt x="22050" y="11025"/>
                </a:lnTo>
                <a:lnTo>
                  <a:pt x="21905" y="13203"/>
                </a:lnTo>
                <a:lnTo>
                  <a:pt x="20258" y="17178"/>
                </a:lnTo>
                <a:lnTo>
                  <a:pt x="18821" y="18821"/>
                </a:lnTo>
                <a:lnTo>
                  <a:pt x="17178" y="20258"/>
                </a:lnTo>
                <a:lnTo>
                  <a:pt x="13203" y="21905"/>
                </a:lnTo>
                <a:lnTo>
                  <a:pt x="11025" y="22050"/>
                </a:lnTo>
                <a:lnTo>
                  <a:pt x="8847" y="2190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566" name="Shape 566"/>
          <p:cNvSpPr/>
          <p:nvPr/>
        </p:nvSpPr>
        <p:spPr>
          <a:xfrm>
            <a:off x="5006925" y="1967449"/>
            <a:ext cx="22295" cy="22295"/>
          </a:xfrm>
          <a:custGeom>
            <a:avLst/>
            <a:gdLst/>
            <a:ahLst/>
            <a:cxnLst/>
            <a:rect l="0" t="0" r="r" b="b"/>
            <a:pathLst>
              <a:path w="22295" h="22295">
                <a:moveTo>
                  <a:pt x="8945" y="22149"/>
                </a:moveTo>
                <a:lnTo>
                  <a:pt x="4926" y="20484"/>
                </a:lnTo>
                <a:lnTo>
                  <a:pt x="3265" y="19030"/>
                </a:lnTo>
                <a:lnTo>
                  <a:pt x="1811" y="17369"/>
                </a:lnTo>
                <a:lnTo>
                  <a:pt x="146" y="13350"/>
                </a:lnTo>
                <a:lnTo>
                  <a:pt x="0" y="11147"/>
                </a:lnTo>
                <a:lnTo>
                  <a:pt x="146" y="8945"/>
                </a:lnTo>
                <a:lnTo>
                  <a:pt x="1811" y="4926"/>
                </a:lnTo>
                <a:lnTo>
                  <a:pt x="3265" y="3265"/>
                </a:lnTo>
                <a:lnTo>
                  <a:pt x="4926" y="1811"/>
                </a:lnTo>
                <a:lnTo>
                  <a:pt x="8945" y="146"/>
                </a:lnTo>
                <a:lnTo>
                  <a:pt x="11147" y="0"/>
                </a:lnTo>
                <a:lnTo>
                  <a:pt x="13350" y="146"/>
                </a:lnTo>
                <a:lnTo>
                  <a:pt x="17369" y="1811"/>
                </a:lnTo>
                <a:lnTo>
                  <a:pt x="19030" y="3265"/>
                </a:lnTo>
                <a:lnTo>
                  <a:pt x="20484" y="4926"/>
                </a:lnTo>
                <a:lnTo>
                  <a:pt x="22149" y="8945"/>
                </a:lnTo>
                <a:lnTo>
                  <a:pt x="22295" y="11147"/>
                </a:lnTo>
                <a:lnTo>
                  <a:pt x="22149" y="13350"/>
                </a:lnTo>
                <a:lnTo>
                  <a:pt x="20484" y="17369"/>
                </a:lnTo>
                <a:lnTo>
                  <a:pt x="19030" y="19030"/>
                </a:lnTo>
                <a:lnTo>
                  <a:pt x="17369" y="20484"/>
                </a:lnTo>
                <a:lnTo>
                  <a:pt x="13350" y="22149"/>
                </a:lnTo>
                <a:lnTo>
                  <a:pt x="11147" y="22295"/>
                </a:lnTo>
                <a:lnTo>
                  <a:pt x="8945" y="2214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567" name="Shape 567"/>
          <p:cNvSpPr/>
          <p:nvPr/>
        </p:nvSpPr>
        <p:spPr>
          <a:xfrm>
            <a:off x="5008394" y="1970277"/>
            <a:ext cx="22457" cy="22457"/>
          </a:xfrm>
          <a:custGeom>
            <a:avLst/>
            <a:gdLst/>
            <a:ahLst/>
            <a:cxnLst/>
            <a:rect l="0" t="0" r="r" b="b"/>
            <a:pathLst>
              <a:path w="22457" h="22457">
                <a:moveTo>
                  <a:pt x="9010" y="22309"/>
                </a:moveTo>
                <a:lnTo>
                  <a:pt x="4961" y="20632"/>
                </a:lnTo>
                <a:lnTo>
                  <a:pt x="3288" y="19168"/>
                </a:lnTo>
                <a:lnTo>
                  <a:pt x="1824" y="17495"/>
                </a:lnTo>
                <a:lnTo>
                  <a:pt x="147" y="13446"/>
                </a:lnTo>
                <a:lnTo>
                  <a:pt x="0" y="11228"/>
                </a:lnTo>
                <a:lnTo>
                  <a:pt x="147" y="9010"/>
                </a:lnTo>
                <a:lnTo>
                  <a:pt x="1824" y="4961"/>
                </a:lnTo>
                <a:lnTo>
                  <a:pt x="3288" y="3288"/>
                </a:lnTo>
                <a:lnTo>
                  <a:pt x="4961" y="1824"/>
                </a:lnTo>
                <a:lnTo>
                  <a:pt x="9010" y="147"/>
                </a:lnTo>
                <a:lnTo>
                  <a:pt x="11228" y="0"/>
                </a:lnTo>
                <a:lnTo>
                  <a:pt x="13446" y="147"/>
                </a:lnTo>
                <a:lnTo>
                  <a:pt x="17495" y="1824"/>
                </a:lnTo>
                <a:lnTo>
                  <a:pt x="19168" y="3288"/>
                </a:lnTo>
                <a:lnTo>
                  <a:pt x="20632" y="4961"/>
                </a:lnTo>
                <a:lnTo>
                  <a:pt x="22309" y="9010"/>
                </a:lnTo>
                <a:lnTo>
                  <a:pt x="22457" y="11228"/>
                </a:lnTo>
                <a:lnTo>
                  <a:pt x="22309" y="13446"/>
                </a:lnTo>
                <a:lnTo>
                  <a:pt x="20632" y="17495"/>
                </a:lnTo>
                <a:lnTo>
                  <a:pt x="19168" y="19168"/>
                </a:lnTo>
                <a:lnTo>
                  <a:pt x="17495" y="20632"/>
                </a:lnTo>
                <a:lnTo>
                  <a:pt x="13446" y="22309"/>
                </a:lnTo>
                <a:lnTo>
                  <a:pt x="11228" y="22457"/>
                </a:lnTo>
                <a:lnTo>
                  <a:pt x="9010" y="22309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568" name="Shape 568"/>
          <p:cNvSpPr/>
          <p:nvPr/>
        </p:nvSpPr>
        <p:spPr>
          <a:xfrm>
            <a:off x="5009951" y="1973267"/>
            <a:ext cx="22617" cy="22617"/>
          </a:xfrm>
          <a:custGeom>
            <a:avLst/>
            <a:gdLst/>
            <a:ahLst/>
            <a:cxnLst/>
            <a:rect l="0" t="0" r="r" b="b"/>
            <a:pathLst>
              <a:path w="22617" h="22617">
                <a:moveTo>
                  <a:pt x="9074" y="22468"/>
                </a:moveTo>
                <a:lnTo>
                  <a:pt x="4997" y="20779"/>
                </a:lnTo>
                <a:lnTo>
                  <a:pt x="3312" y="19305"/>
                </a:lnTo>
                <a:lnTo>
                  <a:pt x="1837" y="17620"/>
                </a:lnTo>
                <a:lnTo>
                  <a:pt x="148" y="13542"/>
                </a:lnTo>
                <a:lnTo>
                  <a:pt x="0" y="11308"/>
                </a:lnTo>
                <a:lnTo>
                  <a:pt x="148" y="9074"/>
                </a:lnTo>
                <a:lnTo>
                  <a:pt x="1837" y="4997"/>
                </a:lnTo>
                <a:lnTo>
                  <a:pt x="3312" y="3312"/>
                </a:lnTo>
                <a:lnTo>
                  <a:pt x="4997" y="1837"/>
                </a:lnTo>
                <a:lnTo>
                  <a:pt x="9074" y="148"/>
                </a:lnTo>
                <a:lnTo>
                  <a:pt x="11308" y="0"/>
                </a:lnTo>
                <a:lnTo>
                  <a:pt x="13542" y="148"/>
                </a:lnTo>
                <a:lnTo>
                  <a:pt x="17620" y="1837"/>
                </a:lnTo>
                <a:lnTo>
                  <a:pt x="19305" y="3312"/>
                </a:lnTo>
                <a:lnTo>
                  <a:pt x="20779" y="4997"/>
                </a:lnTo>
                <a:lnTo>
                  <a:pt x="22468" y="9074"/>
                </a:lnTo>
                <a:lnTo>
                  <a:pt x="22617" y="11308"/>
                </a:lnTo>
                <a:lnTo>
                  <a:pt x="22468" y="13542"/>
                </a:lnTo>
                <a:lnTo>
                  <a:pt x="20779" y="17620"/>
                </a:lnTo>
                <a:lnTo>
                  <a:pt x="19305" y="19305"/>
                </a:lnTo>
                <a:lnTo>
                  <a:pt x="17620" y="20779"/>
                </a:lnTo>
                <a:lnTo>
                  <a:pt x="13542" y="22468"/>
                </a:lnTo>
                <a:lnTo>
                  <a:pt x="11308" y="22617"/>
                </a:lnTo>
                <a:lnTo>
                  <a:pt x="9074" y="22468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569" name="Shape 569"/>
          <p:cNvSpPr/>
          <p:nvPr/>
        </p:nvSpPr>
        <p:spPr>
          <a:xfrm>
            <a:off x="5012466" y="1978090"/>
            <a:ext cx="22853" cy="22853"/>
          </a:xfrm>
          <a:custGeom>
            <a:avLst/>
            <a:gdLst/>
            <a:ahLst/>
            <a:cxnLst/>
            <a:rect l="0" t="0" r="r" b="b"/>
            <a:pathLst>
              <a:path w="22853" h="22853">
                <a:moveTo>
                  <a:pt x="9169" y="22702"/>
                </a:moveTo>
                <a:lnTo>
                  <a:pt x="5049" y="20996"/>
                </a:lnTo>
                <a:lnTo>
                  <a:pt x="3346" y="19506"/>
                </a:lnTo>
                <a:lnTo>
                  <a:pt x="1857" y="17803"/>
                </a:lnTo>
                <a:lnTo>
                  <a:pt x="150" y="13683"/>
                </a:lnTo>
                <a:lnTo>
                  <a:pt x="0" y="11426"/>
                </a:lnTo>
                <a:lnTo>
                  <a:pt x="150" y="9169"/>
                </a:lnTo>
                <a:lnTo>
                  <a:pt x="1857" y="5049"/>
                </a:lnTo>
                <a:lnTo>
                  <a:pt x="3346" y="3346"/>
                </a:lnTo>
                <a:lnTo>
                  <a:pt x="5049" y="1857"/>
                </a:lnTo>
                <a:lnTo>
                  <a:pt x="9169" y="150"/>
                </a:lnTo>
                <a:lnTo>
                  <a:pt x="11426" y="0"/>
                </a:lnTo>
                <a:lnTo>
                  <a:pt x="13683" y="150"/>
                </a:lnTo>
                <a:lnTo>
                  <a:pt x="17803" y="1857"/>
                </a:lnTo>
                <a:lnTo>
                  <a:pt x="19506" y="3346"/>
                </a:lnTo>
                <a:lnTo>
                  <a:pt x="20996" y="5049"/>
                </a:lnTo>
                <a:lnTo>
                  <a:pt x="22702" y="9169"/>
                </a:lnTo>
                <a:lnTo>
                  <a:pt x="22853" y="11426"/>
                </a:lnTo>
                <a:lnTo>
                  <a:pt x="22702" y="13683"/>
                </a:lnTo>
                <a:lnTo>
                  <a:pt x="20996" y="17803"/>
                </a:lnTo>
                <a:lnTo>
                  <a:pt x="19506" y="19506"/>
                </a:lnTo>
                <a:lnTo>
                  <a:pt x="17803" y="20996"/>
                </a:lnTo>
                <a:lnTo>
                  <a:pt x="13683" y="22702"/>
                </a:lnTo>
                <a:lnTo>
                  <a:pt x="11426" y="22853"/>
                </a:lnTo>
                <a:lnTo>
                  <a:pt x="9169" y="22702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570" name="Shape 570"/>
          <p:cNvSpPr/>
          <p:nvPr/>
        </p:nvSpPr>
        <p:spPr>
          <a:xfrm>
            <a:off x="5015224" y="1983365"/>
            <a:ext cx="23084" cy="23084"/>
          </a:xfrm>
          <a:custGeom>
            <a:avLst/>
            <a:gdLst/>
            <a:ahLst/>
            <a:cxnLst/>
            <a:rect l="0" t="0" r="r" b="b"/>
            <a:pathLst>
              <a:path w="23084" h="23084">
                <a:moveTo>
                  <a:pt x="9262" y="22932"/>
                </a:moveTo>
                <a:lnTo>
                  <a:pt x="5100" y="21208"/>
                </a:lnTo>
                <a:lnTo>
                  <a:pt x="3380" y="19704"/>
                </a:lnTo>
                <a:lnTo>
                  <a:pt x="1875" y="17984"/>
                </a:lnTo>
                <a:lnTo>
                  <a:pt x="152" y="13822"/>
                </a:lnTo>
                <a:lnTo>
                  <a:pt x="0" y="11542"/>
                </a:lnTo>
                <a:lnTo>
                  <a:pt x="152" y="9262"/>
                </a:lnTo>
                <a:lnTo>
                  <a:pt x="1875" y="5100"/>
                </a:lnTo>
                <a:lnTo>
                  <a:pt x="3380" y="3380"/>
                </a:lnTo>
                <a:lnTo>
                  <a:pt x="5100" y="1875"/>
                </a:lnTo>
                <a:lnTo>
                  <a:pt x="9262" y="152"/>
                </a:lnTo>
                <a:lnTo>
                  <a:pt x="11542" y="0"/>
                </a:lnTo>
                <a:lnTo>
                  <a:pt x="13822" y="152"/>
                </a:lnTo>
                <a:lnTo>
                  <a:pt x="17984" y="1875"/>
                </a:lnTo>
                <a:lnTo>
                  <a:pt x="19704" y="3380"/>
                </a:lnTo>
                <a:lnTo>
                  <a:pt x="21208" y="5100"/>
                </a:lnTo>
                <a:lnTo>
                  <a:pt x="22932" y="9262"/>
                </a:lnTo>
                <a:lnTo>
                  <a:pt x="23084" y="11542"/>
                </a:lnTo>
                <a:lnTo>
                  <a:pt x="22932" y="13822"/>
                </a:lnTo>
                <a:lnTo>
                  <a:pt x="21208" y="17984"/>
                </a:lnTo>
                <a:lnTo>
                  <a:pt x="19704" y="19704"/>
                </a:lnTo>
                <a:lnTo>
                  <a:pt x="17984" y="21208"/>
                </a:lnTo>
                <a:lnTo>
                  <a:pt x="13822" y="22932"/>
                </a:lnTo>
                <a:lnTo>
                  <a:pt x="11542" y="23084"/>
                </a:lnTo>
                <a:lnTo>
                  <a:pt x="9262" y="22932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571" name="Shape 571"/>
          <p:cNvSpPr/>
          <p:nvPr/>
        </p:nvSpPr>
        <p:spPr>
          <a:xfrm>
            <a:off x="5017215" y="1987166"/>
            <a:ext cx="23234" cy="23234"/>
          </a:xfrm>
          <a:custGeom>
            <a:avLst/>
            <a:gdLst/>
            <a:ahLst/>
            <a:cxnLst/>
            <a:rect l="0" t="0" r="r" b="b"/>
            <a:pathLst>
              <a:path w="23234" h="23234">
                <a:moveTo>
                  <a:pt x="9322" y="23081"/>
                </a:moveTo>
                <a:lnTo>
                  <a:pt x="5133" y="21346"/>
                </a:lnTo>
                <a:lnTo>
                  <a:pt x="3402" y="19831"/>
                </a:lnTo>
                <a:lnTo>
                  <a:pt x="1888" y="18100"/>
                </a:lnTo>
                <a:lnTo>
                  <a:pt x="153" y="13912"/>
                </a:lnTo>
                <a:lnTo>
                  <a:pt x="0" y="11617"/>
                </a:lnTo>
                <a:lnTo>
                  <a:pt x="153" y="9322"/>
                </a:lnTo>
                <a:lnTo>
                  <a:pt x="1888" y="5133"/>
                </a:lnTo>
                <a:lnTo>
                  <a:pt x="3402" y="3402"/>
                </a:lnTo>
                <a:lnTo>
                  <a:pt x="5133" y="1888"/>
                </a:lnTo>
                <a:lnTo>
                  <a:pt x="9322" y="153"/>
                </a:lnTo>
                <a:lnTo>
                  <a:pt x="11617" y="0"/>
                </a:lnTo>
                <a:lnTo>
                  <a:pt x="13912" y="153"/>
                </a:lnTo>
                <a:lnTo>
                  <a:pt x="18100" y="1888"/>
                </a:lnTo>
                <a:lnTo>
                  <a:pt x="19831" y="3402"/>
                </a:lnTo>
                <a:lnTo>
                  <a:pt x="21346" y="5133"/>
                </a:lnTo>
                <a:lnTo>
                  <a:pt x="23081" y="9322"/>
                </a:lnTo>
                <a:lnTo>
                  <a:pt x="23234" y="11617"/>
                </a:lnTo>
                <a:lnTo>
                  <a:pt x="23081" y="13912"/>
                </a:lnTo>
                <a:lnTo>
                  <a:pt x="21346" y="18100"/>
                </a:lnTo>
                <a:lnTo>
                  <a:pt x="19831" y="19831"/>
                </a:lnTo>
                <a:lnTo>
                  <a:pt x="18100" y="21346"/>
                </a:lnTo>
                <a:lnTo>
                  <a:pt x="13912" y="23081"/>
                </a:lnTo>
                <a:lnTo>
                  <a:pt x="11617" y="23234"/>
                </a:lnTo>
                <a:lnTo>
                  <a:pt x="9322" y="2308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572" name="Shape 572"/>
          <p:cNvSpPr/>
          <p:nvPr/>
        </p:nvSpPr>
        <p:spPr>
          <a:xfrm>
            <a:off x="5020457" y="1993347"/>
            <a:ext cx="23456" cy="23456"/>
          </a:xfrm>
          <a:custGeom>
            <a:avLst/>
            <a:gdLst/>
            <a:ahLst/>
            <a:cxnLst/>
            <a:rect l="0" t="0" r="r" b="b"/>
            <a:pathLst>
              <a:path w="23456" h="23456">
                <a:moveTo>
                  <a:pt x="9411" y="23302"/>
                </a:moveTo>
                <a:lnTo>
                  <a:pt x="5182" y="21550"/>
                </a:lnTo>
                <a:lnTo>
                  <a:pt x="3435" y="20021"/>
                </a:lnTo>
                <a:lnTo>
                  <a:pt x="1906" y="18274"/>
                </a:lnTo>
                <a:lnTo>
                  <a:pt x="154" y="14045"/>
                </a:lnTo>
                <a:lnTo>
                  <a:pt x="0" y="11728"/>
                </a:lnTo>
                <a:lnTo>
                  <a:pt x="154" y="9411"/>
                </a:lnTo>
                <a:lnTo>
                  <a:pt x="1906" y="5182"/>
                </a:lnTo>
                <a:lnTo>
                  <a:pt x="3435" y="3435"/>
                </a:lnTo>
                <a:lnTo>
                  <a:pt x="5182" y="1906"/>
                </a:lnTo>
                <a:lnTo>
                  <a:pt x="9411" y="154"/>
                </a:lnTo>
                <a:lnTo>
                  <a:pt x="11728" y="0"/>
                </a:lnTo>
                <a:lnTo>
                  <a:pt x="14045" y="154"/>
                </a:lnTo>
                <a:lnTo>
                  <a:pt x="18274" y="1906"/>
                </a:lnTo>
                <a:lnTo>
                  <a:pt x="20021" y="3435"/>
                </a:lnTo>
                <a:lnTo>
                  <a:pt x="21550" y="5182"/>
                </a:lnTo>
                <a:lnTo>
                  <a:pt x="23302" y="9411"/>
                </a:lnTo>
                <a:lnTo>
                  <a:pt x="23456" y="11728"/>
                </a:lnTo>
                <a:lnTo>
                  <a:pt x="23302" y="14045"/>
                </a:lnTo>
                <a:lnTo>
                  <a:pt x="21550" y="18274"/>
                </a:lnTo>
                <a:lnTo>
                  <a:pt x="20021" y="20021"/>
                </a:lnTo>
                <a:lnTo>
                  <a:pt x="18274" y="21550"/>
                </a:lnTo>
                <a:lnTo>
                  <a:pt x="14045" y="23302"/>
                </a:lnTo>
                <a:lnTo>
                  <a:pt x="11728" y="23456"/>
                </a:lnTo>
                <a:lnTo>
                  <a:pt x="9411" y="23302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573" name="Shape 573"/>
          <p:cNvSpPr/>
          <p:nvPr/>
        </p:nvSpPr>
        <p:spPr>
          <a:xfrm>
            <a:off x="5024050" y="2000183"/>
            <a:ext cx="23672" cy="23672"/>
          </a:xfrm>
          <a:custGeom>
            <a:avLst/>
            <a:gdLst/>
            <a:ahLst/>
            <a:cxnLst/>
            <a:rect l="0" t="0" r="r" b="b"/>
            <a:pathLst>
              <a:path w="23672" h="23672">
                <a:moveTo>
                  <a:pt x="9497" y="23516"/>
                </a:moveTo>
                <a:lnTo>
                  <a:pt x="5230" y="21748"/>
                </a:lnTo>
                <a:lnTo>
                  <a:pt x="3466" y="20205"/>
                </a:lnTo>
                <a:lnTo>
                  <a:pt x="1923" y="18441"/>
                </a:lnTo>
                <a:lnTo>
                  <a:pt x="155" y="14174"/>
                </a:lnTo>
                <a:lnTo>
                  <a:pt x="0" y="11836"/>
                </a:lnTo>
                <a:lnTo>
                  <a:pt x="155" y="9497"/>
                </a:lnTo>
                <a:lnTo>
                  <a:pt x="1923" y="5230"/>
                </a:lnTo>
                <a:lnTo>
                  <a:pt x="3466" y="3466"/>
                </a:lnTo>
                <a:lnTo>
                  <a:pt x="5230" y="1923"/>
                </a:lnTo>
                <a:lnTo>
                  <a:pt x="9497" y="155"/>
                </a:lnTo>
                <a:lnTo>
                  <a:pt x="11836" y="0"/>
                </a:lnTo>
                <a:lnTo>
                  <a:pt x="14174" y="155"/>
                </a:lnTo>
                <a:lnTo>
                  <a:pt x="18441" y="1923"/>
                </a:lnTo>
                <a:lnTo>
                  <a:pt x="20205" y="3466"/>
                </a:lnTo>
                <a:lnTo>
                  <a:pt x="21748" y="5230"/>
                </a:lnTo>
                <a:lnTo>
                  <a:pt x="23516" y="9497"/>
                </a:lnTo>
                <a:lnTo>
                  <a:pt x="23672" y="11836"/>
                </a:lnTo>
                <a:lnTo>
                  <a:pt x="23516" y="14174"/>
                </a:lnTo>
                <a:lnTo>
                  <a:pt x="21748" y="18441"/>
                </a:lnTo>
                <a:lnTo>
                  <a:pt x="20205" y="20205"/>
                </a:lnTo>
                <a:lnTo>
                  <a:pt x="18441" y="21748"/>
                </a:lnTo>
                <a:lnTo>
                  <a:pt x="14174" y="23516"/>
                </a:lnTo>
                <a:lnTo>
                  <a:pt x="11836" y="23672"/>
                </a:lnTo>
                <a:lnTo>
                  <a:pt x="9497" y="23516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574" name="Shape 574"/>
          <p:cNvSpPr/>
          <p:nvPr/>
        </p:nvSpPr>
        <p:spPr>
          <a:xfrm>
            <a:off x="5026669" y="2005158"/>
            <a:ext cx="23810" cy="23810"/>
          </a:xfrm>
          <a:custGeom>
            <a:avLst/>
            <a:gdLst/>
            <a:ahLst/>
            <a:cxnLst/>
            <a:rect l="0" t="0" r="r" b="b"/>
            <a:pathLst>
              <a:path w="23810" h="23810">
                <a:moveTo>
                  <a:pt x="9553" y="23653"/>
                </a:moveTo>
                <a:lnTo>
                  <a:pt x="5260" y="21875"/>
                </a:lnTo>
                <a:lnTo>
                  <a:pt x="3486" y="20323"/>
                </a:lnTo>
                <a:lnTo>
                  <a:pt x="1934" y="18549"/>
                </a:lnTo>
                <a:lnTo>
                  <a:pt x="156" y="14256"/>
                </a:lnTo>
                <a:lnTo>
                  <a:pt x="0" y="11905"/>
                </a:lnTo>
                <a:lnTo>
                  <a:pt x="156" y="9553"/>
                </a:lnTo>
                <a:lnTo>
                  <a:pt x="1934" y="5260"/>
                </a:lnTo>
                <a:lnTo>
                  <a:pt x="3486" y="3486"/>
                </a:lnTo>
                <a:lnTo>
                  <a:pt x="5260" y="1934"/>
                </a:lnTo>
                <a:lnTo>
                  <a:pt x="9553" y="156"/>
                </a:lnTo>
                <a:lnTo>
                  <a:pt x="11905" y="0"/>
                </a:lnTo>
                <a:lnTo>
                  <a:pt x="14256" y="156"/>
                </a:lnTo>
                <a:lnTo>
                  <a:pt x="18549" y="1934"/>
                </a:lnTo>
                <a:lnTo>
                  <a:pt x="20323" y="3486"/>
                </a:lnTo>
                <a:lnTo>
                  <a:pt x="21875" y="5260"/>
                </a:lnTo>
                <a:lnTo>
                  <a:pt x="23653" y="9553"/>
                </a:lnTo>
                <a:lnTo>
                  <a:pt x="23810" y="11905"/>
                </a:lnTo>
                <a:lnTo>
                  <a:pt x="23653" y="14256"/>
                </a:lnTo>
                <a:lnTo>
                  <a:pt x="21875" y="18549"/>
                </a:lnTo>
                <a:lnTo>
                  <a:pt x="20323" y="20323"/>
                </a:lnTo>
                <a:lnTo>
                  <a:pt x="18549" y="21875"/>
                </a:lnTo>
                <a:lnTo>
                  <a:pt x="14256" y="23653"/>
                </a:lnTo>
                <a:lnTo>
                  <a:pt x="11905" y="23810"/>
                </a:lnTo>
                <a:lnTo>
                  <a:pt x="9553" y="23653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575" name="Shape 575"/>
          <p:cNvSpPr/>
          <p:nvPr/>
        </p:nvSpPr>
        <p:spPr>
          <a:xfrm>
            <a:off x="5030985" y="2013342"/>
            <a:ext cx="24007" cy="24007"/>
          </a:xfrm>
          <a:custGeom>
            <a:avLst/>
            <a:gdLst/>
            <a:ahLst/>
            <a:cxnLst/>
            <a:rect l="0" t="0" r="r" b="b"/>
            <a:pathLst>
              <a:path w="24007" h="24007">
                <a:moveTo>
                  <a:pt x="9632" y="23849"/>
                </a:moveTo>
                <a:lnTo>
                  <a:pt x="5304" y="22057"/>
                </a:lnTo>
                <a:lnTo>
                  <a:pt x="3515" y="20492"/>
                </a:lnTo>
                <a:lnTo>
                  <a:pt x="1950" y="18703"/>
                </a:lnTo>
                <a:lnTo>
                  <a:pt x="158" y="14375"/>
                </a:lnTo>
                <a:lnTo>
                  <a:pt x="0" y="12003"/>
                </a:lnTo>
                <a:lnTo>
                  <a:pt x="158" y="9632"/>
                </a:lnTo>
                <a:lnTo>
                  <a:pt x="1950" y="5304"/>
                </a:lnTo>
                <a:lnTo>
                  <a:pt x="3515" y="3515"/>
                </a:lnTo>
                <a:lnTo>
                  <a:pt x="5304" y="1950"/>
                </a:lnTo>
                <a:lnTo>
                  <a:pt x="9632" y="158"/>
                </a:lnTo>
                <a:lnTo>
                  <a:pt x="12003" y="0"/>
                </a:lnTo>
                <a:lnTo>
                  <a:pt x="14375" y="158"/>
                </a:lnTo>
                <a:lnTo>
                  <a:pt x="18703" y="1950"/>
                </a:lnTo>
                <a:lnTo>
                  <a:pt x="20492" y="3515"/>
                </a:lnTo>
                <a:lnTo>
                  <a:pt x="22057" y="5304"/>
                </a:lnTo>
                <a:lnTo>
                  <a:pt x="23849" y="9632"/>
                </a:lnTo>
                <a:lnTo>
                  <a:pt x="24007" y="12003"/>
                </a:lnTo>
                <a:lnTo>
                  <a:pt x="23849" y="14375"/>
                </a:lnTo>
                <a:lnTo>
                  <a:pt x="22057" y="18703"/>
                </a:lnTo>
                <a:lnTo>
                  <a:pt x="20492" y="20492"/>
                </a:lnTo>
                <a:lnTo>
                  <a:pt x="18703" y="22057"/>
                </a:lnTo>
                <a:lnTo>
                  <a:pt x="14375" y="23849"/>
                </a:lnTo>
                <a:lnTo>
                  <a:pt x="12003" y="24007"/>
                </a:lnTo>
                <a:lnTo>
                  <a:pt x="9632" y="23849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576" name="Shape 576"/>
          <p:cNvSpPr/>
          <p:nvPr/>
        </p:nvSpPr>
        <p:spPr>
          <a:xfrm>
            <a:off x="5035840" y="2022531"/>
            <a:ext cx="24189" cy="24189"/>
          </a:xfrm>
          <a:custGeom>
            <a:avLst/>
            <a:gdLst/>
            <a:ahLst/>
            <a:cxnLst/>
            <a:rect l="0" t="0" r="r" b="b"/>
            <a:pathLst>
              <a:path w="24189" h="24189">
                <a:moveTo>
                  <a:pt x="9705" y="24030"/>
                </a:moveTo>
                <a:lnTo>
                  <a:pt x="5344" y="22224"/>
                </a:lnTo>
                <a:lnTo>
                  <a:pt x="3542" y="20647"/>
                </a:lnTo>
                <a:lnTo>
                  <a:pt x="1965" y="18845"/>
                </a:lnTo>
                <a:lnTo>
                  <a:pt x="159" y="14484"/>
                </a:lnTo>
                <a:lnTo>
                  <a:pt x="0" y="12094"/>
                </a:lnTo>
                <a:lnTo>
                  <a:pt x="159" y="9705"/>
                </a:lnTo>
                <a:lnTo>
                  <a:pt x="1965" y="5344"/>
                </a:lnTo>
                <a:lnTo>
                  <a:pt x="3542" y="3542"/>
                </a:lnTo>
                <a:lnTo>
                  <a:pt x="5344" y="1965"/>
                </a:lnTo>
                <a:lnTo>
                  <a:pt x="9705" y="159"/>
                </a:lnTo>
                <a:lnTo>
                  <a:pt x="12094" y="0"/>
                </a:lnTo>
                <a:lnTo>
                  <a:pt x="14484" y="159"/>
                </a:lnTo>
                <a:lnTo>
                  <a:pt x="18845" y="1965"/>
                </a:lnTo>
                <a:lnTo>
                  <a:pt x="20647" y="3542"/>
                </a:lnTo>
                <a:lnTo>
                  <a:pt x="22224" y="5344"/>
                </a:lnTo>
                <a:lnTo>
                  <a:pt x="24030" y="9705"/>
                </a:lnTo>
                <a:lnTo>
                  <a:pt x="24189" y="12094"/>
                </a:lnTo>
                <a:lnTo>
                  <a:pt x="24030" y="14484"/>
                </a:lnTo>
                <a:lnTo>
                  <a:pt x="22224" y="18845"/>
                </a:lnTo>
                <a:lnTo>
                  <a:pt x="20647" y="20647"/>
                </a:lnTo>
                <a:lnTo>
                  <a:pt x="18845" y="22224"/>
                </a:lnTo>
                <a:lnTo>
                  <a:pt x="14484" y="24030"/>
                </a:lnTo>
                <a:lnTo>
                  <a:pt x="12094" y="24189"/>
                </a:lnTo>
                <a:lnTo>
                  <a:pt x="9705" y="24030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577" name="Shape 577"/>
          <p:cNvSpPr/>
          <p:nvPr/>
        </p:nvSpPr>
        <p:spPr>
          <a:xfrm>
            <a:off x="5039426" y="2029310"/>
            <a:ext cx="24300" cy="24300"/>
          </a:xfrm>
          <a:custGeom>
            <a:avLst/>
            <a:gdLst/>
            <a:ahLst/>
            <a:cxnLst/>
            <a:rect l="0" t="0" r="r" b="b"/>
            <a:pathLst>
              <a:path w="24300" h="24300">
                <a:moveTo>
                  <a:pt x="9750" y="24140"/>
                </a:moveTo>
                <a:lnTo>
                  <a:pt x="5369" y="22326"/>
                </a:lnTo>
                <a:lnTo>
                  <a:pt x="3558" y="20741"/>
                </a:lnTo>
                <a:lnTo>
                  <a:pt x="1974" y="18931"/>
                </a:lnTo>
                <a:lnTo>
                  <a:pt x="160" y="14550"/>
                </a:lnTo>
                <a:lnTo>
                  <a:pt x="0" y="12150"/>
                </a:lnTo>
                <a:lnTo>
                  <a:pt x="160" y="9750"/>
                </a:lnTo>
                <a:lnTo>
                  <a:pt x="1974" y="5369"/>
                </a:lnTo>
                <a:lnTo>
                  <a:pt x="3558" y="3558"/>
                </a:lnTo>
                <a:lnTo>
                  <a:pt x="5369" y="1974"/>
                </a:lnTo>
                <a:lnTo>
                  <a:pt x="9750" y="160"/>
                </a:lnTo>
                <a:lnTo>
                  <a:pt x="12150" y="0"/>
                </a:lnTo>
                <a:lnTo>
                  <a:pt x="14550" y="160"/>
                </a:lnTo>
                <a:lnTo>
                  <a:pt x="18931" y="1974"/>
                </a:lnTo>
                <a:lnTo>
                  <a:pt x="20741" y="3558"/>
                </a:lnTo>
                <a:lnTo>
                  <a:pt x="22326" y="5369"/>
                </a:lnTo>
                <a:lnTo>
                  <a:pt x="24140" y="9750"/>
                </a:lnTo>
                <a:lnTo>
                  <a:pt x="24300" y="12150"/>
                </a:lnTo>
                <a:lnTo>
                  <a:pt x="24140" y="14550"/>
                </a:lnTo>
                <a:lnTo>
                  <a:pt x="22326" y="18931"/>
                </a:lnTo>
                <a:lnTo>
                  <a:pt x="20741" y="20741"/>
                </a:lnTo>
                <a:lnTo>
                  <a:pt x="18931" y="22326"/>
                </a:lnTo>
                <a:lnTo>
                  <a:pt x="14550" y="24140"/>
                </a:lnTo>
                <a:lnTo>
                  <a:pt x="12150" y="24300"/>
                </a:lnTo>
                <a:lnTo>
                  <a:pt x="9750" y="24140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578" name="Shape 578"/>
          <p:cNvSpPr/>
          <p:nvPr/>
        </p:nvSpPr>
        <p:spPr>
          <a:xfrm>
            <a:off x="5043338" y="2036692"/>
            <a:ext cx="24397" cy="24397"/>
          </a:xfrm>
          <a:custGeom>
            <a:avLst/>
            <a:gdLst/>
            <a:ahLst/>
            <a:cxnLst/>
            <a:rect l="0" t="0" r="r" b="b"/>
            <a:pathLst>
              <a:path w="24397" h="24397">
                <a:moveTo>
                  <a:pt x="9788" y="24236"/>
                </a:moveTo>
                <a:lnTo>
                  <a:pt x="5390" y="22415"/>
                </a:lnTo>
                <a:lnTo>
                  <a:pt x="3572" y="20824"/>
                </a:lnTo>
                <a:lnTo>
                  <a:pt x="1982" y="19007"/>
                </a:lnTo>
                <a:lnTo>
                  <a:pt x="160" y="14608"/>
                </a:lnTo>
                <a:lnTo>
                  <a:pt x="0" y="12198"/>
                </a:lnTo>
                <a:lnTo>
                  <a:pt x="160" y="9788"/>
                </a:lnTo>
                <a:lnTo>
                  <a:pt x="1982" y="5390"/>
                </a:lnTo>
                <a:lnTo>
                  <a:pt x="3572" y="3572"/>
                </a:lnTo>
                <a:lnTo>
                  <a:pt x="5390" y="1982"/>
                </a:lnTo>
                <a:lnTo>
                  <a:pt x="9788" y="160"/>
                </a:lnTo>
                <a:lnTo>
                  <a:pt x="12198" y="0"/>
                </a:lnTo>
                <a:lnTo>
                  <a:pt x="14608" y="160"/>
                </a:lnTo>
                <a:lnTo>
                  <a:pt x="19007" y="1982"/>
                </a:lnTo>
                <a:lnTo>
                  <a:pt x="20824" y="3572"/>
                </a:lnTo>
                <a:lnTo>
                  <a:pt x="22415" y="5390"/>
                </a:lnTo>
                <a:lnTo>
                  <a:pt x="24236" y="9788"/>
                </a:lnTo>
                <a:lnTo>
                  <a:pt x="24397" y="12198"/>
                </a:lnTo>
                <a:lnTo>
                  <a:pt x="24236" y="14608"/>
                </a:lnTo>
                <a:lnTo>
                  <a:pt x="22415" y="19007"/>
                </a:lnTo>
                <a:lnTo>
                  <a:pt x="20824" y="20824"/>
                </a:lnTo>
                <a:lnTo>
                  <a:pt x="19007" y="22415"/>
                </a:lnTo>
                <a:lnTo>
                  <a:pt x="14608" y="24236"/>
                </a:lnTo>
                <a:lnTo>
                  <a:pt x="12198" y="24397"/>
                </a:lnTo>
                <a:lnTo>
                  <a:pt x="9788" y="2423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579" name="Shape 579"/>
          <p:cNvSpPr/>
          <p:nvPr/>
        </p:nvSpPr>
        <p:spPr>
          <a:xfrm>
            <a:off x="5049915" y="2049081"/>
            <a:ext cx="24511" cy="24511"/>
          </a:xfrm>
          <a:custGeom>
            <a:avLst/>
            <a:gdLst/>
            <a:ahLst/>
            <a:cxnLst/>
            <a:rect l="0" t="0" r="r" b="b"/>
            <a:pathLst>
              <a:path w="24511" h="24511">
                <a:moveTo>
                  <a:pt x="9834" y="24349"/>
                </a:moveTo>
                <a:lnTo>
                  <a:pt x="5415" y="22519"/>
                </a:lnTo>
                <a:lnTo>
                  <a:pt x="3589" y="20921"/>
                </a:lnTo>
                <a:lnTo>
                  <a:pt x="1991" y="19095"/>
                </a:lnTo>
                <a:lnTo>
                  <a:pt x="161" y="14676"/>
                </a:lnTo>
                <a:lnTo>
                  <a:pt x="0" y="12255"/>
                </a:lnTo>
                <a:lnTo>
                  <a:pt x="161" y="9834"/>
                </a:lnTo>
                <a:lnTo>
                  <a:pt x="1991" y="5415"/>
                </a:lnTo>
                <a:lnTo>
                  <a:pt x="3589" y="3589"/>
                </a:lnTo>
                <a:lnTo>
                  <a:pt x="5415" y="1991"/>
                </a:lnTo>
                <a:lnTo>
                  <a:pt x="9834" y="161"/>
                </a:lnTo>
                <a:lnTo>
                  <a:pt x="12255" y="0"/>
                </a:lnTo>
                <a:lnTo>
                  <a:pt x="14676" y="161"/>
                </a:lnTo>
                <a:lnTo>
                  <a:pt x="19095" y="1991"/>
                </a:lnTo>
                <a:lnTo>
                  <a:pt x="20921" y="3589"/>
                </a:lnTo>
                <a:lnTo>
                  <a:pt x="22519" y="5415"/>
                </a:lnTo>
                <a:lnTo>
                  <a:pt x="24349" y="9834"/>
                </a:lnTo>
                <a:lnTo>
                  <a:pt x="24511" y="12255"/>
                </a:lnTo>
                <a:lnTo>
                  <a:pt x="24349" y="14676"/>
                </a:lnTo>
                <a:lnTo>
                  <a:pt x="22519" y="19095"/>
                </a:lnTo>
                <a:lnTo>
                  <a:pt x="20921" y="20921"/>
                </a:lnTo>
                <a:lnTo>
                  <a:pt x="19095" y="22519"/>
                </a:lnTo>
                <a:lnTo>
                  <a:pt x="14676" y="24349"/>
                </a:lnTo>
                <a:lnTo>
                  <a:pt x="12255" y="24511"/>
                </a:lnTo>
                <a:lnTo>
                  <a:pt x="9834" y="24349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580" name="Shape 580"/>
          <p:cNvSpPr/>
          <p:nvPr/>
        </p:nvSpPr>
        <p:spPr>
          <a:xfrm>
            <a:off x="5056631" y="2062486"/>
            <a:ext cx="26345" cy="26345"/>
          </a:xfrm>
          <a:custGeom>
            <a:avLst/>
            <a:gdLst/>
            <a:ahLst/>
            <a:cxnLst/>
            <a:rect l="0" t="0" r="r" b="b"/>
            <a:pathLst>
              <a:path w="26345" h="26345">
                <a:moveTo>
                  <a:pt x="10570" y="26172"/>
                </a:moveTo>
                <a:lnTo>
                  <a:pt x="5821" y="24205"/>
                </a:lnTo>
                <a:lnTo>
                  <a:pt x="3858" y="22487"/>
                </a:lnTo>
                <a:lnTo>
                  <a:pt x="2140" y="20524"/>
                </a:lnTo>
                <a:lnTo>
                  <a:pt x="173" y="15775"/>
                </a:lnTo>
                <a:lnTo>
                  <a:pt x="0" y="13172"/>
                </a:lnTo>
                <a:lnTo>
                  <a:pt x="173" y="10570"/>
                </a:lnTo>
                <a:lnTo>
                  <a:pt x="2140" y="5821"/>
                </a:lnTo>
                <a:lnTo>
                  <a:pt x="3858" y="3858"/>
                </a:lnTo>
                <a:lnTo>
                  <a:pt x="5821" y="2140"/>
                </a:lnTo>
                <a:lnTo>
                  <a:pt x="10570" y="173"/>
                </a:lnTo>
                <a:lnTo>
                  <a:pt x="13172" y="0"/>
                </a:lnTo>
                <a:lnTo>
                  <a:pt x="15775" y="173"/>
                </a:lnTo>
                <a:lnTo>
                  <a:pt x="20524" y="2140"/>
                </a:lnTo>
                <a:lnTo>
                  <a:pt x="22487" y="3858"/>
                </a:lnTo>
                <a:lnTo>
                  <a:pt x="24205" y="5821"/>
                </a:lnTo>
                <a:lnTo>
                  <a:pt x="26172" y="10570"/>
                </a:lnTo>
                <a:lnTo>
                  <a:pt x="26345" y="13172"/>
                </a:lnTo>
                <a:lnTo>
                  <a:pt x="26172" y="15775"/>
                </a:lnTo>
                <a:lnTo>
                  <a:pt x="24205" y="20524"/>
                </a:lnTo>
                <a:lnTo>
                  <a:pt x="22487" y="22487"/>
                </a:lnTo>
                <a:lnTo>
                  <a:pt x="20524" y="24205"/>
                </a:lnTo>
                <a:lnTo>
                  <a:pt x="15775" y="26172"/>
                </a:lnTo>
                <a:lnTo>
                  <a:pt x="13172" y="26345"/>
                </a:lnTo>
                <a:lnTo>
                  <a:pt x="10570" y="26172"/>
                </a:lnTo>
                <a:close/>
              </a:path>
            </a:pathLst>
          </a:custGeom>
          <a:solidFill>
            <a:srgbClr val="72CA78"/>
          </a:solidFill>
          <a:ln>
            <a:noFill/>
          </a:ln>
        </p:spPr>
      </p:sp>
      <p:sp>
        <p:nvSpPr>
          <p:cNvPr id="581" name="Shape 581"/>
          <p:cNvSpPr/>
          <p:nvPr/>
        </p:nvSpPr>
        <p:spPr>
          <a:xfrm>
            <a:off x="5056396" y="2067301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82" name="Shape 582"/>
          <p:cNvSpPr/>
          <p:nvPr/>
        </p:nvSpPr>
        <p:spPr>
          <a:xfrm>
            <a:off x="5066280" y="2085845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83" name="Shape 583"/>
          <p:cNvSpPr/>
          <p:nvPr/>
        </p:nvSpPr>
        <p:spPr>
          <a:xfrm>
            <a:off x="5078027" y="2107886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84" name="Shape 584"/>
          <p:cNvSpPr/>
          <p:nvPr/>
        </p:nvSpPr>
        <p:spPr>
          <a:xfrm>
            <a:off x="5093275" y="2131148"/>
            <a:ext cx="26131" cy="26131"/>
          </a:xfrm>
          <a:custGeom>
            <a:avLst/>
            <a:gdLst/>
            <a:ahLst/>
            <a:cxnLst/>
            <a:rect l="0" t="0" r="r" b="b"/>
            <a:pathLst>
              <a:path w="26131" h="26131">
                <a:moveTo>
                  <a:pt x="10484" y="25958"/>
                </a:moveTo>
                <a:lnTo>
                  <a:pt x="5773" y="24007"/>
                </a:lnTo>
                <a:lnTo>
                  <a:pt x="3826" y="22304"/>
                </a:lnTo>
                <a:lnTo>
                  <a:pt x="2123" y="20357"/>
                </a:lnTo>
                <a:lnTo>
                  <a:pt x="172" y="15646"/>
                </a:lnTo>
                <a:lnTo>
                  <a:pt x="0" y="13065"/>
                </a:lnTo>
                <a:lnTo>
                  <a:pt x="172" y="10484"/>
                </a:lnTo>
                <a:lnTo>
                  <a:pt x="2123" y="5773"/>
                </a:lnTo>
                <a:lnTo>
                  <a:pt x="3826" y="3826"/>
                </a:lnTo>
                <a:lnTo>
                  <a:pt x="5773" y="2123"/>
                </a:lnTo>
                <a:lnTo>
                  <a:pt x="10484" y="172"/>
                </a:lnTo>
                <a:lnTo>
                  <a:pt x="13065" y="0"/>
                </a:lnTo>
                <a:lnTo>
                  <a:pt x="15646" y="172"/>
                </a:lnTo>
                <a:lnTo>
                  <a:pt x="20357" y="2123"/>
                </a:lnTo>
                <a:lnTo>
                  <a:pt x="22304" y="3826"/>
                </a:lnTo>
                <a:lnTo>
                  <a:pt x="24007" y="5773"/>
                </a:lnTo>
                <a:lnTo>
                  <a:pt x="25958" y="10484"/>
                </a:lnTo>
                <a:lnTo>
                  <a:pt x="26131" y="13065"/>
                </a:lnTo>
                <a:lnTo>
                  <a:pt x="25958" y="15646"/>
                </a:lnTo>
                <a:lnTo>
                  <a:pt x="24007" y="20357"/>
                </a:lnTo>
                <a:lnTo>
                  <a:pt x="22304" y="22304"/>
                </a:lnTo>
                <a:lnTo>
                  <a:pt x="20357" y="24007"/>
                </a:lnTo>
                <a:lnTo>
                  <a:pt x="15646" y="25958"/>
                </a:lnTo>
                <a:lnTo>
                  <a:pt x="13065" y="26131"/>
                </a:lnTo>
                <a:lnTo>
                  <a:pt x="10484" y="25958"/>
                </a:lnTo>
                <a:close/>
              </a:path>
            </a:pathLst>
          </a:custGeom>
          <a:solidFill>
            <a:srgbClr val="73CB79"/>
          </a:solidFill>
          <a:ln>
            <a:noFill/>
          </a:ln>
        </p:spPr>
      </p:sp>
      <p:sp>
        <p:nvSpPr>
          <p:cNvPr id="585" name="Shape 585"/>
          <p:cNvSpPr/>
          <p:nvPr/>
        </p:nvSpPr>
        <p:spPr>
          <a:xfrm>
            <a:off x="5109625" y="2161759"/>
            <a:ext cx="25980" cy="25980"/>
          </a:xfrm>
          <a:custGeom>
            <a:avLst/>
            <a:gdLst/>
            <a:ahLst/>
            <a:cxnLst/>
            <a:rect l="0" t="0" r="r" b="b"/>
            <a:pathLst>
              <a:path w="25980" h="25980">
                <a:moveTo>
                  <a:pt x="10423" y="25809"/>
                </a:moveTo>
                <a:lnTo>
                  <a:pt x="5740" y="23869"/>
                </a:lnTo>
                <a:lnTo>
                  <a:pt x="3804" y="22175"/>
                </a:lnTo>
                <a:lnTo>
                  <a:pt x="2111" y="20239"/>
                </a:lnTo>
                <a:lnTo>
                  <a:pt x="171" y="15556"/>
                </a:lnTo>
                <a:lnTo>
                  <a:pt x="0" y="12990"/>
                </a:lnTo>
                <a:lnTo>
                  <a:pt x="171" y="10423"/>
                </a:lnTo>
                <a:lnTo>
                  <a:pt x="2111" y="5740"/>
                </a:lnTo>
                <a:lnTo>
                  <a:pt x="3804" y="3804"/>
                </a:lnTo>
                <a:lnTo>
                  <a:pt x="5740" y="2111"/>
                </a:lnTo>
                <a:lnTo>
                  <a:pt x="10423" y="171"/>
                </a:lnTo>
                <a:lnTo>
                  <a:pt x="12990" y="0"/>
                </a:lnTo>
                <a:lnTo>
                  <a:pt x="15556" y="171"/>
                </a:lnTo>
                <a:lnTo>
                  <a:pt x="20239" y="2111"/>
                </a:lnTo>
                <a:lnTo>
                  <a:pt x="22175" y="3804"/>
                </a:lnTo>
                <a:lnTo>
                  <a:pt x="23869" y="5740"/>
                </a:lnTo>
                <a:lnTo>
                  <a:pt x="25809" y="10423"/>
                </a:lnTo>
                <a:lnTo>
                  <a:pt x="25980" y="12990"/>
                </a:lnTo>
                <a:lnTo>
                  <a:pt x="25809" y="15556"/>
                </a:lnTo>
                <a:lnTo>
                  <a:pt x="23869" y="20239"/>
                </a:lnTo>
                <a:lnTo>
                  <a:pt x="22175" y="22175"/>
                </a:lnTo>
                <a:lnTo>
                  <a:pt x="20239" y="23869"/>
                </a:lnTo>
                <a:lnTo>
                  <a:pt x="15556" y="25809"/>
                </a:lnTo>
                <a:lnTo>
                  <a:pt x="12990" y="25980"/>
                </a:lnTo>
                <a:lnTo>
                  <a:pt x="10423" y="25809"/>
                </a:lnTo>
                <a:close/>
              </a:path>
            </a:pathLst>
          </a:custGeom>
          <a:solidFill>
            <a:srgbClr val="74CB79"/>
          </a:solidFill>
          <a:ln>
            <a:noFill/>
          </a:ln>
        </p:spPr>
      </p:sp>
      <p:sp>
        <p:nvSpPr>
          <p:cNvPr id="586" name="Shape 586"/>
          <p:cNvSpPr/>
          <p:nvPr/>
        </p:nvSpPr>
        <p:spPr>
          <a:xfrm>
            <a:off x="5123820" y="2193808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87" name="Shape 587"/>
          <p:cNvSpPr/>
          <p:nvPr/>
        </p:nvSpPr>
        <p:spPr>
          <a:xfrm>
            <a:off x="5140515" y="2225132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588" name="Shape 588"/>
          <p:cNvSpPr/>
          <p:nvPr/>
        </p:nvSpPr>
        <p:spPr>
          <a:xfrm>
            <a:off x="5166968" y="2269168"/>
            <a:ext cx="25560" cy="25560"/>
          </a:xfrm>
          <a:custGeom>
            <a:avLst/>
            <a:gdLst/>
            <a:ahLst/>
            <a:cxnLst/>
            <a:rect l="0" t="0" r="r" b="b"/>
            <a:pathLst>
              <a:path w="25560" h="25560">
                <a:moveTo>
                  <a:pt x="10255" y="25392"/>
                </a:moveTo>
                <a:lnTo>
                  <a:pt x="5647" y="23483"/>
                </a:lnTo>
                <a:lnTo>
                  <a:pt x="3743" y="21817"/>
                </a:lnTo>
                <a:lnTo>
                  <a:pt x="2077" y="19913"/>
                </a:lnTo>
                <a:lnTo>
                  <a:pt x="168" y="15305"/>
                </a:lnTo>
                <a:lnTo>
                  <a:pt x="0" y="12780"/>
                </a:lnTo>
                <a:lnTo>
                  <a:pt x="168" y="10255"/>
                </a:lnTo>
                <a:lnTo>
                  <a:pt x="2077" y="5647"/>
                </a:lnTo>
                <a:lnTo>
                  <a:pt x="3743" y="3743"/>
                </a:lnTo>
                <a:lnTo>
                  <a:pt x="5647" y="2077"/>
                </a:lnTo>
                <a:lnTo>
                  <a:pt x="10255" y="168"/>
                </a:lnTo>
                <a:lnTo>
                  <a:pt x="12780" y="0"/>
                </a:lnTo>
                <a:lnTo>
                  <a:pt x="15305" y="168"/>
                </a:lnTo>
                <a:lnTo>
                  <a:pt x="19913" y="2077"/>
                </a:lnTo>
                <a:lnTo>
                  <a:pt x="21817" y="3743"/>
                </a:lnTo>
                <a:lnTo>
                  <a:pt x="23483" y="5647"/>
                </a:lnTo>
                <a:lnTo>
                  <a:pt x="25392" y="10255"/>
                </a:lnTo>
                <a:lnTo>
                  <a:pt x="25560" y="12780"/>
                </a:lnTo>
                <a:lnTo>
                  <a:pt x="25392" y="15305"/>
                </a:lnTo>
                <a:lnTo>
                  <a:pt x="23483" y="19913"/>
                </a:lnTo>
                <a:lnTo>
                  <a:pt x="21817" y="21817"/>
                </a:lnTo>
                <a:lnTo>
                  <a:pt x="19913" y="23483"/>
                </a:lnTo>
                <a:lnTo>
                  <a:pt x="15305" y="25392"/>
                </a:lnTo>
                <a:lnTo>
                  <a:pt x="12780" y="25560"/>
                </a:lnTo>
                <a:lnTo>
                  <a:pt x="10255" y="25392"/>
                </a:lnTo>
                <a:close/>
              </a:path>
            </a:pathLst>
          </a:custGeom>
          <a:solidFill>
            <a:srgbClr val="76CD7B"/>
          </a:solidFill>
          <a:ln>
            <a:noFill/>
          </a:ln>
        </p:spPr>
      </p:sp>
      <p:sp>
        <p:nvSpPr>
          <p:cNvPr id="589" name="Shape 589"/>
          <p:cNvSpPr/>
          <p:nvPr/>
        </p:nvSpPr>
        <p:spPr>
          <a:xfrm>
            <a:off x="5207033" y="2343450"/>
            <a:ext cx="23519" cy="23519"/>
          </a:xfrm>
          <a:custGeom>
            <a:avLst/>
            <a:gdLst/>
            <a:ahLst/>
            <a:cxnLst/>
            <a:rect l="0" t="0" r="r" b="b"/>
            <a:pathLst>
              <a:path w="23519" h="23519">
                <a:moveTo>
                  <a:pt x="9436" y="23364"/>
                </a:moveTo>
                <a:lnTo>
                  <a:pt x="5196" y="21608"/>
                </a:lnTo>
                <a:lnTo>
                  <a:pt x="3444" y="20074"/>
                </a:lnTo>
                <a:lnTo>
                  <a:pt x="1911" y="18322"/>
                </a:lnTo>
                <a:lnTo>
                  <a:pt x="154" y="14082"/>
                </a:lnTo>
                <a:lnTo>
                  <a:pt x="0" y="11759"/>
                </a:lnTo>
                <a:lnTo>
                  <a:pt x="154" y="9436"/>
                </a:lnTo>
                <a:lnTo>
                  <a:pt x="1911" y="5196"/>
                </a:lnTo>
                <a:lnTo>
                  <a:pt x="3444" y="3444"/>
                </a:lnTo>
                <a:lnTo>
                  <a:pt x="5196" y="1911"/>
                </a:lnTo>
                <a:lnTo>
                  <a:pt x="9436" y="154"/>
                </a:lnTo>
                <a:lnTo>
                  <a:pt x="11759" y="0"/>
                </a:lnTo>
                <a:lnTo>
                  <a:pt x="14082" y="154"/>
                </a:lnTo>
                <a:lnTo>
                  <a:pt x="18322" y="1911"/>
                </a:lnTo>
                <a:lnTo>
                  <a:pt x="20074" y="3444"/>
                </a:lnTo>
                <a:lnTo>
                  <a:pt x="21608" y="5196"/>
                </a:lnTo>
                <a:lnTo>
                  <a:pt x="23364" y="9436"/>
                </a:lnTo>
                <a:lnTo>
                  <a:pt x="23519" y="11759"/>
                </a:lnTo>
                <a:lnTo>
                  <a:pt x="23364" y="14082"/>
                </a:lnTo>
                <a:lnTo>
                  <a:pt x="21608" y="18322"/>
                </a:lnTo>
                <a:lnTo>
                  <a:pt x="20074" y="20074"/>
                </a:lnTo>
                <a:lnTo>
                  <a:pt x="18322" y="21608"/>
                </a:lnTo>
                <a:lnTo>
                  <a:pt x="14082" y="23364"/>
                </a:lnTo>
                <a:lnTo>
                  <a:pt x="11759" y="23519"/>
                </a:lnTo>
                <a:lnTo>
                  <a:pt x="9436" y="23364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590" name="Shape 590"/>
          <p:cNvSpPr/>
          <p:nvPr/>
        </p:nvSpPr>
        <p:spPr>
          <a:xfrm>
            <a:off x="5262210" y="2447695"/>
            <a:ext cx="25161" cy="25161"/>
          </a:xfrm>
          <a:custGeom>
            <a:avLst/>
            <a:gdLst/>
            <a:ahLst/>
            <a:cxnLst/>
            <a:rect l="0" t="0" r="r" b="b"/>
            <a:pathLst>
              <a:path w="25161" h="25161">
                <a:moveTo>
                  <a:pt x="10095" y="24995"/>
                </a:moveTo>
                <a:lnTo>
                  <a:pt x="5559" y="23116"/>
                </a:lnTo>
                <a:lnTo>
                  <a:pt x="3684" y="21476"/>
                </a:lnTo>
                <a:lnTo>
                  <a:pt x="2044" y="19601"/>
                </a:lnTo>
                <a:lnTo>
                  <a:pt x="165" y="15065"/>
                </a:lnTo>
                <a:lnTo>
                  <a:pt x="0" y="12580"/>
                </a:lnTo>
                <a:lnTo>
                  <a:pt x="165" y="10095"/>
                </a:lnTo>
                <a:lnTo>
                  <a:pt x="2044" y="5559"/>
                </a:lnTo>
                <a:lnTo>
                  <a:pt x="3684" y="3684"/>
                </a:lnTo>
                <a:lnTo>
                  <a:pt x="5559" y="2044"/>
                </a:lnTo>
                <a:lnTo>
                  <a:pt x="10095" y="165"/>
                </a:lnTo>
                <a:lnTo>
                  <a:pt x="12580" y="0"/>
                </a:lnTo>
                <a:lnTo>
                  <a:pt x="15065" y="165"/>
                </a:lnTo>
                <a:lnTo>
                  <a:pt x="19601" y="2044"/>
                </a:lnTo>
                <a:lnTo>
                  <a:pt x="21476" y="3684"/>
                </a:lnTo>
                <a:lnTo>
                  <a:pt x="23116" y="5559"/>
                </a:lnTo>
                <a:lnTo>
                  <a:pt x="24995" y="10095"/>
                </a:lnTo>
                <a:lnTo>
                  <a:pt x="25161" y="12580"/>
                </a:lnTo>
                <a:lnTo>
                  <a:pt x="24995" y="15065"/>
                </a:lnTo>
                <a:lnTo>
                  <a:pt x="23116" y="19601"/>
                </a:lnTo>
                <a:lnTo>
                  <a:pt x="21476" y="21476"/>
                </a:lnTo>
                <a:lnTo>
                  <a:pt x="19601" y="23116"/>
                </a:lnTo>
                <a:lnTo>
                  <a:pt x="15065" y="24995"/>
                </a:lnTo>
                <a:lnTo>
                  <a:pt x="12580" y="25161"/>
                </a:lnTo>
                <a:lnTo>
                  <a:pt x="10095" y="2499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591" name="Shape 591"/>
          <p:cNvSpPr/>
          <p:nvPr/>
        </p:nvSpPr>
        <p:spPr>
          <a:xfrm>
            <a:off x="4878857" y="1964957"/>
            <a:ext cx="21978" cy="21978"/>
          </a:xfrm>
          <a:custGeom>
            <a:avLst/>
            <a:gdLst/>
            <a:ahLst/>
            <a:cxnLst/>
            <a:rect l="0" t="0" r="r" b="b"/>
            <a:pathLst>
              <a:path w="21978" h="21978">
                <a:moveTo>
                  <a:pt x="8818" y="21833"/>
                </a:moveTo>
                <a:lnTo>
                  <a:pt x="4856" y="20192"/>
                </a:lnTo>
                <a:lnTo>
                  <a:pt x="3218" y="18759"/>
                </a:lnTo>
                <a:lnTo>
                  <a:pt x="1785" y="17122"/>
                </a:lnTo>
                <a:lnTo>
                  <a:pt x="144" y="13160"/>
                </a:lnTo>
                <a:lnTo>
                  <a:pt x="0" y="10989"/>
                </a:lnTo>
                <a:lnTo>
                  <a:pt x="144" y="8818"/>
                </a:lnTo>
                <a:lnTo>
                  <a:pt x="1785" y="4856"/>
                </a:lnTo>
                <a:lnTo>
                  <a:pt x="3218" y="3218"/>
                </a:lnTo>
                <a:lnTo>
                  <a:pt x="4856" y="1785"/>
                </a:lnTo>
                <a:lnTo>
                  <a:pt x="8818" y="144"/>
                </a:lnTo>
                <a:lnTo>
                  <a:pt x="10989" y="0"/>
                </a:lnTo>
                <a:lnTo>
                  <a:pt x="13160" y="144"/>
                </a:lnTo>
                <a:lnTo>
                  <a:pt x="17122" y="1785"/>
                </a:lnTo>
                <a:lnTo>
                  <a:pt x="18759" y="3218"/>
                </a:lnTo>
                <a:lnTo>
                  <a:pt x="20192" y="4856"/>
                </a:lnTo>
                <a:lnTo>
                  <a:pt x="21833" y="8818"/>
                </a:lnTo>
                <a:lnTo>
                  <a:pt x="21978" y="10989"/>
                </a:lnTo>
                <a:lnTo>
                  <a:pt x="21833" y="13160"/>
                </a:lnTo>
                <a:lnTo>
                  <a:pt x="20192" y="17122"/>
                </a:lnTo>
                <a:lnTo>
                  <a:pt x="18759" y="18759"/>
                </a:lnTo>
                <a:lnTo>
                  <a:pt x="17122" y="20192"/>
                </a:lnTo>
                <a:lnTo>
                  <a:pt x="13160" y="21833"/>
                </a:lnTo>
                <a:lnTo>
                  <a:pt x="10989" y="21978"/>
                </a:lnTo>
                <a:lnTo>
                  <a:pt x="8818" y="21833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592" name="Shape 592"/>
          <p:cNvSpPr/>
          <p:nvPr/>
        </p:nvSpPr>
        <p:spPr>
          <a:xfrm>
            <a:off x="4875886" y="1969039"/>
            <a:ext cx="22220" cy="22220"/>
          </a:xfrm>
          <a:custGeom>
            <a:avLst/>
            <a:gdLst/>
            <a:ahLst/>
            <a:cxnLst/>
            <a:rect l="0" t="0" r="r" b="b"/>
            <a:pathLst>
              <a:path w="22220" h="22220">
                <a:moveTo>
                  <a:pt x="8915" y="22074"/>
                </a:moveTo>
                <a:lnTo>
                  <a:pt x="4909" y="20415"/>
                </a:lnTo>
                <a:lnTo>
                  <a:pt x="3254" y="18966"/>
                </a:lnTo>
                <a:lnTo>
                  <a:pt x="1805" y="17311"/>
                </a:lnTo>
                <a:lnTo>
                  <a:pt x="146" y="13305"/>
                </a:lnTo>
                <a:lnTo>
                  <a:pt x="0" y="11110"/>
                </a:lnTo>
                <a:lnTo>
                  <a:pt x="146" y="8915"/>
                </a:lnTo>
                <a:lnTo>
                  <a:pt x="1805" y="4909"/>
                </a:lnTo>
                <a:lnTo>
                  <a:pt x="3254" y="3254"/>
                </a:lnTo>
                <a:lnTo>
                  <a:pt x="4909" y="1805"/>
                </a:lnTo>
                <a:lnTo>
                  <a:pt x="8915" y="146"/>
                </a:lnTo>
                <a:lnTo>
                  <a:pt x="11110" y="0"/>
                </a:lnTo>
                <a:lnTo>
                  <a:pt x="13305" y="146"/>
                </a:lnTo>
                <a:lnTo>
                  <a:pt x="17311" y="1805"/>
                </a:lnTo>
                <a:lnTo>
                  <a:pt x="18966" y="3254"/>
                </a:lnTo>
                <a:lnTo>
                  <a:pt x="20415" y="4909"/>
                </a:lnTo>
                <a:lnTo>
                  <a:pt x="22074" y="8915"/>
                </a:lnTo>
                <a:lnTo>
                  <a:pt x="22220" y="11110"/>
                </a:lnTo>
                <a:lnTo>
                  <a:pt x="22074" y="13305"/>
                </a:lnTo>
                <a:lnTo>
                  <a:pt x="20415" y="17311"/>
                </a:lnTo>
                <a:lnTo>
                  <a:pt x="18966" y="18966"/>
                </a:lnTo>
                <a:lnTo>
                  <a:pt x="17311" y="20415"/>
                </a:lnTo>
                <a:lnTo>
                  <a:pt x="13305" y="22074"/>
                </a:lnTo>
                <a:lnTo>
                  <a:pt x="11110" y="22220"/>
                </a:lnTo>
                <a:lnTo>
                  <a:pt x="8915" y="22074"/>
                </a:lnTo>
                <a:close/>
              </a:path>
            </a:pathLst>
          </a:custGeom>
          <a:solidFill>
            <a:srgbClr val="89D789"/>
          </a:solidFill>
          <a:ln>
            <a:noFill/>
          </a:ln>
        </p:spPr>
      </p:sp>
      <p:sp>
        <p:nvSpPr>
          <p:cNvPr id="593" name="Shape 593"/>
          <p:cNvSpPr/>
          <p:nvPr/>
        </p:nvSpPr>
        <p:spPr>
          <a:xfrm>
            <a:off x="4873776" y="1971954"/>
            <a:ext cx="22378" cy="22378"/>
          </a:xfrm>
          <a:custGeom>
            <a:avLst/>
            <a:gdLst/>
            <a:ahLst/>
            <a:cxnLst/>
            <a:rect l="0" t="0" r="r" b="b"/>
            <a:pathLst>
              <a:path w="22378" h="22378">
                <a:moveTo>
                  <a:pt x="8978" y="22231"/>
                </a:moveTo>
                <a:lnTo>
                  <a:pt x="4944" y="20560"/>
                </a:lnTo>
                <a:lnTo>
                  <a:pt x="3277" y="19101"/>
                </a:lnTo>
                <a:lnTo>
                  <a:pt x="1818" y="17434"/>
                </a:lnTo>
                <a:lnTo>
                  <a:pt x="147" y="13399"/>
                </a:lnTo>
                <a:lnTo>
                  <a:pt x="0" y="11189"/>
                </a:lnTo>
                <a:lnTo>
                  <a:pt x="147" y="8978"/>
                </a:lnTo>
                <a:lnTo>
                  <a:pt x="1818" y="4944"/>
                </a:lnTo>
                <a:lnTo>
                  <a:pt x="3277" y="3277"/>
                </a:lnTo>
                <a:lnTo>
                  <a:pt x="4944" y="1818"/>
                </a:lnTo>
                <a:lnTo>
                  <a:pt x="8978" y="147"/>
                </a:lnTo>
                <a:lnTo>
                  <a:pt x="11189" y="0"/>
                </a:lnTo>
                <a:lnTo>
                  <a:pt x="13399" y="147"/>
                </a:lnTo>
                <a:lnTo>
                  <a:pt x="17434" y="1818"/>
                </a:lnTo>
                <a:lnTo>
                  <a:pt x="19101" y="3277"/>
                </a:lnTo>
                <a:lnTo>
                  <a:pt x="20560" y="4944"/>
                </a:lnTo>
                <a:lnTo>
                  <a:pt x="22231" y="8978"/>
                </a:lnTo>
                <a:lnTo>
                  <a:pt x="22378" y="11189"/>
                </a:lnTo>
                <a:lnTo>
                  <a:pt x="22231" y="13399"/>
                </a:lnTo>
                <a:lnTo>
                  <a:pt x="20560" y="17434"/>
                </a:lnTo>
                <a:lnTo>
                  <a:pt x="19101" y="19101"/>
                </a:lnTo>
                <a:lnTo>
                  <a:pt x="17434" y="20560"/>
                </a:lnTo>
                <a:lnTo>
                  <a:pt x="13399" y="22231"/>
                </a:lnTo>
                <a:lnTo>
                  <a:pt x="11189" y="22378"/>
                </a:lnTo>
                <a:lnTo>
                  <a:pt x="8978" y="22231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594" name="Shape 594"/>
          <p:cNvSpPr/>
          <p:nvPr/>
        </p:nvSpPr>
        <p:spPr>
          <a:xfrm>
            <a:off x="4871553" y="1975040"/>
            <a:ext cx="22534" cy="22534"/>
          </a:xfrm>
          <a:custGeom>
            <a:avLst/>
            <a:gdLst/>
            <a:ahLst/>
            <a:cxnLst/>
            <a:rect l="0" t="0" r="r" b="b"/>
            <a:pathLst>
              <a:path w="22534" h="22534">
                <a:moveTo>
                  <a:pt x="9041" y="22386"/>
                </a:moveTo>
                <a:lnTo>
                  <a:pt x="4979" y="20703"/>
                </a:lnTo>
                <a:lnTo>
                  <a:pt x="3300" y="19234"/>
                </a:lnTo>
                <a:lnTo>
                  <a:pt x="1831" y="17555"/>
                </a:lnTo>
                <a:lnTo>
                  <a:pt x="148" y="13493"/>
                </a:lnTo>
                <a:lnTo>
                  <a:pt x="0" y="11267"/>
                </a:lnTo>
                <a:lnTo>
                  <a:pt x="148" y="9041"/>
                </a:lnTo>
                <a:lnTo>
                  <a:pt x="1831" y="4979"/>
                </a:lnTo>
                <a:lnTo>
                  <a:pt x="3300" y="3300"/>
                </a:lnTo>
                <a:lnTo>
                  <a:pt x="4979" y="1831"/>
                </a:lnTo>
                <a:lnTo>
                  <a:pt x="9041" y="148"/>
                </a:lnTo>
                <a:lnTo>
                  <a:pt x="11267" y="0"/>
                </a:lnTo>
                <a:lnTo>
                  <a:pt x="13493" y="148"/>
                </a:lnTo>
                <a:lnTo>
                  <a:pt x="17555" y="1831"/>
                </a:lnTo>
                <a:lnTo>
                  <a:pt x="19234" y="3300"/>
                </a:lnTo>
                <a:lnTo>
                  <a:pt x="20703" y="4979"/>
                </a:lnTo>
                <a:lnTo>
                  <a:pt x="22386" y="9041"/>
                </a:lnTo>
                <a:lnTo>
                  <a:pt x="22534" y="11267"/>
                </a:lnTo>
                <a:lnTo>
                  <a:pt x="22386" y="13493"/>
                </a:lnTo>
                <a:lnTo>
                  <a:pt x="20703" y="17555"/>
                </a:lnTo>
                <a:lnTo>
                  <a:pt x="19234" y="19234"/>
                </a:lnTo>
                <a:lnTo>
                  <a:pt x="17555" y="20703"/>
                </a:lnTo>
                <a:lnTo>
                  <a:pt x="13493" y="22386"/>
                </a:lnTo>
                <a:lnTo>
                  <a:pt x="11267" y="22534"/>
                </a:lnTo>
                <a:lnTo>
                  <a:pt x="9041" y="22386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595" name="Shape 595"/>
          <p:cNvSpPr/>
          <p:nvPr/>
        </p:nvSpPr>
        <p:spPr>
          <a:xfrm>
            <a:off x="4867982" y="1980022"/>
            <a:ext cx="22763" cy="22763"/>
          </a:xfrm>
          <a:custGeom>
            <a:avLst/>
            <a:gdLst/>
            <a:ahLst/>
            <a:cxnLst/>
            <a:rect l="0" t="0" r="r" b="b"/>
            <a:pathLst>
              <a:path w="22763" h="22763">
                <a:moveTo>
                  <a:pt x="9133" y="22613"/>
                </a:moveTo>
                <a:lnTo>
                  <a:pt x="5029" y="20914"/>
                </a:lnTo>
                <a:lnTo>
                  <a:pt x="3333" y="19430"/>
                </a:lnTo>
                <a:lnTo>
                  <a:pt x="1849" y="17734"/>
                </a:lnTo>
                <a:lnTo>
                  <a:pt x="149" y="13630"/>
                </a:lnTo>
                <a:lnTo>
                  <a:pt x="0" y="11381"/>
                </a:lnTo>
                <a:lnTo>
                  <a:pt x="149" y="9133"/>
                </a:lnTo>
                <a:lnTo>
                  <a:pt x="1849" y="5029"/>
                </a:lnTo>
                <a:lnTo>
                  <a:pt x="3333" y="3333"/>
                </a:lnTo>
                <a:lnTo>
                  <a:pt x="5029" y="1849"/>
                </a:lnTo>
                <a:lnTo>
                  <a:pt x="9133" y="149"/>
                </a:lnTo>
                <a:lnTo>
                  <a:pt x="11381" y="0"/>
                </a:lnTo>
                <a:lnTo>
                  <a:pt x="13630" y="149"/>
                </a:lnTo>
                <a:lnTo>
                  <a:pt x="17734" y="1849"/>
                </a:lnTo>
                <a:lnTo>
                  <a:pt x="19430" y="3333"/>
                </a:lnTo>
                <a:lnTo>
                  <a:pt x="20914" y="5029"/>
                </a:lnTo>
                <a:lnTo>
                  <a:pt x="22613" y="9133"/>
                </a:lnTo>
                <a:lnTo>
                  <a:pt x="22763" y="11381"/>
                </a:lnTo>
                <a:lnTo>
                  <a:pt x="22613" y="13630"/>
                </a:lnTo>
                <a:lnTo>
                  <a:pt x="20914" y="17734"/>
                </a:lnTo>
                <a:lnTo>
                  <a:pt x="19430" y="19430"/>
                </a:lnTo>
                <a:lnTo>
                  <a:pt x="17734" y="20914"/>
                </a:lnTo>
                <a:lnTo>
                  <a:pt x="13630" y="22613"/>
                </a:lnTo>
                <a:lnTo>
                  <a:pt x="11381" y="22763"/>
                </a:lnTo>
                <a:lnTo>
                  <a:pt x="9133" y="22613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596" name="Shape 596"/>
          <p:cNvSpPr/>
          <p:nvPr/>
        </p:nvSpPr>
        <p:spPr>
          <a:xfrm>
            <a:off x="4864094" y="1985478"/>
            <a:ext cx="22988" cy="22988"/>
          </a:xfrm>
          <a:custGeom>
            <a:avLst/>
            <a:gdLst/>
            <a:ahLst/>
            <a:cxnLst/>
            <a:rect l="0" t="0" r="r" b="b"/>
            <a:pathLst>
              <a:path w="22988" h="22988">
                <a:moveTo>
                  <a:pt x="9223" y="22836"/>
                </a:moveTo>
                <a:lnTo>
                  <a:pt x="5079" y="21120"/>
                </a:lnTo>
                <a:lnTo>
                  <a:pt x="3366" y="19621"/>
                </a:lnTo>
                <a:lnTo>
                  <a:pt x="1868" y="17909"/>
                </a:lnTo>
                <a:lnTo>
                  <a:pt x="151" y="13764"/>
                </a:lnTo>
                <a:lnTo>
                  <a:pt x="0" y="11494"/>
                </a:lnTo>
                <a:lnTo>
                  <a:pt x="151" y="9223"/>
                </a:lnTo>
                <a:lnTo>
                  <a:pt x="1868" y="5079"/>
                </a:lnTo>
                <a:lnTo>
                  <a:pt x="3366" y="3366"/>
                </a:lnTo>
                <a:lnTo>
                  <a:pt x="5079" y="1868"/>
                </a:lnTo>
                <a:lnTo>
                  <a:pt x="9223" y="151"/>
                </a:lnTo>
                <a:lnTo>
                  <a:pt x="11494" y="0"/>
                </a:lnTo>
                <a:lnTo>
                  <a:pt x="13764" y="151"/>
                </a:lnTo>
                <a:lnTo>
                  <a:pt x="17909" y="1868"/>
                </a:lnTo>
                <a:lnTo>
                  <a:pt x="19621" y="3366"/>
                </a:lnTo>
                <a:lnTo>
                  <a:pt x="21120" y="5079"/>
                </a:lnTo>
                <a:lnTo>
                  <a:pt x="22836" y="9223"/>
                </a:lnTo>
                <a:lnTo>
                  <a:pt x="22988" y="11494"/>
                </a:lnTo>
                <a:lnTo>
                  <a:pt x="22836" y="13764"/>
                </a:lnTo>
                <a:lnTo>
                  <a:pt x="21120" y="17909"/>
                </a:lnTo>
                <a:lnTo>
                  <a:pt x="19621" y="19621"/>
                </a:lnTo>
                <a:lnTo>
                  <a:pt x="17909" y="21120"/>
                </a:lnTo>
                <a:lnTo>
                  <a:pt x="13764" y="22836"/>
                </a:lnTo>
                <a:lnTo>
                  <a:pt x="11494" y="22988"/>
                </a:lnTo>
                <a:lnTo>
                  <a:pt x="9223" y="22836"/>
                </a:lnTo>
                <a:close/>
              </a:path>
            </a:pathLst>
          </a:custGeom>
          <a:solidFill>
            <a:srgbClr val="85D486"/>
          </a:solidFill>
          <a:ln>
            <a:noFill/>
          </a:ln>
        </p:spPr>
      </p:sp>
      <p:sp>
        <p:nvSpPr>
          <p:cNvPr id="597" name="Shape 597"/>
          <p:cNvSpPr/>
          <p:nvPr/>
        </p:nvSpPr>
        <p:spPr>
          <a:xfrm>
            <a:off x="4861303" y="1989414"/>
            <a:ext cx="23133" cy="23133"/>
          </a:xfrm>
          <a:custGeom>
            <a:avLst/>
            <a:gdLst/>
            <a:ahLst/>
            <a:cxnLst/>
            <a:rect l="0" t="0" r="r" b="b"/>
            <a:pathLst>
              <a:path w="23133" h="23133">
                <a:moveTo>
                  <a:pt x="9281" y="22981"/>
                </a:moveTo>
                <a:lnTo>
                  <a:pt x="5111" y="21253"/>
                </a:lnTo>
                <a:lnTo>
                  <a:pt x="3387" y="19745"/>
                </a:lnTo>
                <a:lnTo>
                  <a:pt x="1879" y="18022"/>
                </a:lnTo>
                <a:lnTo>
                  <a:pt x="152" y="13851"/>
                </a:lnTo>
                <a:lnTo>
                  <a:pt x="0" y="11566"/>
                </a:lnTo>
                <a:lnTo>
                  <a:pt x="152" y="9281"/>
                </a:lnTo>
                <a:lnTo>
                  <a:pt x="1879" y="5111"/>
                </a:lnTo>
                <a:lnTo>
                  <a:pt x="3387" y="3387"/>
                </a:lnTo>
                <a:lnTo>
                  <a:pt x="5111" y="1879"/>
                </a:lnTo>
                <a:lnTo>
                  <a:pt x="9281" y="152"/>
                </a:lnTo>
                <a:lnTo>
                  <a:pt x="11566" y="0"/>
                </a:lnTo>
                <a:lnTo>
                  <a:pt x="13851" y="152"/>
                </a:lnTo>
                <a:lnTo>
                  <a:pt x="18022" y="1879"/>
                </a:lnTo>
                <a:lnTo>
                  <a:pt x="19745" y="3387"/>
                </a:lnTo>
                <a:lnTo>
                  <a:pt x="21253" y="5111"/>
                </a:lnTo>
                <a:lnTo>
                  <a:pt x="22981" y="9281"/>
                </a:lnTo>
                <a:lnTo>
                  <a:pt x="23133" y="11566"/>
                </a:lnTo>
                <a:lnTo>
                  <a:pt x="22981" y="13851"/>
                </a:lnTo>
                <a:lnTo>
                  <a:pt x="21253" y="18022"/>
                </a:lnTo>
                <a:lnTo>
                  <a:pt x="19745" y="19745"/>
                </a:lnTo>
                <a:lnTo>
                  <a:pt x="18022" y="21253"/>
                </a:lnTo>
                <a:lnTo>
                  <a:pt x="13851" y="22981"/>
                </a:lnTo>
                <a:lnTo>
                  <a:pt x="11566" y="23133"/>
                </a:lnTo>
                <a:lnTo>
                  <a:pt x="9281" y="22981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598" name="Shape 598"/>
          <p:cNvSpPr/>
          <p:nvPr/>
        </p:nvSpPr>
        <p:spPr>
          <a:xfrm>
            <a:off x="4856778" y="1995824"/>
            <a:ext cx="23345" cy="23345"/>
          </a:xfrm>
          <a:custGeom>
            <a:avLst/>
            <a:gdLst/>
            <a:ahLst/>
            <a:cxnLst/>
            <a:rect l="0" t="0" r="r" b="b"/>
            <a:pathLst>
              <a:path w="23345" h="23345">
                <a:moveTo>
                  <a:pt x="9366" y="23191"/>
                </a:moveTo>
                <a:lnTo>
                  <a:pt x="5158" y="21448"/>
                </a:lnTo>
                <a:lnTo>
                  <a:pt x="3418" y="19926"/>
                </a:lnTo>
                <a:lnTo>
                  <a:pt x="1896" y="18186"/>
                </a:lnTo>
                <a:lnTo>
                  <a:pt x="153" y="13978"/>
                </a:lnTo>
                <a:lnTo>
                  <a:pt x="0" y="11672"/>
                </a:lnTo>
                <a:lnTo>
                  <a:pt x="153" y="9366"/>
                </a:lnTo>
                <a:lnTo>
                  <a:pt x="1896" y="5158"/>
                </a:lnTo>
                <a:lnTo>
                  <a:pt x="3418" y="3418"/>
                </a:lnTo>
                <a:lnTo>
                  <a:pt x="5158" y="1896"/>
                </a:lnTo>
                <a:lnTo>
                  <a:pt x="9366" y="153"/>
                </a:lnTo>
                <a:lnTo>
                  <a:pt x="11672" y="0"/>
                </a:lnTo>
                <a:lnTo>
                  <a:pt x="13978" y="153"/>
                </a:lnTo>
                <a:lnTo>
                  <a:pt x="18186" y="1896"/>
                </a:lnTo>
                <a:lnTo>
                  <a:pt x="19926" y="3418"/>
                </a:lnTo>
                <a:lnTo>
                  <a:pt x="21448" y="5158"/>
                </a:lnTo>
                <a:lnTo>
                  <a:pt x="23191" y="9366"/>
                </a:lnTo>
                <a:lnTo>
                  <a:pt x="23345" y="11672"/>
                </a:lnTo>
                <a:lnTo>
                  <a:pt x="23191" y="13978"/>
                </a:lnTo>
                <a:lnTo>
                  <a:pt x="21448" y="18186"/>
                </a:lnTo>
                <a:lnTo>
                  <a:pt x="19926" y="19926"/>
                </a:lnTo>
                <a:lnTo>
                  <a:pt x="18186" y="21448"/>
                </a:lnTo>
                <a:lnTo>
                  <a:pt x="13978" y="23191"/>
                </a:lnTo>
                <a:lnTo>
                  <a:pt x="11672" y="23345"/>
                </a:lnTo>
                <a:lnTo>
                  <a:pt x="9366" y="23191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599" name="Shape 599"/>
          <p:cNvSpPr/>
          <p:nvPr/>
        </p:nvSpPr>
        <p:spPr>
          <a:xfrm>
            <a:off x="4851791" y="2002926"/>
            <a:ext cx="23548" cy="23548"/>
          </a:xfrm>
          <a:custGeom>
            <a:avLst/>
            <a:gdLst/>
            <a:ahLst/>
            <a:cxnLst/>
            <a:rect l="0" t="0" r="r" b="b"/>
            <a:pathLst>
              <a:path w="23548" h="23548">
                <a:moveTo>
                  <a:pt x="9448" y="23393"/>
                </a:moveTo>
                <a:lnTo>
                  <a:pt x="5202" y="21634"/>
                </a:lnTo>
                <a:lnTo>
                  <a:pt x="3448" y="20099"/>
                </a:lnTo>
                <a:lnTo>
                  <a:pt x="1913" y="18345"/>
                </a:lnTo>
                <a:lnTo>
                  <a:pt x="155" y="14100"/>
                </a:lnTo>
                <a:lnTo>
                  <a:pt x="0" y="11774"/>
                </a:lnTo>
                <a:lnTo>
                  <a:pt x="155" y="9448"/>
                </a:lnTo>
                <a:lnTo>
                  <a:pt x="1913" y="5202"/>
                </a:lnTo>
                <a:lnTo>
                  <a:pt x="3448" y="3448"/>
                </a:lnTo>
                <a:lnTo>
                  <a:pt x="5202" y="1913"/>
                </a:lnTo>
                <a:lnTo>
                  <a:pt x="9448" y="155"/>
                </a:lnTo>
                <a:lnTo>
                  <a:pt x="11774" y="0"/>
                </a:lnTo>
                <a:lnTo>
                  <a:pt x="14100" y="155"/>
                </a:lnTo>
                <a:lnTo>
                  <a:pt x="18345" y="1913"/>
                </a:lnTo>
                <a:lnTo>
                  <a:pt x="20099" y="3448"/>
                </a:lnTo>
                <a:lnTo>
                  <a:pt x="21634" y="5202"/>
                </a:lnTo>
                <a:lnTo>
                  <a:pt x="23393" y="9448"/>
                </a:lnTo>
                <a:lnTo>
                  <a:pt x="23548" y="11774"/>
                </a:lnTo>
                <a:lnTo>
                  <a:pt x="23393" y="14100"/>
                </a:lnTo>
                <a:lnTo>
                  <a:pt x="21634" y="18345"/>
                </a:lnTo>
                <a:lnTo>
                  <a:pt x="20099" y="20099"/>
                </a:lnTo>
                <a:lnTo>
                  <a:pt x="18345" y="21634"/>
                </a:lnTo>
                <a:lnTo>
                  <a:pt x="14100" y="23393"/>
                </a:lnTo>
                <a:lnTo>
                  <a:pt x="11774" y="23548"/>
                </a:lnTo>
                <a:lnTo>
                  <a:pt x="9448" y="23393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600" name="Shape 600"/>
          <p:cNvSpPr/>
          <p:nvPr/>
        </p:nvSpPr>
        <p:spPr>
          <a:xfrm>
            <a:off x="4848172" y="2008104"/>
            <a:ext cx="23677" cy="23677"/>
          </a:xfrm>
          <a:custGeom>
            <a:avLst/>
            <a:gdLst/>
            <a:ahLst/>
            <a:cxnLst/>
            <a:rect l="0" t="0" r="r" b="b"/>
            <a:pathLst>
              <a:path w="23677" h="23677">
                <a:moveTo>
                  <a:pt x="9499" y="23521"/>
                </a:moveTo>
                <a:lnTo>
                  <a:pt x="5231" y="21753"/>
                </a:lnTo>
                <a:lnTo>
                  <a:pt x="3467" y="20209"/>
                </a:lnTo>
                <a:lnTo>
                  <a:pt x="1924" y="18445"/>
                </a:lnTo>
                <a:lnTo>
                  <a:pt x="155" y="14177"/>
                </a:lnTo>
                <a:lnTo>
                  <a:pt x="0" y="11838"/>
                </a:lnTo>
                <a:lnTo>
                  <a:pt x="155" y="9499"/>
                </a:lnTo>
                <a:lnTo>
                  <a:pt x="1924" y="5231"/>
                </a:lnTo>
                <a:lnTo>
                  <a:pt x="3467" y="3467"/>
                </a:lnTo>
                <a:lnTo>
                  <a:pt x="5231" y="1924"/>
                </a:lnTo>
                <a:lnTo>
                  <a:pt x="9499" y="155"/>
                </a:lnTo>
                <a:lnTo>
                  <a:pt x="11838" y="0"/>
                </a:lnTo>
                <a:lnTo>
                  <a:pt x="14177" y="155"/>
                </a:lnTo>
                <a:lnTo>
                  <a:pt x="18445" y="1924"/>
                </a:lnTo>
                <a:lnTo>
                  <a:pt x="20209" y="3467"/>
                </a:lnTo>
                <a:lnTo>
                  <a:pt x="21753" y="5231"/>
                </a:lnTo>
                <a:lnTo>
                  <a:pt x="23521" y="9499"/>
                </a:lnTo>
                <a:lnTo>
                  <a:pt x="23677" y="11838"/>
                </a:lnTo>
                <a:lnTo>
                  <a:pt x="23521" y="14177"/>
                </a:lnTo>
                <a:lnTo>
                  <a:pt x="21753" y="18445"/>
                </a:lnTo>
                <a:lnTo>
                  <a:pt x="20209" y="20209"/>
                </a:lnTo>
                <a:lnTo>
                  <a:pt x="18445" y="21753"/>
                </a:lnTo>
                <a:lnTo>
                  <a:pt x="14177" y="23521"/>
                </a:lnTo>
                <a:lnTo>
                  <a:pt x="11838" y="23677"/>
                </a:lnTo>
                <a:lnTo>
                  <a:pt x="9499" y="23521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601" name="Shape 601"/>
          <p:cNvSpPr/>
          <p:nvPr/>
        </p:nvSpPr>
        <p:spPr>
          <a:xfrm>
            <a:off x="4847719" y="2016636"/>
            <a:ext cx="18373" cy="23858"/>
          </a:xfrm>
          <a:custGeom>
            <a:avLst/>
            <a:gdLst/>
            <a:ahLst/>
            <a:cxnLst/>
            <a:rect l="0" t="0" r="r" b="b"/>
            <a:pathLst>
              <a:path w="18373" h="23858">
                <a:moveTo>
                  <a:pt x="4087" y="23701"/>
                </a:moveTo>
                <a:lnTo>
                  <a:pt x="0" y="22008"/>
                </a:lnTo>
                <a:lnTo>
                  <a:pt x="0" y="1850"/>
                </a:lnTo>
                <a:lnTo>
                  <a:pt x="4087" y="157"/>
                </a:lnTo>
                <a:lnTo>
                  <a:pt x="6443" y="0"/>
                </a:lnTo>
                <a:lnTo>
                  <a:pt x="8800" y="157"/>
                </a:lnTo>
                <a:lnTo>
                  <a:pt x="13101" y="1938"/>
                </a:lnTo>
                <a:lnTo>
                  <a:pt x="14879" y="3494"/>
                </a:lnTo>
                <a:lnTo>
                  <a:pt x="16434" y="5271"/>
                </a:lnTo>
                <a:lnTo>
                  <a:pt x="18215" y="9572"/>
                </a:lnTo>
                <a:lnTo>
                  <a:pt x="18373" y="11929"/>
                </a:lnTo>
                <a:lnTo>
                  <a:pt x="18215" y="14285"/>
                </a:lnTo>
                <a:lnTo>
                  <a:pt x="16434" y="18587"/>
                </a:lnTo>
                <a:lnTo>
                  <a:pt x="14879" y="20364"/>
                </a:lnTo>
                <a:lnTo>
                  <a:pt x="13101" y="21919"/>
                </a:lnTo>
                <a:lnTo>
                  <a:pt x="8800" y="23701"/>
                </a:lnTo>
                <a:lnTo>
                  <a:pt x="6443" y="23858"/>
                </a:lnTo>
                <a:lnTo>
                  <a:pt x="4087" y="2370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602" name="Shape 602"/>
          <p:cNvSpPr/>
          <p:nvPr/>
        </p:nvSpPr>
        <p:spPr>
          <a:xfrm>
            <a:off x="6375793" y="1947195"/>
            <a:ext cx="23384" cy="23384"/>
          </a:xfrm>
          <a:custGeom>
            <a:avLst/>
            <a:gdLst/>
            <a:ahLst/>
            <a:cxnLst/>
            <a:rect l="0" t="0" r="r" b="b"/>
            <a:pathLst>
              <a:path w="23384" h="23384">
                <a:moveTo>
                  <a:pt x="9382" y="23230"/>
                </a:moveTo>
                <a:lnTo>
                  <a:pt x="5166" y="21484"/>
                </a:lnTo>
                <a:lnTo>
                  <a:pt x="3424" y="19960"/>
                </a:lnTo>
                <a:lnTo>
                  <a:pt x="1900" y="18217"/>
                </a:lnTo>
                <a:lnTo>
                  <a:pt x="153" y="14002"/>
                </a:lnTo>
                <a:lnTo>
                  <a:pt x="0" y="11692"/>
                </a:lnTo>
                <a:lnTo>
                  <a:pt x="153" y="9382"/>
                </a:lnTo>
                <a:lnTo>
                  <a:pt x="1900" y="5166"/>
                </a:lnTo>
                <a:lnTo>
                  <a:pt x="3424" y="3424"/>
                </a:lnTo>
                <a:lnTo>
                  <a:pt x="5166" y="1900"/>
                </a:lnTo>
                <a:lnTo>
                  <a:pt x="9382" y="153"/>
                </a:lnTo>
                <a:lnTo>
                  <a:pt x="11692" y="0"/>
                </a:lnTo>
                <a:lnTo>
                  <a:pt x="14002" y="153"/>
                </a:lnTo>
                <a:lnTo>
                  <a:pt x="18217" y="1900"/>
                </a:lnTo>
                <a:lnTo>
                  <a:pt x="19960" y="3424"/>
                </a:lnTo>
                <a:lnTo>
                  <a:pt x="21484" y="5166"/>
                </a:lnTo>
                <a:lnTo>
                  <a:pt x="23230" y="9382"/>
                </a:lnTo>
                <a:lnTo>
                  <a:pt x="23384" y="11692"/>
                </a:lnTo>
                <a:lnTo>
                  <a:pt x="23230" y="14002"/>
                </a:lnTo>
                <a:lnTo>
                  <a:pt x="21484" y="18217"/>
                </a:lnTo>
                <a:lnTo>
                  <a:pt x="19960" y="19960"/>
                </a:lnTo>
                <a:lnTo>
                  <a:pt x="18217" y="21484"/>
                </a:lnTo>
                <a:lnTo>
                  <a:pt x="14002" y="23230"/>
                </a:lnTo>
                <a:lnTo>
                  <a:pt x="11692" y="23384"/>
                </a:lnTo>
                <a:lnTo>
                  <a:pt x="9382" y="23230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603" name="Shape 603"/>
          <p:cNvSpPr/>
          <p:nvPr/>
        </p:nvSpPr>
        <p:spPr>
          <a:xfrm>
            <a:off x="6286131" y="1949161"/>
            <a:ext cx="21516" cy="21516"/>
          </a:xfrm>
          <a:custGeom>
            <a:avLst/>
            <a:gdLst/>
            <a:ahLst/>
            <a:cxnLst/>
            <a:rect l="0" t="0" r="r" b="b"/>
            <a:pathLst>
              <a:path w="21516" h="21516">
                <a:moveTo>
                  <a:pt x="8632" y="21374"/>
                </a:moveTo>
                <a:lnTo>
                  <a:pt x="4753" y="19767"/>
                </a:lnTo>
                <a:lnTo>
                  <a:pt x="3151" y="18365"/>
                </a:lnTo>
                <a:lnTo>
                  <a:pt x="1748" y="16762"/>
                </a:lnTo>
                <a:lnTo>
                  <a:pt x="141" y="12883"/>
                </a:lnTo>
                <a:lnTo>
                  <a:pt x="0" y="10758"/>
                </a:lnTo>
                <a:lnTo>
                  <a:pt x="141" y="8632"/>
                </a:lnTo>
                <a:lnTo>
                  <a:pt x="1748" y="4753"/>
                </a:lnTo>
                <a:lnTo>
                  <a:pt x="3151" y="3151"/>
                </a:lnTo>
                <a:lnTo>
                  <a:pt x="4753" y="1748"/>
                </a:lnTo>
                <a:lnTo>
                  <a:pt x="8632" y="141"/>
                </a:lnTo>
                <a:lnTo>
                  <a:pt x="10758" y="0"/>
                </a:lnTo>
                <a:lnTo>
                  <a:pt x="12883" y="141"/>
                </a:lnTo>
                <a:lnTo>
                  <a:pt x="16762" y="1748"/>
                </a:lnTo>
                <a:lnTo>
                  <a:pt x="18365" y="3151"/>
                </a:lnTo>
                <a:lnTo>
                  <a:pt x="19767" y="4753"/>
                </a:lnTo>
                <a:lnTo>
                  <a:pt x="21374" y="8632"/>
                </a:lnTo>
                <a:lnTo>
                  <a:pt x="21516" y="10758"/>
                </a:lnTo>
                <a:lnTo>
                  <a:pt x="21374" y="12883"/>
                </a:lnTo>
                <a:lnTo>
                  <a:pt x="19767" y="16762"/>
                </a:lnTo>
                <a:lnTo>
                  <a:pt x="18365" y="18365"/>
                </a:lnTo>
                <a:lnTo>
                  <a:pt x="16762" y="19767"/>
                </a:lnTo>
                <a:lnTo>
                  <a:pt x="12883" y="21374"/>
                </a:lnTo>
                <a:lnTo>
                  <a:pt x="10758" y="21516"/>
                </a:lnTo>
                <a:lnTo>
                  <a:pt x="8632" y="21374"/>
                </a:lnTo>
                <a:close/>
              </a:path>
            </a:pathLst>
          </a:custGeom>
          <a:solidFill>
            <a:srgbClr val="8CD98C"/>
          </a:solidFill>
          <a:ln>
            <a:noFill/>
          </a:ln>
        </p:spPr>
      </p:sp>
      <p:sp>
        <p:nvSpPr>
          <p:cNvPr id="604" name="Shape 604"/>
          <p:cNvSpPr/>
          <p:nvPr/>
        </p:nvSpPr>
        <p:spPr>
          <a:xfrm>
            <a:off x="6330171" y="1951057"/>
            <a:ext cx="23717" cy="23717"/>
          </a:xfrm>
          <a:custGeom>
            <a:avLst/>
            <a:gdLst/>
            <a:ahLst/>
            <a:cxnLst/>
            <a:rect l="0" t="0" r="r" b="b"/>
            <a:pathLst>
              <a:path w="23717" h="23717">
                <a:moveTo>
                  <a:pt x="9516" y="23561"/>
                </a:moveTo>
                <a:lnTo>
                  <a:pt x="5240" y="21790"/>
                </a:lnTo>
                <a:lnTo>
                  <a:pt x="3473" y="20244"/>
                </a:lnTo>
                <a:lnTo>
                  <a:pt x="1927" y="18477"/>
                </a:lnTo>
                <a:lnTo>
                  <a:pt x="156" y="14201"/>
                </a:lnTo>
                <a:lnTo>
                  <a:pt x="0" y="11858"/>
                </a:lnTo>
                <a:lnTo>
                  <a:pt x="156" y="9516"/>
                </a:lnTo>
                <a:lnTo>
                  <a:pt x="1927" y="5240"/>
                </a:lnTo>
                <a:lnTo>
                  <a:pt x="3473" y="3473"/>
                </a:lnTo>
                <a:lnTo>
                  <a:pt x="5240" y="1927"/>
                </a:lnTo>
                <a:lnTo>
                  <a:pt x="9516" y="156"/>
                </a:lnTo>
                <a:lnTo>
                  <a:pt x="11858" y="0"/>
                </a:lnTo>
                <a:lnTo>
                  <a:pt x="14201" y="156"/>
                </a:lnTo>
                <a:lnTo>
                  <a:pt x="18477" y="1927"/>
                </a:lnTo>
                <a:lnTo>
                  <a:pt x="20244" y="3473"/>
                </a:lnTo>
                <a:lnTo>
                  <a:pt x="21790" y="5240"/>
                </a:lnTo>
                <a:lnTo>
                  <a:pt x="23561" y="9516"/>
                </a:lnTo>
                <a:lnTo>
                  <a:pt x="23717" y="11858"/>
                </a:lnTo>
                <a:lnTo>
                  <a:pt x="23561" y="14201"/>
                </a:lnTo>
                <a:lnTo>
                  <a:pt x="21790" y="18477"/>
                </a:lnTo>
                <a:lnTo>
                  <a:pt x="20244" y="20244"/>
                </a:lnTo>
                <a:lnTo>
                  <a:pt x="18477" y="21790"/>
                </a:lnTo>
                <a:lnTo>
                  <a:pt x="14201" y="23561"/>
                </a:lnTo>
                <a:lnTo>
                  <a:pt x="11858" y="23717"/>
                </a:lnTo>
                <a:lnTo>
                  <a:pt x="9516" y="23561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605" name="Shape 605"/>
          <p:cNvSpPr/>
          <p:nvPr/>
        </p:nvSpPr>
        <p:spPr>
          <a:xfrm>
            <a:off x="6362920" y="1954091"/>
            <a:ext cx="21875" cy="21875"/>
          </a:xfrm>
          <a:custGeom>
            <a:avLst/>
            <a:gdLst/>
            <a:ahLst/>
            <a:cxnLst/>
            <a:rect l="0" t="0" r="r" b="b"/>
            <a:pathLst>
              <a:path w="21875" h="21875">
                <a:moveTo>
                  <a:pt x="8776" y="21731"/>
                </a:moveTo>
                <a:lnTo>
                  <a:pt x="4833" y="20097"/>
                </a:lnTo>
                <a:lnTo>
                  <a:pt x="3203" y="18671"/>
                </a:lnTo>
                <a:lnTo>
                  <a:pt x="1777" y="17041"/>
                </a:lnTo>
                <a:lnTo>
                  <a:pt x="144" y="13098"/>
                </a:lnTo>
                <a:lnTo>
                  <a:pt x="0" y="10937"/>
                </a:lnTo>
                <a:lnTo>
                  <a:pt x="144" y="8776"/>
                </a:lnTo>
                <a:lnTo>
                  <a:pt x="1777" y="4833"/>
                </a:lnTo>
                <a:lnTo>
                  <a:pt x="3203" y="3203"/>
                </a:lnTo>
                <a:lnTo>
                  <a:pt x="4833" y="1777"/>
                </a:lnTo>
                <a:lnTo>
                  <a:pt x="8776" y="144"/>
                </a:lnTo>
                <a:lnTo>
                  <a:pt x="10937" y="0"/>
                </a:lnTo>
                <a:lnTo>
                  <a:pt x="13098" y="144"/>
                </a:lnTo>
                <a:lnTo>
                  <a:pt x="17041" y="1777"/>
                </a:lnTo>
                <a:lnTo>
                  <a:pt x="18671" y="3203"/>
                </a:lnTo>
                <a:lnTo>
                  <a:pt x="20097" y="4833"/>
                </a:lnTo>
                <a:lnTo>
                  <a:pt x="21731" y="8776"/>
                </a:lnTo>
                <a:lnTo>
                  <a:pt x="21875" y="10937"/>
                </a:lnTo>
                <a:lnTo>
                  <a:pt x="21731" y="13098"/>
                </a:lnTo>
                <a:lnTo>
                  <a:pt x="20097" y="17041"/>
                </a:lnTo>
                <a:lnTo>
                  <a:pt x="18671" y="18671"/>
                </a:lnTo>
                <a:lnTo>
                  <a:pt x="17041" y="20097"/>
                </a:lnTo>
                <a:lnTo>
                  <a:pt x="13098" y="21731"/>
                </a:lnTo>
                <a:lnTo>
                  <a:pt x="10937" y="21875"/>
                </a:lnTo>
                <a:lnTo>
                  <a:pt x="8776" y="21731"/>
                </a:lnTo>
                <a:close/>
              </a:path>
            </a:pathLst>
          </a:custGeom>
          <a:solidFill>
            <a:srgbClr val="8AD88B"/>
          </a:solidFill>
          <a:ln>
            <a:noFill/>
          </a:ln>
        </p:spPr>
      </p:sp>
      <p:sp>
        <p:nvSpPr>
          <p:cNvPr id="606" name="Shape 606"/>
          <p:cNvSpPr/>
          <p:nvPr/>
        </p:nvSpPr>
        <p:spPr>
          <a:xfrm>
            <a:off x="6395200" y="1955254"/>
            <a:ext cx="23972" cy="23972"/>
          </a:xfrm>
          <a:custGeom>
            <a:avLst/>
            <a:gdLst/>
            <a:ahLst/>
            <a:cxnLst/>
            <a:rect l="0" t="0" r="r" b="b"/>
            <a:pathLst>
              <a:path w="23972" h="23972">
                <a:moveTo>
                  <a:pt x="9618" y="23814"/>
                </a:moveTo>
                <a:lnTo>
                  <a:pt x="5296" y="22024"/>
                </a:lnTo>
                <a:lnTo>
                  <a:pt x="3510" y="20462"/>
                </a:lnTo>
                <a:lnTo>
                  <a:pt x="1948" y="18676"/>
                </a:lnTo>
                <a:lnTo>
                  <a:pt x="157" y="14354"/>
                </a:lnTo>
                <a:lnTo>
                  <a:pt x="0" y="11986"/>
                </a:lnTo>
                <a:lnTo>
                  <a:pt x="157" y="9618"/>
                </a:lnTo>
                <a:lnTo>
                  <a:pt x="1948" y="5296"/>
                </a:lnTo>
                <a:lnTo>
                  <a:pt x="3510" y="3510"/>
                </a:lnTo>
                <a:lnTo>
                  <a:pt x="5296" y="1948"/>
                </a:lnTo>
                <a:lnTo>
                  <a:pt x="9618" y="157"/>
                </a:lnTo>
                <a:lnTo>
                  <a:pt x="11986" y="0"/>
                </a:lnTo>
                <a:lnTo>
                  <a:pt x="14354" y="157"/>
                </a:lnTo>
                <a:lnTo>
                  <a:pt x="18676" y="1948"/>
                </a:lnTo>
                <a:lnTo>
                  <a:pt x="20462" y="3510"/>
                </a:lnTo>
                <a:lnTo>
                  <a:pt x="22024" y="5296"/>
                </a:lnTo>
                <a:lnTo>
                  <a:pt x="23814" y="9618"/>
                </a:lnTo>
                <a:lnTo>
                  <a:pt x="23972" y="11986"/>
                </a:lnTo>
                <a:lnTo>
                  <a:pt x="23814" y="14354"/>
                </a:lnTo>
                <a:lnTo>
                  <a:pt x="22024" y="18676"/>
                </a:lnTo>
                <a:lnTo>
                  <a:pt x="20462" y="20462"/>
                </a:lnTo>
                <a:lnTo>
                  <a:pt x="18676" y="22024"/>
                </a:lnTo>
                <a:lnTo>
                  <a:pt x="14354" y="23814"/>
                </a:lnTo>
                <a:lnTo>
                  <a:pt x="11986" y="23972"/>
                </a:lnTo>
                <a:lnTo>
                  <a:pt x="9618" y="23814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607" name="Shape 607"/>
          <p:cNvSpPr/>
          <p:nvPr/>
        </p:nvSpPr>
        <p:spPr>
          <a:xfrm>
            <a:off x="6193309" y="1950150"/>
            <a:ext cx="21651" cy="21651"/>
          </a:xfrm>
          <a:custGeom>
            <a:avLst/>
            <a:gdLst/>
            <a:ahLst/>
            <a:cxnLst/>
            <a:rect l="0" t="0" r="r" b="b"/>
            <a:pathLst>
              <a:path w="21651" h="21651">
                <a:moveTo>
                  <a:pt x="8687" y="21508"/>
                </a:moveTo>
                <a:lnTo>
                  <a:pt x="4783" y="19891"/>
                </a:lnTo>
                <a:lnTo>
                  <a:pt x="3170" y="18480"/>
                </a:lnTo>
                <a:lnTo>
                  <a:pt x="1759" y="16867"/>
                </a:lnTo>
                <a:lnTo>
                  <a:pt x="142" y="12964"/>
                </a:lnTo>
                <a:lnTo>
                  <a:pt x="0" y="10825"/>
                </a:lnTo>
                <a:lnTo>
                  <a:pt x="142" y="8687"/>
                </a:lnTo>
                <a:lnTo>
                  <a:pt x="1759" y="4783"/>
                </a:lnTo>
                <a:lnTo>
                  <a:pt x="3170" y="3170"/>
                </a:lnTo>
                <a:lnTo>
                  <a:pt x="4783" y="1759"/>
                </a:lnTo>
                <a:lnTo>
                  <a:pt x="8687" y="142"/>
                </a:lnTo>
                <a:lnTo>
                  <a:pt x="10825" y="0"/>
                </a:lnTo>
                <a:lnTo>
                  <a:pt x="12964" y="142"/>
                </a:lnTo>
                <a:lnTo>
                  <a:pt x="16867" y="1759"/>
                </a:lnTo>
                <a:lnTo>
                  <a:pt x="18480" y="3170"/>
                </a:lnTo>
                <a:lnTo>
                  <a:pt x="19891" y="4783"/>
                </a:lnTo>
                <a:lnTo>
                  <a:pt x="21508" y="8687"/>
                </a:lnTo>
                <a:lnTo>
                  <a:pt x="21651" y="10825"/>
                </a:lnTo>
                <a:lnTo>
                  <a:pt x="21508" y="12964"/>
                </a:lnTo>
                <a:lnTo>
                  <a:pt x="19891" y="16867"/>
                </a:lnTo>
                <a:lnTo>
                  <a:pt x="18480" y="18480"/>
                </a:lnTo>
                <a:lnTo>
                  <a:pt x="16867" y="19891"/>
                </a:lnTo>
                <a:lnTo>
                  <a:pt x="12964" y="21508"/>
                </a:lnTo>
                <a:lnTo>
                  <a:pt x="10825" y="21651"/>
                </a:lnTo>
                <a:lnTo>
                  <a:pt x="8687" y="21508"/>
                </a:lnTo>
                <a:close/>
              </a:path>
            </a:pathLst>
          </a:custGeom>
          <a:solidFill>
            <a:srgbClr val="8BD88C"/>
          </a:solidFill>
          <a:ln>
            <a:noFill/>
          </a:ln>
        </p:spPr>
      </p:sp>
      <p:sp>
        <p:nvSpPr>
          <p:cNvPr id="608" name="Shape 608"/>
          <p:cNvSpPr/>
          <p:nvPr/>
        </p:nvSpPr>
        <p:spPr>
          <a:xfrm>
            <a:off x="6234735" y="1952122"/>
            <a:ext cx="23847" cy="23847"/>
          </a:xfrm>
          <a:custGeom>
            <a:avLst/>
            <a:gdLst/>
            <a:ahLst/>
            <a:cxnLst/>
            <a:rect l="0" t="0" r="r" b="b"/>
            <a:pathLst>
              <a:path w="23847" h="23847">
                <a:moveTo>
                  <a:pt x="9568" y="23690"/>
                </a:moveTo>
                <a:lnTo>
                  <a:pt x="5268" y="21909"/>
                </a:lnTo>
                <a:lnTo>
                  <a:pt x="3492" y="20354"/>
                </a:lnTo>
                <a:lnTo>
                  <a:pt x="1937" y="18578"/>
                </a:lnTo>
                <a:lnTo>
                  <a:pt x="157" y="14279"/>
                </a:lnTo>
                <a:lnTo>
                  <a:pt x="0" y="11923"/>
                </a:lnTo>
                <a:lnTo>
                  <a:pt x="157" y="9568"/>
                </a:lnTo>
                <a:lnTo>
                  <a:pt x="1937" y="5268"/>
                </a:lnTo>
                <a:lnTo>
                  <a:pt x="3492" y="3492"/>
                </a:lnTo>
                <a:lnTo>
                  <a:pt x="5268" y="1937"/>
                </a:lnTo>
                <a:lnTo>
                  <a:pt x="9568" y="157"/>
                </a:lnTo>
                <a:lnTo>
                  <a:pt x="11923" y="0"/>
                </a:lnTo>
                <a:lnTo>
                  <a:pt x="14279" y="157"/>
                </a:lnTo>
                <a:lnTo>
                  <a:pt x="18578" y="1937"/>
                </a:lnTo>
                <a:lnTo>
                  <a:pt x="20354" y="3492"/>
                </a:lnTo>
                <a:lnTo>
                  <a:pt x="21909" y="5268"/>
                </a:lnTo>
                <a:lnTo>
                  <a:pt x="23690" y="9568"/>
                </a:lnTo>
                <a:lnTo>
                  <a:pt x="23847" y="11923"/>
                </a:lnTo>
                <a:lnTo>
                  <a:pt x="23690" y="14279"/>
                </a:lnTo>
                <a:lnTo>
                  <a:pt x="21909" y="18578"/>
                </a:lnTo>
                <a:lnTo>
                  <a:pt x="20354" y="20354"/>
                </a:lnTo>
                <a:lnTo>
                  <a:pt x="18578" y="21909"/>
                </a:lnTo>
                <a:lnTo>
                  <a:pt x="14279" y="23690"/>
                </a:lnTo>
                <a:lnTo>
                  <a:pt x="11923" y="23847"/>
                </a:lnTo>
                <a:lnTo>
                  <a:pt x="9568" y="23690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609" name="Shape 609"/>
          <p:cNvSpPr/>
          <p:nvPr/>
        </p:nvSpPr>
        <p:spPr>
          <a:xfrm>
            <a:off x="6264672" y="1954221"/>
            <a:ext cx="23980" cy="23980"/>
          </a:xfrm>
          <a:custGeom>
            <a:avLst/>
            <a:gdLst/>
            <a:ahLst/>
            <a:cxnLst/>
            <a:rect l="0" t="0" r="r" b="b"/>
            <a:pathLst>
              <a:path w="23980" h="23980">
                <a:moveTo>
                  <a:pt x="9621" y="23822"/>
                </a:moveTo>
                <a:lnTo>
                  <a:pt x="5298" y="22031"/>
                </a:lnTo>
                <a:lnTo>
                  <a:pt x="3511" y="20468"/>
                </a:lnTo>
                <a:lnTo>
                  <a:pt x="1948" y="18682"/>
                </a:lnTo>
                <a:lnTo>
                  <a:pt x="157" y="14358"/>
                </a:lnTo>
                <a:lnTo>
                  <a:pt x="0" y="11990"/>
                </a:lnTo>
                <a:lnTo>
                  <a:pt x="157" y="9621"/>
                </a:lnTo>
                <a:lnTo>
                  <a:pt x="1948" y="5298"/>
                </a:lnTo>
                <a:lnTo>
                  <a:pt x="3511" y="3511"/>
                </a:lnTo>
                <a:lnTo>
                  <a:pt x="5298" y="1948"/>
                </a:lnTo>
                <a:lnTo>
                  <a:pt x="9621" y="157"/>
                </a:lnTo>
                <a:lnTo>
                  <a:pt x="11990" y="0"/>
                </a:lnTo>
                <a:lnTo>
                  <a:pt x="14358" y="157"/>
                </a:lnTo>
                <a:lnTo>
                  <a:pt x="18682" y="1948"/>
                </a:lnTo>
                <a:lnTo>
                  <a:pt x="20468" y="3511"/>
                </a:lnTo>
                <a:lnTo>
                  <a:pt x="22031" y="5298"/>
                </a:lnTo>
                <a:lnTo>
                  <a:pt x="23822" y="9621"/>
                </a:lnTo>
                <a:lnTo>
                  <a:pt x="23980" y="11990"/>
                </a:lnTo>
                <a:lnTo>
                  <a:pt x="23822" y="14358"/>
                </a:lnTo>
                <a:lnTo>
                  <a:pt x="22031" y="18682"/>
                </a:lnTo>
                <a:lnTo>
                  <a:pt x="20468" y="20468"/>
                </a:lnTo>
                <a:lnTo>
                  <a:pt x="18682" y="22031"/>
                </a:lnTo>
                <a:lnTo>
                  <a:pt x="14358" y="23822"/>
                </a:lnTo>
                <a:lnTo>
                  <a:pt x="11990" y="23980"/>
                </a:lnTo>
                <a:lnTo>
                  <a:pt x="9621" y="23822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610" name="Shape 610"/>
          <p:cNvSpPr/>
          <p:nvPr/>
        </p:nvSpPr>
        <p:spPr>
          <a:xfrm>
            <a:off x="6297018" y="1957399"/>
            <a:ext cx="22161" cy="22161"/>
          </a:xfrm>
          <a:custGeom>
            <a:avLst/>
            <a:gdLst/>
            <a:ahLst/>
            <a:cxnLst/>
            <a:rect l="0" t="0" r="r" b="b"/>
            <a:pathLst>
              <a:path w="22161" h="22161">
                <a:moveTo>
                  <a:pt x="8891" y="22016"/>
                </a:moveTo>
                <a:lnTo>
                  <a:pt x="4896" y="20361"/>
                </a:lnTo>
                <a:lnTo>
                  <a:pt x="3245" y="18916"/>
                </a:lnTo>
                <a:lnTo>
                  <a:pt x="1800" y="17265"/>
                </a:lnTo>
                <a:lnTo>
                  <a:pt x="145" y="13270"/>
                </a:lnTo>
                <a:lnTo>
                  <a:pt x="0" y="11080"/>
                </a:lnTo>
                <a:lnTo>
                  <a:pt x="145" y="8891"/>
                </a:lnTo>
                <a:lnTo>
                  <a:pt x="1800" y="4896"/>
                </a:lnTo>
                <a:lnTo>
                  <a:pt x="3245" y="3245"/>
                </a:lnTo>
                <a:lnTo>
                  <a:pt x="4896" y="1800"/>
                </a:lnTo>
                <a:lnTo>
                  <a:pt x="8891" y="145"/>
                </a:lnTo>
                <a:lnTo>
                  <a:pt x="11080" y="0"/>
                </a:lnTo>
                <a:lnTo>
                  <a:pt x="13270" y="145"/>
                </a:lnTo>
                <a:lnTo>
                  <a:pt x="17265" y="1800"/>
                </a:lnTo>
                <a:lnTo>
                  <a:pt x="18916" y="3245"/>
                </a:lnTo>
                <a:lnTo>
                  <a:pt x="20361" y="4896"/>
                </a:lnTo>
                <a:lnTo>
                  <a:pt x="22016" y="8891"/>
                </a:lnTo>
                <a:lnTo>
                  <a:pt x="22161" y="11080"/>
                </a:lnTo>
                <a:lnTo>
                  <a:pt x="22016" y="13270"/>
                </a:lnTo>
                <a:lnTo>
                  <a:pt x="20361" y="17265"/>
                </a:lnTo>
                <a:lnTo>
                  <a:pt x="18916" y="18916"/>
                </a:lnTo>
                <a:lnTo>
                  <a:pt x="17265" y="20361"/>
                </a:lnTo>
                <a:lnTo>
                  <a:pt x="13270" y="22016"/>
                </a:lnTo>
                <a:lnTo>
                  <a:pt x="11080" y="22161"/>
                </a:lnTo>
                <a:lnTo>
                  <a:pt x="8891" y="2201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611" name="Shape 611"/>
          <p:cNvSpPr/>
          <p:nvPr/>
        </p:nvSpPr>
        <p:spPr>
          <a:xfrm>
            <a:off x="6130193" y="1950828"/>
            <a:ext cx="21733" cy="21733"/>
          </a:xfrm>
          <a:custGeom>
            <a:avLst/>
            <a:gdLst/>
            <a:ahLst/>
            <a:cxnLst/>
            <a:rect l="0" t="0" r="r" b="b"/>
            <a:pathLst>
              <a:path w="21733" h="21733">
                <a:moveTo>
                  <a:pt x="8719" y="21589"/>
                </a:moveTo>
                <a:lnTo>
                  <a:pt x="4801" y="19967"/>
                </a:lnTo>
                <a:lnTo>
                  <a:pt x="3182" y="18550"/>
                </a:lnTo>
                <a:lnTo>
                  <a:pt x="1766" y="16931"/>
                </a:lnTo>
                <a:lnTo>
                  <a:pt x="143" y="13013"/>
                </a:lnTo>
                <a:lnTo>
                  <a:pt x="0" y="10866"/>
                </a:lnTo>
                <a:lnTo>
                  <a:pt x="143" y="8719"/>
                </a:lnTo>
                <a:lnTo>
                  <a:pt x="1766" y="4801"/>
                </a:lnTo>
                <a:lnTo>
                  <a:pt x="3182" y="3182"/>
                </a:lnTo>
                <a:lnTo>
                  <a:pt x="4801" y="1766"/>
                </a:lnTo>
                <a:lnTo>
                  <a:pt x="8719" y="143"/>
                </a:lnTo>
                <a:lnTo>
                  <a:pt x="10866" y="0"/>
                </a:lnTo>
                <a:lnTo>
                  <a:pt x="13013" y="143"/>
                </a:lnTo>
                <a:lnTo>
                  <a:pt x="16931" y="1766"/>
                </a:lnTo>
                <a:lnTo>
                  <a:pt x="18550" y="3182"/>
                </a:lnTo>
                <a:lnTo>
                  <a:pt x="19967" y="4801"/>
                </a:lnTo>
                <a:lnTo>
                  <a:pt x="21589" y="8719"/>
                </a:lnTo>
                <a:lnTo>
                  <a:pt x="21733" y="10866"/>
                </a:lnTo>
                <a:lnTo>
                  <a:pt x="21589" y="13013"/>
                </a:lnTo>
                <a:lnTo>
                  <a:pt x="19967" y="16931"/>
                </a:lnTo>
                <a:lnTo>
                  <a:pt x="18550" y="18550"/>
                </a:lnTo>
                <a:lnTo>
                  <a:pt x="16931" y="19967"/>
                </a:lnTo>
                <a:lnTo>
                  <a:pt x="13013" y="21589"/>
                </a:lnTo>
                <a:lnTo>
                  <a:pt x="10866" y="21733"/>
                </a:lnTo>
                <a:lnTo>
                  <a:pt x="8719" y="21589"/>
                </a:lnTo>
                <a:close/>
              </a:path>
            </a:pathLst>
          </a:custGeom>
          <a:solidFill>
            <a:srgbClr val="8BD88B"/>
          </a:solidFill>
          <a:ln>
            <a:noFill/>
          </a:ln>
        </p:spPr>
      </p:sp>
      <p:sp>
        <p:nvSpPr>
          <p:cNvPr id="612" name="Shape 612"/>
          <p:cNvSpPr/>
          <p:nvPr/>
        </p:nvSpPr>
        <p:spPr>
          <a:xfrm>
            <a:off x="6170781" y="1953834"/>
            <a:ext cx="21960" cy="21960"/>
          </a:xfrm>
          <a:custGeom>
            <a:avLst/>
            <a:gdLst/>
            <a:ahLst/>
            <a:cxnLst/>
            <a:rect l="0" t="0" r="r" b="b"/>
            <a:pathLst>
              <a:path w="21960" h="21960">
                <a:moveTo>
                  <a:pt x="8811" y="21816"/>
                </a:moveTo>
                <a:lnTo>
                  <a:pt x="4852" y="20176"/>
                </a:lnTo>
                <a:lnTo>
                  <a:pt x="3216" y="18744"/>
                </a:lnTo>
                <a:lnTo>
                  <a:pt x="1784" y="17108"/>
                </a:lnTo>
                <a:lnTo>
                  <a:pt x="144" y="13149"/>
                </a:lnTo>
                <a:lnTo>
                  <a:pt x="0" y="10980"/>
                </a:lnTo>
                <a:lnTo>
                  <a:pt x="144" y="8811"/>
                </a:lnTo>
                <a:lnTo>
                  <a:pt x="1784" y="4852"/>
                </a:lnTo>
                <a:lnTo>
                  <a:pt x="3216" y="3216"/>
                </a:lnTo>
                <a:lnTo>
                  <a:pt x="4852" y="1784"/>
                </a:lnTo>
                <a:lnTo>
                  <a:pt x="8811" y="144"/>
                </a:lnTo>
                <a:lnTo>
                  <a:pt x="10980" y="0"/>
                </a:lnTo>
                <a:lnTo>
                  <a:pt x="13149" y="144"/>
                </a:lnTo>
                <a:lnTo>
                  <a:pt x="17108" y="1784"/>
                </a:lnTo>
                <a:lnTo>
                  <a:pt x="18744" y="3216"/>
                </a:lnTo>
                <a:lnTo>
                  <a:pt x="20176" y="4852"/>
                </a:lnTo>
                <a:lnTo>
                  <a:pt x="21816" y="8811"/>
                </a:lnTo>
                <a:lnTo>
                  <a:pt x="21960" y="10980"/>
                </a:lnTo>
                <a:lnTo>
                  <a:pt x="21816" y="13149"/>
                </a:lnTo>
                <a:lnTo>
                  <a:pt x="20176" y="17108"/>
                </a:lnTo>
                <a:lnTo>
                  <a:pt x="18744" y="18744"/>
                </a:lnTo>
                <a:lnTo>
                  <a:pt x="17108" y="20176"/>
                </a:lnTo>
                <a:lnTo>
                  <a:pt x="13149" y="21816"/>
                </a:lnTo>
                <a:lnTo>
                  <a:pt x="10980" y="21960"/>
                </a:lnTo>
                <a:lnTo>
                  <a:pt x="8811" y="21816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613" name="Shape 613"/>
          <p:cNvSpPr/>
          <p:nvPr/>
        </p:nvSpPr>
        <p:spPr>
          <a:xfrm>
            <a:off x="6199437" y="1955962"/>
            <a:ext cx="22108" cy="22108"/>
          </a:xfrm>
          <a:custGeom>
            <a:avLst/>
            <a:gdLst/>
            <a:ahLst/>
            <a:cxnLst/>
            <a:rect l="0" t="0" r="r" b="b"/>
            <a:pathLst>
              <a:path w="22108" h="22108">
                <a:moveTo>
                  <a:pt x="8870" y="21963"/>
                </a:moveTo>
                <a:lnTo>
                  <a:pt x="4884" y="20312"/>
                </a:lnTo>
                <a:lnTo>
                  <a:pt x="3237" y="18871"/>
                </a:lnTo>
                <a:lnTo>
                  <a:pt x="1796" y="17224"/>
                </a:lnTo>
                <a:lnTo>
                  <a:pt x="145" y="13238"/>
                </a:lnTo>
                <a:lnTo>
                  <a:pt x="0" y="11054"/>
                </a:lnTo>
                <a:lnTo>
                  <a:pt x="145" y="8870"/>
                </a:lnTo>
                <a:lnTo>
                  <a:pt x="1796" y="4884"/>
                </a:lnTo>
                <a:lnTo>
                  <a:pt x="3237" y="3237"/>
                </a:lnTo>
                <a:lnTo>
                  <a:pt x="4884" y="1796"/>
                </a:lnTo>
                <a:lnTo>
                  <a:pt x="8870" y="145"/>
                </a:lnTo>
                <a:lnTo>
                  <a:pt x="11054" y="0"/>
                </a:lnTo>
                <a:lnTo>
                  <a:pt x="13238" y="145"/>
                </a:lnTo>
                <a:lnTo>
                  <a:pt x="17224" y="1796"/>
                </a:lnTo>
                <a:lnTo>
                  <a:pt x="18871" y="3237"/>
                </a:lnTo>
                <a:lnTo>
                  <a:pt x="20312" y="4884"/>
                </a:lnTo>
                <a:lnTo>
                  <a:pt x="21963" y="8870"/>
                </a:lnTo>
                <a:lnTo>
                  <a:pt x="22108" y="11054"/>
                </a:lnTo>
                <a:lnTo>
                  <a:pt x="21963" y="13238"/>
                </a:lnTo>
                <a:lnTo>
                  <a:pt x="20312" y="17224"/>
                </a:lnTo>
                <a:lnTo>
                  <a:pt x="18871" y="18871"/>
                </a:lnTo>
                <a:lnTo>
                  <a:pt x="17224" y="20312"/>
                </a:lnTo>
                <a:lnTo>
                  <a:pt x="13238" y="21963"/>
                </a:lnTo>
                <a:lnTo>
                  <a:pt x="11054" y="22108"/>
                </a:lnTo>
                <a:lnTo>
                  <a:pt x="8870" y="21963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614" name="Shape 614"/>
          <p:cNvSpPr/>
          <p:nvPr/>
        </p:nvSpPr>
        <p:spPr>
          <a:xfrm>
            <a:off x="6229480" y="1958197"/>
            <a:ext cx="22254" cy="22254"/>
          </a:xfrm>
          <a:custGeom>
            <a:avLst/>
            <a:gdLst/>
            <a:ahLst/>
            <a:cxnLst/>
            <a:rect l="0" t="0" r="r" b="b"/>
            <a:pathLst>
              <a:path w="22254" h="22254">
                <a:moveTo>
                  <a:pt x="8928" y="22107"/>
                </a:moveTo>
                <a:lnTo>
                  <a:pt x="4916" y="20445"/>
                </a:lnTo>
                <a:lnTo>
                  <a:pt x="3259" y="18995"/>
                </a:lnTo>
                <a:lnTo>
                  <a:pt x="1808" y="17337"/>
                </a:lnTo>
                <a:lnTo>
                  <a:pt x="146" y="13325"/>
                </a:lnTo>
                <a:lnTo>
                  <a:pt x="0" y="11127"/>
                </a:lnTo>
                <a:lnTo>
                  <a:pt x="146" y="8928"/>
                </a:lnTo>
                <a:lnTo>
                  <a:pt x="1808" y="4916"/>
                </a:lnTo>
                <a:lnTo>
                  <a:pt x="3259" y="3259"/>
                </a:lnTo>
                <a:lnTo>
                  <a:pt x="4916" y="1808"/>
                </a:lnTo>
                <a:lnTo>
                  <a:pt x="8928" y="146"/>
                </a:lnTo>
                <a:lnTo>
                  <a:pt x="11127" y="0"/>
                </a:lnTo>
                <a:lnTo>
                  <a:pt x="13325" y="146"/>
                </a:lnTo>
                <a:lnTo>
                  <a:pt x="17337" y="1808"/>
                </a:lnTo>
                <a:lnTo>
                  <a:pt x="18995" y="3259"/>
                </a:lnTo>
                <a:lnTo>
                  <a:pt x="20445" y="4916"/>
                </a:lnTo>
                <a:lnTo>
                  <a:pt x="22107" y="8928"/>
                </a:lnTo>
                <a:lnTo>
                  <a:pt x="22254" y="11127"/>
                </a:lnTo>
                <a:lnTo>
                  <a:pt x="22107" y="13325"/>
                </a:lnTo>
                <a:lnTo>
                  <a:pt x="20445" y="17337"/>
                </a:lnTo>
                <a:lnTo>
                  <a:pt x="18995" y="18995"/>
                </a:lnTo>
                <a:lnTo>
                  <a:pt x="17337" y="20445"/>
                </a:lnTo>
                <a:lnTo>
                  <a:pt x="13325" y="22107"/>
                </a:lnTo>
                <a:lnTo>
                  <a:pt x="11127" y="22254"/>
                </a:lnTo>
                <a:lnTo>
                  <a:pt x="8928" y="22107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615" name="Shape 615"/>
          <p:cNvSpPr/>
          <p:nvPr/>
        </p:nvSpPr>
        <p:spPr>
          <a:xfrm>
            <a:off x="6276409" y="1960808"/>
            <a:ext cx="24389" cy="24389"/>
          </a:xfrm>
          <a:custGeom>
            <a:avLst/>
            <a:gdLst/>
            <a:ahLst/>
            <a:cxnLst/>
            <a:rect l="0" t="0" r="r" b="b"/>
            <a:pathLst>
              <a:path w="24389" h="24389">
                <a:moveTo>
                  <a:pt x="9785" y="24228"/>
                </a:moveTo>
                <a:lnTo>
                  <a:pt x="5388" y="22407"/>
                </a:lnTo>
                <a:lnTo>
                  <a:pt x="3571" y="20817"/>
                </a:lnTo>
                <a:lnTo>
                  <a:pt x="1981" y="19000"/>
                </a:lnTo>
                <a:lnTo>
                  <a:pt x="160" y="14603"/>
                </a:lnTo>
                <a:lnTo>
                  <a:pt x="0" y="12194"/>
                </a:lnTo>
                <a:lnTo>
                  <a:pt x="160" y="9785"/>
                </a:lnTo>
                <a:lnTo>
                  <a:pt x="1981" y="5388"/>
                </a:lnTo>
                <a:lnTo>
                  <a:pt x="3571" y="3571"/>
                </a:lnTo>
                <a:lnTo>
                  <a:pt x="5388" y="1981"/>
                </a:lnTo>
                <a:lnTo>
                  <a:pt x="9785" y="160"/>
                </a:lnTo>
                <a:lnTo>
                  <a:pt x="12194" y="0"/>
                </a:lnTo>
                <a:lnTo>
                  <a:pt x="14603" y="160"/>
                </a:lnTo>
                <a:lnTo>
                  <a:pt x="19000" y="1981"/>
                </a:lnTo>
                <a:lnTo>
                  <a:pt x="20817" y="3571"/>
                </a:lnTo>
                <a:lnTo>
                  <a:pt x="22407" y="5388"/>
                </a:lnTo>
                <a:lnTo>
                  <a:pt x="24228" y="9785"/>
                </a:lnTo>
                <a:lnTo>
                  <a:pt x="24389" y="12194"/>
                </a:lnTo>
                <a:lnTo>
                  <a:pt x="24228" y="14603"/>
                </a:lnTo>
                <a:lnTo>
                  <a:pt x="22407" y="19000"/>
                </a:lnTo>
                <a:lnTo>
                  <a:pt x="20817" y="20817"/>
                </a:lnTo>
                <a:lnTo>
                  <a:pt x="19000" y="22407"/>
                </a:lnTo>
                <a:lnTo>
                  <a:pt x="14603" y="24228"/>
                </a:lnTo>
                <a:lnTo>
                  <a:pt x="12194" y="24389"/>
                </a:lnTo>
                <a:lnTo>
                  <a:pt x="9785" y="24228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616" name="Shape 616"/>
          <p:cNvSpPr/>
          <p:nvPr/>
        </p:nvSpPr>
        <p:spPr>
          <a:xfrm>
            <a:off x="6364784" y="1967440"/>
            <a:ext cx="24697" cy="24697"/>
          </a:xfrm>
          <a:custGeom>
            <a:avLst/>
            <a:gdLst/>
            <a:ahLst/>
            <a:cxnLst/>
            <a:rect l="0" t="0" r="r" b="b"/>
            <a:pathLst>
              <a:path w="24697" h="24697">
                <a:moveTo>
                  <a:pt x="9909" y="24534"/>
                </a:moveTo>
                <a:lnTo>
                  <a:pt x="5456" y="22690"/>
                </a:lnTo>
                <a:lnTo>
                  <a:pt x="3616" y="21080"/>
                </a:lnTo>
                <a:lnTo>
                  <a:pt x="2006" y="19240"/>
                </a:lnTo>
                <a:lnTo>
                  <a:pt x="162" y="14788"/>
                </a:lnTo>
                <a:lnTo>
                  <a:pt x="0" y="12348"/>
                </a:lnTo>
                <a:lnTo>
                  <a:pt x="162" y="9909"/>
                </a:lnTo>
                <a:lnTo>
                  <a:pt x="2006" y="5456"/>
                </a:lnTo>
                <a:lnTo>
                  <a:pt x="3616" y="3616"/>
                </a:lnTo>
                <a:lnTo>
                  <a:pt x="5456" y="2006"/>
                </a:lnTo>
                <a:lnTo>
                  <a:pt x="9909" y="162"/>
                </a:lnTo>
                <a:lnTo>
                  <a:pt x="12348" y="0"/>
                </a:lnTo>
                <a:lnTo>
                  <a:pt x="14788" y="162"/>
                </a:lnTo>
                <a:lnTo>
                  <a:pt x="19240" y="2006"/>
                </a:lnTo>
                <a:lnTo>
                  <a:pt x="21080" y="3616"/>
                </a:lnTo>
                <a:lnTo>
                  <a:pt x="22690" y="5456"/>
                </a:lnTo>
                <a:lnTo>
                  <a:pt x="24534" y="9909"/>
                </a:lnTo>
                <a:lnTo>
                  <a:pt x="24697" y="12348"/>
                </a:lnTo>
                <a:lnTo>
                  <a:pt x="24534" y="14788"/>
                </a:lnTo>
                <a:lnTo>
                  <a:pt x="22690" y="19240"/>
                </a:lnTo>
                <a:lnTo>
                  <a:pt x="21080" y="21080"/>
                </a:lnTo>
                <a:lnTo>
                  <a:pt x="19240" y="22690"/>
                </a:lnTo>
                <a:lnTo>
                  <a:pt x="14788" y="24534"/>
                </a:lnTo>
                <a:lnTo>
                  <a:pt x="12348" y="24697"/>
                </a:lnTo>
                <a:lnTo>
                  <a:pt x="9909" y="2453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617" name="Shape 617"/>
          <p:cNvSpPr/>
          <p:nvPr/>
        </p:nvSpPr>
        <p:spPr>
          <a:xfrm>
            <a:off x="6066062" y="1951520"/>
            <a:ext cx="21808" cy="21808"/>
          </a:xfrm>
          <a:custGeom>
            <a:avLst/>
            <a:gdLst/>
            <a:ahLst/>
            <a:cxnLst/>
            <a:rect l="0" t="0" r="r" b="b"/>
            <a:pathLst>
              <a:path w="21808" h="21808">
                <a:moveTo>
                  <a:pt x="8750" y="21665"/>
                </a:moveTo>
                <a:lnTo>
                  <a:pt x="4818" y="20036"/>
                </a:lnTo>
                <a:lnTo>
                  <a:pt x="3193" y="18614"/>
                </a:lnTo>
                <a:lnTo>
                  <a:pt x="1772" y="16990"/>
                </a:lnTo>
                <a:lnTo>
                  <a:pt x="143" y="13058"/>
                </a:lnTo>
                <a:lnTo>
                  <a:pt x="0" y="10904"/>
                </a:lnTo>
                <a:lnTo>
                  <a:pt x="143" y="8750"/>
                </a:lnTo>
                <a:lnTo>
                  <a:pt x="1772" y="4818"/>
                </a:lnTo>
                <a:lnTo>
                  <a:pt x="3193" y="3193"/>
                </a:lnTo>
                <a:lnTo>
                  <a:pt x="4818" y="1772"/>
                </a:lnTo>
                <a:lnTo>
                  <a:pt x="8750" y="143"/>
                </a:lnTo>
                <a:lnTo>
                  <a:pt x="10904" y="0"/>
                </a:lnTo>
                <a:lnTo>
                  <a:pt x="13058" y="143"/>
                </a:lnTo>
                <a:lnTo>
                  <a:pt x="16990" y="1772"/>
                </a:lnTo>
                <a:lnTo>
                  <a:pt x="18614" y="3193"/>
                </a:lnTo>
                <a:lnTo>
                  <a:pt x="20036" y="4818"/>
                </a:lnTo>
                <a:lnTo>
                  <a:pt x="21665" y="8750"/>
                </a:lnTo>
                <a:lnTo>
                  <a:pt x="21808" y="10904"/>
                </a:lnTo>
                <a:lnTo>
                  <a:pt x="21665" y="13058"/>
                </a:lnTo>
                <a:lnTo>
                  <a:pt x="20036" y="16990"/>
                </a:lnTo>
                <a:lnTo>
                  <a:pt x="18614" y="18614"/>
                </a:lnTo>
                <a:lnTo>
                  <a:pt x="16990" y="20036"/>
                </a:lnTo>
                <a:lnTo>
                  <a:pt x="13058" y="21665"/>
                </a:lnTo>
                <a:lnTo>
                  <a:pt x="10904" y="21808"/>
                </a:lnTo>
                <a:lnTo>
                  <a:pt x="8750" y="21665"/>
                </a:lnTo>
                <a:close/>
              </a:path>
            </a:pathLst>
          </a:custGeom>
          <a:solidFill>
            <a:srgbClr val="8BD88B"/>
          </a:solidFill>
          <a:ln>
            <a:noFill/>
          </a:ln>
        </p:spPr>
      </p:sp>
      <p:sp>
        <p:nvSpPr>
          <p:cNvPr id="618" name="Shape 618"/>
          <p:cNvSpPr/>
          <p:nvPr/>
        </p:nvSpPr>
        <p:spPr>
          <a:xfrm>
            <a:off x="6104759" y="1954575"/>
            <a:ext cx="22040" cy="22040"/>
          </a:xfrm>
          <a:custGeom>
            <a:avLst/>
            <a:gdLst/>
            <a:ahLst/>
            <a:cxnLst/>
            <a:rect l="0" t="0" r="r" b="b"/>
            <a:pathLst>
              <a:path w="22040" h="22040">
                <a:moveTo>
                  <a:pt x="8843" y="21895"/>
                </a:moveTo>
                <a:lnTo>
                  <a:pt x="4869" y="20249"/>
                </a:lnTo>
                <a:lnTo>
                  <a:pt x="3227" y="18812"/>
                </a:lnTo>
                <a:lnTo>
                  <a:pt x="1790" y="17170"/>
                </a:lnTo>
                <a:lnTo>
                  <a:pt x="145" y="13197"/>
                </a:lnTo>
                <a:lnTo>
                  <a:pt x="0" y="11020"/>
                </a:lnTo>
                <a:lnTo>
                  <a:pt x="145" y="8843"/>
                </a:lnTo>
                <a:lnTo>
                  <a:pt x="1790" y="4869"/>
                </a:lnTo>
                <a:lnTo>
                  <a:pt x="3227" y="3227"/>
                </a:lnTo>
                <a:lnTo>
                  <a:pt x="4869" y="1790"/>
                </a:lnTo>
                <a:lnTo>
                  <a:pt x="8843" y="145"/>
                </a:lnTo>
                <a:lnTo>
                  <a:pt x="11020" y="0"/>
                </a:lnTo>
                <a:lnTo>
                  <a:pt x="13197" y="145"/>
                </a:lnTo>
                <a:lnTo>
                  <a:pt x="17170" y="1790"/>
                </a:lnTo>
                <a:lnTo>
                  <a:pt x="18812" y="3227"/>
                </a:lnTo>
                <a:lnTo>
                  <a:pt x="20249" y="4869"/>
                </a:lnTo>
                <a:lnTo>
                  <a:pt x="21895" y="8843"/>
                </a:lnTo>
                <a:lnTo>
                  <a:pt x="22040" y="11020"/>
                </a:lnTo>
                <a:lnTo>
                  <a:pt x="21895" y="13197"/>
                </a:lnTo>
                <a:lnTo>
                  <a:pt x="20249" y="17170"/>
                </a:lnTo>
                <a:lnTo>
                  <a:pt x="18812" y="18812"/>
                </a:lnTo>
                <a:lnTo>
                  <a:pt x="17170" y="20249"/>
                </a:lnTo>
                <a:lnTo>
                  <a:pt x="13197" y="21895"/>
                </a:lnTo>
                <a:lnTo>
                  <a:pt x="11020" y="22040"/>
                </a:lnTo>
                <a:lnTo>
                  <a:pt x="8843" y="2189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619" name="Shape 619"/>
          <p:cNvSpPr/>
          <p:nvPr/>
        </p:nvSpPr>
        <p:spPr>
          <a:xfrm>
            <a:off x="6132094" y="1956740"/>
            <a:ext cx="22191" cy="22191"/>
          </a:xfrm>
          <a:custGeom>
            <a:avLst/>
            <a:gdLst/>
            <a:ahLst/>
            <a:cxnLst/>
            <a:rect l="0" t="0" r="r" b="b"/>
            <a:pathLst>
              <a:path w="22191" h="22191">
                <a:moveTo>
                  <a:pt x="8903" y="22045"/>
                </a:moveTo>
                <a:lnTo>
                  <a:pt x="4903" y="20388"/>
                </a:lnTo>
                <a:lnTo>
                  <a:pt x="3249" y="18941"/>
                </a:lnTo>
                <a:lnTo>
                  <a:pt x="1803" y="17288"/>
                </a:lnTo>
                <a:lnTo>
                  <a:pt x="146" y="13287"/>
                </a:lnTo>
                <a:lnTo>
                  <a:pt x="0" y="11095"/>
                </a:lnTo>
                <a:lnTo>
                  <a:pt x="146" y="8903"/>
                </a:lnTo>
                <a:lnTo>
                  <a:pt x="1803" y="4903"/>
                </a:lnTo>
                <a:lnTo>
                  <a:pt x="3249" y="3249"/>
                </a:lnTo>
                <a:lnTo>
                  <a:pt x="4903" y="1803"/>
                </a:lnTo>
                <a:lnTo>
                  <a:pt x="8903" y="146"/>
                </a:lnTo>
                <a:lnTo>
                  <a:pt x="11095" y="0"/>
                </a:lnTo>
                <a:lnTo>
                  <a:pt x="13287" y="146"/>
                </a:lnTo>
                <a:lnTo>
                  <a:pt x="17288" y="1803"/>
                </a:lnTo>
                <a:lnTo>
                  <a:pt x="18941" y="3249"/>
                </a:lnTo>
                <a:lnTo>
                  <a:pt x="20388" y="4903"/>
                </a:lnTo>
                <a:lnTo>
                  <a:pt x="22045" y="8903"/>
                </a:lnTo>
                <a:lnTo>
                  <a:pt x="22191" y="11095"/>
                </a:lnTo>
                <a:lnTo>
                  <a:pt x="22045" y="13287"/>
                </a:lnTo>
                <a:lnTo>
                  <a:pt x="20388" y="17288"/>
                </a:lnTo>
                <a:lnTo>
                  <a:pt x="18941" y="18941"/>
                </a:lnTo>
                <a:lnTo>
                  <a:pt x="17288" y="20388"/>
                </a:lnTo>
                <a:lnTo>
                  <a:pt x="13287" y="22045"/>
                </a:lnTo>
                <a:lnTo>
                  <a:pt x="11095" y="22191"/>
                </a:lnTo>
                <a:lnTo>
                  <a:pt x="8903" y="22045"/>
                </a:lnTo>
                <a:close/>
              </a:path>
            </a:pathLst>
          </a:custGeom>
          <a:solidFill>
            <a:srgbClr val="89D789"/>
          </a:solidFill>
          <a:ln>
            <a:noFill/>
          </a:ln>
        </p:spPr>
      </p:sp>
      <p:sp>
        <p:nvSpPr>
          <p:cNvPr id="620" name="Shape 620"/>
          <p:cNvSpPr/>
          <p:nvPr/>
        </p:nvSpPr>
        <p:spPr>
          <a:xfrm>
            <a:off x="6160763" y="1959013"/>
            <a:ext cx="22339" cy="22339"/>
          </a:xfrm>
          <a:custGeom>
            <a:avLst/>
            <a:gdLst/>
            <a:ahLst/>
            <a:cxnLst/>
            <a:rect l="0" t="0" r="r" b="b"/>
            <a:pathLst>
              <a:path w="22339" h="22339">
                <a:moveTo>
                  <a:pt x="8963" y="22192"/>
                </a:moveTo>
                <a:lnTo>
                  <a:pt x="4935" y="20524"/>
                </a:lnTo>
                <a:lnTo>
                  <a:pt x="3271" y="19068"/>
                </a:lnTo>
                <a:lnTo>
                  <a:pt x="1815" y="17403"/>
                </a:lnTo>
                <a:lnTo>
                  <a:pt x="147" y="13376"/>
                </a:lnTo>
                <a:lnTo>
                  <a:pt x="0" y="11169"/>
                </a:lnTo>
                <a:lnTo>
                  <a:pt x="147" y="8963"/>
                </a:lnTo>
                <a:lnTo>
                  <a:pt x="1815" y="4935"/>
                </a:lnTo>
                <a:lnTo>
                  <a:pt x="3271" y="3271"/>
                </a:lnTo>
                <a:lnTo>
                  <a:pt x="4935" y="1815"/>
                </a:lnTo>
                <a:lnTo>
                  <a:pt x="8963" y="147"/>
                </a:lnTo>
                <a:lnTo>
                  <a:pt x="11169" y="0"/>
                </a:lnTo>
                <a:lnTo>
                  <a:pt x="13376" y="147"/>
                </a:lnTo>
                <a:lnTo>
                  <a:pt x="17403" y="1815"/>
                </a:lnTo>
                <a:lnTo>
                  <a:pt x="19068" y="3271"/>
                </a:lnTo>
                <a:lnTo>
                  <a:pt x="20524" y="4935"/>
                </a:lnTo>
                <a:lnTo>
                  <a:pt x="22192" y="8963"/>
                </a:lnTo>
                <a:lnTo>
                  <a:pt x="22339" y="11169"/>
                </a:lnTo>
                <a:lnTo>
                  <a:pt x="22192" y="13376"/>
                </a:lnTo>
                <a:lnTo>
                  <a:pt x="20524" y="17403"/>
                </a:lnTo>
                <a:lnTo>
                  <a:pt x="19068" y="19068"/>
                </a:lnTo>
                <a:lnTo>
                  <a:pt x="17403" y="20524"/>
                </a:lnTo>
                <a:lnTo>
                  <a:pt x="13376" y="22192"/>
                </a:lnTo>
                <a:lnTo>
                  <a:pt x="11169" y="22339"/>
                </a:lnTo>
                <a:lnTo>
                  <a:pt x="8963" y="22192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621" name="Shape 621"/>
          <p:cNvSpPr/>
          <p:nvPr/>
        </p:nvSpPr>
        <p:spPr>
          <a:xfrm>
            <a:off x="6205530" y="1961692"/>
            <a:ext cx="24472" cy="24472"/>
          </a:xfrm>
          <a:custGeom>
            <a:avLst/>
            <a:gdLst/>
            <a:ahLst/>
            <a:cxnLst/>
            <a:rect l="0" t="0" r="r" b="b"/>
            <a:pathLst>
              <a:path w="24472" h="24472">
                <a:moveTo>
                  <a:pt x="9818" y="24311"/>
                </a:moveTo>
                <a:lnTo>
                  <a:pt x="5407" y="22483"/>
                </a:lnTo>
                <a:lnTo>
                  <a:pt x="3583" y="20888"/>
                </a:lnTo>
                <a:lnTo>
                  <a:pt x="1988" y="19065"/>
                </a:lnTo>
                <a:lnTo>
                  <a:pt x="161" y="14653"/>
                </a:lnTo>
                <a:lnTo>
                  <a:pt x="0" y="12236"/>
                </a:lnTo>
                <a:lnTo>
                  <a:pt x="161" y="9818"/>
                </a:lnTo>
                <a:lnTo>
                  <a:pt x="1988" y="5407"/>
                </a:lnTo>
                <a:lnTo>
                  <a:pt x="3583" y="3583"/>
                </a:lnTo>
                <a:lnTo>
                  <a:pt x="5407" y="1988"/>
                </a:lnTo>
                <a:lnTo>
                  <a:pt x="9818" y="161"/>
                </a:lnTo>
                <a:lnTo>
                  <a:pt x="12236" y="0"/>
                </a:lnTo>
                <a:lnTo>
                  <a:pt x="14653" y="161"/>
                </a:lnTo>
                <a:lnTo>
                  <a:pt x="19065" y="1988"/>
                </a:lnTo>
                <a:lnTo>
                  <a:pt x="20888" y="3583"/>
                </a:lnTo>
                <a:lnTo>
                  <a:pt x="22483" y="5407"/>
                </a:lnTo>
                <a:lnTo>
                  <a:pt x="24311" y="9818"/>
                </a:lnTo>
                <a:lnTo>
                  <a:pt x="24472" y="12236"/>
                </a:lnTo>
                <a:lnTo>
                  <a:pt x="24311" y="14653"/>
                </a:lnTo>
                <a:lnTo>
                  <a:pt x="22483" y="19065"/>
                </a:lnTo>
                <a:lnTo>
                  <a:pt x="20888" y="20888"/>
                </a:lnTo>
                <a:lnTo>
                  <a:pt x="19065" y="22483"/>
                </a:lnTo>
                <a:lnTo>
                  <a:pt x="14653" y="24311"/>
                </a:lnTo>
                <a:lnTo>
                  <a:pt x="12236" y="24472"/>
                </a:lnTo>
                <a:lnTo>
                  <a:pt x="9818" y="24311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622" name="Shape 622"/>
          <p:cNvSpPr/>
          <p:nvPr/>
        </p:nvSpPr>
        <p:spPr>
          <a:xfrm>
            <a:off x="6254873" y="1965634"/>
            <a:ext cx="24666" cy="24666"/>
          </a:xfrm>
          <a:custGeom>
            <a:avLst/>
            <a:gdLst/>
            <a:ahLst/>
            <a:cxnLst/>
            <a:rect l="0" t="0" r="r" b="b"/>
            <a:pathLst>
              <a:path w="24666" h="24666">
                <a:moveTo>
                  <a:pt x="9896" y="24503"/>
                </a:moveTo>
                <a:lnTo>
                  <a:pt x="5449" y="22661"/>
                </a:lnTo>
                <a:lnTo>
                  <a:pt x="3612" y="21053"/>
                </a:lnTo>
                <a:lnTo>
                  <a:pt x="2004" y="19216"/>
                </a:lnTo>
                <a:lnTo>
                  <a:pt x="162" y="14769"/>
                </a:lnTo>
                <a:lnTo>
                  <a:pt x="0" y="12333"/>
                </a:lnTo>
                <a:lnTo>
                  <a:pt x="162" y="9896"/>
                </a:lnTo>
                <a:lnTo>
                  <a:pt x="2004" y="5449"/>
                </a:lnTo>
                <a:lnTo>
                  <a:pt x="3612" y="3612"/>
                </a:lnTo>
                <a:lnTo>
                  <a:pt x="5449" y="2004"/>
                </a:lnTo>
                <a:lnTo>
                  <a:pt x="9896" y="162"/>
                </a:lnTo>
                <a:lnTo>
                  <a:pt x="12333" y="0"/>
                </a:lnTo>
                <a:lnTo>
                  <a:pt x="14769" y="162"/>
                </a:lnTo>
                <a:lnTo>
                  <a:pt x="19216" y="2004"/>
                </a:lnTo>
                <a:lnTo>
                  <a:pt x="21053" y="3612"/>
                </a:lnTo>
                <a:lnTo>
                  <a:pt x="22661" y="5449"/>
                </a:lnTo>
                <a:lnTo>
                  <a:pt x="24503" y="9896"/>
                </a:lnTo>
                <a:lnTo>
                  <a:pt x="24666" y="12333"/>
                </a:lnTo>
                <a:lnTo>
                  <a:pt x="24503" y="14769"/>
                </a:lnTo>
                <a:lnTo>
                  <a:pt x="22661" y="19216"/>
                </a:lnTo>
                <a:lnTo>
                  <a:pt x="21053" y="21053"/>
                </a:lnTo>
                <a:lnTo>
                  <a:pt x="19216" y="22661"/>
                </a:lnTo>
                <a:lnTo>
                  <a:pt x="14769" y="24503"/>
                </a:lnTo>
                <a:lnTo>
                  <a:pt x="12333" y="24666"/>
                </a:lnTo>
                <a:lnTo>
                  <a:pt x="9896" y="2450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623" name="Shape 623"/>
          <p:cNvSpPr/>
          <p:nvPr/>
        </p:nvSpPr>
        <p:spPr>
          <a:xfrm>
            <a:off x="6290936" y="1969392"/>
            <a:ext cx="22899" cy="22899"/>
          </a:xfrm>
          <a:custGeom>
            <a:avLst/>
            <a:gdLst/>
            <a:ahLst/>
            <a:cxnLst/>
            <a:rect l="0" t="0" r="r" b="b"/>
            <a:pathLst>
              <a:path w="22899" h="22899">
                <a:moveTo>
                  <a:pt x="9187" y="22748"/>
                </a:moveTo>
                <a:lnTo>
                  <a:pt x="5059" y="21038"/>
                </a:lnTo>
                <a:lnTo>
                  <a:pt x="3353" y="19545"/>
                </a:lnTo>
                <a:lnTo>
                  <a:pt x="1860" y="17839"/>
                </a:lnTo>
                <a:lnTo>
                  <a:pt x="150" y="13711"/>
                </a:lnTo>
                <a:lnTo>
                  <a:pt x="0" y="11449"/>
                </a:lnTo>
                <a:lnTo>
                  <a:pt x="150" y="9187"/>
                </a:lnTo>
                <a:lnTo>
                  <a:pt x="1860" y="5059"/>
                </a:lnTo>
                <a:lnTo>
                  <a:pt x="3353" y="3353"/>
                </a:lnTo>
                <a:lnTo>
                  <a:pt x="5059" y="1860"/>
                </a:lnTo>
                <a:lnTo>
                  <a:pt x="9187" y="150"/>
                </a:lnTo>
                <a:lnTo>
                  <a:pt x="11449" y="0"/>
                </a:lnTo>
                <a:lnTo>
                  <a:pt x="13711" y="150"/>
                </a:lnTo>
                <a:lnTo>
                  <a:pt x="17839" y="1860"/>
                </a:lnTo>
                <a:lnTo>
                  <a:pt x="19545" y="3353"/>
                </a:lnTo>
                <a:lnTo>
                  <a:pt x="21038" y="5059"/>
                </a:lnTo>
                <a:lnTo>
                  <a:pt x="22748" y="9187"/>
                </a:lnTo>
                <a:lnTo>
                  <a:pt x="22899" y="11449"/>
                </a:lnTo>
                <a:lnTo>
                  <a:pt x="22748" y="13711"/>
                </a:lnTo>
                <a:lnTo>
                  <a:pt x="21038" y="17839"/>
                </a:lnTo>
                <a:lnTo>
                  <a:pt x="19545" y="19545"/>
                </a:lnTo>
                <a:lnTo>
                  <a:pt x="17839" y="21038"/>
                </a:lnTo>
                <a:lnTo>
                  <a:pt x="13711" y="22748"/>
                </a:lnTo>
                <a:lnTo>
                  <a:pt x="11449" y="22899"/>
                </a:lnTo>
                <a:lnTo>
                  <a:pt x="9187" y="22748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624" name="Shape 624"/>
          <p:cNvSpPr/>
          <p:nvPr/>
        </p:nvSpPr>
        <p:spPr>
          <a:xfrm>
            <a:off x="5967907" y="1952587"/>
            <a:ext cx="21909" cy="21909"/>
          </a:xfrm>
          <a:custGeom>
            <a:avLst/>
            <a:gdLst/>
            <a:ahLst/>
            <a:cxnLst/>
            <a:rect l="0" t="0" r="r" b="b"/>
            <a:pathLst>
              <a:path w="21909" h="21909">
                <a:moveTo>
                  <a:pt x="8790" y="21765"/>
                </a:moveTo>
                <a:lnTo>
                  <a:pt x="4840" y="20129"/>
                </a:lnTo>
                <a:lnTo>
                  <a:pt x="3208" y="18700"/>
                </a:lnTo>
                <a:lnTo>
                  <a:pt x="1780" y="17068"/>
                </a:lnTo>
                <a:lnTo>
                  <a:pt x="144" y="13118"/>
                </a:lnTo>
                <a:lnTo>
                  <a:pt x="0" y="10954"/>
                </a:lnTo>
                <a:lnTo>
                  <a:pt x="144" y="8790"/>
                </a:lnTo>
                <a:lnTo>
                  <a:pt x="1780" y="4840"/>
                </a:lnTo>
                <a:lnTo>
                  <a:pt x="3208" y="3208"/>
                </a:lnTo>
                <a:lnTo>
                  <a:pt x="4840" y="1780"/>
                </a:lnTo>
                <a:lnTo>
                  <a:pt x="8790" y="144"/>
                </a:lnTo>
                <a:lnTo>
                  <a:pt x="10954" y="0"/>
                </a:lnTo>
                <a:lnTo>
                  <a:pt x="13118" y="144"/>
                </a:lnTo>
                <a:lnTo>
                  <a:pt x="17068" y="1780"/>
                </a:lnTo>
                <a:lnTo>
                  <a:pt x="18700" y="3208"/>
                </a:lnTo>
                <a:lnTo>
                  <a:pt x="20129" y="4840"/>
                </a:lnTo>
                <a:lnTo>
                  <a:pt x="21765" y="8790"/>
                </a:lnTo>
                <a:lnTo>
                  <a:pt x="21909" y="10954"/>
                </a:lnTo>
                <a:lnTo>
                  <a:pt x="21765" y="13118"/>
                </a:lnTo>
                <a:lnTo>
                  <a:pt x="20129" y="17068"/>
                </a:lnTo>
                <a:lnTo>
                  <a:pt x="18700" y="18700"/>
                </a:lnTo>
                <a:lnTo>
                  <a:pt x="17068" y="20129"/>
                </a:lnTo>
                <a:lnTo>
                  <a:pt x="13118" y="21765"/>
                </a:lnTo>
                <a:lnTo>
                  <a:pt x="10954" y="21909"/>
                </a:lnTo>
                <a:lnTo>
                  <a:pt x="8790" y="21765"/>
                </a:lnTo>
                <a:close/>
              </a:path>
            </a:pathLst>
          </a:custGeom>
          <a:solidFill>
            <a:srgbClr val="8AD88B"/>
          </a:solidFill>
          <a:ln>
            <a:noFill/>
          </a:ln>
        </p:spPr>
      </p:sp>
      <p:sp>
        <p:nvSpPr>
          <p:cNvPr id="625" name="Shape 625"/>
          <p:cNvSpPr/>
          <p:nvPr/>
        </p:nvSpPr>
        <p:spPr>
          <a:xfrm>
            <a:off x="6003639" y="1955719"/>
            <a:ext cx="22146" cy="22146"/>
          </a:xfrm>
          <a:custGeom>
            <a:avLst/>
            <a:gdLst/>
            <a:ahLst/>
            <a:cxnLst/>
            <a:rect l="0" t="0" r="r" b="b"/>
            <a:pathLst>
              <a:path w="22146" h="22146">
                <a:moveTo>
                  <a:pt x="8885" y="22000"/>
                </a:moveTo>
                <a:lnTo>
                  <a:pt x="4893" y="20347"/>
                </a:lnTo>
                <a:lnTo>
                  <a:pt x="3243" y="18903"/>
                </a:lnTo>
                <a:lnTo>
                  <a:pt x="1799" y="17253"/>
                </a:lnTo>
                <a:lnTo>
                  <a:pt x="145" y="13260"/>
                </a:lnTo>
                <a:lnTo>
                  <a:pt x="0" y="11073"/>
                </a:lnTo>
                <a:lnTo>
                  <a:pt x="145" y="8885"/>
                </a:lnTo>
                <a:lnTo>
                  <a:pt x="1799" y="4893"/>
                </a:lnTo>
                <a:lnTo>
                  <a:pt x="3243" y="3243"/>
                </a:lnTo>
                <a:lnTo>
                  <a:pt x="4893" y="1799"/>
                </a:lnTo>
                <a:lnTo>
                  <a:pt x="8885" y="145"/>
                </a:lnTo>
                <a:lnTo>
                  <a:pt x="11073" y="0"/>
                </a:lnTo>
                <a:lnTo>
                  <a:pt x="13260" y="145"/>
                </a:lnTo>
                <a:lnTo>
                  <a:pt x="17253" y="1799"/>
                </a:lnTo>
                <a:lnTo>
                  <a:pt x="18903" y="3243"/>
                </a:lnTo>
                <a:lnTo>
                  <a:pt x="20347" y="4893"/>
                </a:lnTo>
                <a:lnTo>
                  <a:pt x="22000" y="8885"/>
                </a:lnTo>
                <a:lnTo>
                  <a:pt x="22146" y="11073"/>
                </a:lnTo>
                <a:lnTo>
                  <a:pt x="22000" y="13260"/>
                </a:lnTo>
                <a:lnTo>
                  <a:pt x="20347" y="17253"/>
                </a:lnTo>
                <a:lnTo>
                  <a:pt x="18903" y="18903"/>
                </a:lnTo>
                <a:lnTo>
                  <a:pt x="17253" y="20347"/>
                </a:lnTo>
                <a:lnTo>
                  <a:pt x="13260" y="22000"/>
                </a:lnTo>
                <a:lnTo>
                  <a:pt x="11073" y="22146"/>
                </a:lnTo>
                <a:lnTo>
                  <a:pt x="8885" y="22000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626" name="Shape 626"/>
          <p:cNvSpPr/>
          <p:nvPr/>
        </p:nvSpPr>
        <p:spPr>
          <a:xfrm>
            <a:off x="6028898" y="1957939"/>
            <a:ext cx="22301" cy="22301"/>
          </a:xfrm>
          <a:custGeom>
            <a:avLst/>
            <a:gdLst/>
            <a:ahLst/>
            <a:cxnLst/>
            <a:rect l="0" t="0" r="r" b="b"/>
            <a:pathLst>
              <a:path w="22301" h="22301">
                <a:moveTo>
                  <a:pt x="8948" y="22155"/>
                </a:moveTo>
                <a:lnTo>
                  <a:pt x="4927" y="20489"/>
                </a:lnTo>
                <a:lnTo>
                  <a:pt x="3266" y="19035"/>
                </a:lnTo>
                <a:lnTo>
                  <a:pt x="1812" y="17374"/>
                </a:lnTo>
                <a:lnTo>
                  <a:pt x="146" y="13353"/>
                </a:lnTo>
                <a:lnTo>
                  <a:pt x="0" y="11150"/>
                </a:lnTo>
                <a:lnTo>
                  <a:pt x="146" y="8948"/>
                </a:lnTo>
                <a:lnTo>
                  <a:pt x="1812" y="4927"/>
                </a:lnTo>
                <a:lnTo>
                  <a:pt x="3266" y="3266"/>
                </a:lnTo>
                <a:lnTo>
                  <a:pt x="4927" y="1812"/>
                </a:lnTo>
                <a:lnTo>
                  <a:pt x="8948" y="146"/>
                </a:lnTo>
                <a:lnTo>
                  <a:pt x="11150" y="0"/>
                </a:lnTo>
                <a:lnTo>
                  <a:pt x="13353" y="146"/>
                </a:lnTo>
                <a:lnTo>
                  <a:pt x="17374" y="1812"/>
                </a:lnTo>
                <a:lnTo>
                  <a:pt x="19035" y="3266"/>
                </a:lnTo>
                <a:lnTo>
                  <a:pt x="20489" y="4927"/>
                </a:lnTo>
                <a:lnTo>
                  <a:pt x="22155" y="8948"/>
                </a:lnTo>
                <a:lnTo>
                  <a:pt x="22301" y="11150"/>
                </a:lnTo>
                <a:lnTo>
                  <a:pt x="22155" y="13353"/>
                </a:lnTo>
                <a:lnTo>
                  <a:pt x="20489" y="17374"/>
                </a:lnTo>
                <a:lnTo>
                  <a:pt x="19035" y="19035"/>
                </a:lnTo>
                <a:lnTo>
                  <a:pt x="17374" y="20489"/>
                </a:lnTo>
                <a:lnTo>
                  <a:pt x="13353" y="22155"/>
                </a:lnTo>
                <a:lnTo>
                  <a:pt x="11150" y="22301"/>
                </a:lnTo>
                <a:lnTo>
                  <a:pt x="8948" y="22155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627" name="Shape 627"/>
          <p:cNvSpPr/>
          <p:nvPr/>
        </p:nvSpPr>
        <p:spPr>
          <a:xfrm>
            <a:off x="6055407" y="1960273"/>
            <a:ext cx="22454" cy="22454"/>
          </a:xfrm>
          <a:custGeom>
            <a:avLst/>
            <a:gdLst/>
            <a:ahLst/>
            <a:cxnLst/>
            <a:rect l="0" t="0" r="r" b="b"/>
            <a:pathLst>
              <a:path w="22454" h="22454">
                <a:moveTo>
                  <a:pt x="9009" y="22306"/>
                </a:moveTo>
                <a:lnTo>
                  <a:pt x="4961" y="20630"/>
                </a:lnTo>
                <a:lnTo>
                  <a:pt x="3288" y="19166"/>
                </a:lnTo>
                <a:lnTo>
                  <a:pt x="1824" y="17493"/>
                </a:lnTo>
                <a:lnTo>
                  <a:pt x="147" y="13445"/>
                </a:lnTo>
                <a:lnTo>
                  <a:pt x="0" y="11227"/>
                </a:lnTo>
                <a:lnTo>
                  <a:pt x="147" y="9009"/>
                </a:lnTo>
                <a:lnTo>
                  <a:pt x="1824" y="4961"/>
                </a:lnTo>
                <a:lnTo>
                  <a:pt x="3288" y="3288"/>
                </a:lnTo>
                <a:lnTo>
                  <a:pt x="4961" y="1824"/>
                </a:lnTo>
                <a:lnTo>
                  <a:pt x="9009" y="147"/>
                </a:lnTo>
                <a:lnTo>
                  <a:pt x="11227" y="0"/>
                </a:lnTo>
                <a:lnTo>
                  <a:pt x="13445" y="147"/>
                </a:lnTo>
                <a:lnTo>
                  <a:pt x="17493" y="1824"/>
                </a:lnTo>
                <a:lnTo>
                  <a:pt x="19166" y="3288"/>
                </a:lnTo>
                <a:lnTo>
                  <a:pt x="20630" y="4961"/>
                </a:lnTo>
                <a:lnTo>
                  <a:pt x="22306" y="9009"/>
                </a:lnTo>
                <a:lnTo>
                  <a:pt x="22454" y="11227"/>
                </a:lnTo>
                <a:lnTo>
                  <a:pt x="22306" y="13445"/>
                </a:lnTo>
                <a:lnTo>
                  <a:pt x="20630" y="17493"/>
                </a:lnTo>
                <a:lnTo>
                  <a:pt x="19166" y="19166"/>
                </a:lnTo>
                <a:lnTo>
                  <a:pt x="17493" y="20630"/>
                </a:lnTo>
                <a:lnTo>
                  <a:pt x="13445" y="22306"/>
                </a:lnTo>
                <a:lnTo>
                  <a:pt x="11227" y="22454"/>
                </a:lnTo>
                <a:lnTo>
                  <a:pt x="9009" y="22306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628" name="Shape 628"/>
          <p:cNvSpPr/>
          <p:nvPr/>
        </p:nvSpPr>
        <p:spPr>
          <a:xfrm>
            <a:off x="6097723" y="1964008"/>
            <a:ext cx="22677" cy="22677"/>
          </a:xfrm>
          <a:custGeom>
            <a:avLst/>
            <a:gdLst/>
            <a:ahLst/>
            <a:cxnLst/>
            <a:rect l="0" t="0" r="r" b="b"/>
            <a:pathLst>
              <a:path w="22677" h="22677">
                <a:moveTo>
                  <a:pt x="9098" y="22528"/>
                </a:moveTo>
                <a:lnTo>
                  <a:pt x="5010" y="20835"/>
                </a:lnTo>
                <a:lnTo>
                  <a:pt x="3321" y="19356"/>
                </a:lnTo>
                <a:lnTo>
                  <a:pt x="1842" y="17667"/>
                </a:lnTo>
                <a:lnTo>
                  <a:pt x="149" y="13578"/>
                </a:lnTo>
                <a:lnTo>
                  <a:pt x="0" y="11338"/>
                </a:lnTo>
                <a:lnTo>
                  <a:pt x="149" y="9098"/>
                </a:lnTo>
                <a:lnTo>
                  <a:pt x="1842" y="5010"/>
                </a:lnTo>
                <a:lnTo>
                  <a:pt x="3321" y="3321"/>
                </a:lnTo>
                <a:lnTo>
                  <a:pt x="5010" y="1842"/>
                </a:lnTo>
                <a:lnTo>
                  <a:pt x="9098" y="149"/>
                </a:lnTo>
                <a:lnTo>
                  <a:pt x="11338" y="0"/>
                </a:lnTo>
                <a:lnTo>
                  <a:pt x="13578" y="149"/>
                </a:lnTo>
                <a:lnTo>
                  <a:pt x="17667" y="1842"/>
                </a:lnTo>
                <a:lnTo>
                  <a:pt x="19356" y="3321"/>
                </a:lnTo>
                <a:lnTo>
                  <a:pt x="20835" y="5010"/>
                </a:lnTo>
                <a:lnTo>
                  <a:pt x="22528" y="9098"/>
                </a:lnTo>
                <a:lnTo>
                  <a:pt x="22677" y="11338"/>
                </a:lnTo>
                <a:lnTo>
                  <a:pt x="22528" y="13578"/>
                </a:lnTo>
                <a:lnTo>
                  <a:pt x="20835" y="17667"/>
                </a:lnTo>
                <a:lnTo>
                  <a:pt x="19356" y="19356"/>
                </a:lnTo>
                <a:lnTo>
                  <a:pt x="17667" y="20835"/>
                </a:lnTo>
                <a:lnTo>
                  <a:pt x="13578" y="22528"/>
                </a:lnTo>
                <a:lnTo>
                  <a:pt x="11338" y="22677"/>
                </a:lnTo>
                <a:lnTo>
                  <a:pt x="9098" y="22528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629" name="Shape 629"/>
          <p:cNvSpPr/>
          <p:nvPr/>
        </p:nvSpPr>
        <p:spPr>
          <a:xfrm>
            <a:off x="6143427" y="1968053"/>
            <a:ext cx="22895" cy="22895"/>
          </a:xfrm>
          <a:custGeom>
            <a:avLst/>
            <a:gdLst/>
            <a:ahLst/>
            <a:cxnLst/>
            <a:rect l="0" t="0" r="r" b="b"/>
            <a:pathLst>
              <a:path w="22895" h="22895">
                <a:moveTo>
                  <a:pt x="9186" y="22745"/>
                </a:moveTo>
                <a:lnTo>
                  <a:pt x="5058" y="21035"/>
                </a:lnTo>
                <a:lnTo>
                  <a:pt x="3353" y="19542"/>
                </a:lnTo>
                <a:lnTo>
                  <a:pt x="1860" y="17837"/>
                </a:lnTo>
                <a:lnTo>
                  <a:pt x="150" y="13709"/>
                </a:lnTo>
                <a:lnTo>
                  <a:pt x="0" y="11447"/>
                </a:lnTo>
                <a:lnTo>
                  <a:pt x="150" y="9186"/>
                </a:lnTo>
                <a:lnTo>
                  <a:pt x="1860" y="5058"/>
                </a:lnTo>
                <a:lnTo>
                  <a:pt x="3353" y="3353"/>
                </a:lnTo>
                <a:lnTo>
                  <a:pt x="5058" y="1860"/>
                </a:lnTo>
                <a:lnTo>
                  <a:pt x="9186" y="150"/>
                </a:lnTo>
                <a:lnTo>
                  <a:pt x="11447" y="0"/>
                </a:lnTo>
                <a:lnTo>
                  <a:pt x="13709" y="150"/>
                </a:lnTo>
                <a:lnTo>
                  <a:pt x="17837" y="1860"/>
                </a:lnTo>
                <a:lnTo>
                  <a:pt x="19542" y="3353"/>
                </a:lnTo>
                <a:lnTo>
                  <a:pt x="21035" y="5058"/>
                </a:lnTo>
                <a:lnTo>
                  <a:pt x="22745" y="9186"/>
                </a:lnTo>
                <a:lnTo>
                  <a:pt x="22895" y="11447"/>
                </a:lnTo>
                <a:lnTo>
                  <a:pt x="22745" y="13709"/>
                </a:lnTo>
                <a:lnTo>
                  <a:pt x="21035" y="17837"/>
                </a:lnTo>
                <a:lnTo>
                  <a:pt x="19542" y="19542"/>
                </a:lnTo>
                <a:lnTo>
                  <a:pt x="17837" y="21035"/>
                </a:lnTo>
                <a:lnTo>
                  <a:pt x="13709" y="22745"/>
                </a:lnTo>
                <a:lnTo>
                  <a:pt x="11447" y="22895"/>
                </a:lnTo>
                <a:lnTo>
                  <a:pt x="9186" y="22745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630" name="Shape 630"/>
          <p:cNvSpPr/>
          <p:nvPr/>
        </p:nvSpPr>
        <p:spPr>
          <a:xfrm>
            <a:off x="6175986" y="1970942"/>
            <a:ext cx="23036" cy="23036"/>
          </a:xfrm>
          <a:custGeom>
            <a:avLst/>
            <a:gdLst/>
            <a:ahLst/>
            <a:cxnLst/>
            <a:rect l="0" t="0" r="r" b="b"/>
            <a:pathLst>
              <a:path w="23036" h="23036">
                <a:moveTo>
                  <a:pt x="9242" y="22884"/>
                </a:moveTo>
                <a:lnTo>
                  <a:pt x="5089" y="21164"/>
                </a:lnTo>
                <a:lnTo>
                  <a:pt x="3373" y="19662"/>
                </a:lnTo>
                <a:lnTo>
                  <a:pt x="1871" y="17946"/>
                </a:lnTo>
                <a:lnTo>
                  <a:pt x="151" y="13793"/>
                </a:lnTo>
                <a:lnTo>
                  <a:pt x="0" y="11518"/>
                </a:lnTo>
                <a:lnTo>
                  <a:pt x="151" y="9242"/>
                </a:lnTo>
                <a:lnTo>
                  <a:pt x="1871" y="5089"/>
                </a:lnTo>
                <a:lnTo>
                  <a:pt x="3373" y="3373"/>
                </a:lnTo>
                <a:lnTo>
                  <a:pt x="5089" y="1871"/>
                </a:lnTo>
                <a:lnTo>
                  <a:pt x="9242" y="151"/>
                </a:lnTo>
                <a:lnTo>
                  <a:pt x="11518" y="0"/>
                </a:lnTo>
                <a:lnTo>
                  <a:pt x="13793" y="151"/>
                </a:lnTo>
                <a:lnTo>
                  <a:pt x="17946" y="1871"/>
                </a:lnTo>
                <a:lnTo>
                  <a:pt x="19662" y="3373"/>
                </a:lnTo>
                <a:lnTo>
                  <a:pt x="21164" y="5089"/>
                </a:lnTo>
                <a:lnTo>
                  <a:pt x="22884" y="9242"/>
                </a:lnTo>
                <a:lnTo>
                  <a:pt x="23036" y="11518"/>
                </a:lnTo>
                <a:lnTo>
                  <a:pt x="22884" y="13793"/>
                </a:lnTo>
                <a:lnTo>
                  <a:pt x="21164" y="17946"/>
                </a:lnTo>
                <a:lnTo>
                  <a:pt x="19662" y="19662"/>
                </a:lnTo>
                <a:lnTo>
                  <a:pt x="17946" y="21164"/>
                </a:lnTo>
                <a:lnTo>
                  <a:pt x="13793" y="22884"/>
                </a:lnTo>
                <a:lnTo>
                  <a:pt x="11518" y="23036"/>
                </a:lnTo>
                <a:lnTo>
                  <a:pt x="9242" y="22884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631" name="Shape 631"/>
          <p:cNvSpPr/>
          <p:nvPr/>
        </p:nvSpPr>
        <p:spPr>
          <a:xfrm>
            <a:off x="6228314" y="1975594"/>
            <a:ext cx="23239" cy="23239"/>
          </a:xfrm>
          <a:custGeom>
            <a:avLst/>
            <a:gdLst/>
            <a:ahLst/>
            <a:cxnLst/>
            <a:rect l="0" t="0" r="r" b="b"/>
            <a:pathLst>
              <a:path w="23239" h="23239">
                <a:moveTo>
                  <a:pt x="9324" y="23086"/>
                </a:moveTo>
                <a:lnTo>
                  <a:pt x="5134" y="21350"/>
                </a:lnTo>
                <a:lnTo>
                  <a:pt x="3403" y="19835"/>
                </a:lnTo>
                <a:lnTo>
                  <a:pt x="1888" y="18104"/>
                </a:lnTo>
                <a:lnTo>
                  <a:pt x="153" y="13915"/>
                </a:lnTo>
                <a:lnTo>
                  <a:pt x="0" y="11619"/>
                </a:lnTo>
                <a:lnTo>
                  <a:pt x="153" y="9324"/>
                </a:lnTo>
                <a:lnTo>
                  <a:pt x="1888" y="5134"/>
                </a:lnTo>
                <a:lnTo>
                  <a:pt x="3403" y="3403"/>
                </a:lnTo>
                <a:lnTo>
                  <a:pt x="5134" y="1888"/>
                </a:lnTo>
                <a:lnTo>
                  <a:pt x="9324" y="153"/>
                </a:lnTo>
                <a:lnTo>
                  <a:pt x="11619" y="0"/>
                </a:lnTo>
                <a:lnTo>
                  <a:pt x="13915" y="153"/>
                </a:lnTo>
                <a:lnTo>
                  <a:pt x="18104" y="1888"/>
                </a:lnTo>
                <a:lnTo>
                  <a:pt x="19835" y="3403"/>
                </a:lnTo>
                <a:lnTo>
                  <a:pt x="21350" y="5134"/>
                </a:lnTo>
                <a:lnTo>
                  <a:pt x="23086" y="9324"/>
                </a:lnTo>
                <a:lnTo>
                  <a:pt x="23239" y="11619"/>
                </a:lnTo>
                <a:lnTo>
                  <a:pt x="23086" y="13915"/>
                </a:lnTo>
                <a:lnTo>
                  <a:pt x="21350" y="18104"/>
                </a:lnTo>
                <a:lnTo>
                  <a:pt x="19835" y="19835"/>
                </a:lnTo>
                <a:lnTo>
                  <a:pt x="18104" y="21350"/>
                </a:lnTo>
                <a:lnTo>
                  <a:pt x="13915" y="23086"/>
                </a:lnTo>
                <a:lnTo>
                  <a:pt x="11619" y="23239"/>
                </a:lnTo>
                <a:lnTo>
                  <a:pt x="9324" y="23086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632" name="Shape 632"/>
          <p:cNvSpPr/>
          <p:nvPr/>
        </p:nvSpPr>
        <p:spPr>
          <a:xfrm>
            <a:off x="6285329" y="1980676"/>
            <a:ext cx="23432" cy="23432"/>
          </a:xfrm>
          <a:custGeom>
            <a:avLst/>
            <a:gdLst/>
            <a:ahLst/>
            <a:cxnLst/>
            <a:rect l="0" t="0" r="r" b="b"/>
            <a:pathLst>
              <a:path w="23432" h="23432">
                <a:moveTo>
                  <a:pt x="9401" y="23278"/>
                </a:moveTo>
                <a:lnTo>
                  <a:pt x="5177" y="21528"/>
                </a:lnTo>
                <a:lnTo>
                  <a:pt x="3431" y="20001"/>
                </a:lnTo>
                <a:lnTo>
                  <a:pt x="1904" y="18255"/>
                </a:lnTo>
                <a:lnTo>
                  <a:pt x="154" y="14031"/>
                </a:lnTo>
                <a:lnTo>
                  <a:pt x="0" y="11716"/>
                </a:lnTo>
                <a:lnTo>
                  <a:pt x="154" y="9401"/>
                </a:lnTo>
                <a:lnTo>
                  <a:pt x="1904" y="5177"/>
                </a:lnTo>
                <a:lnTo>
                  <a:pt x="3431" y="3431"/>
                </a:lnTo>
                <a:lnTo>
                  <a:pt x="5177" y="1904"/>
                </a:lnTo>
                <a:lnTo>
                  <a:pt x="9401" y="154"/>
                </a:lnTo>
                <a:lnTo>
                  <a:pt x="11716" y="0"/>
                </a:lnTo>
                <a:lnTo>
                  <a:pt x="14031" y="154"/>
                </a:lnTo>
                <a:lnTo>
                  <a:pt x="18255" y="1904"/>
                </a:lnTo>
                <a:lnTo>
                  <a:pt x="20001" y="3431"/>
                </a:lnTo>
                <a:lnTo>
                  <a:pt x="21528" y="5177"/>
                </a:lnTo>
                <a:lnTo>
                  <a:pt x="23278" y="9401"/>
                </a:lnTo>
                <a:lnTo>
                  <a:pt x="23432" y="11716"/>
                </a:lnTo>
                <a:lnTo>
                  <a:pt x="23278" y="14031"/>
                </a:lnTo>
                <a:lnTo>
                  <a:pt x="21528" y="18255"/>
                </a:lnTo>
                <a:lnTo>
                  <a:pt x="20001" y="20001"/>
                </a:lnTo>
                <a:lnTo>
                  <a:pt x="18255" y="21528"/>
                </a:lnTo>
                <a:lnTo>
                  <a:pt x="14031" y="23278"/>
                </a:lnTo>
                <a:lnTo>
                  <a:pt x="11716" y="23432"/>
                </a:lnTo>
                <a:lnTo>
                  <a:pt x="9401" y="2327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633" name="Shape 633"/>
          <p:cNvSpPr/>
          <p:nvPr/>
        </p:nvSpPr>
        <p:spPr>
          <a:xfrm>
            <a:off x="6367883" y="1987531"/>
            <a:ext cx="25361" cy="25361"/>
          </a:xfrm>
          <a:custGeom>
            <a:avLst/>
            <a:gdLst/>
            <a:ahLst/>
            <a:cxnLst/>
            <a:rect l="0" t="0" r="r" b="b"/>
            <a:pathLst>
              <a:path w="25361" h="25361">
                <a:moveTo>
                  <a:pt x="10175" y="25194"/>
                </a:moveTo>
                <a:lnTo>
                  <a:pt x="5603" y="23300"/>
                </a:lnTo>
                <a:lnTo>
                  <a:pt x="3714" y="21647"/>
                </a:lnTo>
                <a:lnTo>
                  <a:pt x="2060" y="19757"/>
                </a:lnTo>
                <a:lnTo>
                  <a:pt x="167" y="15185"/>
                </a:lnTo>
                <a:lnTo>
                  <a:pt x="0" y="12680"/>
                </a:lnTo>
                <a:lnTo>
                  <a:pt x="167" y="10175"/>
                </a:lnTo>
                <a:lnTo>
                  <a:pt x="2060" y="5603"/>
                </a:lnTo>
                <a:lnTo>
                  <a:pt x="3714" y="3714"/>
                </a:lnTo>
                <a:lnTo>
                  <a:pt x="5603" y="2060"/>
                </a:lnTo>
                <a:lnTo>
                  <a:pt x="10175" y="167"/>
                </a:lnTo>
                <a:lnTo>
                  <a:pt x="12680" y="0"/>
                </a:lnTo>
                <a:lnTo>
                  <a:pt x="15185" y="167"/>
                </a:lnTo>
                <a:lnTo>
                  <a:pt x="19757" y="2060"/>
                </a:lnTo>
                <a:lnTo>
                  <a:pt x="21647" y="3714"/>
                </a:lnTo>
                <a:lnTo>
                  <a:pt x="23300" y="5603"/>
                </a:lnTo>
                <a:lnTo>
                  <a:pt x="25194" y="10175"/>
                </a:lnTo>
                <a:lnTo>
                  <a:pt x="25361" y="12680"/>
                </a:lnTo>
                <a:lnTo>
                  <a:pt x="25194" y="15185"/>
                </a:lnTo>
                <a:lnTo>
                  <a:pt x="23300" y="19757"/>
                </a:lnTo>
                <a:lnTo>
                  <a:pt x="21647" y="21647"/>
                </a:lnTo>
                <a:lnTo>
                  <a:pt x="19757" y="23300"/>
                </a:lnTo>
                <a:lnTo>
                  <a:pt x="15185" y="25194"/>
                </a:lnTo>
                <a:lnTo>
                  <a:pt x="12680" y="25361"/>
                </a:lnTo>
                <a:lnTo>
                  <a:pt x="10175" y="25194"/>
                </a:lnTo>
                <a:close/>
              </a:path>
            </a:pathLst>
          </a:custGeom>
          <a:solidFill>
            <a:srgbClr val="78CD7C"/>
          </a:solidFill>
          <a:ln>
            <a:noFill/>
          </a:ln>
        </p:spPr>
      </p:sp>
      <p:sp>
        <p:nvSpPr>
          <p:cNvPr id="634" name="Shape 634"/>
          <p:cNvSpPr/>
          <p:nvPr/>
        </p:nvSpPr>
        <p:spPr>
          <a:xfrm>
            <a:off x="5867325" y="1953690"/>
            <a:ext cx="21994" cy="21994"/>
          </a:xfrm>
          <a:custGeom>
            <a:avLst/>
            <a:gdLst/>
            <a:ahLst/>
            <a:cxnLst/>
            <a:rect l="0" t="0" r="r" b="b"/>
            <a:pathLst>
              <a:path w="21994" h="21994">
                <a:moveTo>
                  <a:pt x="8824" y="21849"/>
                </a:moveTo>
                <a:lnTo>
                  <a:pt x="4859" y="20207"/>
                </a:lnTo>
                <a:lnTo>
                  <a:pt x="3221" y="18773"/>
                </a:lnTo>
                <a:lnTo>
                  <a:pt x="1787" y="17134"/>
                </a:lnTo>
                <a:lnTo>
                  <a:pt x="144" y="13169"/>
                </a:lnTo>
                <a:lnTo>
                  <a:pt x="0" y="10997"/>
                </a:lnTo>
                <a:lnTo>
                  <a:pt x="144" y="8824"/>
                </a:lnTo>
                <a:lnTo>
                  <a:pt x="1787" y="4859"/>
                </a:lnTo>
                <a:lnTo>
                  <a:pt x="3221" y="3221"/>
                </a:lnTo>
                <a:lnTo>
                  <a:pt x="4859" y="1787"/>
                </a:lnTo>
                <a:lnTo>
                  <a:pt x="8824" y="144"/>
                </a:lnTo>
                <a:lnTo>
                  <a:pt x="10997" y="0"/>
                </a:lnTo>
                <a:lnTo>
                  <a:pt x="13169" y="144"/>
                </a:lnTo>
                <a:lnTo>
                  <a:pt x="17134" y="1787"/>
                </a:lnTo>
                <a:lnTo>
                  <a:pt x="18773" y="3221"/>
                </a:lnTo>
                <a:lnTo>
                  <a:pt x="20207" y="4859"/>
                </a:lnTo>
                <a:lnTo>
                  <a:pt x="21849" y="8824"/>
                </a:lnTo>
                <a:lnTo>
                  <a:pt x="21994" y="10997"/>
                </a:lnTo>
                <a:lnTo>
                  <a:pt x="21849" y="13169"/>
                </a:lnTo>
                <a:lnTo>
                  <a:pt x="20207" y="17134"/>
                </a:lnTo>
                <a:lnTo>
                  <a:pt x="18773" y="18773"/>
                </a:lnTo>
                <a:lnTo>
                  <a:pt x="17134" y="20207"/>
                </a:lnTo>
                <a:lnTo>
                  <a:pt x="13169" y="21849"/>
                </a:lnTo>
                <a:lnTo>
                  <a:pt x="10997" y="21994"/>
                </a:lnTo>
                <a:lnTo>
                  <a:pt x="8824" y="21849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635" name="Shape 635"/>
          <p:cNvSpPr/>
          <p:nvPr/>
        </p:nvSpPr>
        <p:spPr>
          <a:xfrm>
            <a:off x="5899929" y="1956902"/>
            <a:ext cx="22236" cy="22236"/>
          </a:xfrm>
          <a:custGeom>
            <a:avLst/>
            <a:gdLst/>
            <a:ahLst/>
            <a:cxnLst/>
            <a:rect l="0" t="0" r="r" b="b"/>
            <a:pathLst>
              <a:path w="22236" h="22236">
                <a:moveTo>
                  <a:pt x="8921" y="22090"/>
                </a:moveTo>
                <a:lnTo>
                  <a:pt x="4913" y="20429"/>
                </a:lnTo>
                <a:lnTo>
                  <a:pt x="3256" y="18980"/>
                </a:lnTo>
                <a:lnTo>
                  <a:pt x="1806" y="17323"/>
                </a:lnTo>
                <a:lnTo>
                  <a:pt x="146" y="13314"/>
                </a:lnTo>
                <a:lnTo>
                  <a:pt x="0" y="11118"/>
                </a:lnTo>
                <a:lnTo>
                  <a:pt x="146" y="8921"/>
                </a:lnTo>
                <a:lnTo>
                  <a:pt x="1806" y="4913"/>
                </a:lnTo>
                <a:lnTo>
                  <a:pt x="3256" y="3256"/>
                </a:lnTo>
                <a:lnTo>
                  <a:pt x="4913" y="1806"/>
                </a:lnTo>
                <a:lnTo>
                  <a:pt x="8921" y="146"/>
                </a:lnTo>
                <a:lnTo>
                  <a:pt x="11118" y="0"/>
                </a:lnTo>
                <a:lnTo>
                  <a:pt x="13314" y="146"/>
                </a:lnTo>
                <a:lnTo>
                  <a:pt x="17323" y="1806"/>
                </a:lnTo>
                <a:lnTo>
                  <a:pt x="18980" y="3256"/>
                </a:lnTo>
                <a:lnTo>
                  <a:pt x="20429" y="4913"/>
                </a:lnTo>
                <a:lnTo>
                  <a:pt x="22090" y="8921"/>
                </a:lnTo>
                <a:lnTo>
                  <a:pt x="22236" y="11118"/>
                </a:lnTo>
                <a:lnTo>
                  <a:pt x="22090" y="13314"/>
                </a:lnTo>
                <a:lnTo>
                  <a:pt x="20429" y="17323"/>
                </a:lnTo>
                <a:lnTo>
                  <a:pt x="18980" y="18980"/>
                </a:lnTo>
                <a:lnTo>
                  <a:pt x="17323" y="20429"/>
                </a:lnTo>
                <a:lnTo>
                  <a:pt x="13314" y="22090"/>
                </a:lnTo>
                <a:lnTo>
                  <a:pt x="11118" y="22236"/>
                </a:lnTo>
                <a:lnTo>
                  <a:pt x="8921" y="22090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636" name="Shape 636"/>
          <p:cNvSpPr/>
          <p:nvPr/>
        </p:nvSpPr>
        <p:spPr>
          <a:xfrm>
            <a:off x="5922995" y="1959180"/>
            <a:ext cx="22395" cy="22395"/>
          </a:xfrm>
          <a:custGeom>
            <a:avLst/>
            <a:gdLst/>
            <a:ahLst/>
            <a:cxnLst/>
            <a:rect l="0" t="0" r="r" b="b"/>
            <a:pathLst>
              <a:path w="22395" h="22395">
                <a:moveTo>
                  <a:pt x="8985" y="22248"/>
                </a:moveTo>
                <a:lnTo>
                  <a:pt x="4948" y="20575"/>
                </a:lnTo>
                <a:lnTo>
                  <a:pt x="3279" y="19115"/>
                </a:lnTo>
                <a:lnTo>
                  <a:pt x="1819" y="17447"/>
                </a:lnTo>
                <a:lnTo>
                  <a:pt x="147" y="13409"/>
                </a:lnTo>
                <a:lnTo>
                  <a:pt x="0" y="11197"/>
                </a:lnTo>
                <a:lnTo>
                  <a:pt x="147" y="8985"/>
                </a:lnTo>
                <a:lnTo>
                  <a:pt x="1819" y="4948"/>
                </a:lnTo>
                <a:lnTo>
                  <a:pt x="3279" y="3279"/>
                </a:lnTo>
                <a:lnTo>
                  <a:pt x="4948" y="1819"/>
                </a:lnTo>
                <a:lnTo>
                  <a:pt x="8985" y="147"/>
                </a:lnTo>
                <a:lnTo>
                  <a:pt x="11197" y="0"/>
                </a:lnTo>
                <a:lnTo>
                  <a:pt x="13409" y="147"/>
                </a:lnTo>
                <a:lnTo>
                  <a:pt x="17447" y="1819"/>
                </a:lnTo>
                <a:lnTo>
                  <a:pt x="19115" y="3279"/>
                </a:lnTo>
                <a:lnTo>
                  <a:pt x="20575" y="4948"/>
                </a:lnTo>
                <a:lnTo>
                  <a:pt x="22248" y="8985"/>
                </a:lnTo>
                <a:lnTo>
                  <a:pt x="22395" y="11197"/>
                </a:lnTo>
                <a:lnTo>
                  <a:pt x="22248" y="13409"/>
                </a:lnTo>
                <a:lnTo>
                  <a:pt x="20575" y="17447"/>
                </a:lnTo>
                <a:lnTo>
                  <a:pt x="19115" y="19115"/>
                </a:lnTo>
                <a:lnTo>
                  <a:pt x="17447" y="20575"/>
                </a:lnTo>
                <a:lnTo>
                  <a:pt x="13409" y="22248"/>
                </a:lnTo>
                <a:lnTo>
                  <a:pt x="11197" y="22395"/>
                </a:lnTo>
                <a:lnTo>
                  <a:pt x="8985" y="22248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637" name="Shape 637"/>
          <p:cNvSpPr/>
          <p:nvPr/>
        </p:nvSpPr>
        <p:spPr>
          <a:xfrm>
            <a:off x="5947218" y="1961577"/>
            <a:ext cx="22552" cy="22552"/>
          </a:xfrm>
          <a:custGeom>
            <a:avLst/>
            <a:gdLst/>
            <a:ahLst/>
            <a:cxnLst/>
            <a:rect l="0" t="0" r="r" b="b"/>
            <a:pathLst>
              <a:path w="22552" h="22552">
                <a:moveTo>
                  <a:pt x="9048" y="22403"/>
                </a:moveTo>
                <a:lnTo>
                  <a:pt x="4982" y="20719"/>
                </a:lnTo>
                <a:lnTo>
                  <a:pt x="3302" y="19249"/>
                </a:lnTo>
                <a:lnTo>
                  <a:pt x="1832" y="17569"/>
                </a:lnTo>
                <a:lnTo>
                  <a:pt x="148" y="13503"/>
                </a:lnTo>
                <a:lnTo>
                  <a:pt x="0" y="11276"/>
                </a:lnTo>
                <a:lnTo>
                  <a:pt x="148" y="9048"/>
                </a:lnTo>
                <a:lnTo>
                  <a:pt x="1832" y="4982"/>
                </a:lnTo>
                <a:lnTo>
                  <a:pt x="3302" y="3302"/>
                </a:lnTo>
                <a:lnTo>
                  <a:pt x="4982" y="1832"/>
                </a:lnTo>
                <a:lnTo>
                  <a:pt x="9048" y="148"/>
                </a:lnTo>
                <a:lnTo>
                  <a:pt x="11276" y="0"/>
                </a:lnTo>
                <a:lnTo>
                  <a:pt x="13503" y="148"/>
                </a:lnTo>
                <a:lnTo>
                  <a:pt x="17569" y="1832"/>
                </a:lnTo>
                <a:lnTo>
                  <a:pt x="19249" y="3302"/>
                </a:lnTo>
                <a:lnTo>
                  <a:pt x="20719" y="4982"/>
                </a:lnTo>
                <a:lnTo>
                  <a:pt x="22403" y="9048"/>
                </a:lnTo>
                <a:lnTo>
                  <a:pt x="22552" y="11276"/>
                </a:lnTo>
                <a:lnTo>
                  <a:pt x="22403" y="13503"/>
                </a:lnTo>
                <a:lnTo>
                  <a:pt x="20719" y="17569"/>
                </a:lnTo>
                <a:lnTo>
                  <a:pt x="19249" y="19249"/>
                </a:lnTo>
                <a:lnTo>
                  <a:pt x="17569" y="20719"/>
                </a:lnTo>
                <a:lnTo>
                  <a:pt x="13503" y="22403"/>
                </a:lnTo>
                <a:lnTo>
                  <a:pt x="11276" y="22552"/>
                </a:lnTo>
                <a:lnTo>
                  <a:pt x="9048" y="2240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638" name="Shape 638"/>
          <p:cNvSpPr/>
          <p:nvPr/>
        </p:nvSpPr>
        <p:spPr>
          <a:xfrm>
            <a:off x="5985918" y="1965415"/>
            <a:ext cx="22782" cy="22782"/>
          </a:xfrm>
          <a:custGeom>
            <a:avLst/>
            <a:gdLst/>
            <a:ahLst/>
            <a:cxnLst/>
            <a:rect l="0" t="0" r="r" b="b"/>
            <a:pathLst>
              <a:path w="22782" h="22782">
                <a:moveTo>
                  <a:pt x="9141" y="22632"/>
                </a:moveTo>
                <a:lnTo>
                  <a:pt x="5033" y="20931"/>
                </a:lnTo>
                <a:lnTo>
                  <a:pt x="3336" y="19446"/>
                </a:lnTo>
                <a:lnTo>
                  <a:pt x="1851" y="17748"/>
                </a:lnTo>
                <a:lnTo>
                  <a:pt x="150" y="13641"/>
                </a:lnTo>
                <a:lnTo>
                  <a:pt x="0" y="11391"/>
                </a:lnTo>
                <a:lnTo>
                  <a:pt x="150" y="9141"/>
                </a:lnTo>
                <a:lnTo>
                  <a:pt x="1851" y="5033"/>
                </a:lnTo>
                <a:lnTo>
                  <a:pt x="3336" y="3336"/>
                </a:lnTo>
                <a:lnTo>
                  <a:pt x="5033" y="1851"/>
                </a:lnTo>
                <a:lnTo>
                  <a:pt x="9141" y="150"/>
                </a:lnTo>
                <a:lnTo>
                  <a:pt x="11391" y="0"/>
                </a:lnTo>
                <a:lnTo>
                  <a:pt x="13641" y="150"/>
                </a:lnTo>
                <a:lnTo>
                  <a:pt x="17748" y="1851"/>
                </a:lnTo>
                <a:lnTo>
                  <a:pt x="19446" y="3336"/>
                </a:lnTo>
                <a:lnTo>
                  <a:pt x="20931" y="5033"/>
                </a:lnTo>
                <a:lnTo>
                  <a:pt x="22632" y="9141"/>
                </a:lnTo>
                <a:lnTo>
                  <a:pt x="22782" y="11391"/>
                </a:lnTo>
                <a:lnTo>
                  <a:pt x="22632" y="13641"/>
                </a:lnTo>
                <a:lnTo>
                  <a:pt x="20931" y="17748"/>
                </a:lnTo>
                <a:lnTo>
                  <a:pt x="19446" y="19446"/>
                </a:lnTo>
                <a:lnTo>
                  <a:pt x="17748" y="20931"/>
                </a:lnTo>
                <a:lnTo>
                  <a:pt x="13641" y="22632"/>
                </a:lnTo>
                <a:lnTo>
                  <a:pt x="11391" y="22782"/>
                </a:lnTo>
                <a:lnTo>
                  <a:pt x="9141" y="22632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639" name="Shape 639"/>
          <p:cNvSpPr/>
          <p:nvPr/>
        </p:nvSpPr>
        <p:spPr>
          <a:xfrm>
            <a:off x="6027762" y="1969576"/>
            <a:ext cx="23008" cy="23008"/>
          </a:xfrm>
          <a:custGeom>
            <a:avLst/>
            <a:gdLst/>
            <a:ahLst/>
            <a:cxnLst/>
            <a:rect l="0" t="0" r="r" b="b"/>
            <a:pathLst>
              <a:path w="23008" h="23008">
                <a:moveTo>
                  <a:pt x="9231" y="22857"/>
                </a:moveTo>
                <a:lnTo>
                  <a:pt x="5083" y="21139"/>
                </a:lnTo>
                <a:lnTo>
                  <a:pt x="3369" y="19639"/>
                </a:lnTo>
                <a:lnTo>
                  <a:pt x="1869" y="17924"/>
                </a:lnTo>
                <a:lnTo>
                  <a:pt x="151" y="13777"/>
                </a:lnTo>
                <a:lnTo>
                  <a:pt x="0" y="11504"/>
                </a:lnTo>
                <a:lnTo>
                  <a:pt x="151" y="9231"/>
                </a:lnTo>
                <a:lnTo>
                  <a:pt x="1869" y="5083"/>
                </a:lnTo>
                <a:lnTo>
                  <a:pt x="3369" y="3369"/>
                </a:lnTo>
                <a:lnTo>
                  <a:pt x="5083" y="1869"/>
                </a:lnTo>
                <a:lnTo>
                  <a:pt x="9231" y="151"/>
                </a:lnTo>
                <a:lnTo>
                  <a:pt x="11504" y="0"/>
                </a:lnTo>
                <a:lnTo>
                  <a:pt x="13777" y="151"/>
                </a:lnTo>
                <a:lnTo>
                  <a:pt x="17924" y="1869"/>
                </a:lnTo>
                <a:lnTo>
                  <a:pt x="19639" y="3369"/>
                </a:lnTo>
                <a:lnTo>
                  <a:pt x="21139" y="5083"/>
                </a:lnTo>
                <a:lnTo>
                  <a:pt x="22857" y="9231"/>
                </a:lnTo>
                <a:lnTo>
                  <a:pt x="23008" y="11504"/>
                </a:lnTo>
                <a:lnTo>
                  <a:pt x="22857" y="13777"/>
                </a:lnTo>
                <a:lnTo>
                  <a:pt x="21139" y="17924"/>
                </a:lnTo>
                <a:lnTo>
                  <a:pt x="19639" y="19639"/>
                </a:lnTo>
                <a:lnTo>
                  <a:pt x="17924" y="21139"/>
                </a:lnTo>
                <a:lnTo>
                  <a:pt x="13777" y="22857"/>
                </a:lnTo>
                <a:lnTo>
                  <a:pt x="11504" y="23008"/>
                </a:lnTo>
                <a:lnTo>
                  <a:pt x="9231" y="22857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640" name="Shape 640"/>
          <p:cNvSpPr/>
          <p:nvPr/>
        </p:nvSpPr>
        <p:spPr>
          <a:xfrm>
            <a:off x="6057601" y="1972549"/>
            <a:ext cx="23155" cy="23155"/>
          </a:xfrm>
          <a:custGeom>
            <a:avLst/>
            <a:gdLst/>
            <a:ahLst/>
            <a:cxnLst/>
            <a:rect l="0" t="0" r="r" b="b"/>
            <a:pathLst>
              <a:path w="23155" h="23155">
                <a:moveTo>
                  <a:pt x="9290" y="23002"/>
                </a:moveTo>
                <a:lnTo>
                  <a:pt x="5116" y="21273"/>
                </a:lnTo>
                <a:lnTo>
                  <a:pt x="3391" y="19764"/>
                </a:lnTo>
                <a:lnTo>
                  <a:pt x="1881" y="18039"/>
                </a:lnTo>
                <a:lnTo>
                  <a:pt x="152" y="13864"/>
                </a:lnTo>
                <a:lnTo>
                  <a:pt x="0" y="11577"/>
                </a:lnTo>
                <a:lnTo>
                  <a:pt x="152" y="9290"/>
                </a:lnTo>
                <a:lnTo>
                  <a:pt x="1881" y="5116"/>
                </a:lnTo>
                <a:lnTo>
                  <a:pt x="3391" y="3391"/>
                </a:lnTo>
                <a:lnTo>
                  <a:pt x="5116" y="1881"/>
                </a:lnTo>
                <a:lnTo>
                  <a:pt x="9290" y="152"/>
                </a:lnTo>
                <a:lnTo>
                  <a:pt x="11577" y="0"/>
                </a:lnTo>
                <a:lnTo>
                  <a:pt x="13864" y="152"/>
                </a:lnTo>
                <a:lnTo>
                  <a:pt x="18039" y="1881"/>
                </a:lnTo>
                <a:lnTo>
                  <a:pt x="19764" y="3391"/>
                </a:lnTo>
                <a:lnTo>
                  <a:pt x="21273" y="5116"/>
                </a:lnTo>
                <a:lnTo>
                  <a:pt x="23002" y="9290"/>
                </a:lnTo>
                <a:lnTo>
                  <a:pt x="23155" y="11577"/>
                </a:lnTo>
                <a:lnTo>
                  <a:pt x="23002" y="13864"/>
                </a:lnTo>
                <a:lnTo>
                  <a:pt x="21273" y="18039"/>
                </a:lnTo>
                <a:lnTo>
                  <a:pt x="19764" y="19764"/>
                </a:lnTo>
                <a:lnTo>
                  <a:pt x="18039" y="21273"/>
                </a:lnTo>
                <a:lnTo>
                  <a:pt x="13864" y="23002"/>
                </a:lnTo>
                <a:lnTo>
                  <a:pt x="11577" y="23155"/>
                </a:lnTo>
                <a:lnTo>
                  <a:pt x="9290" y="23002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641" name="Shape 641"/>
          <p:cNvSpPr/>
          <p:nvPr/>
        </p:nvSpPr>
        <p:spPr>
          <a:xfrm>
            <a:off x="6105607" y="1977343"/>
            <a:ext cx="23368" cy="23368"/>
          </a:xfrm>
          <a:custGeom>
            <a:avLst/>
            <a:gdLst/>
            <a:ahLst/>
            <a:cxnLst/>
            <a:rect l="0" t="0" r="r" b="b"/>
            <a:pathLst>
              <a:path w="23368" h="23368">
                <a:moveTo>
                  <a:pt x="9376" y="23214"/>
                </a:moveTo>
                <a:lnTo>
                  <a:pt x="5163" y="21469"/>
                </a:lnTo>
                <a:lnTo>
                  <a:pt x="3422" y="19946"/>
                </a:lnTo>
                <a:lnTo>
                  <a:pt x="1898" y="18205"/>
                </a:lnTo>
                <a:lnTo>
                  <a:pt x="153" y="13992"/>
                </a:lnTo>
                <a:lnTo>
                  <a:pt x="0" y="11684"/>
                </a:lnTo>
                <a:lnTo>
                  <a:pt x="153" y="9376"/>
                </a:lnTo>
                <a:lnTo>
                  <a:pt x="1898" y="5163"/>
                </a:lnTo>
                <a:lnTo>
                  <a:pt x="3422" y="3422"/>
                </a:lnTo>
                <a:lnTo>
                  <a:pt x="5163" y="1898"/>
                </a:lnTo>
                <a:lnTo>
                  <a:pt x="9376" y="153"/>
                </a:lnTo>
                <a:lnTo>
                  <a:pt x="11684" y="0"/>
                </a:lnTo>
                <a:lnTo>
                  <a:pt x="13992" y="153"/>
                </a:lnTo>
                <a:lnTo>
                  <a:pt x="18205" y="1898"/>
                </a:lnTo>
                <a:lnTo>
                  <a:pt x="19946" y="3422"/>
                </a:lnTo>
                <a:lnTo>
                  <a:pt x="21469" y="5163"/>
                </a:lnTo>
                <a:lnTo>
                  <a:pt x="23214" y="9376"/>
                </a:lnTo>
                <a:lnTo>
                  <a:pt x="23368" y="11684"/>
                </a:lnTo>
                <a:lnTo>
                  <a:pt x="23214" y="13992"/>
                </a:lnTo>
                <a:lnTo>
                  <a:pt x="21469" y="18205"/>
                </a:lnTo>
                <a:lnTo>
                  <a:pt x="19946" y="19946"/>
                </a:lnTo>
                <a:lnTo>
                  <a:pt x="18205" y="21469"/>
                </a:lnTo>
                <a:lnTo>
                  <a:pt x="13992" y="23214"/>
                </a:lnTo>
                <a:lnTo>
                  <a:pt x="11684" y="23368"/>
                </a:lnTo>
                <a:lnTo>
                  <a:pt x="9376" y="23214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642" name="Shape 642"/>
          <p:cNvSpPr/>
          <p:nvPr/>
        </p:nvSpPr>
        <p:spPr>
          <a:xfrm>
            <a:off x="6157985" y="1982586"/>
            <a:ext cx="23574" cy="23574"/>
          </a:xfrm>
          <a:custGeom>
            <a:avLst/>
            <a:gdLst/>
            <a:ahLst/>
            <a:cxnLst/>
            <a:rect l="0" t="0" r="r" b="b"/>
            <a:pathLst>
              <a:path w="23574" h="23574">
                <a:moveTo>
                  <a:pt x="9458" y="23419"/>
                </a:moveTo>
                <a:lnTo>
                  <a:pt x="5208" y="21658"/>
                </a:lnTo>
                <a:lnTo>
                  <a:pt x="3452" y="20121"/>
                </a:lnTo>
                <a:lnTo>
                  <a:pt x="1915" y="18365"/>
                </a:lnTo>
                <a:lnTo>
                  <a:pt x="155" y="14115"/>
                </a:lnTo>
                <a:lnTo>
                  <a:pt x="0" y="11787"/>
                </a:lnTo>
                <a:lnTo>
                  <a:pt x="155" y="9458"/>
                </a:lnTo>
                <a:lnTo>
                  <a:pt x="1915" y="5208"/>
                </a:lnTo>
                <a:lnTo>
                  <a:pt x="3452" y="3452"/>
                </a:lnTo>
                <a:lnTo>
                  <a:pt x="5208" y="1915"/>
                </a:lnTo>
                <a:lnTo>
                  <a:pt x="9458" y="155"/>
                </a:lnTo>
                <a:lnTo>
                  <a:pt x="11787" y="0"/>
                </a:lnTo>
                <a:lnTo>
                  <a:pt x="14115" y="155"/>
                </a:lnTo>
                <a:lnTo>
                  <a:pt x="18365" y="1915"/>
                </a:lnTo>
                <a:lnTo>
                  <a:pt x="20121" y="3452"/>
                </a:lnTo>
                <a:lnTo>
                  <a:pt x="21658" y="5208"/>
                </a:lnTo>
                <a:lnTo>
                  <a:pt x="23419" y="9458"/>
                </a:lnTo>
                <a:lnTo>
                  <a:pt x="23574" y="11787"/>
                </a:lnTo>
                <a:lnTo>
                  <a:pt x="23419" y="14115"/>
                </a:lnTo>
                <a:lnTo>
                  <a:pt x="21658" y="18365"/>
                </a:lnTo>
                <a:lnTo>
                  <a:pt x="20121" y="20121"/>
                </a:lnTo>
                <a:lnTo>
                  <a:pt x="18365" y="21658"/>
                </a:lnTo>
                <a:lnTo>
                  <a:pt x="14115" y="23419"/>
                </a:lnTo>
                <a:lnTo>
                  <a:pt x="11787" y="23574"/>
                </a:lnTo>
                <a:lnTo>
                  <a:pt x="9458" y="23419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643" name="Shape 643"/>
          <p:cNvSpPr/>
          <p:nvPr/>
        </p:nvSpPr>
        <p:spPr>
          <a:xfrm>
            <a:off x="5798877" y="1954445"/>
            <a:ext cx="22042" cy="22042"/>
          </a:xfrm>
          <a:custGeom>
            <a:avLst/>
            <a:gdLst/>
            <a:ahLst/>
            <a:cxnLst/>
            <a:rect l="0" t="0" r="r" b="b"/>
            <a:pathLst>
              <a:path w="22042" h="22042">
                <a:moveTo>
                  <a:pt x="8843" y="21896"/>
                </a:moveTo>
                <a:lnTo>
                  <a:pt x="4870" y="20250"/>
                </a:lnTo>
                <a:lnTo>
                  <a:pt x="3227" y="18814"/>
                </a:lnTo>
                <a:lnTo>
                  <a:pt x="1791" y="17171"/>
                </a:lnTo>
                <a:lnTo>
                  <a:pt x="145" y="13198"/>
                </a:lnTo>
                <a:lnTo>
                  <a:pt x="0" y="11021"/>
                </a:lnTo>
                <a:lnTo>
                  <a:pt x="145" y="8843"/>
                </a:lnTo>
                <a:lnTo>
                  <a:pt x="1791" y="4870"/>
                </a:lnTo>
                <a:lnTo>
                  <a:pt x="3227" y="3227"/>
                </a:lnTo>
                <a:lnTo>
                  <a:pt x="4870" y="1791"/>
                </a:lnTo>
                <a:lnTo>
                  <a:pt x="8843" y="145"/>
                </a:lnTo>
                <a:lnTo>
                  <a:pt x="11021" y="0"/>
                </a:lnTo>
                <a:lnTo>
                  <a:pt x="13198" y="145"/>
                </a:lnTo>
                <a:lnTo>
                  <a:pt x="17171" y="1791"/>
                </a:lnTo>
                <a:lnTo>
                  <a:pt x="18814" y="3227"/>
                </a:lnTo>
                <a:lnTo>
                  <a:pt x="20250" y="4870"/>
                </a:lnTo>
                <a:lnTo>
                  <a:pt x="21896" y="8843"/>
                </a:lnTo>
                <a:lnTo>
                  <a:pt x="22042" y="11021"/>
                </a:lnTo>
                <a:lnTo>
                  <a:pt x="21896" y="13198"/>
                </a:lnTo>
                <a:lnTo>
                  <a:pt x="20250" y="17171"/>
                </a:lnTo>
                <a:lnTo>
                  <a:pt x="18814" y="18814"/>
                </a:lnTo>
                <a:lnTo>
                  <a:pt x="17171" y="20250"/>
                </a:lnTo>
                <a:lnTo>
                  <a:pt x="13198" y="21896"/>
                </a:lnTo>
                <a:lnTo>
                  <a:pt x="11021" y="22042"/>
                </a:lnTo>
                <a:lnTo>
                  <a:pt x="8843" y="2189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644" name="Shape 644"/>
          <p:cNvSpPr/>
          <p:nvPr/>
        </p:nvSpPr>
        <p:spPr>
          <a:xfrm>
            <a:off x="5829301" y="1957713"/>
            <a:ext cx="22287" cy="22287"/>
          </a:xfrm>
          <a:custGeom>
            <a:avLst/>
            <a:gdLst/>
            <a:ahLst/>
            <a:cxnLst/>
            <a:rect l="0" t="0" r="r" b="b"/>
            <a:pathLst>
              <a:path w="22287" h="22287">
                <a:moveTo>
                  <a:pt x="8942" y="22140"/>
                </a:moveTo>
                <a:lnTo>
                  <a:pt x="4924" y="20476"/>
                </a:lnTo>
                <a:lnTo>
                  <a:pt x="3263" y="19023"/>
                </a:lnTo>
                <a:lnTo>
                  <a:pt x="1811" y="17362"/>
                </a:lnTo>
                <a:lnTo>
                  <a:pt x="146" y="13344"/>
                </a:lnTo>
                <a:lnTo>
                  <a:pt x="0" y="11143"/>
                </a:lnTo>
                <a:lnTo>
                  <a:pt x="146" y="8942"/>
                </a:lnTo>
                <a:lnTo>
                  <a:pt x="1811" y="4924"/>
                </a:lnTo>
                <a:lnTo>
                  <a:pt x="3263" y="3263"/>
                </a:lnTo>
                <a:lnTo>
                  <a:pt x="4924" y="1811"/>
                </a:lnTo>
                <a:lnTo>
                  <a:pt x="8942" y="146"/>
                </a:lnTo>
                <a:lnTo>
                  <a:pt x="11143" y="0"/>
                </a:lnTo>
                <a:lnTo>
                  <a:pt x="13344" y="146"/>
                </a:lnTo>
                <a:lnTo>
                  <a:pt x="17362" y="1811"/>
                </a:lnTo>
                <a:lnTo>
                  <a:pt x="19023" y="3263"/>
                </a:lnTo>
                <a:lnTo>
                  <a:pt x="20476" y="4924"/>
                </a:lnTo>
                <a:lnTo>
                  <a:pt x="22140" y="8942"/>
                </a:lnTo>
                <a:lnTo>
                  <a:pt x="22287" y="11143"/>
                </a:lnTo>
                <a:lnTo>
                  <a:pt x="22140" y="13344"/>
                </a:lnTo>
                <a:lnTo>
                  <a:pt x="20476" y="17362"/>
                </a:lnTo>
                <a:lnTo>
                  <a:pt x="19023" y="19023"/>
                </a:lnTo>
                <a:lnTo>
                  <a:pt x="17362" y="20476"/>
                </a:lnTo>
                <a:lnTo>
                  <a:pt x="13344" y="22140"/>
                </a:lnTo>
                <a:lnTo>
                  <a:pt x="11143" y="22287"/>
                </a:lnTo>
                <a:lnTo>
                  <a:pt x="8942" y="22140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645" name="Shape 645"/>
          <p:cNvSpPr/>
          <p:nvPr/>
        </p:nvSpPr>
        <p:spPr>
          <a:xfrm>
            <a:off x="5850836" y="1960031"/>
            <a:ext cx="22448" cy="22448"/>
          </a:xfrm>
          <a:custGeom>
            <a:avLst/>
            <a:gdLst/>
            <a:ahLst/>
            <a:cxnLst/>
            <a:rect l="0" t="0" r="r" b="b"/>
            <a:pathLst>
              <a:path w="22448" h="22448">
                <a:moveTo>
                  <a:pt x="9006" y="22300"/>
                </a:moveTo>
                <a:lnTo>
                  <a:pt x="4959" y="20624"/>
                </a:lnTo>
                <a:lnTo>
                  <a:pt x="3287" y="19160"/>
                </a:lnTo>
                <a:lnTo>
                  <a:pt x="1824" y="17488"/>
                </a:lnTo>
                <a:lnTo>
                  <a:pt x="147" y="13441"/>
                </a:lnTo>
                <a:lnTo>
                  <a:pt x="0" y="11224"/>
                </a:lnTo>
                <a:lnTo>
                  <a:pt x="147" y="9006"/>
                </a:lnTo>
                <a:lnTo>
                  <a:pt x="1824" y="4959"/>
                </a:lnTo>
                <a:lnTo>
                  <a:pt x="3287" y="3287"/>
                </a:lnTo>
                <a:lnTo>
                  <a:pt x="4959" y="1824"/>
                </a:lnTo>
                <a:lnTo>
                  <a:pt x="9006" y="147"/>
                </a:lnTo>
                <a:lnTo>
                  <a:pt x="11224" y="0"/>
                </a:lnTo>
                <a:lnTo>
                  <a:pt x="13441" y="147"/>
                </a:lnTo>
                <a:lnTo>
                  <a:pt x="17488" y="1824"/>
                </a:lnTo>
                <a:lnTo>
                  <a:pt x="19160" y="3287"/>
                </a:lnTo>
                <a:lnTo>
                  <a:pt x="20624" y="4959"/>
                </a:lnTo>
                <a:lnTo>
                  <a:pt x="22300" y="9006"/>
                </a:lnTo>
                <a:lnTo>
                  <a:pt x="22448" y="11224"/>
                </a:lnTo>
                <a:lnTo>
                  <a:pt x="22300" y="13441"/>
                </a:lnTo>
                <a:lnTo>
                  <a:pt x="20624" y="17488"/>
                </a:lnTo>
                <a:lnTo>
                  <a:pt x="19160" y="19160"/>
                </a:lnTo>
                <a:lnTo>
                  <a:pt x="17488" y="20624"/>
                </a:lnTo>
                <a:lnTo>
                  <a:pt x="13441" y="22300"/>
                </a:lnTo>
                <a:lnTo>
                  <a:pt x="11224" y="22448"/>
                </a:lnTo>
                <a:lnTo>
                  <a:pt x="9006" y="22300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646" name="Shape 646"/>
          <p:cNvSpPr/>
          <p:nvPr/>
        </p:nvSpPr>
        <p:spPr>
          <a:xfrm>
            <a:off x="5873460" y="1962471"/>
            <a:ext cx="22607" cy="22607"/>
          </a:xfrm>
          <a:custGeom>
            <a:avLst/>
            <a:gdLst/>
            <a:ahLst/>
            <a:cxnLst/>
            <a:rect l="0" t="0" r="r" b="b"/>
            <a:pathLst>
              <a:path w="22607" h="22607">
                <a:moveTo>
                  <a:pt x="9070" y="22458"/>
                </a:moveTo>
                <a:lnTo>
                  <a:pt x="4995" y="20770"/>
                </a:lnTo>
                <a:lnTo>
                  <a:pt x="3310" y="19296"/>
                </a:lnTo>
                <a:lnTo>
                  <a:pt x="1837" y="17612"/>
                </a:lnTo>
                <a:lnTo>
                  <a:pt x="148" y="13536"/>
                </a:lnTo>
                <a:lnTo>
                  <a:pt x="0" y="11303"/>
                </a:lnTo>
                <a:lnTo>
                  <a:pt x="148" y="9070"/>
                </a:lnTo>
                <a:lnTo>
                  <a:pt x="1837" y="4995"/>
                </a:lnTo>
                <a:lnTo>
                  <a:pt x="3310" y="3310"/>
                </a:lnTo>
                <a:lnTo>
                  <a:pt x="4995" y="1837"/>
                </a:lnTo>
                <a:lnTo>
                  <a:pt x="9070" y="148"/>
                </a:lnTo>
                <a:lnTo>
                  <a:pt x="11303" y="0"/>
                </a:lnTo>
                <a:lnTo>
                  <a:pt x="13536" y="148"/>
                </a:lnTo>
                <a:lnTo>
                  <a:pt x="17612" y="1837"/>
                </a:lnTo>
                <a:lnTo>
                  <a:pt x="19296" y="3310"/>
                </a:lnTo>
                <a:lnTo>
                  <a:pt x="20770" y="4995"/>
                </a:lnTo>
                <a:lnTo>
                  <a:pt x="22458" y="9070"/>
                </a:lnTo>
                <a:lnTo>
                  <a:pt x="22607" y="11303"/>
                </a:lnTo>
                <a:lnTo>
                  <a:pt x="22458" y="13536"/>
                </a:lnTo>
                <a:lnTo>
                  <a:pt x="20770" y="17612"/>
                </a:lnTo>
                <a:lnTo>
                  <a:pt x="19296" y="19296"/>
                </a:lnTo>
                <a:lnTo>
                  <a:pt x="17612" y="20770"/>
                </a:lnTo>
                <a:lnTo>
                  <a:pt x="13536" y="22458"/>
                </a:lnTo>
                <a:lnTo>
                  <a:pt x="11303" y="22607"/>
                </a:lnTo>
                <a:lnTo>
                  <a:pt x="9070" y="22458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647" name="Shape 647"/>
          <p:cNvSpPr/>
          <p:nvPr/>
        </p:nvSpPr>
        <p:spPr>
          <a:xfrm>
            <a:off x="5909629" y="1966381"/>
            <a:ext cx="22842" cy="22842"/>
          </a:xfrm>
          <a:custGeom>
            <a:avLst/>
            <a:gdLst/>
            <a:ahLst/>
            <a:cxnLst/>
            <a:rect l="0" t="0" r="r" b="b"/>
            <a:pathLst>
              <a:path w="22842" h="22842">
                <a:moveTo>
                  <a:pt x="9165" y="22692"/>
                </a:moveTo>
                <a:lnTo>
                  <a:pt x="5046" y="20986"/>
                </a:lnTo>
                <a:lnTo>
                  <a:pt x="3345" y="19497"/>
                </a:lnTo>
                <a:lnTo>
                  <a:pt x="1856" y="17795"/>
                </a:lnTo>
                <a:lnTo>
                  <a:pt x="150" y="13677"/>
                </a:lnTo>
                <a:lnTo>
                  <a:pt x="0" y="11421"/>
                </a:lnTo>
                <a:lnTo>
                  <a:pt x="150" y="9165"/>
                </a:lnTo>
                <a:lnTo>
                  <a:pt x="1856" y="5046"/>
                </a:lnTo>
                <a:lnTo>
                  <a:pt x="3345" y="3345"/>
                </a:lnTo>
                <a:lnTo>
                  <a:pt x="5046" y="1856"/>
                </a:lnTo>
                <a:lnTo>
                  <a:pt x="9165" y="150"/>
                </a:lnTo>
                <a:lnTo>
                  <a:pt x="11421" y="0"/>
                </a:lnTo>
                <a:lnTo>
                  <a:pt x="13677" y="150"/>
                </a:lnTo>
                <a:lnTo>
                  <a:pt x="17795" y="1856"/>
                </a:lnTo>
                <a:lnTo>
                  <a:pt x="19497" y="3345"/>
                </a:lnTo>
                <a:lnTo>
                  <a:pt x="20986" y="5046"/>
                </a:lnTo>
                <a:lnTo>
                  <a:pt x="22692" y="9165"/>
                </a:lnTo>
                <a:lnTo>
                  <a:pt x="22842" y="11421"/>
                </a:lnTo>
                <a:lnTo>
                  <a:pt x="22692" y="13677"/>
                </a:lnTo>
                <a:lnTo>
                  <a:pt x="20986" y="17795"/>
                </a:lnTo>
                <a:lnTo>
                  <a:pt x="19497" y="19497"/>
                </a:lnTo>
                <a:lnTo>
                  <a:pt x="17795" y="20986"/>
                </a:lnTo>
                <a:lnTo>
                  <a:pt x="13677" y="22692"/>
                </a:lnTo>
                <a:lnTo>
                  <a:pt x="11421" y="22842"/>
                </a:lnTo>
                <a:lnTo>
                  <a:pt x="9165" y="22692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648" name="Shape 648"/>
          <p:cNvSpPr/>
          <p:nvPr/>
        </p:nvSpPr>
        <p:spPr>
          <a:xfrm>
            <a:off x="5948766" y="1970622"/>
            <a:ext cx="23072" cy="23072"/>
          </a:xfrm>
          <a:custGeom>
            <a:avLst/>
            <a:gdLst/>
            <a:ahLst/>
            <a:cxnLst/>
            <a:rect l="0" t="0" r="r" b="b"/>
            <a:pathLst>
              <a:path w="23072" h="23072">
                <a:moveTo>
                  <a:pt x="9257" y="22920"/>
                </a:moveTo>
                <a:lnTo>
                  <a:pt x="5097" y="21197"/>
                </a:lnTo>
                <a:lnTo>
                  <a:pt x="3378" y="19693"/>
                </a:lnTo>
                <a:lnTo>
                  <a:pt x="1874" y="17974"/>
                </a:lnTo>
                <a:lnTo>
                  <a:pt x="151" y="13815"/>
                </a:lnTo>
                <a:lnTo>
                  <a:pt x="0" y="11536"/>
                </a:lnTo>
                <a:lnTo>
                  <a:pt x="151" y="9257"/>
                </a:lnTo>
                <a:lnTo>
                  <a:pt x="1874" y="5097"/>
                </a:lnTo>
                <a:lnTo>
                  <a:pt x="3378" y="3378"/>
                </a:lnTo>
                <a:lnTo>
                  <a:pt x="5097" y="1874"/>
                </a:lnTo>
                <a:lnTo>
                  <a:pt x="9257" y="151"/>
                </a:lnTo>
                <a:lnTo>
                  <a:pt x="11536" y="0"/>
                </a:lnTo>
                <a:lnTo>
                  <a:pt x="13815" y="151"/>
                </a:lnTo>
                <a:lnTo>
                  <a:pt x="17974" y="1874"/>
                </a:lnTo>
                <a:lnTo>
                  <a:pt x="19693" y="3378"/>
                </a:lnTo>
                <a:lnTo>
                  <a:pt x="21197" y="5097"/>
                </a:lnTo>
                <a:lnTo>
                  <a:pt x="22920" y="9257"/>
                </a:lnTo>
                <a:lnTo>
                  <a:pt x="23072" y="11536"/>
                </a:lnTo>
                <a:lnTo>
                  <a:pt x="22920" y="13815"/>
                </a:lnTo>
                <a:lnTo>
                  <a:pt x="21197" y="17974"/>
                </a:lnTo>
                <a:lnTo>
                  <a:pt x="19693" y="19693"/>
                </a:lnTo>
                <a:lnTo>
                  <a:pt x="17974" y="21197"/>
                </a:lnTo>
                <a:lnTo>
                  <a:pt x="13815" y="22920"/>
                </a:lnTo>
                <a:lnTo>
                  <a:pt x="11536" y="23072"/>
                </a:lnTo>
                <a:lnTo>
                  <a:pt x="9257" y="22920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649" name="Shape 649"/>
          <p:cNvSpPr/>
          <p:nvPr/>
        </p:nvSpPr>
        <p:spPr>
          <a:xfrm>
            <a:off x="5976692" y="1973655"/>
            <a:ext cx="23223" cy="23223"/>
          </a:xfrm>
          <a:custGeom>
            <a:avLst/>
            <a:gdLst/>
            <a:ahLst/>
            <a:cxnLst/>
            <a:rect l="0" t="0" r="r" b="b"/>
            <a:pathLst>
              <a:path w="23223" h="23223">
                <a:moveTo>
                  <a:pt x="9317" y="23070"/>
                </a:moveTo>
                <a:lnTo>
                  <a:pt x="5131" y="21335"/>
                </a:lnTo>
                <a:lnTo>
                  <a:pt x="3400" y="19822"/>
                </a:lnTo>
                <a:lnTo>
                  <a:pt x="1887" y="18091"/>
                </a:lnTo>
                <a:lnTo>
                  <a:pt x="152" y="13905"/>
                </a:lnTo>
                <a:lnTo>
                  <a:pt x="0" y="11611"/>
                </a:lnTo>
                <a:lnTo>
                  <a:pt x="152" y="9317"/>
                </a:lnTo>
                <a:lnTo>
                  <a:pt x="1887" y="5131"/>
                </a:lnTo>
                <a:lnTo>
                  <a:pt x="3400" y="3400"/>
                </a:lnTo>
                <a:lnTo>
                  <a:pt x="5131" y="1887"/>
                </a:lnTo>
                <a:lnTo>
                  <a:pt x="9317" y="152"/>
                </a:lnTo>
                <a:lnTo>
                  <a:pt x="11611" y="0"/>
                </a:lnTo>
                <a:lnTo>
                  <a:pt x="13905" y="152"/>
                </a:lnTo>
                <a:lnTo>
                  <a:pt x="18091" y="1887"/>
                </a:lnTo>
                <a:lnTo>
                  <a:pt x="19822" y="3400"/>
                </a:lnTo>
                <a:lnTo>
                  <a:pt x="21335" y="5131"/>
                </a:lnTo>
                <a:lnTo>
                  <a:pt x="23070" y="9317"/>
                </a:lnTo>
                <a:lnTo>
                  <a:pt x="23223" y="11611"/>
                </a:lnTo>
                <a:lnTo>
                  <a:pt x="23070" y="13905"/>
                </a:lnTo>
                <a:lnTo>
                  <a:pt x="21335" y="18091"/>
                </a:lnTo>
                <a:lnTo>
                  <a:pt x="19822" y="19822"/>
                </a:lnTo>
                <a:lnTo>
                  <a:pt x="18091" y="21335"/>
                </a:lnTo>
                <a:lnTo>
                  <a:pt x="13905" y="23070"/>
                </a:lnTo>
                <a:lnTo>
                  <a:pt x="11611" y="23223"/>
                </a:lnTo>
                <a:lnTo>
                  <a:pt x="9317" y="23070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650" name="Shape 650"/>
          <p:cNvSpPr/>
          <p:nvPr/>
        </p:nvSpPr>
        <p:spPr>
          <a:xfrm>
            <a:off x="6021654" y="1978547"/>
            <a:ext cx="23443" cy="23443"/>
          </a:xfrm>
          <a:custGeom>
            <a:avLst/>
            <a:gdLst/>
            <a:ahLst/>
            <a:cxnLst/>
            <a:rect l="0" t="0" r="r" b="b"/>
            <a:pathLst>
              <a:path w="23443" h="23443">
                <a:moveTo>
                  <a:pt x="9406" y="23289"/>
                </a:moveTo>
                <a:lnTo>
                  <a:pt x="5179" y="21538"/>
                </a:lnTo>
                <a:lnTo>
                  <a:pt x="3433" y="20010"/>
                </a:lnTo>
                <a:lnTo>
                  <a:pt x="1904" y="18263"/>
                </a:lnTo>
                <a:lnTo>
                  <a:pt x="154" y="14037"/>
                </a:lnTo>
                <a:lnTo>
                  <a:pt x="0" y="11721"/>
                </a:lnTo>
                <a:lnTo>
                  <a:pt x="154" y="9406"/>
                </a:lnTo>
                <a:lnTo>
                  <a:pt x="1904" y="5179"/>
                </a:lnTo>
                <a:lnTo>
                  <a:pt x="3433" y="3433"/>
                </a:lnTo>
                <a:lnTo>
                  <a:pt x="5179" y="1904"/>
                </a:lnTo>
                <a:lnTo>
                  <a:pt x="9406" y="154"/>
                </a:lnTo>
                <a:lnTo>
                  <a:pt x="11721" y="0"/>
                </a:lnTo>
                <a:lnTo>
                  <a:pt x="14037" y="154"/>
                </a:lnTo>
                <a:lnTo>
                  <a:pt x="18263" y="1904"/>
                </a:lnTo>
                <a:lnTo>
                  <a:pt x="20010" y="3433"/>
                </a:lnTo>
                <a:lnTo>
                  <a:pt x="21538" y="5179"/>
                </a:lnTo>
                <a:lnTo>
                  <a:pt x="23289" y="9406"/>
                </a:lnTo>
                <a:lnTo>
                  <a:pt x="23443" y="11721"/>
                </a:lnTo>
                <a:lnTo>
                  <a:pt x="23289" y="14037"/>
                </a:lnTo>
                <a:lnTo>
                  <a:pt x="21538" y="18263"/>
                </a:lnTo>
                <a:lnTo>
                  <a:pt x="20010" y="20010"/>
                </a:lnTo>
                <a:lnTo>
                  <a:pt x="18263" y="21538"/>
                </a:lnTo>
                <a:lnTo>
                  <a:pt x="14037" y="23289"/>
                </a:lnTo>
                <a:lnTo>
                  <a:pt x="11721" y="23443"/>
                </a:lnTo>
                <a:lnTo>
                  <a:pt x="9406" y="23289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651" name="Shape 651"/>
          <p:cNvSpPr/>
          <p:nvPr/>
        </p:nvSpPr>
        <p:spPr>
          <a:xfrm>
            <a:off x="6070756" y="1983902"/>
            <a:ext cx="23656" cy="23656"/>
          </a:xfrm>
          <a:custGeom>
            <a:avLst/>
            <a:gdLst/>
            <a:ahLst/>
            <a:cxnLst/>
            <a:rect l="0" t="0" r="r" b="b"/>
            <a:pathLst>
              <a:path w="23656" h="23656">
                <a:moveTo>
                  <a:pt x="9491" y="23500"/>
                </a:moveTo>
                <a:lnTo>
                  <a:pt x="5226" y="21734"/>
                </a:lnTo>
                <a:lnTo>
                  <a:pt x="3464" y="20191"/>
                </a:lnTo>
                <a:lnTo>
                  <a:pt x="1922" y="18429"/>
                </a:lnTo>
                <a:lnTo>
                  <a:pt x="155" y="14164"/>
                </a:lnTo>
                <a:lnTo>
                  <a:pt x="0" y="11828"/>
                </a:lnTo>
                <a:lnTo>
                  <a:pt x="155" y="9491"/>
                </a:lnTo>
                <a:lnTo>
                  <a:pt x="1922" y="5226"/>
                </a:lnTo>
                <a:lnTo>
                  <a:pt x="3464" y="3464"/>
                </a:lnTo>
                <a:lnTo>
                  <a:pt x="5226" y="1922"/>
                </a:lnTo>
                <a:lnTo>
                  <a:pt x="9491" y="155"/>
                </a:lnTo>
                <a:lnTo>
                  <a:pt x="11828" y="0"/>
                </a:lnTo>
                <a:lnTo>
                  <a:pt x="14164" y="155"/>
                </a:lnTo>
                <a:lnTo>
                  <a:pt x="18429" y="1922"/>
                </a:lnTo>
                <a:lnTo>
                  <a:pt x="20191" y="3464"/>
                </a:lnTo>
                <a:lnTo>
                  <a:pt x="21734" y="5226"/>
                </a:lnTo>
                <a:lnTo>
                  <a:pt x="23500" y="9491"/>
                </a:lnTo>
                <a:lnTo>
                  <a:pt x="23656" y="11828"/>
                </a:lnTo>
                <a:lnTo>
                  <a:pt x="23500" y="14164"/>
                </a:lnTo>
                <a:lnTo>
                  <a:pt x="21734" y="18429"/>
                </a:lnTo>
                <a:lnTo>
                  <a:pt x="20191" y="20191"/>
                </a:lnTo>
                <a:lnTo>
                  <a:pt x="18429" y="21734"/>
                </a:lnTo>
                <a:lnTo>
                  <a:pt x="14164" y="23500"/>
                </a:lnTo>
                <a:lnTo>
                  <a:pt x="11828" y="23656"/>
                </a:lnTo>
                <a:lnTo>
                  <a:pt x="9491" y="23500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652" name="Shape 652"/>
          <p:cNvSpPr/>
          <p:nvPr/>
        </p:nvSpPr>
        <p:spPr>
          <a:xfrm>
            <a:off x="6106081" y="1987761"/>
            <a:ext cx="23793" cy="23793"/>
          </a:xfrm>
          <a:custGeom>
            <a:avLst/>
            <a:gdLst/>
            <a:ahLst/>
            <a:cxnLst/>
            <a:rect l="0" t="0" r="r" b="b"/>
            <a:pathLst>
              <a:path w="23793" h="23793">
                <a:moveTo>
                  <a:pt x="9546" y="23636"/>
                </a:moveTo>
                <a:lnTo>
                  <a:pt x="5257" y="21859"/>
                </a:lnTo>
                <a:lnTo>
                  <a:pt x="3484" y="20308"/>
                </a:lnTo>
                <a:lnTo>
                  <a:pt x="1933" y="18536"/>
                </a:lnTo>
                <a:lnTo>
                  <a:pt x="156" y="14246"/>
                </a:lnTo>
                <a:lnTo>
                  <a:pt x="0" y="11896"/>
                </a:lnTo>
                <a:lnTo>
                  <a:pt x="156" y="9546"/>
                </a:lnTo>
                <a:lnTo>
                  <a:pt x="1933" y="5257"/>
                </a:lnTo>
                <a:lnTo>
                  <a:pt x="3484" y="3484"/>
                </a:lnTo>
                <a:lnTo>
                  <a:pt x="5257" y="1933"/>
                </a:lnTo>
                <a:lnTo>
                  <a:pt x="9546" y="156"/>
                </a:lnTo>
                <a:lnTo>
                  <a:pt x="11896" y="0"/>
                </a:lnTo>
                <a:lnTo>
                  <a:pt x="14246" y="156"/>
                </a:lnTo>
                <a:lnTo>
                  <a:pt x="18536" y="1933"/>
                </a:lnTo>
                <a:lnTo>
                  <a:pt x="20308" y="3484"/>
                </a:lnTo>
                <a:lnTo>
                  <a:pt x="21859" y="5257"/>
                </a:lnTo>
                <a:lnTo>
                  <a:pt x="23636" y="9546"/>
                </a:lnTo>
                <a:lnTo>
                  <a:pt x="23793" y="11896"/>
                </a:lnTo>
                <a:lnTo>
                  <a:pt x="23636" y="14246"/>
                </a:lnTo>
                <a:lnTo>
                  <a:pt x="21859" y="18536"/>
                </a:lnTo>
                <a:lnTo>
                  <a:pt x="20308" y="20308"/>
                </a:lnTo>
                <a:lnTo>
                  <a:pt x="18536" y="21859"/>
                </a:lnTo>
                <a:lnTo>
                  <a:pt x="14246" y="23636"/>
                </a:lnTo>
                <a:lnTo>
                  <a:pt x="11896" y="23793"/>
                </a:lnTo>
                <a:lnTo>
                  <a:pt x="9546" y="23636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653" name="Shape 653"/>
          <p:cNvSpPr/>
          <p:nvPr/>
        </p:nvSpPr>
        <p:spPr>
          <a:xfrm>
            <a:off x="6143715" y="1991879"/>
            <a:ext cx="23925" cy="23925"/>
          </a:xfrm>
          <a:custGeom>
            <a:avLst/>
            <a:gdLst/>
            <a:ahLst/>
            <a:cxnLst/>
            <a:rect l="0" t="0" r="r" b="b"/>
            <a:pathLst>
              <a:path w="23925" h="23925">
                <a:moveTo>
                  <a:pt x="9599" y="23767"/>
                </a:moveTo>
                <a:lnTo>
                  <a:pt x="5286" y="21980"/>
                </a:lnTo>
                <a:lnTo>
                  <a:pt x="3503" y="20421"/>
                </a:lnTo>
                <a:lnTo>
                  <a:pt x="1944" y="18638"/>
                </a:lnTo>
                <a:lnTo>
                  <a:pt x="157" y="14325"/>
                </a:lnTo>
                <a:lnTo>
                  <a:pt x="0" y="11962"/>
                </a:lnTo>
                <a:lnTo>
                  <a:pt x="157" y="9599"/>
                </a:lnTo>
                <a:lnTo>
                  <a:pt x="1944" y="5286"/>
                </a:lnTo>
                <a:lnTo>
                  <a:pt x="3503" y="3503"/>
                </a:lnTo>
                <a:lnTo>
                  <a:pt x="5286" y="1944"/>
                </a:lnTo>
                <a:lnTo>
                  <a:pt x="9599" y="157"/>
                </a:lnTo>
                <a:lnTo>
                  <a:pt x="11962" y="0"/>
                </a:lnTo>
                <a:lnTo>
                  <a:pt x="14325" y="157"/>
                </a:lnTo>
                <a:lnTo>
                  <a:pt x="18638" y="1944"/>
                </a:lnTo>
                <a:lnTo>
                  <a:pt x="20421" y="3503"/>
                </a:lnTo>
                <a:lnTo>
                  <a:pt x="21980" y="5286"/>
                </a:lnTo>
                <a:lnTo>
                  <a:pt x="23767" y="9599"/>
                </a:lnTo>
                <a:lnTo>
                  <a:pt x="23925" y="11962"/>
                </a:lnTo>
                <a:lnTo>
                  <a:pt x="23767" y="14325"/>
                </a:lnTo>
                <a:lnTo>
                  <a:pt x="21980" y="18638"/>
                </a:lnTo>
                <a:lnTo>
                  <a:pt x="20421" y="20421"/>
                </a:lnTo>
                <a:lnTo>
                  <a:pt x="18638" y="21980"/>
                </a:lnTo>
                <a:lnTo>
                  <a:pt x="14325" y="23767"/>
                </a:lnTo>
                <a:lnTo>
                  <a:pt x="11962" y="23925"/>
                </a:lnTo>
                <a:lnTo>
                  <a:pt x="9599" y="23767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654" name="Shape 654"/>
          <p:cNvSpPr/>
          <p:nvPr/>
        </p:nvSpPr>
        <p:spPr>
          <a:xfrm>
            <a:off x="5694045" y="1955611"/>
            <a:ext cx="22098" cy="22098"/>
          </a:xfrm>
          <a:custGeom>
            <a:avLst/>
            <a:gdLst/>
            <a:ahLst/>
            <a:cxnLst/>
            <a:rect l="0" t="0" r="r" b="b"/>
            <a:pathLst>
              <a:path w="22098" h="22098">
                <a:moveTo>
                  <a:pt x="8866" y="21953"/>
                </a:moveTo>
                <a:lnTo>
                  <a:pt x="4882" y="20303"/>
                </a:lnTo>
                <a:lnTo>
                  <a:pt x="3236" y="18862"/>
                </a:lnTo>
                <a:lnTo>
                  <a:pt x="1795" y="17216"/>
                </a:lnTo>
                <a:lnTo>
                  <a:pt x="145" y="13232"/>
                </a:lnTo>
                <a:lnTo>
                  <a:pt x="0" y="11049"/>
                </a:lnTo>
                <a:lnTo>
                  <a:pt x="145" y="8866"/>
                </a:lnTo>
                <a:lnTo>
                  <a:pt x="1795" y="4882"/>
                </a:lnTo>
                <a:lnTo>
                  <a:pt x="3236" y="3236"/>
                </a:lnTo>
                <a:lnTo>
                  <a:pt x="4882" y="1795"/>
                </a:lnTo>
                <a:lnTo>
                  <a:pt x="8866" y="145"/>
                </a:lnTo>
                <a:lnTo>
                  <a:pt x="11049" y="0"/>
                </a:lnTo>
                <a:lnTo>
                  <a:pt x="13232" y="145"/>
                </a:lnTo>
                <a:lnTo>
                  <a:pt x="17216" y="1795"/>
                </a:lnTo>
                <a:lnTo>
                  <a:pt x="18862" y="3236"/>
                </a:lnTo>
                <a:lnTo>
                  <a:pt x="20303" y="4882"/>
                </a:lnTo>
                <a:lnTo>
                  <a:pt x="21953" y="8866"/>
                </a:lnTo>
                <a:lnTo>
                  <a:pt x="22098" y="11049"/>
                </a:lnTo>
                <a:lnTo>
                  <a:pt x="21953" y="13232"/>
                </a:lnTo>
                <a:lnTo>
                  <a:pt x="20303" y="17216"/>
                </a:lnTo>
                <a:lnTo>
                  <a:pt x="18862" y="18862"/>
                </a:lnTo>
                <a:lnTo>
                  <a:pt x="17216" y="20303"/>
                </a:lnTo>
                <a:lnTo>
                  <a:pt x="13232" y="21953"/>
                </a:lnTo>
                <a:lnTo>
                  <a:pt x="11049" y="22098"/>
                </a:lnTo>
                <a:lnTo>
                  <a:pt x="8866" y="21953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655" name="Shape 655"/>
          <p:cNvSpPr/>
          <p:nvPr/>
        </p:nvSpPr>
        <p:spPr>
          <a:xfrm>
            <a:off x="5721048" y="1958965"/>
            <a:ext cx="22347" cy="22347"/>
          </a:xfrm>
          <a:custGeom>
            <a:avLst/>
            <a:gdLst/>
            <a:ahLst/>
            <a:cxnLst/>
            <a:rect l="0" t="0" r="r" b="b"/>
            <a:pathLst>
              <a:path w="22347" h="22347">
                <a:moveTo>
                  <a:pt x="8966" y="22200"/>
                </a:moveTo>
                <a:lnTo>
                  <a:pt x="4937" y="20531"/>
                </a:lnTo>
                <a:lnTo>
                  <a:pt x="3272" y="19074"/>
                </a:lnTo>
                <a:lnTo>
                  <a:pt x="1815" y="17409"/>
                </a:lnTo>
                <a:lnTo>
                  <a:pt x="147" y="13381"/>
                </a:lnTo>
                <a:lnTo>
                  <a:pt x="0" y="11173"/>
                </a:lnTo>
                <a:lnTo>
                  <a:pt x="147" y="8966"/>
                </a:lnTo>
                <a:lnTo>
                  <a:pt x="1815" y="4937"/>
                </a:lnTo>
                <a:lnTo>
                  <a:pt x="3272" y="3272"/>
                </a:lnTo>
                <a:lnTo>
                  <a:pt x="4937" y="1815"/>
                </a:lnTo>
                <a:lnTo>
                  <a:pt x="8966" y="147"/>
                </a:lnTo>
                <a:lnTo>
                  <a:pt x="11173" y="0"/>
                </a:lnTo>
                <a:lnTo>
                  <a:pt x="13381" y="147"/>
                </a:lnTo>
                <a:lnTo>
                  <a:pt x="17409" y="1815"/>
                </a:lnTo>
                <a:lnTo>
                  <a:pt x="19074" y="3272"/>
                </a:lnTo>
                <a:lnTo>
                  <a:pt x="20531" y="4937"/>
                </a:lnTo>
                <a:lnTo>
                  <a:pt x="22200" y="8966"/>
                </a:lnTo>
                <a:lnTo>
                  <a:pt x="22347" y="11173"/>
                </a:lnTo>
                <a:lnTo>
                  <a:pt x="22200" y="13381"/>
                </a:lnTo>
                <a:lnTo>
                  <a:pt x="20531" y="17409"/>
                </a:lnTo>
                <a:lnTo>
                  <a:pt x="19074" y="19074"/>
                </a:lnTo>
                <a:lnTo>
                  <a:pt x="17409" y="20531"/>
                </a:lnTo>
                <a:lnTo>
                  <a:pt x="13381" y="22200"/>
                </a:lnTo>
                <a:lnTo>
                  <a:pt x="11173" y="22347"/>
                </a:lnTo>
                <a:lnTo>
                  <a:pt x="8966" y="22200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656" name="Shape 656"/>
          <p:cNvSpPr/>
          <p:nvPr/>
        </p:nvSpPr>
        <p:spPr>
          <a:xfrm>
            <a:off x="5740177" y="1961346"/>
            <a:ext cx="22510" cy="22510"/>
          </a:xfrm>
          <a:custGeom>
            <a:avLst/>
            <a:gdLst/>
            <a:ahLst/>
            <a:cxnLst/>
            <a:rect l="0" t="0" r="r" b="b"/>
            <a:pathLst>
              <a:path w="22510" h="22510">
                <a:moveTo>
                  <a:pt x="9031" y="22362"/>
                </a:moveTo>
                <a:lnTo>
                  <a:pt x="4973" y="20681"/>
                </a:lnTo>
                <a:lnTo>
                  <a:pt x="3296" y="19213"/>
                </a:lnTo>
                <a:lnTo>
                  <a:pt x="1829" y="17536"/>
                </a:lnTo>
                <a:lnTo>
                  <a:pt x="148" y="13478"/>
                </a:lnTo>
                <a:lnTo>
                  <a:pt x="0" y="11255"/>
                </a:lnTo>
                <a:lnTo>
                  <a:pt x="148" y="9031"/>
                </a:lnTo>
                <a:lnTo>
                  <a:pt x="1829" y="4973"/>
                </a:lnTo>
                <a:lnTo>
                  <a:pt x="3296" y="3296"/>
                </a:lnTo>
                <a:lnTo>
                  <a:pt x="4973" y="1829"/>
                </a:lnTo>
                <a:lnTo>
                  <a:pt x="9031" y="148"/>
                </a:lnTo>
                <a:lnTo>
                  <a:pt x="11255" y="0"/>
                </a:lnTo>
                <a:lnTo>
                  <a:pt x="13478" y="148"/>
                </a:lnTo>
                <a:lnTo>
                  <a:pt x="17536" y="1829"/>
                </a:lnTo>
                <a:lnTo>
                  <a:pt x="19213" y="3296"/>
                </a:lnTo>
                <a:lnTo>
                  <a:pt x="20681" y="4973"/>
                </a:lnTo>
                <a:lnTo>
                  <a:pt x="22362" y="9031"/>
                </a:lnTo>
                <a:lnTo>
                  <a:pt x="22510" y="11255"/>
                </a:lnTo>
                <a:lnTo>
                  <a:pt x="22362" y="13478"/>
                </a:lnTo>
                <a:lnTo>
                  <a:pt x="20681" y="17536"/>
                </a:lnTo>
                <a:lnTo>
                  <a:pt x="19213" y="19213"/>
                </a:lnTo>
                <a:lnTo>
                  <a:pt x="17536" y="20681"/>
                </a:lnTo>
                <a:lnTo>
                  <a:pt x="13478" y="22362"/>
                </a:lnTo>
                <a:lnTo>
                  <a:pt x="11255" y="22510"/>
                </a:lnTo>
                <a:lnTo>
                  <a:pt x="9031" y="22362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657" name="Shape 657"/>
          <p:cNvSpPr/>
          <p:nvPr/>
        </p:nvSpPr>
        <p:spPr>
          <a:xfrm>
            <a:off x="5760288" y="1963854"/>
            <a:ext cx="22672" cy="22672"/>
          </a:xfrm>
          <a:custGeom>
            <a:avLst/>
            <a:gdLst/>
            <a:ahLst/>
            <a:cxnLst/>
            <a:rect l="0" t="0" r="r" b="b"/>
            <a:pathLst>
              <a:path w="22672" h="22672">
                <a:moveTo>
                  <a:pt x="9096" y="22523"/>
                </a:moveTo>
                <a:lnTo>
                  <a:pt x="5009" y="20830"/>
                </a:lnTo>
                <a:lnTo>
                  <a:pt x="3320" y="19352"/>
                </a:lnTo>
                <a:lnTo>
                  <a:pt x="1842" y="17663"/>
                </a:lnTo>
                <a:lnTo>
                  <a:pt x="149" y="13575"/>
                </a:lnTo>
                <a:lnTo>
                  <a:pt x="0" y="11336"/>
                </a:lnTo>
                <a:lnTo>
                  <a:pt x="149" y="9096"/>
                </a:lnTo>
                <a:lnTo>
                  <a:pt x="1842" y="5009"/>
                </a:lnTo>
                <a:lnTo>
                  <a:pt x="3320" y="3320"/>
                </a:lnTo>
                <a:lnTo>
                  <a:pt x="5009" y="1842"/>
                </a:lnTo>
                <a:lnTo>
                  <a:pt x="9096" y="149"/>
                </a:lnTo>
                <a:lnTo>
                  <a:pt x="11336" y="0"/>
                </a:lnTo>
                <a:lnTo>
                  <a:pt x="13575" y="149"/>
                </a:lnTo>
                <a:lnTo>
                  <a:pt x="17663" y="1842"/>
                </a:lnTo>
                <a:lnTo>
                  <a:pt x="19352" y="3320"/>
                </a:lnTo>
                <a:lnTo>
                  <a:pt x="20830" y="5009"/>
                </a:lnTo>
                <a:lnTo>
                  <a:pt x="22523" y="9096"/>
                </a:lnTo>
                <a:lnTo>
                  <a:pt x="22672" y="11336"/>
                </a:lnTo>
                <a:lnTo>
                  <a:pt x="22523" y="13575"/>
                </a:lnTo>
                <a:lnTo>
                  <a:pt x="20830" y="17663"/>
                </a:lnTo>
                <a:lnTo>
                  <a:pt x="19352" y="19352"/>
                </a:lnTo>
                <a:lnTo>
                  <a:pt x="17663" y="20830"/>
                </a:lnTo>
                <a:lnTo>
                  <a:pt x="13575" y="22523"/>
                </a:lnTo>
                <a:lnTo>
                  <a:pt x="11336" y="22672"/>
                </a:lnTo>
                <a:lnTo>
                  <a:pt x="9096" y="22523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658" name="Shape 658"/>
          <p:cNvSpPr/>
          <p:nvPr/>
        </p:nvSpPr>
        <p:spPr>
          <a:xfrm>
            <a:off x="5792467" y="1967875"/>
            <a:ext cx="22913" cy="22913"/>
          </a:xfrm>
          <a:custGeom>
            <a:avLst/>
            <a:gdLst/>
            <a:ahLst/>
            <a:cxnLst/>
            <a:rect l="0" t="0" r="r" b="b"/>
            <a:pathLst>
              <a:path w="22913" h="22913">
                <a:moveTo>
                  <a:pt x="9193" y="22762"/>
                </a:moveTo>
                <a:lnTo>
                  <a:pt x="5062" y="21051"/>
                </a:lnTo>
                <a:lnTo>
                  <a:pt x="3355" y="19557"/>
                </a:lnTo>
                <a:lnTo>
                  <a:pt x="1861" y="17850"/>
                </a:lnTo>
                <a:lnTo>
                  <a:pt x="150" y="13719"/>
                </a:lnTo>
                <a:lnTo>
                  <a:pt x="0" y="11456"/>
                </a:lnTo>
                <a:lnTo>
                  <a:pt x="150" y="9193"/>
                </a:lnTo>
                <a:lnTo>
                  <a:pt x="1861" y="5062"/>
                </a:lnTo>
                <a:lnTo>
                  <a:pt x="3355" y="3355"/>
                </a:lnTo>
                <a:lnTo>
                  <a:pt x="5062" y="1861"/>
                </a:lnTo>
                <a:lnTo>
                  <a:pt x="9193" y="150"/>
                </a:lnTo>
                <a:lnTo>
                  <a:pt x="11456" y="0"/>
                </a:lnTo>
                <a:lnTo>
                  <a:pt x="13719" y="150"/>
                </a:lnTo>
                <a:lnTo>
                  <a:pt x="17850" y="1861"/>
                </a:lnTo>
                <a:lnTo>
                  <a:pt x="19557" y="3355"/>
                </a:lnTo>
                <a:lnTo>
                  <a:pt x="21051" y="5062"/>
                </a:lnTo>
                <a:lnTo>
                  <a:pt x="22762" y="9193"/>
                </a:lnTo>
                <a:lnTo>
                  <a:pt x="22913" y="11456"/>
                </a:lnTo>
                <a:lnTo>
                  <a:pt x="22762" y="13719"/>
                </a:lnTo>
                <a:lnTo>
                  <a:pt x="21051" y="17850"/>
                </a:lnTo>
                <a:lnTo>
                  <a:pt x="19557" y="19557"/>
                </a:lnTo>
                <a:lnTo>
                  <a:pt x="17850" y="21051"/>
                </a:lnTo>
                <a:lnTo>
                  <a:pt x="13719" y="22762"/>
                </a:lnTo>
                <a:lnTo>
                  <a:pt x="11456" y="22913"/>
                </a:lnTo>
                <a:lnTo>
                  <a:pt x="9193" y="22762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659" name="Shape 659"/>
          <p:cNvSpPr/>
          <p:nvPr/>
        </p:nvSpPr>
        <p:spPr>
          <a:xfrm>
            <a:off x="5827329" y="1972241"/>
            <a:ext cx="23150" cy="23150"/>
          </a:xfrm>
          <a:custGeom>
            <a:avLst/>
            <a:gdLst/>
            <a:ahLst/>
            <a:cxnLst/>
            <a:rect l="0" t="0" r="r" b="b"/>
            <a:pathLst>
              <a:path w="23150" h="23150">
                <a:moveTo>
                  <a:pt x="9288" y="22997"/>
                </a:moveTo>
                <a:lnTo>
                  <a:pt x="5114" y="21268"/>
                </a:lnTo>
                <a:lnTo>
                  <a:pt x="3390" y="19759"/>
                </a:lnTo>
                <a:lnTo>
                  <a:pt x="1881" y="18035"/>
                </a:lnTo>
                <a:lnTo>
                  <a:pt x="152" y="13861"/>
                </a:lnTo>
                <a:lnTo>
                  <a:pt x="0" y="11575"/>
                </a:lnTo>
                <a:lnTo>
                  <a:pt x="152" y="9288"/>
                </a:lnTo>
                <a:lnTo>
                  <a:pt x="1881" y="5114"/>
                </a:lnTo>
                <a:lnTo>
                  <a:pt x="3390" y="3390"/>
                </a:lnTo>
                <a:lnTo>
                  <a:pt x="5114" y="1881"/>
                </a:lnTo>
                <a:lnTo>
                  <a:pt x="9288" y="152"/>
                </a:lnTo>
                <a:lnTo>
                  <a:pt x="11575" y="0"/>
                </a:lnTo>
                <a:lnTo>
                  <a:pt x="13861" y="152"/>
                </a:lnTo>
                <a:lnTo>
                  <a:pt x="18035" y="1881"/>
                </a:lnTo>
                <a:lnTo>
                  <a:pt x="19759" y="3390"/>
                </a:lnTo>
                <a:lnTo>
                  <a:pt x="21268" y="5114"/>
                </a:lnTo>
                <a:lnTo>
                  <a:pt x="22997" y="9288"/>
                </a:lnTo>
                <a:lnTo>
                  <a:pt x="23150" y="11575"/>
                </a:lnTo>
                <a:lnTo>
                  <a:pt x="22997" y="13861"/>
                </a:lnTo>
                <a:lnTo>
                  <a:pt x="21268" y="18035"/>
                </a:lnTo>
                <a:lnTo>
                  <a:pt x="19759" y="19759"/>
                </a:lnTo>
                <a:lnTo>
                  <a:pt x="18035" y="21268"/>
                </a:lnTo>
                <a:lnTo>
                  <a:pt x="13861" y="22997"/>
                </a:lnTo>
                <a:lnTo>
                  <a:pt x="11575" y="23150"/>
                </a:lnTo>
                <a:lnTo>
                  <a:pt x="9288" y="22997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660" name="Shape 660"/>
          <p:cNvSpPr/>
          <p:nvPr/>
        </p:nvSpPr>
        <p:spPr>
          <a:xfrm>
            <a:off x="5852229" y="1975366"/>
            <a:ext cx="23305" cy="23305"/>
          </a:xfrm>
          <a:custGeom>
            <a:avLst/>
            <a:gdLst/>
            <a:ahLst/>
            <a:cxnLst/>
            <a:rect l="0" t="0" r="r" b="b"/>
            <a:pathLst>
              <a:path w="23305" h="23305">
                <a:moveTo>
                  <a:pt x="9350" y="23151"/>
                </a:moveTo>
                <a:lnTo>
                  <a:pt x="5149" y="21411"/>
                </a:lnTo>
                <a:lnTo>
                  <a:pt x="3412" y="19892"/>
                </a:lnTo>
                <a:lnTo>
                  <a:pt x="1893" y="18156"/>
                </a:lnTo>
                <a:lnTo>
                  <a:pt x="153" y="13954"/>
                </a:lnTo>
                <a:lnTo>
                  <a:pt x="0" y="11652"/>
                </a:lnTo>
                <a:lnTo>
                  <a:pt x="153" y="9350"/>
                </a:lnTo>
                <a:lnTo>
                  <a:pt x="1893" y="5149"/>
                </a:lnTo>
                <a:lnTo>
                  <a:pt x="3412" y="3412"/>
                </a:lnTo>
                <a:lnTo>
                  <a:pt x="5149" y="1893"/>
                </a:lnTo>
                <a:lnTo>
                  <a:pt x="9350" y="153"/>
                </a:lnTo>
                <a:lnTo>
                  <a:pt x="11652" y="0"/>
                </a:lnTo>
                <a:lnTo>
                  <a:pt x="13954" y="153"/>
                </a:lnTo>
                <a:lnTo>
                  <a:pt x="18156" y="1893"/>
                </a:lnTo>
                <a:lnTo>
                  <a:pt x="19892" y="3412"/>
                </a:lnTo>
                <a:lnTo>
                  <a:pt x="21411" y="5149"/>
                </a:lnTo>
                <a:lnTo>
                  <a:pt x="23151" y="9350"/>
                </a:lnTo>
                <a:lnTo>
                  <a:pt x="23305" y="11652"/>
                </a:lnTo>
                <a:lnTo>
                  <a:pt x="23151" y="13954"/>
                </a:lnTo>
                <a:lnTo>
                  <a:pt x="21411" y="18156"/>
                </a:lnTo>
                <a:lnTo>
                  <a:pt x="19892" y="19892"/>
                </a:lnTo>
                <a:lnTo>
                  <a:pt x="18156" y="21411"/>
                </a:lnTo>
                <a:lnTo>
                  <a:pt x="13954" y="23151"/>
                </a:lnTo>
                <a:lnTo>
                  <a:pt x="11652" y="23305"/>
                </a:lnTo>
                <a:lnTo>
                  <a:pt x="9350" y="2315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661" name="Shape 661"/>
          <p:cNvSpPr/>
          <p:nvPr/>
        </p:nvSpPr>
        <p:spPr>
          <a:xfrm>
            <a:off x="5892366" y="1980413"/>
            <a:ext cx="23533" cy="23533"/>
          </a:xfrm>
          <a:custGeom>
            <a:avLst/>
            <a:gdLst/>
            <a:ahLst/>
            <a:cxnLst/>
            <a:rect l="0" t="0" r="r" b="b"/>
            <a:pathLst>
              <a:path w="23533" h="23533">
                <a:moveTo>
                  <a:pt x="9442" y="23378"/>
                </a:moveTo>
                <a:lnTo>
                  <a:pt x="5199" y="21621"/>
                </a:lnTo>
                <a:lnTo>
                  <a:pt x="3446" y="20087"/>
                </a:lnTo>
                <a:lnTo>
                  <a:pt x="1912" y="18333"/>
                </a:lnTo>
                <a:lnTo>
                  <a:pt x="154" y="14091"/>
                </a:lnTo>
                <a:lnTo>
                  <a:pt x="0" y="11766"/>
                </a:lnTo>
                <a:lnTo>
                  <a:pt x="154" y="9442"/>
                </a:lnTo>
                <a:lnTo>
                  <a:pt x="1912" y="5199"/>
                </a:lnTo>
                <a:lnTo>
                  <a:pt x="3446" y="3446"/>
                </a:lnTo>
                <a:lnTo>
                  <a:pt x="5199" y="1912"/>
                </a:lnTo>
                <a:lnTo>
                  <a:pt x="9442" y="154"/>
                </a:lnTo>
                <a:lnTo>
                  <a:pt x="11766" y="0"/>
                </a:lnTo>
                <a:lnTo>
                  <a:pt x="14091" y="154"/>
                </a:lnTo>
                <a:lnTo>
                  <a:pt x="18333" y="1912"/>
                </a:lnTo>
                <a:lnTo>
                  <a:pt x="20087" y="3446"/>
                </a:lnTo>
                <a:lnTo>
                  <a:pt x="21621" y="5199"/>
                </a:lnTo>
                <a:lnTo>
                  <a:pt x="23378" y="9442"/>
                </a:lnTo>
                <a:lnTo>
                  <a:pt x="23533" y="11766"/>
                </a:lnTo>
                <a:lnTo>
                  <a:pt x="23378" y="14091"/>
                </a:lnTo>
                <a:lnTo>
                  <a:pt x="21621" y="18333"/>
                </a:lnTo>
                <a:lnTo>
                  <a:pt x="20087" y="20087"/>
                </a:lnTo>
                <a:lnTo>
                  <a:pt x="18333" y="21621"/>
                </a:lnTo>
                <a:lnTo>
                  <a:pt x="14091" y="23378"/>
                </a:lnTo>
                <a:lnTo>
                  <a:pt x="11766" y="23533"/>
                </a:lnTo>
                <a:lnTo>
                  <a:pt x="9442" y="2337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662" name="Shape 662"/>
          <p:cNvSpPr/>
          <p:nvPr/>
        </p:nvSpPr>
        <p:spPr>
          <a:xfrm>
            <a:off x="5936260" y="1985943"/>
            <a:ext cx="23757" cy="23757"/>
          </a:xfrm>
          <a:custGeom>
            <a:avLst/>
            <a:gdLst/>
            <a:ahLst/>
            <a:cxnLst/>
            <a:rect l="0" t="0" r="r" b="b"/>
            <a:pathLst>
              <a:path w="23757" h="23757">
                <a:moveTo>
                  <a:pt x="9532" y="23601"/>
                </a:moveTo>
                <a:lnTo>
                  <a:pt x="5249" y="21827"/>
                </a:lnTo>
                <a:lnTo>
                  <a:pt x="3479" y="20278"/>
                </a:lnTo>
                <a:lnTo>
                  <a:pt x="1930" y="18508"/>
                </a:lnTo>
                <a:lnTo>
                  <a:pt x="156" y="14225"/>
                </a:lnTo>
                <a:lnTo>
                  <a:pt x="0" y="11878"/>
                </a:lnTo>
                <a:lnTo>
                  <a:pt x="156" y="9532"/>
                </a:lnTo>
                <a:lnTo>
                  <a:pt x="1930" y="5249"/>
                </a:lnTo>
                <a:lnTo>
                  <a:pt x="3479" y="3479"/>
                </a:lnTo>
                <a:lnTo>
                  <a:pt x="5249" y="1930"/>
                </a:lnTo>
                <a:lnTo>
                  <a:pt x="9532" y="156"/>
                </a:lnTo>
                <a:lnTo>
                  <a:pt x="11878" y="0"/>
                </a:lnTo>
                <a:lnTo>
                  <a:pt x="14225" y="156"/>
                </a:lnTo>
                <a:lnTo>
                  <a:pt x="18508" y="1930"/>
                </a:lnTo>
                <a:lnTo>
                  <a:pt x="20278" y="3479"/>
                </a:lnTo>
                <a:lnTo>
                  <a:pt x="21827" y="5249"/>
                </a:lnTo>
                <a:lnTo>
                  <a:pt x="23601" y="9532"/>
                </a:lnTo>
                <a:lnTo>
                  <a:pt x="23757" y="11878"/>
                </a:lnTo>
                <a:lnTo>
                  <a:pt x="23601" y="14225"/>
                </a:lnTo>
                <a:lnTo>
                  <a:pt x="21827" y="18508"/>
                </a:lnTo>
                <a:lnTo>
                  <a:pt x="20278" y="20278"/>
                </a:lnTo>
                <a:lnTo>
                  <a:pt x="18508" y="21827"/>
                </a:lnTo>
                <a:lnTo>
                  <a:pt x="14225" y="23601"/>
                </a:lnTo>
                <a:lnTo>
                  <a:pt x="11878" y="23757"/>
                </a:lnTo>
                <a:lnTo>
                  <a:pt x="9532" y="2360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663" name="Shape 663"/>
          <p:cNvSpPr/>
          <p:nvPr/>
        </p:nvSpPr>
        <p:spPr>
          <a:xfrm>
            <a:off x="5967879" y="1989934"/>
            <a:ext cx="23903" cy="23903"/>
          </a:xfrm>
          <a:custGeom>
            <a:avLst/>
            <a:gdLst/>
            <a:ahLst/>
            <a:cxnLst/>
            <a:rect l="0" t="0" r="r" b="b"/>
            <a:pathLst>
              <a:path w="23903" h="23903">
                <a:moveTo>
                  <a:pt x="9590" y="23745"/>
                </a:moveTo>
                <a:lnTo>
                  <a:pt x="5281" y="21960"/>
                </a:lnTo>
                <a:lnTo>
                  <a:pt x="3500" y="20402"/>
                </a:lnTo>
                <a:lnTo>
                  <a:pt x="1942" y="18621"/>
                </a:lnTo>
                <a:lnTo>
                  <a:pt x="157" y="14312"/>
                </a:lnTo>
                <a:lnTo>
                  <a:pt x="0" y="11951"/>
                </a:lnTo>
                <a:lnTo>
                  <a:pt x="157" y="9590"/>
                </a:lnTo>
                <a:lnTo>
                  <a:pt x="1942" y="5281"/>
                </a:lnTo>
                <a:lnTo>
                  <a:pt x="3500" y="3500"/>
                </a:lnTo>
                <a:lnTo>
                  <a:pt x="5281" y="1942"/>
                </a:lnTo>
                <a:lnTo>
                  <a:pt x="9590" y="157"/>
                </a:lnTo>
                <a:lnTo>
                  <a:pt x="11951" y="0"/>
                </a:lnTo>
                <a:lnTo>
                  <a:pt x="14312" y="157"/>
                </a:lnTo>
                <a:lnTo>
                  <a:pt x="18621" y="1942"/>
                </a:lnTo>
                <a:lnTo>
                  <a:pt x="20402" y="3500"/>
                </a:lnTo>
                <a:lnTo>
                  <a:pt x="21960" y="5281"/>
                </a:lnTo>
                <a:lnTo>
                  <a:pt x="23745" y="9590"/>
                </a:lnTo>
                <a:lnTo>
                  <a:pt x="23903" y="11951"/>
                </a:lnTo>
                <a:lnTo>
                  <a:pt x="23745" y="14312"/>
                </a:lnTo>
                <a:lnTo>
                  <a:pt x="21960" y="18621"/>
                </a:lnTo>
                <a:lnTo>
                  <a:pt x="20402" y="20402"/>
                </a:lnTo>
                <a:lnTo>
                  <a:pt x="18621" y="21960"/>
                </a:lnTo>
                <a:lnTo>
                  <a:pt x="14312" y="23745"/>
                </a:lnTo>
                <a:lnTo>
                  <a:pt x="11951" y="23903"/>
                </a:lnTo>
                <a:lnTo>
                  <a:pt x="9590" y="23745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664" name="Shape 664"/>
          <p:cNvSpPr/>
          <p:nvPr/>
        </p:nvSpPr>
        <p:spPr>
          <a:xfrm>
            <a:off x="6019319" y="1996437"/>
            <a:ext cx="24114" cy="24114"/>
          </a:xfrm>
          <a:custGeom>
            <a:avLst/>
            <a:gdLst/>
            <a:ahLst/>
            <a:cxnLst/>
            <a:rect l="0" t="0" r="r" b="b"/>
            <a:pathLst>
              <a:path w="24114" h="24114">
                <a:moveTo>
                  <a:pt x="9675" y="23955"/>
                </a:moveTo>
                <a:lnTo>
                  <a:pt x="5328" y="22154"/>
                </a:lnTo>
                <a:lnTo>
                  <a:pt x="3531" y="20582"/>
                </a:lnTo>
                <a:lnTo>
                  <a:pt x="1959" y="18786"/>
                </a:lnTo>
                <a:lnTo>
                  <a:pt x="158" y="14439"/>
                </a:lnTo>
                <a:lnTo>
                  <a:pt x="0" y="12057"/>
                </a:lnTo>
                <a:lnTo>
                  <a:pt x="158" y="9675"/>
                </a:lnTo>
                <a:lnTo>
                  <a:pt x="1959" y="5328"/>
                </a:lnTo>
                <a:lnTo>
                  <a:pt x="3531" y="3531"/>
                </a:lnTo>
                <a:lnTo>
                  <a:pt x="5328" y="1959"/>
                </a:lnTo>
                <a:lnTo>
                  <a:pt x="9675" y="158"/>
                </a:lnTo>
                <a:lnTo>
                  <a:pt x="12057" y="0"/>
                </a:lnTo>
                <a:lnTo>
                  <a:pt x="14439" y="158"/>
                </a:lnTo>
                <a:lnTo>
                  <a:pt x="18786" y="1959"/>
                </a:lnTo>
                <a:lnTo>
                  <a:pt x="20582" y="3531"/>
                </a:lnTo>
                <a:lnTo>
                  <a:pt x="22154" y="5328"/>
                </a:lnTo>
                <a:lnTo>
                  <a:pt x="23955" y="9675"/>
                </a:lnTo>
                <a:lnTo>
                  <a:pt x="24114" y="12057"/>
                </a:lnTo>
                <a:lnTo>
                  <a:pt x="23955" y="14439"/>
                </a:lnTo>
                <a:lnTo>
                  <a:pt x="22154" y="18786"/>
                </a:lnTo>
                <a:lnTo>
                  <a:pt x="20582" y="20582"/>
                </a:lnTo>
                <a:lnTo>
                  <a:pt x="18786" y="22154"/>
                </a:lnTo>
                <a:lnTo>
                  <a:pt x="14439" y="23955"/>
                </a:lnTo>
                <a:lnTo>
                  <a:pt x="12057" y="24114"/>
                </a:lnTo>
                <a:lnTo>
                  <a:pt x="9675" y="23955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665" name="Shape 665"/>
          <p:cNvSpPr/>
          <p:nvPr/>
        </p:nvSpPr>
        <p:spPr>
          <a:xfrm>
            <a:off x="6076258" y="2003651"/>
            <a:ext cx="24313" cy="24313"/>
          </a:xfrm>
          <a:custGeom>
            <a:avLst/>
            <a:gdLst/>
            <a:ahLst/>
            <a:cxnLst/>
            <a:rect l="0" t="0" r="r" b="b"/>
            <a:pathLst>
              <a:path w="24313" h="24313">
                <a:moveTo>
                  <a:pt x="9755" y="24153"/>
                </a:moveTo>
                <a:lnTo>
                  <a:pt x="5372" y="22338"/>
                </a:lnTo>
                <a:lnTo>
                  <a:pt x="3560" y="20753"/>
                </a:lnTo>
                <a:lnTo>
                  <a:pt x="1975" y="18941"/>
                </a:lnTo>
                <a:lnTo>
                  <a:pt x="160" y="14558"/>
                </a:lnTo>
                <a:lnTo>
                  <a:pt x="0" y="12156"/>
                </a:lnTo>
                <a:lnTo>
                  <a:pt x="160" y="9755"/>
                </a:lnTo>
                <a:lnTo>
                  <a:pt x="1975" y="5372"/>
                </a:lnTo>
                <a:lnTo>
                  <a:pt x="3560" y="3560"/>
                </a:lnTo>
                <a:lnTo>
                  <a:pt x="5372" y="1975"/>
                </a:lnTo>
                <a:lnTo>
                  <a:pt x="9755" y="160"/>
                </a:lnTo>
                <a:lnTo>
                  <a:pt x="12156" y="0"/>
                </a:lnTo>
                <a:lnTo>
                  <a:pt x="14558" y="160"/>
                </a:lnTo>
                <a:lnTo>
                  <a:pt x="18941" y="1975"/>
                </a:lnTo>
                <a:lnTo>
                  <a:pt x="20753" y="3560"/>
                </a:lnTo>
                <a:lnTo>
                  <a:pt x="22338" y="5372"/>
                </a:lnTo>
                <a:lnTo>
                  <a:pt x="24153" y="9755"/>
                </a:lnTo>
                <a:lnTo>
                  <a:pt x="24313" y="12156"/>
                </a:lnTo>
                <a:lnTo>
                  <a:pt x="24153" y="14558"/>
                </a:lnTo>
                <a:lnTo>
                  <a:pt x="22338" y="18941"/>
                </a:lnTo>
                <a:lnTo>
                  <a:pt x="20753" y="20753"/>
                </a:lnTo>
                <a:lnTo>
                  <a:pt x="18941" y="22338"/>
                </a:lnTo>
                <a:lnTo>
                  <a:pt x="14558" y="24153"/>
                </a:lnTo>
                <a:lnTo>
                  <a:pt x="12156" y="24313"/>
                </a:lnTo>
                <a:lnTo>
                  <a:pt x="9755" y="24153"/>
                </a:lnTo>
                <a:close/>
              </a:path>
            </a:pathLst>
          </a:custGeom>
          <a:solidFill>
            <a:srgbClr val="7DD181"/>
          </a:solidFill>
          <a:ln>
            <a:noFill/>
          </a:ln>
        </p:spPr>
      </p:sp>
      <p:sp>
        <p:nvSpPr>
          <p:cNvPr id="666" name="Shape 666"/>
          <p:cNvSpPr/>
          <p:nvPr/>
        </p:nvSpPr>
        <p:spPr>
          <a:xfrm>
            <a:off x="6064593" y="2009891"/>
            <a:ext cx="24484" cy="24484"/>
          </a:xfrm>
          <a:custGeom>
            <a:avLst/>
            <a:gdLst/>
            <a:ahLst/>
            <a:cxnLst/>
            <a:rect l="0" t="0" r="r" b="b"/>
            <a:pathLst>
              <a:path w="24484" h="24484">
                <a:moveTo>
                  <a:pt x="9823" y="24323"/>
                </a:moveTo>
                <a:lnTo>
                  <a:pt x="5409" y="22494"/>
                </a:lnTo>
                <a:lnTo>
                  <a:pt x="3585" y="20898"/>
                </a:lnTo>
                <a:lnTo>
                  <a:pt x="1989" y="19074"/>
                </a:lnTo>
                <a:lnTo>
                  <a:pt x="161" y="14660"/>
                </a:lnTo>
                <a:lnTo>
                  <a:pt x="0" y="12242"/>
                </a:lnTo>
                <a:lnTo>
                  <a:pt x="161" y="9823"/>
                </a:lnTo>
                <a:lnTo>
                  <a:pt x="1989" y="5409"/>
                </a:lnTo>
                <a:lnTo>
                  <a:pt x="3585" y="3585"/>
                </a:lnTo>
                <a:lnTo>
                  <a:pt x="5409" y="1989"/>
                </a:lnTo>
                <a:lnTo>
                  <a:pt x="9823" y="161"/>
                </a:lnTo>
                <a:lnTo>
                  <a:pt x="12242" y="0"/>
                </a:lnTo>
                <a:lnTo>
                  <a:pt x="14660" y="161"/>
                </a:lnTo>
                <a:lnTo>
                  <a:pt x="19074" y="1989"/>
                </a:lnTo>
                <a:lnTo>
                  <a:pt x="20898" y="3585"/>
                </a:lnTo>
                <a:lnTo>
                  <a:pt x="22494" y="5409"/>
                </a:lnTo>
                <a:lnTo>
                  <a:pt x="24323" y="9823"/>
                </a:lnTo>
                <a:lnTo>
                  <a:pt x="24484" y="12242"/>
                </a:lnTo>
                <a:lnTo>
                  <a:pt x="24323" y="14660"/>
                </a:lnTo>
                <a:lnTo>
                  <a:pt x="22494" y="19074"/>
                </a:lnTo>
                <a:lnTo>
                  <a:pt x="20898" y="20898"/>
                </a:lnTo>
                <a:lnTo>
                  <a:pt x="19074" y="22494"/>
                </a:lnTo>
                <a:lnTo>
                  <a:pt x="14660" y="24323"/>
                </a:lnTo>
                <a:lnTo>
                  <a:pt x="12242" y="24484"/>
                </a:lnTo>
                <a:lnTo>
                  <a:pt x="9823" y="24323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667" name="Shape 667"/>
          <p:cNvSpPr/>
          <p:nvPr/>
        </p:nvSpPr>
        <p:spPr>
          <a:xfrm>
            <a:off x="6107501" y="2015641"/>
            <a:ext cx="24603" cy="24603"/>
          </a:xfrm>
          <a:custGeom>
            <a:avLst/>
            <a:gdLst/>
            <a:ahLst/>
            <a:cxnLst/>
            <a:rect l="0" t="0" r="r" b="b"/>
            <a:pathLst>
              <a:path w="24603" h="24603">
                <a:moveTo>
                  <a:pt x="9871" y="24441"/>
                </a:moveTo>
                <a:lnTo>
                  <a:pt x="5436" y="22604"/>
                </a:lnTo>
                <a:lnTo>
                  <a:pt x="3603" y="21000"/>
                </a:lnTo>
                <a:lnTo>
                  <a:pt x="1999" y="19167"/>
                </a:lnTo>
                <a:lnTo>
                  <a:pt x="162" y="14732"/>
                </a:lnTo>
                <a:lnTo>
                  <a:pt x="0" y="12301"/>
                </a:lnTo>
                <a:lnTo>
                  <a:pt x="162" y="9871"/>
                </a:lnTo>
                <a:lnTo>
                  <a:pt x="1999" y="5436"/>
                </a:lnTo>
                <a:lnTo>
                  <a:pt x="3603" y="3603"/>
                </a:lnTo>
                <a:lnTo>
                  <a:pt x="5436" y="1999"/>
                </a:lnTo>
                <a:lnTo>
                  <a:pt x="9871" y="162"/>
                </a:lnTo>
                <a:lnTo>
                  <a:pt x="12301" y="0"/>
                </a:lnTo>
                <a:lnTo>
                  <a:pt x="14732" y="162"/>
                </a:lnTo>
                <a:lnTo>
                  <a:pt x="19167" y="1999"/>
                </a:lnTo>
                <a:lnTo>
                  <a:pt x="21000" y="3603"/>
                </a:lnTo>
                <a:lnTo>
                  <a:pt x="22604" y="5436"/>
                </a:lnTo>
                <a:lnTo>
                  <a:pt x="24441" y="9871"/>
                </a:lnTo>
                <a:lnTo>
                  <a:pt x="24603" y="12301"/>
                </a:lnTo>
                <a:lnTo>
                  <a:pt x="24441" y="14732"/>
                </a:lnTo>
                <a:lnTo>
                  <a:pt x="22604" y="19167"/>
                </a:lnTo>
                <a:lnTo>
                  <a:pt x="21000" y="21000"/>
                </a:lnTo>
                <a:lnTo>
                  <a:pt x="19167" y="22604"/>
                </a:lnTo>
                <a:lnTo>
                  <a:pt x="14732" y="24441"/>
                </a:lnTo>
                <a:lnTo>
                  <a:pt x="12301" y="24603"/>
                </a:lnTo>
                <a:lnTo>
                  <a:pt x="9871" y="24441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668" name="Shape 668"/>
          <p:cNvSpPr/>
          <p:nvPr/>
        </p:nvSpPr>
        <p:spPr>
          <a:xfrm>
            <a:off x="5586531" y="1956816"/>
            <a:ext cx="22137" cy="22137"/>
          </a:xfrm>
          <a:custGeom>
            <a:avLst/>
            <a:gdLst/>
            <a:ahLst/>
            <a:cxnLst/>
            <a:rect l="0" t="0" r="r" b="b"/>
            <a:pathLst>
              <a:path w="22137" h="22137">
                <a:moveTo>
                  <a:pt x="8882" y="21991"/>
                </a:moveTo>
                <a:lnTo>
                  <a:pt x="4891" y="20338"/>
                </a:lnTo>
                <a:lnTo>
                  <a:pt x="3241" y="18895"/>
                </a:lnTo>
                <a:lnTo>
                  <a:pt x="1798" y="17246"/>
                </a:lnTo>
                <a:lnTo>
                  <a:pt x="145" y="13255"/>
                </a:lnTo>
                <a:lnTo>
                  <a:pt x="0" y="11068"/>
                </a:lnTo>
                <a:lnTo>
                  <a:pt x="145" y="8882"/>
                </a:lnTo>
                <a:lnTo>
                  <a:pt x="1798" y="4891"/>
                </a:lnTo>
                <a:lnTo>
                  <a:pt x="3241" y="3241"/>
                </a:lnTo>
                <a:lnTo>
                  <a:pt x="4891" y="1798"/>
                </a:lnTo>
                <a:lnTo>
                  <a:pt x="8882" y="145"/>
                </a:lnTo>
                <a:lnTo>
                  <a:pt x="11068" y="0"/>
                </a:lnTo>
                <a:lnTo>
                  <a:pt x="13255" y="145"/>
                </a:lnTo>
                <a:lnTo>
                  <a:pt x="17246" y="1798"/>
                </a:lnTo>
                <a:lnTo>
                  <a:pt x="18895" y="3241"/>
                </a:lnTo>
                <a:lnTo>
                  <a:pt x="20338" y="4891"/>
                </a:lnTo>
                <a:lnTo>
                  <a:pt x="21991" y="8882"/>
                </a:lnTo>
                <a:lnTo>
                  <a:pt x="22137" y="11068"/>
                </a:lnTo>
                <a:lnTo>
                  <a:pt x="21991" y="13255"/>
                </a:lnTo>
                <a:lnTo>
                  <a:pt x="20338" y="17246"/>
                </a:lnTo>
                <a:lnTo>
                  <a:pt x="18895" y="18895"/>
                </a:lnTo>
                <a:lnTo>
                  <a:pt x="17246" y="20338"/>
                </a:lnTo>
                <a:lnTo>
                  <a:pt x="13255" y="21991"/>
                </a:lnTo>
                <a:lnTo>
                  <a:pt x="11068" y="22137"/>
                </a:lnTo>
                <a:lnTo>
                  <a:pt x="8882" y="21991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669" name="Shape 669"/>
          <p:cNvSpPr/>
          <p:nvPr/>
        </p:nvSpPr>
        <p:spPr>
          <a:xfrm>
            <a:off x="5609923" y="1960260"/>
            <a:ext cx="22388" cy="22388"/>
          </a:xfrm>
          <a:custGeom>
            <a:avLst/>
            <a:gdLst/>
            <a:ahLst/>
            <a:cxnLst/>
            <a:rect l="0" t="0" r="r" b="b"/>
            <a:pathLst>
              <a:path w="22388" h="22388">
                <a:moveTo>
                  <a:pt x="8982" y="22241"/>
                </a:moveTo>
                <a:lnTo>
                  <a:pt x="4946" y="20569"/>
                </a:lnTo>
                <a:lnTo>
                  <a:pt x="3278" y="19109"/>
                </a:lnTo>
                <a:lnTo>
                  <a:pt x="1819" y="17441"/>
                </a:lnTo>
                <a:lnTo>
                  <a:pt x="147" y="13405"/>
                </a:lnTo>
                <a:lnTo>
                  <a:pt x="0" y="11194"/>
                </a:lnTo>
                <a:lnTo>
                  <a:pt x="147" y="8982"/>
                </a:lnTo>
                <a:lnTo>
                  <a:pt x="1819" y="4946"/>
                </a:lnTo>
                <a:lnTo>
                  <a:pt x="3278" y="3278"/>
                </a:lnTo>
                <a:lnTo>
                  <a:pt x="4946" y="1819"/>
                </a:lnTo>
                <a:lnTo>
                  <a:pt x="8982" y="147"/>
                </a:lnTo>
                <a:lnTo>
                  <a:pt x="11194" y="0"/>
                </a:lnTo>
                <a:lnTo>
                  <a:pt x="13405" y="147"/>
                </a:lnTo>
                <a:lnTo>
                  <a:pt x="17441" y="1819"/>
                </a:lnTo>
                <a:lnTo>
                  <a:pt x="19109" y="3278"/>
                </a:lnTo>
                <a:lnTo>
                  <a:pt x="20569" y="4946"/>
                </a:lnTo>
                <a:lnTo>
                  <a:pt x="22241" y="8982"/>
                </a:lnTo>
                <a:lnTo>
                  <a:pt x="22388" y="11194"/>
                </a:lnTo>
                <a:lnTo>
                  <a:pt x="22241" y="13405"/>
                </a:lnTo>
                <a:lnTo>
                  <a:pt x="20569" y="17441"/>
                </a:lnTo>
                <a:lnTo>
                  <a:pt x="19109" y="19109"/>
                </a:lnTo>
                <a:lnTo>
                  <a:pt x="17441" y="20569"/>
                </a:lnTo>
                <a:lnTo>
                  <a:pt x="13405" y="22241"/>
                </a:lnTo>
                <a:lnTo>
                  <a:pt x="11194" y="22388"/>
                </a:lnTo>
                <a:lnTo>
                  <a:pt x="8982" y="22241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670" name="Shape 670"/>
          <p:cNvSpPr/>
          <p:nvPr/>
        </p:nvSpPr>
        <p:spPr>
          <a:xfrm>
            <a:off x="5626509" y="1962707"/>
            <a:ext cx="22554" cy="22554"/>
          </a:xfrm>
          <a:custGeom>
            <a:avLst/>
            <a:gdLst/>
            <a:ahLst/>
            <a:cxnLst/>
            <a:rect l="0" t="0" r="r" b="b"/>
            <a:pathLst>
              <a:path w="22554" h="22554">
                <a:moveTo>
                  <a:pt x="9049" y="22405"/>
                </a:moveTo>
                <a:lnTo>
                  <a:pt x="4983" y="20721"/>
                </a:lnTo>
                <a:lnTo>
                  <a:pt x="3303" y="19251"/>
                </a:lnTo>
                <a:lnTo>
                  <a:pt x="1832" y="17571"/>
                </a:lnTo>
                <a:lnTo>
                  <a:pt x="148" y="13504"/>
                </a:lnTo>
                <a:lnTo>
                  <a:pt x="0" y="11277"/>
                </a:lnTo>
                <a:lnTo>
                  <a:pt x="148" y="9049"/>
                </a:lnTo>
                <a:lnTo>
                  <a:pt x="1832" y="4983"/>
                </a:lnTo>
                <a:lnTo>
                  <a:pt x="3303" y="3303"/>
                </a:lnTo>
                <a:lnTo>
                  <a:pt x="4983" y="1832"/>
                </a:lnTo>
                <a:lnTo>
                  <a:pt x="9049" y="148"/>
                </a:lnTo>
                <a:lnTo>
                  <a:pt x="11277" y="0"/>
                </a:lnTo>
                <a:lnTo>
                  <a:pt x="13504" y="148"/>
                </a:lnTo>
                <a:lnTo>
                  <a:pt x="17571" y="1832"/>
                </a:lnTo>
                <a:lnTo>
                  <a:pt x="19251" y="3303"/>
                </a:lnTo>
                <a:lnTo>
                  <a:pt x="20721" y="4983"/>
                </a:lnTo>
                <a:lnTo>
                  <a:pt x="22405" y="9049"/>
                </a:lnTo>
                <a:lnTo>
                  <a:pt x="22554" y="11277"/>
                </a:lnTo>
                <a:lnTo>
                  <a:pt x="22405" y="13504"/>
                </a:lnTo>
                <a:lnTo>
                  <a:pt x="20721" y="17571"/>
                </a:lnTo>
                <a:lnTo>
                  <a:pt x="19251" y="19251"/>
                </a:lnTo>
                <a:lnTo>
                  <a:pt x="17571" y="20721"/>
                </a:lnTo>
                <a:lnTo>
                  <a:pt x="13504" y="22405"/>
                </a:lnTo>
                <a:lnTo>
                  <a:pt x="11277" y="22554"/>
                </a:lnTo>
                <a:lnTo>
                  <a:pt x="9049" y="22405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671" name="Shape 671"/>
          <p:cNvSpPr/>
          <p:nvPr/>
        </p:nvSpPr>
        <p:spPr>
          <a:xfrm>
            <a:off x="5643958" y="1965286"/>
            <a:ext cx="22718" cy="22718"/>
          </a:xfrm>
          <a:custGeom>
            <a:avLst/>
            <a:gdLst/>
            <a:ahLst/>
            <a:cxnLst/>
            <a:rect l="0" t="0" r="r" b="b"/>
            <a:pathLst>
              <a:path w="22718" h="22718">
                <a:moveTo>
                  <a:pt x="9115" y="22569"/>
                </a:moveTo>
                <a:lnTo>
                  <a:pt x="5019" y="20872"/>
                </a:lnTo>
                <a:lnTo>
                  <a:pt x="3327" y="19391"/>
                </a:lnTo>
                <a:lnTo>
                  <a:pt x="1846" y="17699"/>
                </a:lnTo>
                <a:lnTo>
                  <a:pt x="149" y="13603"/>
                </a:lnTo>
                <a:lnTo>
                  <a:pt x="0" y="11359"/>
                </a:lnTo>
                <a:lnTo>
                  <a:pt x="149" y="9115"/>
                </a:lnTo>
                <a:lnTo>
                  <a:pt x="1846" y="5019"/>
                </a:lnTo>
                <a:lnTo>
                  <a:pt x="3327" y="3327"/>
                </a:lnTo>
                <a:lnTo>
                  <a:pt x="5019" y="1846"/>
                </a:lnTo>
                <a:lnTo>
                  <a:pt x="9115" y="149"/>
                </a:lnTo>
                <a:lnTo>
                  <a:pt x="11359" y="0"/>
                </a:lnTo>
                <a:lnTo>
                  <a:pt x="13603" y="149"/>
                </a:lnTo>
                <a:lnTo>
                  <a:pt x="17699" y="1846"/>
                </a:lnTo>
                <a:lnTo>
                  <a:pt x="19391" y="3327"/>
                </a:lnTo>
                <a:lnTo>
                  <a:pt x="20872" y="5019"/>
                </a:lnTo>
                <a:lnTo>
                  <a:pt x="22569" y="9115"/>
                </a:lnTo>
                <a:lnTo>
                  <a:pt x="22718" y="11359"/>
                </a:lnTo>
                <a:lnTo>
                  <a:pt x="22569" y="13603"/>
                </a:lnTo>
                <a:lnTo>
                  <a:pt x="20872" y="17699"/>
                </a:lnTo>
                <a:lnTo>
                  <a:pt x="19391" y="19391"/>
                </a:lnTo>
                <a:lnTo>
                  <a:pt x="17699" y="20872"/>
                </a:lnTo>
                <a:lnTo>
                  <a:pt x="13603" y="22569"/>
                </a:lnTo>
                <a:lnTo>
                  <a:pt x="11359" y="22718"/>
                </a:lnTo>
                <a:lnTo>
                  <a:pt x="9115" y="22569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672" name="Shape 672"/>
          <p:cNvSpPr/>
          <p:nvPr/>
        </p:nvSpPr>
        <p:spPr>
          <a:xfrm>
            <a:off x="5671905" y="1969424"/>
            <a:ext cx="22962" cy="22962"/>
          </a:xfrm>
          <a:custGeom>
            <a:avLst/>
            <a:gdLst/>
            <a:ahLst/>
            <a:cxnLst/>
            <a:rect l="0" t="0" r="r" b="b"/>
            <a:pathLst>
              <a:path w="22962" h="22962">
                <a:moveTo>
                  <a:pt x="9213" y="22811"/>
                </a:moveTo>
                <a:lnTo>
                  <a:pt x="5073" y="21096"/>
                </a:lnTo>
                <a:lnTo>
                  <a:pt x="3362" y="19600"/>
                </a:lnTo>
                <a:lnTo>
                  <a:pt x="1865" y="17889"/>
                </a:lnTo>
                <a:lnTo>
                  <a:pt x="151" y="13749"/>
                </a:lnTo>
                <a:lnTo>
                  <a:pt x="0" y="11481"/>
                </a:lnTo>
                <a:lnTo>
                  <a:pt x="151" y="9213"/>
                </a:lnTo>
                <a:lnTo>
                  <a:pt x="1865" y="5073"/>
                </a:lnTo>
                <a:lnTo>
                  <a:pt x="3362" y="3362"/>
                </a:lnTo>
                <a:lnTo>
                  <a:pt x="5073" y="1865"/>
                </a:lnTo>
                <a:lnTo>
                  <a:pt x="9213" y="151"/>
                </a:lnTo>
                <a:lnTo>
                  <a:pt x="11481" y="0"/>
                </a:lnTo>
                <a:lnTo>
                  <a:pt x="13749" y="151"/>
                </a:lnTo>
                <a:lnTo>
                  <a:pt x="17889" y="1865"/>
                </a:lnTo>
                <a:lnTo>
                  <a:pt x="19600" y="3362"/>
                </a:lnTo>
                <a:lnTo>
                  <a:pt x="21096" y="5073"/>
                </a:lnTo>
                <a:lnTo>
                  <a:pt x="22811" y="9213"/>
                </a:lnTo>
                <a:lnTo>
                  <a:pt x="22962" y="11481"/>
                </a:lnTo>
                <a:lnTo>
                  <a:pt x="22811" y="13749"/>
                </a:lnTo>
                <a:lnTo>
                  <a:pt x="21096" y="17889"/>
                </a:lnTo>
                <a:lnTo>
                  <a:pt x="19600" y="19600"/>
                </a:lnTo>
                <a:lnTo>
                  <a:pt x="17889" y="21096"/>
                </a:lnTo>
                <a:lnTo>
                  <a:pt x="13749" y="22811"/>
                </a:lnTo>
                <a:lnTo>
                  <a:pt x="11481" y="22962"/>
                </a:lnTo>
                <a:lnTo>
                  <a:pt x="9213" y="22811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673" name="Shape 673"/>
          <p:cNvSpPr/>
          <p:nvPr/>
        </p:nvSpPr>
        <p:spPr>
          <a:xfrm>
            <a:off x="5702218" y="1973923"/>
            <a:ext cx="23203" cy="23203"/>
          </a:xfrm>
          <a:custGeom>
            <a:avLst/>
            <a:gdLst/>
            <a:ahLst/>
            <a:cxnLst/>
            <a:rect l="0" t="0" r="r" b="b"/>
            <a:pathLst>
              <a:path w="23203" h="23203">
                <a:moveTo>
                  <a:pt x="9309" y="23050"/>
                </a:moveTo>
                <a:lnTo>
                  <a:pt x="5126" y="21318"/>
                </a:lnTo>
                <a:lnTo>
                  <a:pt x="3398" y="19805"/>
                </a:lnTo>
                <a:lnTo>
                  <a:pt x="1885" y="18076"/>
                </a:lnTo>
                <a:lnTo>
                  <a:pt x="152" y="13893"/>
                </a:lnTo>
                <a:lnTo>
                  <a:pt x="0" y="11601"/>
                </a:lnTo>
                <a:lnTo>
                  <a:pt x="152" y="9309"/>
                </a:lnTo>
                <a:lnTo>
                  <a:pt x="1885" y="5126"/>
                </a:lnTo>
                <a:lnTo>
                  <a:pt x="3398" y="3398"/>
                </a:lnTo>
                <a:lnTo>
                  <a:pt x="5126" y="1885"/>
                </a:lnTo>
                <a:lnTo>
                  <a:pt x="9309" y="152"/>
                </a:lnTo>
                <a:lnTo>
                  <a:pt x="11601" y="0"/>
                </a:lnTo>
                <a:lnTo>
                  <a:pt x="13893" y="152"/>
                </a:lnTo>
                <a:lnTo>
                  <a:pt x="18076" y="1885"/>
                </a:lnTo>
                <a:lnTo>
                  <a:pt x="19805" y="3398"/>
                </a:lnTo>
                <a:lnTo>
                  <a:pt x="21318" y="5126"/>
                </a:lnTo>
                <a:lnTo>
                  <a:pt x="23050" y="9309"/>
                </a:lnTo>
                <a:lnTo>
                  <a:pt x="23203" y="11601"/>
                </a:lnTo>
                <a:lnTo>
                  <a:pt x="23050" y="13893"/>
                </a:lnTo>
                <a:lnTo>
                  <a:pt x="21318" y="18076"/>
                </a:lnTo>
                <a:lnTo>
                  <a:pt x="19805" y="19805"/>
                </a:lnTo>
                <a:lnTo>
                  <a:pt x="18076" y="21318"/>
                </a:lnTo>
                <a:lnTo>
                  <a:pt x="13893" y="23050"/>
                </a:lnTo>
                <a:lnTo>
                  <a:pt x="11601" y="23203"/>
                </a:lnTo>
                <a:lnTo>
                  <a:pt x="9309" y="23050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674" name="Shape 674"/>
          <p:cNvSpPr/>
          <p:nvPr/>
        </p:nvSpPr>
        <p:spPr>
          <a:xfrm>
            <a:off x="5723893" y="1977145"/>
            <a:ext cx="23362" cy="23362"/>
          </a:xfrm>
          <a:custGeom>
            <a:avLst/>
            <a:gdLst/>
            <a:ahLst/>
            <a:cxnLst/>
            <a:rect l="0" t="0" r="r" b="b"/>
            <a:pathLst>
              <a:path w="23362" h="23362">
                <a:moveTo>
                  <a:pt x="9373" y="23208"/>
                </a:moveTo>
                <a:lnTo>
                  <a:pt x="5161" y="21464"/>
                </a:lnTo>
                <a:lnTo>
                  <a:pt x="3421" y="19941"/>
                </a:lnTo>
                <a:lnTo>
                  <a:pt x="1898" y="18200"/>
                </a:lnTo>
                <a:lnTo>
                  <a:pt x="153" y="13988"/>
                </a:lnTo>
                <a:lnTo>
                  <a:pt x="0" y="11681"/>
                </a:lnTo>
                <a:lnTo>
                  <a:pt x="153" y="9373"/>
                </a:lnTo>
                <a:lnTo>
                  <a:pt x="1898" y="5161"/>
                </a:lnTo>
                <a:lnTo>
                  <a:pt x="3421" y="3421"/>
                </a:lnTo>
                <a:lnTo>
                  <a:pt x="5161" y="1898"/>
                </a:lnTo>
                <a:lnTo>
                  <a:pt x="9373" y="153"/>
                </a:lnTo>
                <a:lnTo>
                  <a:pt x="11681" y="0"/>
                </a:lnTo>
                <a:lnTo>
                  <a:pt x="13988" y="153"/>
                </a:lnTo>
                <a:lnTo>
                  <a:pt x="18200" y="1898"/>
                </a:lnTo>
                <a:lnTo>
                  <a:pt x="19941" y="3421"/>
                </a:lnTo>
                <a:lnTo>
                  <a:pt x="21464" y="5161"/>
                </a:lnTo>
                <a:lnTo>
                  <a:pt x="23208" y="9373"/>
                </a:lnTo>
                <a:lnTo>
                  <a:pt x="23362" y="11681"/>
                </a:lnTo>
                <a:lnTo>
                  <a:pt x="23208" y="13988"/>
                </a:lnTo>
                <a:lnTo>
                  <a:pt x="21464" y="18200"/>
                </a:lnTo>
                <a:lnTo>
                  <a:pt x="19941" y="19941"/>
                </a:lnTo>
                <a:lnTo>
                  <a:pt x="18200" y="21464"/>
                </a:lnTo>
                <a:lnTo>
                  <a:pt x="13988" y="23208"/>
                </a:lnTo>
                <a:lnTo>
                  <a:pt x="11681" y="23362"/>
                </a:lnTo>
                <a:lnTo>
                  <a:pt x="9373" y="23208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675" name="Shape 675"/>
          <p:cNvSpPr/>
          <p:nvPr/>
        </p:nvSpPr>
        <p:spPr>
          <a:xfrm>
            <a:off x="5758871" y="1982355"/>
            <a:ext cx="23598" cy="23598"/>
          </a:xfrm>
          <a:custGeom>
            <a:avLst/>
            <a:gdLst/>
            <a:ahLst/>
            <a:cxnLst/>
            <a:rect l="0" t="0" r="r" b="b"/>
            <a:pathLst>
              <a:path w="23598" h="23598">
                <a:moveTo>
                  <a:pt x="9468" y="23442"/>
                </a:moveTo>
                <a:lnTo>
                  <a:pt x="5213" y="21680"/>
                </a:lnTo>
                <a:lnTo>
                  <a:pt x="3455" y="20142"/>
                </a:lnTo>
                <a:lnTo>
                  <a:pt x="1917" y="18384"/>
                </a:lnTo>
                <a:lnTo>
                  <a:pt x="155" y="14129"/>
                </a:lnTo>
                <a:lnTo>
                  <a:pt x="0" y="11799"/>
                </a:lnTo>
                <a:lnTo>
                  <a:pt x="155" y="9468"/>
                </a:lnTo>
                <a:lnTo>
                  <a:pt x="1917" y="5213"/>
                </a:lnTo>
                <a:lnTo>
                  <a:pt x="3455" y="3455"/>
                </a:lnTo>
                <a:lnTo>
                  <a:pt x="5213" y="1917"/>
                </a:lnTo>
                <a:lnTo>
                  <a:pt x="9468" y="155"/>
                </a:lnTo>
                <a:lnTo>
                  <a:pt x="11799" y="0"/>
                </a:lnTo>
                <a:lnTo>
                  <a:pt x="14129" y="155"/>
                </a:lnTo>
                <a:lnTo>
                  <a:pt x="18384" y="1917"/>
                </a:lnTo>
                <a:lnTo>
                  <a:pt x="20142" y="3455"/>
                </a:lnTo>
                <a:lnTo>
                  <a:pt x="21680" y="5213"/>
                </a:lnTo>
                <a:lnTo>
                  <a:pt x="23442" y="9468"/>
                </a:lnTo>
                <a:lnTo>
                  <a:pt x="23598" y="11799"/>
                </a:lnTo>
                <a:lnTo>
                  <a:pt x="23442" y="14129"/>
                </a:lnTo>
                <a:lnTo>
                  <a:pt x="21680" y="18384"/>
                </a:lnTo>
                <a:lnTo>
                  <a:pt x="20142" y="20142"/>
                </a:lnTo>
                <a:lnTo>
                  <a:pt x="18384" y="21680"/>
                </a:lnTo>
                <a:lnTo>
                  <a:pt x="14129" y="23442"/>
                </a:lnTo>
                <a:lnTo>
                  <a:pt x="11799" y="23598"/>
                </a:lnTo>
                <a:lnTo>
                  <a:pt x="9468" y="23442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676" name="Shape 676"/>
          <p:cNvSpPr/>
          <p:nvPr/>
        </p:nvSpPr>
        <p:spPr>
          <a:xfrm>
            <a:off x="5797181" y="1988071"/>
            <a:ext cx="23829" cy="23829"/>
          </a:xfrm>
          <a:custGeom>
            <a:avLst/>
            <a:gdLst/>
            <a:ahLst/>
            <a:cxnLst/>
            <a:rect l="0" t="0" r="r" b="b"/>
            <a:pathLst>
              <a:path w="23829" h="23829">
                <a:moveTo>
                  <a:pt x="9561" y="23672"/>
                </a:moveTo>
                <a:lnTo>
                  <a:pt x="5265" y="21893"/>
                </a:lnTo>
                <a:lnTo>
                  <a:pt x="3489" y="20340"/>
                </a:lnTo>
                <a:lnTo>
                  <a:pt x="1936" y="18564"/>
                </a:lnTo>
                <a:lnTo>
                  <a:pt x="156" y="14268"/>
                </a:lnTo>
                <a:lnTo>
                  <a:pt x="0" y="11914"/>
                </a:lnTo>
                <a:lnTo>
                  <a:pt x="156" y="9561"/>
                </a:lnTo>
                <a:lnTo>
                  <a:pt x="1936" y="5265"/>
                </a:lnTo>
                <a:lnTo>
                  <a:pt x="3489" y="3489"/>
                </a:lnTo>
                <a:lnTo>
                  <a:pt x="5265" y="1936"/>
                </a:lnTo>
                <a:lnTo>
                  <a:pt x="9561" y="156"/>
                </a:lnTo>
                <a:lnTo>
                  <a:pt x="11914" y="0"/>
                </a:lnTo>
                <a:lnTo>
                  <a:pt x="14268" y="156"/>
                </a:lnTo>
                <a:lnTo>
                  <a:pt x="18564" y="1936"/>
                </a:lnTo>
                <a:lnTo>
                  <a:pt x="20340" y="3489"/>
                </a:lnTo>
                <a:lnTo>
                  <a:pt x="21893" y="5265"/>
                </a:lnTo>
                <a:lnTo>
                  <a:pt x="23672" y="9561"/>
                </a:lnTo>
                <a:lnTo>
                  <a:pt x="23829" y="11914"/>
                </a:lnTo>
                <a:lnTo>
                  <a:pt x="23672" y="14268"/>
                </a:lnTo>
                <a:lnTo>
                  <a:pt x="21893" y="18564"/>
                </a:lnTo>
                <a:lnTo>
                  <a:pt x="20340" y="20340"/>
                </a:lnTo>
                <a:lnTo>
                  <a:pt x="18564" y="21893"/>
                </a:lnTo>
                <a:lnTo>
                  <a:pt x="14268" y="23672"/>
                </a:lnTo>
                <a:lnTo>
                  <a:pt x="11914" y="23829"/>
                </a:lnTo>
                <a:lnTo>
                  <a:pt x="9561" y="2367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677" name="Shape 677"/>
          <p:cNvSpPr/>
          <p:nvPr/>
        </p:nvSpPr>
        <p:spPr>
          <a:xfrm>
            <a:off x="5824814" y="1992201"/>
            <a:ext cx="23982" cy="23982"/>
          </a:xfrm>
          <a:custGeom>
            <a:avLst/>
            <a:gdLst/>
            <a:ahLst/>
            <a:cxnLst/>
            <a:rect l="0" t="0" r="r" b="b"/>
            <a:pathLst>
              <a:path w="23982" h="23982">
                <a:moveTo>
                  <a:pt x="9622" y="23824"/>
                </a:moveTo>
                <a:lnTo>
                  <a:pt x="5298" y="22033"/>
                </a:lnTo>
                <a:lnTo>
                  <a:pt x="3512" y="20469"/>
                </a:lnTo>
                <a:lnTo>
                  <a:pt x="1948" y="18683"/>
                </a:lnTo>
                <a:lnTo>
                  <a:pt x="157" y="14359"/>
                </a:lnTo>
                <a:lnTo>
                  <a:pt x="0" y="11991"/>
                </a:lnTo>
                <a:lnTo>
                  <a:pt x="157" y="9622"/>
                </a:lnTo>
                <a:lnTo>
                  <a:pt x="1948" y="5298"/>
                </a:lnTo>
                <a:lnTo>
                  <a:pt x="3512" y="3512"/>
                </a:lnTo>
                <a:lnTo>
                  <a:pt x="5298" y="1948"/>
                </a:lnTo>
                <a:lnTo>
                  <a:pt x="9622" y="157"/>
                </a:lnTo>
                <a:lnTo>
                  <a:pt x="11991" y="0"/>
                </a:lnTo>
                <a:lnTo>
                  <a:pt x="14359" y="157"/>
                </a:lnTo>
                <a:lnTo>
                  <a:pt x="18683" y="1948"/>
                </a:lnTo>
                <a:lnTo>
                  <a:pt x="20469" y="3512"/>
                </a:lnTo>
                <a:lnTo>
                  <a:pt x="22033" y="5298"/>
                </a:lnTo>
                <a:lnTo>
                  <a:pt x="23824" y="9622"/>
                </a:lnTo>
                <a:lnTo>
                  <a:pt x="23982" y="11991"/>
                </a:lnTo>
                <a:lnTo>
                  <a:pt x="23824" y="14359"/>
                </a:lnTo>
                <a:lnTo>
                  <a:pt x="22033" y="18683"/>
                </a:lnTo>
                <a:lnTo>
                  <a:pt x="20469" y="20469"/>
                </a:lnTo>
                <a:lnTo>
                  <a:pt x="18683" y="22033"/>
                </a:lnTo>
                <a:lnTo>
                  <a:pt x="14359" y="23824"/>
                </a:lnTo>
                <a:lnTo>
                  <a:pt x="11991" y="23982"/>
                </a:lnTo>
                <a:lnTo>
                  <a:pt x="9622" y="23824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678" name="Shape 678"/>
          <p:cNvSpPr/>
          <p:nvPr/>
        </p:nvSpPr>
        <p:spPr>
          <a:xfrm>
            <a:off x="5869835" y="1998939"/>
            <a:ext cx="24206" cy="24206"/>
          </a:xfrm>
          <a:custGeom>
            <a:avLst/>
            <a:gdLst/>
            <a:ahLst/>
            <a:cxnLst/>
            <a:rect l="0" t="0" r="r" b="b"/>
            <a:pathLst>
              <a:path w="24206" h="24206">
                <a:moveTo>
                  <a:pt x="9712" y="24046"/>
                </a:moveTo>
                <a:lnTo>
                  <a:pt x="5348" y="22239"/>
                </a:lnTo>
                <a:lnTo>
                  <a:pt x="3544" y="20661"/>
                </a:lnTo>
                <a:lnTo>
                  <a:pt x="1966" y="18857"/>
                </a:lnTo>
                <a:lnTo>
                  <a:pt x="159" y="14494"/>
                </a:lnTo>
                <a:lnTo>
                  <a:pt x="0" y="12103"/>
                </a:lnTo>
                <a:lnTo>
                  <a:pt x="159" y="9712"/>
                </a:lnTo>
                <a:lnTo>
                  <a:pt x="1966" y="5348"/>
                </a:lnTo>
                <a:lnTo>
                  <a:pt x="3544" y="3544"/>
                </a:lnTo>
                <a:lnTo>
                  <a:pt x="5348" y="1966"/>
                </a:lnTo>
                <a:lnTo>
                  <a:pt x="9712" y="159"/>
                </a:lnTo>
                <a:lnTo>
                  <a:pt x="12103" y="0"/>
                </a:lnTo>
                <a:lnTo>
                  <a:pt x="14494" y="159"/>
                </a:lnTo>
                <a:lnTo>
                  <a:pt x="18857" y="1966"/>
                </a:lnTo>
                <a:lnTo>
                  <a:pt x="20661" y="3544"/>
                </a:lnTo>
                <a:lnTo>
                  <a:pt x="22239" y="5348"/>
                </a:lnTo>
                <a:lnTo>
                  <a:pt x="24046" y="9712"/>
                </a:lnTo>
                <a:lnTo>
                  <a:pt x="24206" y="12103"/>
                </a:lnTo>
                <a:lnTo>
                  <a:pt x="24046" y="14494"/>
                </a:lnTo>
                <a:lnTo>
                  <a:pt x="22239" y="18857"/>
                </a:lnTo>
                <a:lnTo>
                  <a:pt x="20661" y="20661"/>
                </a:lnTo>
                <a:lnTo>
                  <a:pt x="18857" y="22239"/>
                </a:lnTo>
                <a:lnTo>
                  <a:pt x="14494" y="24046"/>
                </a:lnTo>
                <a:lnTo>
                  <a:pt x="12103" y="24206"/>
                </a:lnTo>
                <a:lnTo>
                  <a:pt x="9712" y="24046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679" name="Shape 679"/>
          <p:cNvSpPr/>
          <p:nvPr/>
        </p:nvSpPr>
        <p:spPr>
          <a:xfrm>
            <a:off x="5919763" y="2006425"/>
            <a:ext cx="24423" cy="24423"/>
          </a:xfrm>
          <a:custGeom>
            <a:avLst/>
            <a:gdLst/>
            <a:ahLst/>
            <a:cxnLst/>
            <a:rect l="0" t="0" r="r" b="b"/>
            <a:pathLst>
              <a:path w="24423" h="24423">
                <a:moveTo>
                  <a:pt x="9799" y="24262"/>
                </a:moveTo>
                <a:lnTo>
                  <a:pt x="5396" y="22439"/>
                </a:lnTo>
                <a:lnTo>
                  <a:pt x="3576" y="20847"/>
                </a:lnTo>
                <a:lnTo>
                  <a:pt x="1984" y="19027"/>
                </a:lnTo>
                <a:lnTo>
                  <a:pt x="160" y="14624"/>
                </a:lnTo>
                <a:lnTo>
                  <a:pt x="0" y="12211"/>
                </a:lnTo>
                <a:lnTo>
                  <a:pt x="160" y="9799"/>
                </a:lnTo>
                <a:lnTo>
                  <a:pt x="1984" y="5396"/>
                </a:lnTo>
                <a:lnTo>
                  <a:pt x="3576" y="3576"/>
                </a:lnTo>
                <a:lnTo>
                  <a:pt x="5396" y="1984"/>
                </a:lnTo>
                <a:lnTo>
                  <a:pt x="9799" y="160"/>
                </a:lnTo>
                <a:lnTo>
                  <a:pt x="12211" y="0"/>
                </a:lnTo>
                <a:lnTo>
                  <a:pt x="14624" y="160"/>
                </a:lnTo>
                <a:lnTo>
                  <a:pt x="19027" y="1984"/>
                </a:lnTo>
                <a:lnTo>
                  <a:pt x="20847" y="3576"/>
                </a:lnTo>
                <a:lnTo>
                  <a:pt x="22439" y="5396"/>
                </a:lnTo>
                <a:lnTo>
                  <a:pt x="24262" y="9799"/>
                </a:lnTo>
                <a:lnTo>
                  <a:pt x="24423" y="12211"/>
                </a:lnTo>
                <a:lnTo>
                  <a:pt x="24262" y="14624"/>
                </a:lnTo>
                <a:lnTo>
                  <a:pt x="22439" y="19027"/>
                </a:lnTo>
                <a:lnTo>
                  <a:pt x="20847" y="20847"/>
                </a:lnTo>
                <a:lnTo>
                  <a:pt x="19027" y="22439"/>
                </a:lnTo>
                <a:lnTo>
                  <a:pt x="14624" y="24262"/>
                </a:lnTo>
                <a:lnTo>
                  <a:pt x="12211" y="24423"/>
                </a:lnTo>
                <a:lnTo>
                  <a:pt x="9799" y="24262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680" name="Shape 680"/>
          <p:cNvSpPr/>
          <p:nvPr/>
        </p:nvSpPr>
        <p:spPr>
          <a:xfrm>
            <a:off x="5956185" y="2011894"/>
            <a:ext cx="24563" cy="24563"/>
          </a:xfrm>
          <a:custGeom>
            <a:avLst/>
            <a:gdLst/>
            <a:ahLst/>
            <a:cxnLst/>
            <a:rect l="0" t="0" r="r" b="b"/>
            <a:pathLst>
              <a:path w="24563" h="24563">
                <a:moveTo>
                  <a:pt x="9855" y="24401"/>
                </a:moveTo>
                <a:lnTo>
                  <a:pt x="5427" y="22567"/>
                </a:lnTo>
                <a:lnTo>
                  <a:pt x="3597" y="20966"/>
                </a:lnTo>
                <a:lnTo>
                  <a:pt x="1996" y="19136"/>
                </a:lnTo>
                <a:lnTo>
                  <a:pt x="161" y="14707"/>
                </a:lnTo>
                <a:lnTo>
                  <a:pt x="0" y="12281"/>
                </a:lnTo>
                <a:lnTo>
                  <a:pt x="161" y="9855"/>
                </a:lnTo>
                <a:lnTo>
                  <a:pt x="1996" y="5427"/>
                </a:lnTo>
                <a:lnTo>
                  <a:pt x="3597" y="3597"/>
                </a:lnTo>
                <a:lnTo>
                  <a:pt x="5427" y="1996"/>
                </a:lnTo>
                <a:lnTo>
                  <a:pt x="9855" y="161"/>
                </a:lnTo>
                <a:lnTo>
                  <a:pt x="12281" y="0"/>
                </a:lnTo>
                <a:lnTo>
                  <a:pt x="14707" y="161"/>
                </a:lnTo>
                <a:lnTo>
                  <a:pt x="19136" y="1996"/>
                </a:lnTo>
                <a:lnTo>
                  <a:pt x="20966" y="3597"/>
                </a:lnTo>
                <a:lnTo>
                  <a:pt x="22567" y="5427"/>
                </a:lnTo>
                <a:lnTo>
                  <a:pt x="24401" y="9855"/>
                </a:lnTo>
                <a:lnTo>
                  <a:pt x="24563" y="12281"/>
                </a:lnTo>
                <a:lnTo>
                  <a:pt x="24401" y="14707"/>
                </a:lnTo>
                <a:lnTo>
                  <a:pt x="22567" y="19136"/>
                </a:lnTo>
                <a:lnTo>
                  <a:pt x="20966" y="20966"/>
                </a:lnTo>
                <a:lnTo>
                  <a:pt x="19136" y="22567"/>
                </a:lnTo>
                <a:lnTo>
                  <a:pt x="14707" y="24401"/>
                </a:lnTo>
                <a:lnTo>
                  <a:pt x="12281" y="24563"/>
                </a:lnTo>
                <a:lnTo>
                  <a:pt x="9855" y="2440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681" name="Shape 681"/>
          <p:cNvSpPr/>
          <p:nvPr/>
        </p:nvSpPr>
        <p:spPr>
          <a:xfrm>
            <a:off x="5995460" y="2017799"/>
            <a:ext cx="24696" cy="24696"/>
          </a:xfrm>
          <a:custGeom>
            <a:avLst/>
            <a:gdLst/>
            <a:ahLst/>
            <a:cxnLst/>
            <a:rect l="0" t="0" r="r" b="b"/>
            <a:pathLst>
              <a:path w="24696" h="24696">
                <a:moveTo>
                  <a:pt x="9908" y="24533"/>
                </a:moveTo>
                <a:lnTo>
                  <a:pt x="5456" y="22689"/>
                </a:lnTo>
                <a:lnTo>
                  <a:pt x="3616" y="21079"/>
                </a:lnTo>
                <a:lnTo>
                  <a:pt x="2006" y="19239"/>
                </a:lnTo>
                <a:lnTo>
                  <a:pt x="162" y="14787"/>
                </a:lnTo>
                <a:lnTo>
                  <a:pt x="0" y="12348"/>
                </a:lnTo>
                <a:lnTo>
                  <a:pt x="162" y="9908"/>
                </a:lnTo>
                <a:lnTo>
                  <a:pt x="2006" y="5456"/>
                </a:lnTo>
                <a:lnTo>
                  <a:pt x="3616" y="3616"/>
                </a:lnTo>
                <a:lnTo>
                  <a:pt x="5456" y="2006"/>
                </a:lnTo>
                <a:lnTo>
                  <a:pt x="9908" y="162"/>
                </a:lnTo>
                <a:lnTo>
                  <a:pt x="12348" y="0"/>
                </a:lnTo>
                <a:lnTo>
                  <a:pt x="14787" y="162"/>
                </a:lnTo>
                <a:lnTo>
                  <a:pt x="19239" y="2006"/>
                </a:lnTo>
                <a:lnTo>
                  <a:pt x="21079" y="3616"/>
                </a:lnTo>
                <a:lnTo>
                  <a:pt x="22689" y="5456"/>
                </a:lnTo>
                <a:lnTo>
                  <a:pt x="24533" y="9908"/>
                </a:lnTo>
                <a:lnTo>
                  <a:pt x="24696" y="12348"/>
                </a:lnTo>
                <a:lnTo>
                  <a:pt x="24533" y="14787"/>
                </a:lnTo>
                <a:lnTo>
                  <a:pt x="22689" y="19239"/>
                </a:lnTo>
                <a:lnTo>
                  <a:pt x="21079" y="21079"/>
                </a:lnTo>
                <a:lnTo>
                  <a:pt x="19239" y="22689"/>
                </a:lnTo>
                <a:lnTo>
                  <a:pt x="14787" y="24533"/>
                </a:lnTo>
                <a:lnTo>
                  <a:pt x="12348" y="24696"/>
                </a:lnTo>
                <a:lnTo>
                  <a:pt x="9908" y="2453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682" name="Shape 682"/>
          <p:cNvSpPr/>
          <p:nvPr/>
        </p:nvSpPr>
        <p:spPr>
          <a:xfrm>
            <a:off x="6060502" y="2027596"/>
            <a:ext cx="24873" cy="24873"/>
          </a:xfrm>
          <a:custGeom>
            <a:avLst/>
            <a:gdLst/>
            <a:ahLst/>
            <a:cxnLst/>
            <a:rect l="0" t="0" r="r" b="b"/>
            <a:pathLst>
              <a:path w="24873" h="24873">
                <a:moveTo>
                  <a:pt x="9979" y="24709"/>
                </a:moveTo>
                <a:lnTo>
                  <a:pt x="5495" y="22851"/>
                </a:lnTo>
                <a:lnTo>
                  <a:pt x="3642" y="21230"/>
                </a:lnTo>
                <a:lnTo>
                  <a:pt x="2021" y="19377"/>
                </a:lnTo>
                <a:lnTo>
                  <a:pt x="163" y="14893"/>
                </a:lnTo>
                <a:lnTo>
                  <a:pt x="0" y="12436"/>
                </a:lnTo>
                <a:lnTo>
                  <a:pt x="163" y="9979"/>
                </a:lnTo>
                <a:lnTo>
                  <a:pt x="2021" y="5495"/>
                </a:lnTo>
                <a:lnTo>
                  <a:pt x="3642" y="3642"/>
                </a:lnTo>
                <a:lnTo>
                  <a:pt x="5495" y="2021"/>
                </a:lnTo>
                <a:lnTo>
                  <a:pt x="9979" y="163"/>
                </a:lnTo>
                <a:lnTo>
                  <a:pt x="12436" y="0"/>
                </a:lnTo>
                <a:lnTo>
                  <a:pt x="14893" y="163"/>
                </a:lnTo>
                <a:lnTo>
                  <a:pt x="19377" y="2021"/>
                </a:lnTo>
                <a:lnTo>
                  <a:pt x="21230" y="3642"/>
                </a:lnTo>
                <a:lnTo>
                  <a:pt x="22851" y="5495"/>
                </a:lnTo>
                <a:lnTo>
                  <a:pt x="24709" y="9979"/>
                </a:lnTo>
                <a:lnTo>
                  <a:pt x="24873" y="12436"/>
                </a:lnTo>
                <a:lnTo>
                  <a:pt x="24709" y="14893"/>
                </a:lnTo>
                <a:lnTo>
                  <a:pt x="22851" y="19377"/>
                </a:lnTo>
                <a:lnTo>
                  <a:pt x="21230" y="21230"/>
                </a:lnTo>
                <a:lnTo>
                  <a:pt x="19377" y="22851"/>
                </a:lnTo>
                <a:lnTo>
                  <a:pt x="14893" y="24709"/>
                </a:lnTo>
                <a:lnTo>
                  <a:pt x="12436" y="24873"/>
                </a:lnTo>
                <a:lnTo>
                  <a:pt x="9979" y="24709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683" name="Shape 683"/>
          <p:cNvSpPr/>
          <p:nvPr/>
        </p:nvSpPr>
        <p:spPr>
          <a:xfrm>
            <a:off x="6134215" y="2038735"/>
            <a:ext cx="24989" cy="24989"/>
          </a:xfrm>
          <a:custGeom>
            <a:avLst/>
            <a:gdLst/>
            <a:ahLst/>
            <a:cxnLst/>
            <a:rect l="0" t="0" r="r" b="b"/>
            <a:pathLst>
              <a:path w="24989" h="24989">
                <a:moveTo>
                  <a:pt x="10026" y="24824"/>
                </a:moveTo>
                <a:lnTo>
                  <a:pt x="5521" y="22958"/>
                </a:lnTo>
                <a:lnTo>
                  <a:pt x="3659" y="21329"/>
                </a:lnTo>
                <a:lnTo>
                  <a:pt x="2030" y="19468"/>
                </a:lnTo>
                <a:lnTo>
                  <a:pt x="164" y="14963"/>
                </a:lnTo>
                <a:lnTo>
                  <a:pt x="0" y="12494"/>
                </a:lnTo>
                <a:lnTo>
                  <a:pt x="164" y="10026"/>
                </a:lnTo>
                <a:lnTo>
                  <a:pt x="2030" y="5521"/>
                </a:lnTo>
                <a:lnTo>
                  <a:pt x="3659" y="3659"/>
                </a:lnTo>
                <a:lnTo>
                  <a:pt x="5521" y="2030"/>
                </a:lnTo>
                <a:lnTo>
                  <a:pt x="10026" y="164"/>
                </a:lnTo>
                <a:lnTo>
                  <a:pt x="12494" y="0"/>
                </a:lnTo>
                <a:lnTo>
                  <a:pt x="14963" y="164"/>
                </a:lnTo>
                <a:lnTo>
                  <a:pt x="19468" y="2030"/>
                </a:lnTo>
                <a:lnTo>
                  <a:pt x="21329" y="3659"/>
                </a:lnTo>
                <a:lnTo>
                  <a:pt x="22958" y="5521"/>
                </a:lnTo>
                <a:lnTo>
                  <a:pt x="24824" y="10026"/>
                </a:lnTo>
                <a:lnTo>
                  <a:pt x="24989" y="12494"/>
                </a:lnTo>
                <a:lnTo>
                  <a:pt x="24824" y="14963"/>
                </a:lnTo>
                <a:lnTo>
                  <a:pt x="22958" y="19468"/>
                </a:lnTo>
                <a:lnTo>
                  <a:pt x="21329" y="21329"/>
                </a:lnTo>
                <a:lnTo>
                  <a:pt x="19468" y="22958"/>
                </a:lnTo>
                <a:lnTo>
                  <a:pt x="14963" y="24824"/>
                </a:lnTo>
                <a:lnTo>
                  <a:pt x="12494" y="24989"/>
                </a:lnTo>
                <a:lnTo>
                  <a:pt x="10026" y="24824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684" name="Shape 684"/>
          <p:cNvSpPr/>
          <p:nvPr/>
        </p:nvSpPr>
        <p:spPr>
          <a:xfrm>
            <a:off x="6189078" y="2047057"/>
            <a:ext cx="25002" cy="25002"/>
          </a:xfrm>
          <a:custGeom>
            <a:avLst/>
            <a:gdLst/>
            <a:ahLst/>
            <a:cxnLst/>
            <a:rect l="0" t="0" r="r" b="b"/>
            <a:pathLst>
              <a:path w="25002" h="25002">
                <a:moveTo>
                  <a:pt x="10031" y="24838"/>
                </a:moveTo>
                <a:lnTo>
                  <a:pt x="5524" y="22971"/>
                </a:lnTo>
                <a:lnTo>
                  <a:pt x="3661" y="21341"/>
                </a:lnTo>
                <a:lnTo>
                  <a:pt x="2031" y="19478"/>
                </a:lnTo>
                <a:lnTo>
                  <a:pt x="164" y="14971"/>
                </a:lnTo>
                <a:lnTo>
                  <a:pt x="0" y="12501"/>
                </a:lnTo>
                <a:lnTo>
                  <a:pt x="164" y="10031"/>
                </a:lnTo>
                <a:lnTo>
                  <a:pt x="2031" y="5524"/>
                </a:lnTo>
                <a:lnTo>
                  <a:pt x="3661" y="3661"/>
                </a:lnTo>
                <a:lnTo>
                  <a:pt x="5524" y="2031"/>
                </a:lnTo>
                <a:lnTo>
                  <a:pt x="10031" y="164"/>
                </a:lnTo>
                <a:lnTo>
                  <a:pt x="12501" y="0"/>
                </a:lnTo>
                <a:lnTo>
                  <a:pt x="14971" y="164"/>
                </a:lnTo>
                <a:lnTo>
                  <a:pt x="19478" y="2031"/>
                </a:lnTo>
                <a:lnTo>
                  <a:pt x="21341" y="3661"/>
                </a:lnTo>
                <a:lnTo>
                  <a:pt x="22971" y="5524"/>
                </a:lnTo>
                <a:lnTo>
                  <a:pt x="24838" y="10031"/>
                </a:lnTo>
                <a:lnTo>
                  <a:pt x="25002" y="12501"/>
                </a:lnTo>
                <a:lnTo>
                  <a:pt x="24838" y="14971"/>
                </a:lnTo>
                <a:lnTo>
                  <a:pt x="22971" y="19478"/>
                </a:lnTo>
                <a:lnTo>
                  <a:pt x="21341" y="21341"/>
                </a:lnTo>
                <a:lnTo>
                  <a:pt x="19478" y="22971"/>
                </a:lnTo>
                <a:lnTo>
                  <a:pt x="14971" y="24838"/>
                </a:lnTo>
                <a:lnTo>
                  <a:pt x="12501" y="25002"/>
                </a:lnTo>
                <a:lnTo>
                  <a:pt x="10031" y="24838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685" name="Shape 685"/>
          <p:cNvSpPr/>
          <p:nvPr/>
        </p:nvSpPr>
        <p:spPr>
          <a:xfrm>
            <a:off x="6280783" y="2060272"/>
            <a:ext cx="26663" cy="26663"/>
          </a:xfrm>
          <a:custGeom>
            <a:avLst/>
            <a:gdLst/>
            <a:ahLst/>
            <a:cxnLst/>
            <a:rect l="0" t="0" r="r" b="b"/>
            <a:pathLst>
              <a:path w="26663" h="26663">
                <a:moveTo>
                  <a:pt x="10698" y="26487"/>
                </a:moveTo>
                <a:lnTo>
                  <a:pt x="5891" y="24496"/>
                </a:lnTo>
                <a:lnTo>
                  <a:pt x="3904" y="22758"/>
                </a:lnTo>
                <a:lnTo>
                  <a:pt x="2166" y="20772"/>
                </a:lnTo>
                <a:lnTo>
                  <a:pt x="175" y="15965"/>
                </a:lnTo>
                <a:lnTo>
                  <a:pt x="0" y="13331"/>
                </a:lnTo>
                <a:lnTo>
                  <a:pt x="175" y="10698"/>
                </a:lnTo>
                <a:lnTo>
                  <a:pt x="2166" y="5891"/>
                </a:lnTo>
                <a:lnTo>
                  <a:pt x="3904" y="3904"/>
                </a:lnTo>
                <a:lnTo>
                  <a:pt x="5891" y="2166"/>
                </a:lnTo>
                <a:lnTo>
                  <a:pt x="10698" y="175"/>
                </a:lnTo>
                <a:lnTo>
                  <a:pt x="13331" y="0"/>
                </a:lnTo>
                <a:lnTo>
                  <a:pt x="15965" y="175"/>
                </a:lnTo>
                <a:lnTo>
                  <a:pt x="20772" y="2166"/>
                </a:lnTo>
                <a:lnTo>
                  <a:pt x="22758" y="3904"/>
                </a:lnTo>
                <a:lnTo>
                  <a:pt x="24496" y="5891"/>
                </a:lnTo>
                <a:lnTo>
                  <a:pt x="26487" y="10698"/>
                </a:lnTo>
                <a:lnTo>
                  <a:pt x="26663" y="13331"/>
                </a:lnTo>
                <a:lnTo>
                  <a:pt x="26487" y="15965"/>
                </a:lnTo>
                <a:lnTo>
                  <a:pt x="24496" y="20772"/>
                </a:lnTo>
                <a:lnTo>
                  <a:pt x="22758" y="22758"/>
                </a:lnTo>
                <a:lnTo>
                  <a:pt x="20772" y="24496"/>
                </a:lnTo>
                <a:lnTo>
                  <a:pt x="15965" y="26487"/>
                </a:lnTo>
                <a:lnTo>
                  <a:pt x="13331" y="26663"/>
                </a:lnTo>
                <a:lnTo>
                  <a:pt x="10698" y="26487"/>
                </a:lnTo>
                <a:close/>
              </a:path>
            </a:pathLst>
          </a:custGeom>
          <a:solidFill>
            <a:srgbClr val="70C976"/>
          </a:solidFill>
          <a:ln>
            <a:noFill/>
          </a:ln>
        </p:spPr>
      </p:sp>
      <p:sp>
        <p:nvSpPr>
          <p:cNvPr id="686" name="Shape 686"/>
          <p:cNvSpPr/>
          <p:nvPr/>
        </p:nvSpPr>
        <p:spPr>
          <a:xfrm>
            <a:off x="5513314" y="1957642"/>
            <a:ext cx="22152" cy="22152"/>
          </a:xfrm>
          <a:custGeom>
            <a:avLst/>
            <a:gdLst/>
            <a:ahLst/>
            <a:cxnLst/>
            <a:rect l="0" t="0" r="r" b="b"/>
            <a:pathLst>
              <a:path w="22152" h="22152">
                <a:moveTo>
                  <a:pt x="8888" y="22006"/>
                </a:moveTo>
                <a:lnTo>
                  <a:pt x="4894" y="20352"/>
                </a:lnTo>
                <a:lnTo>
                  <a:pt x="3244" y="18908"/>
                </a:lnTo>
                <a:lnTo>
                  <a:pt x="1800" y="17258"/>
                </a:lnTo>
                <a:lnTo>
                  <a:pt x="145" y="13264"/>
                </a:lnTo>
                <a:lnTo>
                  <a:pt x="0" y="11076"/>
                </a:lnTo>
                <a:lnTo>
                  <a:pt x="145" y="8888"/>
                </a:lnTo>
                <a:lnTo>
                  <a:pt x="1800" y="4894"/>
                </a:lnTo>
                <a:lnTo>
                  <a:pt x="3244" y="3244"/>
                </a:lnTo>
                <a:lnTo>
                  <a:pt x="4894" y="1800"/>
                </a:lnTo>
                <a:lnTo>
                  <a:pt x="8888" y="145"/>
                </a:lnTo>
                <a:lnTo>
                  <a:pt x="11076" y="0"/>
                </a:lnTo>
                <a:lnTo>
                  <a:pt x="13264" y="145"/>
                </a:lnTo>
                <a:lnTo>
                  <a:pt x="17258" y="1800"/>
                </a:lnTo>
                <a:lnTo>
                  <a:pt x="18908" y="3244"/>
                </a:lnTo>
                <a:lnTo>
                  <a:pt x="20352" y="4894"/>
                </a:lnTo>
                <a:lnTo>
                  <a:pt x="22006" y="8888"/>
                </a:lnTo>
                <a:lnTo>
                  <a:pt x="22152" y="11076"/>
                </a:lnTo>
                <a:lnTo>
                  <a:pt x="22006" y="13264"/>
                </a:lnTo>
                <a:lnTo>
                  <a:pt x="20352" y="17258"/>
                </a:lnTo>
                <a:lnTo>
                  <a:pt x="18908" y="18908"/>
                </a:lnTo>
                <a:lnTo>
                  <a:pt x="17258" y="20352"/>
                </a:lnTo>
                <a:lnTo>
                  <a:pt x="13264" y="22006"/>
                </a:lnTo>
                <a:lnTo>
                  <a:pt x="11076" y="22152"/>
                </a:lnTo>
                <a:lnTo>
                  <a:pt x="8888" y="2200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687" name="Shape 687"/>
          <p:cNvSpPr/>
          <p:nvPr/>
        </p:nvSpPr>
        <p:spPr>
          <a:xfrm>
            <a:off x="5534188" y="1961148"/>
            <a:ext cx="22405" cy="22405"/>
          </a:xfrm>
          <a:custGeom>
            <a:avLst/>
            <a:gdLst/>
            <a:ahLst/>
            <a:cxnLst/>
            <a:rect l="0" t="0" r="r" b="b"/>
            <a:pathLst>
              <a:path w="22405" h="22405">
                <a:moveTo>
                  <a:pt x="8989" y="22257"/>
                </a:moveTo>
                <a:lnTo>
                  <a:pt x="4950" y="20584"/>
                </a:lnTo>
                <a:lnTo>
                  <a:pt x="3281" y="19123"/>
                </a:lnTo>
                <a:lnTo>
                  <a:pt x="1820" y="17454"/>
                </a:lnTo>
                <a:lnTo>
                  <a:pt x="147" y="13415"/>
                </a:lnTo>
                <a:lnTo>
                  <a:pt x="0" y="11202"/>
                </a:lnTo>
                <a:lnTo>
                  <a:pt x="147" y="8989"/>
                </a:lnTo>
                <a:lnTo>
                  <a:pt x="1820" y="4950"/>
                </a:lnTo>
                <a:lnTo>
                  <a:pt x="3281" y="3281"/>
                </a:lnTo>
                <a:lnTo>
                  <a:pt x="4950" y="1820"/>
                </a:lnTo>
                <a:lnTo>
                  <a:pt x="8989" y="147"/>
                </a:lnTo>
                <a:lnTo>
                  <a:pt x="11202" y="0"/>
                </a:lnTo>
                <a:lnTo>
                  <a:pt x="13415" y="147"/>
                </a:lnTo>
                <a:lnTo>
                  <a:pt x="17454" y="1820"/>
                </a:lnTo>
                <a:lnTo>
                  <a:pt x="19123" y="3281"/>
                </a:lnTo>
                <a:lnTo>
                  <a:pt x="20584" y="4950"/>
                </a:lnTo>
                <a:lnTo>
                  <a:pt x="22257" y="8989"/>
                </a:lnTo>
                <a:lnTo>
                  <a:pt x="22405" y="11202"/>
                </a:lnTo>
                <a:lnTo>
                  <a:pt x="22257" y="13415"/>
                </a:lnTo>
                <a:lnTo>
                  <a:pt x="20584" y="17454"/>
                </a:lnTo>
                <a:lnTo>
                  <a:pt x="19123" y="19123"/>
                </a:lnTo>
                <a:lnTo>
                  <a:pt x="17454" y="20584"/>
                </a:lnTo>
                <a:lnTo>
                  <a:pt x="13415" y="22257"/>
                </a:lnTo>
                <a:lnTo>
                  <a:pt x="11202" y="22405"/>
                </a:lnTo>
                <a:lnTo>
                  <a:pt x="8989" y="22257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688" name="Shape 688"/>
          <p:cNvSpPr/>
          <p:nvPr/>
        </p:nvSpPr>
        <p:spPr>
          <a:xfrm>
            <a:off x="5548997" y="1963641"/>
            <a:ext cx="22571" cy="22571"/>
          </a:xfrm>
          <a:custGeom>
            <a:avLst/>
            <a:gdLst/>
            <a:ahLst/>
            <a:cxnLst/>
            <a:rect l="0" t="0" r="r" b="b"/>
            <a:pathLst>
              <a:path w="22571" h="22571">
                <a:moveTo>
                  <a:pt x="9056" y="22423"/>
                </a:moveTo>
                <a:lnTo>
                  <a:pt x="4987" y="20737"/>
                </a:lnTo>
                <a:lnTo>
                  <a:pt x="3305" y="19266"/>
                </a:lnTo>
                <a:lnTo>
                  <a:pt x="1834" y="17584"/>
                </a:lnTo>
                <a:lnTo>
                  <a:pt x="148" y="13515"/>
                </a:lnTo>
                <a:lnTo>
                  <a:pt x="0" y="11285"/>
                </a:lnTo>
                <a:lnTo>
                  <a:pt x="148" y="9056"/>
                </a:lnTo>
                <a:lnTo>
                  <a:pt x="1834" y="4987"/>
                </a:lnTo>
                <a:lnTo>
                  <a:pt x="3305" y="3305"/>
                </a:lnTo>
                <a:lnTo>
                  <a:pt x="4987" y="1834"/>
                </a:lnTo>
                <a:lnTo>
                  <a:pt x="9056" y="148"/>
                </a:lnTo>
                <a:lnTo>
                  <a:pt x="11285" y="0"/>
                </a:lnTo>
                <a:lnTo>
                  <a:pt x="13515" y="148"/>
                </a:lnTo>
                <a:lnTo>
                  <a:pt x="17584" y="1834"/>
                </a:lnTo>
                <a:lnTo>
                  <a:pt x="19266" y="3305"/>
                </a:lnTo>
                <a:lnTo>
                  <a:pt x="20737" y="4987"/>
                </a:lnTo>
                <a:lnTo>
                  <a:pt x="22423" y="9056"/>
                </a:lnTo>
                <a:lnTo>
                  <a:pt x="22571" y="11285"/>
                </a:lnTo>
                <a:lnTo>
                  <a:pt x="22423" y="13515"/>
                </a:lnTo>
                <a:lnTo>
                  <a:pt x="20737" y="17584"/>
                </a:lnTo>
                <a:lnTo>
                  <a:pt x="19266" y="19266"/>
                </a:lnTo>
                <a:lnTo>
                  <a:pt x="17584" y="20737"/>
                </a:lnTo>
                <a:lnTo>
                  <a:pt x="13515" y="22423"/>
                </a:lnTo>
                <a:lnTo>
                  <a:pt x="11285" y="22571"/>
                </a:lnTo>
                <a:lnTo>
                  <a:pt x="9056" y="2242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689" name="Shape 689"/>
          <p:cNvSpPr/>
          <p:nvPr/>
        </p:nvSpPr>
        <p:spPr>
          <a:xfrm>
            <a:off x="5564585" y="1966269"/>
            <a:ext cx="22737" cy="22737"/>
          </a:xfrm>
          <a:custGeom>
            <a:avLst/>
            <a:gdLst/>
            <a:ahLst/>
            <a:cxnLst/>
            <a:rect l="0" t="0" r="r" b="b"/>
            <a:pathLst>
              <a:path w="22737" h="22737">
                <a:moveTo>
                  <a:pt x="9122" y="22587"/>
                </a:moveTo>
                <a:lnTo>
                  <a:pt x="5023" y="20889"/>
                </a:lnTo>
                <a:lnTo>
                  <a:pt x="3329" y="19407"/>
                </a:lnTo>
                <a:lnTo>
                  <a:pt x="1847" y="17713"/>
                </a:lnTo>
                <a:lnTo>
                  <a:pt x="149" y="13614"/>
                </a:lnTo>
                <a:lnTo>
                  <a:pt x="0" y="11368"/>
                </a:lnTo>
                <a:lnTo>
                  <a:pt x="149" y="9122"/>
                </a:lnTo>
                <a:lnTo>
                  <a:pt x="1847" y="5023"/>
                </a:lnTo>
                <a:lnTo>
                  <a:pt x="3329" y="3329"/>
                </a:lnTo>
                <a:lnTo>
                  <a:pt x="5023" y="1847"/>
                </a:lnTo>
                <a:lnTo>
                  <a:pt x="9122" y="149"/>
                </a:lnTo>
                <a:lnTo>
                  <a:pt x="11368" y="0"/>
                </a:lnTo>
                <a:lnTo>
                  <a:pt x="13614" y="149"/>
                </a:lnTo>
                <a:lnTo>
                  <a:pt x="17713" y="1847"/>
                </a:lnTo>
                <a:lnTo>
                  <a:pt x="19407" y="3329"/>
                </a:lnTo>
                <a:lnTo>
                  <a:pt x="20889" y="5023"/>
                </a:lnTo>
                <a:lnTo>
                  <a:pt x="22587" y="9122"/>
                </a:lnTo>
                <a:lnTo>
                  <a:pt x="22737" y="11368"/>
                </a:lnTo>
                <a:lnTo>
                  <a:pt x="22587" y="13614"/>
                </a:lnTo>
                <a:lnTo>
                  <a:pt x="20889" y="17713"/>
                </a:lnTo>
                <a:lnTo>
                  <a:pt x="19407" y="19407"/>
                </a:lnTo>
                <a:lnTo>
                  <a:pt x="17713" y="20889"/>
                </a:lnTo>
                <a:lnTo>
                  <a:pt x="13614" y="22587"/>
                </a:lnTo>
                <a:lnTo>
                  <a:pt x="11368" y="22737"/>
                </a:lnTo>
                <a:lnTo>
                  <a:pt x="9122" y="22587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690" name="Shape 690"/>
          <p:cNvSpPr/>
          <p:nvPr/>
        </p:nvSpPr>
        <p:spPr>
          <a:xfrm>
            <a:off x="5589567" y="1970489"/>
            <a:ext cx="22982" cy="22982"/>
          </a:xfrm>
          <a:custGeom>
            <a:avLst/>
            <a:gdLst/>
            <a:ahLst/>
            <a:cxnLst/>
            <a:rect l="0" t="0" r="r" b="b"/>
            <a:pathLst>
              <a:path w="22982" h="22982">
                <a:moveTo>
                  <a:pt x="9221" y="22831"/>
                </a:moveTo>
                <a:lnTo>
                  <a:pt x="5077" y="21115"/>
                </a:lnTo>
                <a:lnTo>
                  <a:pt x="3365" y="19616"/>
                </a:lnTo>
                <a:lnTo>
                  <a:pt x="1867" y="17904"/>
                </a:lnTo>
                <a:lnTo>
                  <a:pt x="151" y="13761"/>
                </a:lnTo>
                <a:lnTo>
                  <a:pt x="0" y="11491"/>
                </a:lnTo>
                <a:lnTo>
                  <a:pt x="151" y="9221"/>
                </a:lnTo>
                <a:lnTo>
                  <a:pt x="1867" y="5077"/>
                </a:lnTo>
                <a:lnTo>
                  <a:pt x="3365" y="3365"/>
                </a:lnTo>
                <a:lnTo>
                  <a:pt x="5077" y="1867"/>
                </a:lnTo>
                <a:lnTo>
                  <a:pt x="9221" y="151"/>
                </a:lnTo>
                <a:lnTo>
                  <a:pt x="11491" y="0"/>
                </a:lnTo>
                <a:lnTo>
                  <a:pt x="13761" y="151"/>
                </a:lnTo>
                <a:lnTo>
                  <a:pt x="17904" y="1867"/>
                </a:lnTo>
                <a:lnTo>
                  <a:pt x="19616" y="3365"/>
                </a:lnTo>
                <a:lnTo>
                  <a:pt x="21115" y="5077"/>
                </a:lnTo>
                <a:lnTo>
                  <a:pt x="22831" y="9221"/>
                </a:lnTo>
                <a:lnTo>
                  <a:pt x="22982" y="11491"/>
                </a:lnTo>
                <a:lnTo>
                  <a:pt x="22831" y="13761"/>
                </a:lnTo>
                <a:lnTo>
                  <a:pt x="21115" y="17904"/>
                </a:lnTo>
                <a:lnTo>
                  <a:pt x="19616" y="19616"/>
                </a:lnTo>
                <a:lnTo>
                  <a:pt x="17904" y="21115"/>
                </a:lnTo>
                <a:lnTo>
                  <a:pt x="13761" y="22831"/>
                </a:lnTo>
                <a:lnTo>
                  <a:pt x="11491" y="22982"/>
                </a:lnTo>
                <a:lnTo>
                  <a:pt x="9221" y="22831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691" name="Shape 691"/>
          <p:cNvSpPr/>
          <p:nvPr/>
        </p:nvSpPr>
        <p:spPr>
          <a:xfrm>
            <a:off x="5616687" y="1975080"/>
            <a:ext cx="23225" cy="23225"/>
          </a:xfrm>
          <a:custGeom>
            <a:avLst/>
            <a:gdLst/>
            <a:ahLst/>
            <a:cxnLst/>
            <a:rect l="0" t="0" r="r" b="b"/>
            <a:pathLst>
              <a:path w="23225" h="23225">
                <a:moveTo>
                  <a:pt x="9318" y="23072"/>
                </a:moveTo>
                <a:lnTo>
                  <a:pt x="5131" y="21338"/>
                </a:lnTo>
                <a:lnTo>
                  <a:pt x="3401" y="19824"/>
                </a:lnTo>
                <a:lnTo>
                  <a:pt x="1887" y="18093"/>
                </a:lnTo>
                <a:lnTo>
                  <a:pt x="152" y="13906"/>
                </a:lnTo>
                <a:lnTo>
                  <a:pt x="0" y="11612"/>
                </a:lnTo>
                <a:lnTo>
                  <a:pt x="152" y="9318"/>
                </a:lnTo>
                <a:lnTo>
                  <a:pt x="1887" y="5131"/>
                </a:lnTo>
                <a:lnTo>
                  <a:pt x="3401" y="3401"/>
                </a:lnTo>
                <a:lnTo>
                  <a:pt x="5131" y="1887"/>
                </a:lnTo>
                <a:lnTo>
                  <a:pt x="9318" y="152"/>
                </a:lnTo>
                <a:lnTo>
                  <a:pt x="11612" y="0"/>
                </a:lnTo>
                <a:lnTo>
                  <a:pt x="13906" y="152"/>
                </a:lnTo>
                <a:lnTo>
                  <a:pt x="18093" y="1887"/>
                </a:lnTo>
                <a:lnTo>
                  <a:pt x="19824" y="3401"/>
                </a:lnTo>
                <a:lnTo>
                  <a:pt x="21338" y="5131"/>
                </a:lnTo>
                <a:lnTo>
                  <a:pt x="23072" y="9318"/>
                </a:lnTo>
                <a:lnTo>
                  <a:pt x="23225" y="11612"/>
                </a:lnTo>
                <a:lnTo>
                  <a:pt x="23072" y="13906"/>
                </a:lnTo>
                <a:lnTo>
                  <a:pt x="21338" y="18093"/>
                </a:lnTo>
                <a:lnTo>
                  <a:pt x="19824" y="19824"/>
                </a:lnTo>
                <a:lnTo>
                  <a:pt x="18093" y="21338"/>
                </a:lnTo>
                <a:lnTo>
                  <a:pt x="13906" y="23072"/>
                </a:lnTo>
                <a:lnTo>
                  <a:pt x="11612" y="23225"/>
                </a:lnTo>
                <a:lnTo>
                  <a:pt x="9318" y="2307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692" name="Shape 692"/>
          <p:cNvSpPr/>
          <p:nvPr/>
        </p:nvSpPr>
        <p:spPr>
          <a:xfrm>
            <a:off x="5636093" y="1978371"/>
            <a:ext cx="23385" cy="23385"/>
          </a:xfrm>
          <a:custGeom>
            <a:avLst/>
            <a:gdLst/>
            <a:ahLst/>
            <a:cxnLst/>
            <a:rect l="0" t="0" r="r" b="b"/>
            <a:pathLst>
              <a:path w="23385" h="23385">
                <a:moveTo>
                  <a:pt x="9382" y="23231"/>
                </a:moveTo>
                <a:lnTo>
                  <a:pt x="5167" y="21485"/>
                </a:lnTo>
                <a:lnTo>
                  <a:pt x="3424" y="19960"/>
                </a:lnTo>
                <a:lnTo>
                  <a:pt x="1900" y="18218"/>
                </a:lnTo>
                <a:lnTo>
                  <a:pt x="154" y="14002"/>
                </a:lnTo>
                <a:lnTo>
                  <a:pt x="0" y="11692"/>
                </a:lnTo>
                <a:lnTo>
                  <a:pt x="154" y="9382"/>
                </a:lnTo>
                <a:lnTo>
                  <a:pt x="1900" y="5167"/>
                </a:lnTo>
                <a:lnTo>
                  <a:pt x="3424" y="3424"/>
                </a:lnTo>
                <a:lnTo>
                  <a:pt x="5167" y="1900"/>
                </a:lnTo>
                <a:lnTo>
                  <a:pt x="9382" y="154"/>
                </a:lnTo>
                <a:lnTo>
                  <a:pt x="11692" y="0"/>
                </a:lnTo>
                <a:lnTo>
                  <a:pt x="14002" y="154"/>
                </a:lnTo>
                <a:lnTo>
                  <a:pt x="18218" y="1900"/>
                </a:lnTo>
                <a:lnTo>
                  <a:pt x="19960" y="3424"/>
                </a:lnTo>
                <a:lnTo>
                  <a:pt x="21485" y="5167"/>
                </a:lnTo>
                <a:lnTo>
                  <a:pt x="23231" y="9382"/>
                </a:lnTo>
                <a:lnTo>
                  <a:pt x="23385" y="11692"/>
                </a:lnTo>
                <a:lnTo>
                  <a:pt x="23231" y="14002"/>
                </a:lnTo>
                <a:lnTo>
                  <a:pt x="21485" y="18218"/>
                </a:lnTo>
                <a:lnTo>
                  <a:pt x="19960" y="19960"/>
                </a:lnTo>
                <a:lnTo>
                  <a:pt x="18218" y="21485"/>
                </a:lnTo>
                <a:lnTo>
                  <a:pt x="14002" y="23231"/>
                </a:lnTo>
                <a:lnTo>
                  <a:pt x="11692" y="23385"/>
                </a:lnTo>
                <a:lnTo>
                  <a:pt x="9382" y="23231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693" name="Shape 693"/>
          <p:cNvSpPr/>
          <p:nvPr/>
        </p:nvSpPr>
        <p:spPr>
          <a:xfrm>
            <a:off x="5667435" y="1983694"/>
            <a:ext cx="23623" cy="23623"/>
          </a:xfrm>
          <a:custGeom>
            <a:avLst/>
            <a:gdLst/>
            <a:ahLst/>
            <a:cxnLst/>
            <a:rect l="0" t="0" r="r" b="b"/>
            <a:pathLst>
              <a:path w="23623" h="23623">
                <a:moveTo>
                  <a:pt x="9478" y="23467"/>
                </a:moveTo>
                <a:lnTo>
                  <a:pt x="5219" y="21703"/>
                </a:lnTo>
                <a:lnTo>
                  <a:pt x="3459" y="20163"/>
                </a:lnTo>
                <a:lnTo>
                  <a:pt x="1919" y="18403"/>
                </a:lnTo>
                <a:lnTo>
                  <a:pt x="155" y="14145"/>
                </a:lnTo>
                <a:lnTo>
                  <a:pt x="0" y="11811"/>
                </a:lnTo>
                <a:lnTo>
                  <a:pt x="155" y="9478"/>
                </a:lnTo>
                <a:lnTo>
                  <a:pt x="1919" y="5219"/>
                </a:lnTo>
                <a:lnTo>
                  <a:pt x="3459" y="3459"/>
                </a:lnTo>
                <a:lnTo>
                  <a:pt x="5219" y="1919"/>
                </a:lnTo>
                <a:lnTo>
                  <a:pt x="9478" y="155"/>
                </a:lnTo>
                <a:lnTo>
                  <a:pt x="11811" y="0"/>
                </a:lnTo>
                <a:lnTo>
                  <a:pt x="14145" y="155"/>
                </a:lnTo>
                <a:lnTo>
                  <a:pt x="18403" y="1919"/>
                </a:lnTo>
                <a:lnTo>
                  <a:pt x="20163" y="3459"/>
                </a:lnTo>
                <a:lnTo>
                  <a:pt x="21703" y="5219"/>
                </a:lnTo>
                <a:lnTo>
                  <a:pt x="23467" y="9478"/>
                </a:lnTo>
                <a:lnTo>
                  <a:pt x="23623" y="11811"/>
                </a:lnTo>
                <a:lnTo>
                  <a:pt x="23467" y="14145"/>
                </a:lnTo>
                <a:lnTo>
                  <a:pt x="21703" y="18403"/>
                </a:lnTo>
                <a:lnTo>
                  <a:pt x="20163" y="20163"/>
                </a:lnTo>
                <a:lnTo>
                  <a:pt x="18403" y="21703"/>
                </a:lnTo>
                <a:lnTo>
                  <a:pt x="14145" y="23467"/>
                </a:lnTo>
                <a:lnTo>
                  <a:pt x="11811" y="23623"/>
                </a:lnTo>
                <a:lnTo>
                  <a:pt x="9478" y="23467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694" name="Shape 694"/>
          <p:cNvSpPr/>
          <p:nvPr/>
        </p:nvSpPr>
        <p:spPr>
          <a:xfrm>
            <a:off x="5701798" y="1989540"/>
            <a:ext cx="23859" cy="23859"/>
          </a:xfrm>
          <a:custGeom>
            <a:avLst/>
            <a:gdLst/>
            <a:ahLst/>
            <a:cxnLst/>
            <a:rect l="0" t="0" r="r" b="b"/>
            <a:pathLst>
              <a:path w="23859" h="23859">
                <a:moveTo>
                  <a:pt x="9572" y="23702"/>
                </a:moveTo>
                <a:lnTo>
                  <a:pt x="5271" y="21920"/>
                </a:lnTo>
                <a:lnTo>
                  <a:pt x="3494" y="20365"/>
                </a:lnTo>
                <a:lnTo>
                  <a:pt x="1938" y="18587"/>
                </a:lnTo>
                <a:lnTo>
                  <a:pt x="157" y="14286"/>
                </a:lnTo>
                <a:lnTo>
                  <a:pt x="0" y="11929"/>
                </a:lnTo>
                <a:lnTo>
                  <a:pt x="157" y="9572"/>
                </a:lnTo>
                <a:lnTo>
                  <a:pt x="1938" y="5271"/>
                </a:lnTo>
                <a:lnTo>
                  <a:pt x="3494" y="3494"/>
                </a:lnTo>
                <a:lnTo>
                  <a:pt x="5271" y="1938"/>
                </a:lnTo>
                <a:lnTo>
                  <a:pt x="9572" y="157"/>
                </a:lnTo>
                <a:lnTo>
                  <a:pt x="11929" y="0"/>
                </a:lnTo>
                <a:lnTo>
                  <a:pt x="14286" y="157"/>
                </a:lnTo>
                <a:lnTo>
                  <a:pt x="18587" y="1938"/>
                </a:lnTo>
                <a:lnTo>
                  <a:pt x="20365" y="3494"/>
                </a:lnTo>
                <a:lnTo>
                  <a:pt x="21920" y="5271"/>
                </a:lnTo>
                <a:lnTo>
                  <a:pt x="23702" y="9572"/>
                </a:lnTo>
                <a:lnTo>
                  <a:pt x="23859" y="11929"/>
                </a:lnTo>
                <a:lnTo>
                  <a:pt x="23702" y="14286"/>
                </a:lnTo>
                <a:lnTo>
                  <a:pt x="21920" y="18587"/>
                </a:lnTo>
                <a:lnTo>
                  <a:pt x="20365" y="20365"/>
                </a:lnTo>
                <a:lnTo>
                  <a:pt x="18587" y="21920"/>
                </a:lnTo>
                <a:lnTo>
                  <a:pt x="14286" y="23702"/>
                </a:lnTo>
                <a:lnTo>
                  <a:pt x="11929" y="23859"/>
                </a:lnTo>
                <a:lnTo>
                  <a:pt x="9572" y="2370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695" name="Shape 695"/>
          <p:cNvSpPr/>
          <p:nvPr/>
        </p:nvSpPr>
        <p:spPr>
          <a:xfrm>
            <a:off x="5726607" y="1993768"/>
            <a:ext cx="24014" cy="24014"/>
          </a:xfrm>
          <a:custGeom>
            <a:avLst/>
            <a:gdLst/>
            <a:ahLst/>
            <a:cxnLst/>
            <a:rect l="0" t="0" r="r" b="b"/>
            <a:pathLst>
              <a:path w="24014" h="24014">
                <a:moveTo>
                  <a:pt x="9635" y="23856"/>
                </a:moveTo>
                <a:lnTo>
                  <a:pt x="5305" y="22063"/>
                </a:lnTo>
                <a:lnTo>
                  <a:pt x="3516" y="20497"/>
                </a:lnTo>
                <a:lnTo>
                  <a:pt x="1951" y="18708"/>
                </a:lnTo>
                <a:lnTo>
                  <a:pt x="158" y="14379"/>
                </a:lnTo>
                <a:lnTo>
                  <a:pt x="0" y="12007"/>
                </a:lnTo>
                <a:lnTo>
                  <a:pt x="158" y="9635"/>
                </a:lnTo>
                <a:lnTo>
                  <a:pt x="1951" y="5305"/>
                </a:lnTo>
                <a:lnTo>
                  <a:pt x="3516" y="3516"/>
                </a:lnTo>
                <a:lnTo>
                  <a:pt x="5305" y="1951"/>
                </a:lnTo>
                <a:lnTo>
                  <a:pt x="9635" y="158"/>
                </a:lnTo>
                <a:lnTo>
                  <a:pt x="12007" y="0"/>
                </a:lnTo>
                <a:lnTo>
                  <a:pt x="14379" y="158"/>
                </a:lnTo>
                <a:lnTo>
                  <a:pt x="18708" y="1951"/>
                </a:lnTo>
                <a:lnTo>
                  <a:pt x="20497" y="3516"/>
                </a:lnTo>
                <a:lnTo>
                  <a:pt x="22063" y="5305"/>
                </a:lnTo>
                <a:lnTo>
                  <a:pt x="23856" y="9635"/>
                </a:lnTo>
                <a:lnTo>
                  <a:pt x="24014" y="12007"/>
                </a:lnTo>
                <a:lnTo>
                  <a:pt x="23856" y="14379"/>
                </a:lnTo>
                <a:lnTo>
                  <a:pt x="22063" y="18708"/>
                </a:lnTo>
                <a:lnTo>
                  <a:pt x="20497" y="20497"/>
                </a:lnTo>
                <a:lnTo>
                  <a:pt x="18708" y="22063"/>
                </a:lnTo>
                <a:lnTo>
                  <a:pt x="14379" y="23856"/>
                </a:lnTo>
                <a:lnTo>
                  <a:pt x="12007" y="24014"/>
                </a:lnTo>
                <a:lnTo>
                  <a:pt x="9635" y="23856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696" name="Shape 696"/>
          <p:cNvSpPr/>
          <p:nvPr/>
        </p:nvSpPr>
        <p:spPr>
          <a:xfrm>
            <a:off x="5767069" y="2000672"/>
            <a:ext cx="24244" cy="24244"/>
          </a:xfrm>
          <a:custGeom>
            <a:avLst/>
            <a:gdLst/>
            <a:ahLst/>
            <a:cxnLst/>
            <a:rect l="0" t="0" r="r" b="b"/>
            <a:pathLst>
              <a:path w="24244" h="24244">
                <a:moveTo>
                  <a:pt x="9727" y="24085"/>
                </a:moveTo>
                <a:lnTo>
                  <a:pt x="5356" y="22274"/>
                </a:lnTo>
                <a:lnTo>
                  <a:pt x="3550" y="20694"/>
                </a:lnTo>
                <a:lnTo>
                  <a:pt x="1970" y="18887"/>
                </a:lnTo>
                <a:lnTo>
                  <a:pt x="159" y="14517"/>
                </a:lnTo>
                <a:lnTo>
                  <a:pt x="0" y="12122"/>
                </a:lnTo>
                <a:lnTo>
                  <a:pt x="159" y="9727"/>
                </a:lnTo>
                <a:lnTo>
                  <a:pt x="1970" y="5356"/>
                </a:lnTo>
                <a:lnTo>
                  <a:pt x="3550" y="3550"/>
                </a:lnTo>
                <a:lnTo>
                  <a:pt x="5356" y="1970"/>
                </a:lnTo>
                <a:lnTo>
                  <a:pt x="9727" y="159"/>
                </a:lnTo>
                <a:lnTo>
                  <a:pt x="12122" y="0"/>
                </a:lnTo>
                <a:lnTo>
                  <a:pt x="14517" y="159"/>
                </a:lnTo>
                <a:lnTo>
                  <a:pt x="18887" y="1970"/>
                </a:lnTo>
                <a:lnTo>
                  <a:pt x="20694" y="3550"/>
                </a:lnTo>
                <a:lnTo>
                  <a:pt x="22274" y="5356"/>
                </a:lnTo>
                <a:lnTo>
                  <a:pt x="24085" y="9727"/>
                </a:lnTo>
                <a:lnTo>
                  <a:pt x="24244" y="12122"/>
                </a:lnTo>
                <a:lnTo>
                  <a:pt x="24085" y="14517"/>
                </a:lnTo>
                <a:lnTo>
                  <a:pt x="22274" y="18887"/>
                </a:lnTo>
                <a:lnTo>
                  <a:pt x="20694" y="20694"/>
                </a:lnTo>
                <a:lnTo>
                  <a:pt x="18887" y="22274"/>
                </a:lnTo>
                <a:lnTo>
                  <a:pt x="14517" y="24085"/>
                </a:lnTo>
                <a:lnTo>
                  <a:pt x="12122" y="24244"/>
                </a:lnTo>
                <a:lnTo>
                  <a:pt x="9727" y="24085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697" name="Shape 697"/>
          <p:cNvSpPr/>
          <p:nvPr/>
        </p:nvSpPr>
        <p:spPr>
          <a:xfrm>
            <a:off x="5811999" y="2008350"/>
            <a:ext cx="24471" cy="24471"/>
          </a:xfrm>
          <a:custGeom>
            <a:avLst/>
            <a:gdLst/>
            <a:ahLst/>
            <a:cxnLst/>
            <a:rect l="0" t="0" r="r" b="b"/>
            <a:pathLst>
              <a:path w="24471" h="24471">
                <a:moveTo>
                  <a:pt x="9818" y="24309"/>
                </a:moveTo>
                <a:lnTo>
                  <a:pt x="5406" y="22482"/>
                </a:lnTo>
                <a:lnTo>
                  <a:pt x="3583" y="20887"/>
                </a:lnTo>
                <a:lnTo>
                  <a:pt x="1988" y="19064"/>
                </a:lnTo>
                <a:lnTo>
                  <a:pt x="161" y="14652"/>
                </a:lnTo>
                <a:lnTo>
                  <a:pt x="0" y="12235"/>
                </a:lnTo>
                <a:lnTo>
                  <a:pt x="161" y="9818"/>
                </a:lnTo>
                <a:lnTo>
                  <a:pt x="1988" y="5406"/>
                </a:lnTo>
                <a:lnTo>
                  <a:pt x="3583" y="3583"/>
                </a:lnTo>
                <a:lnTo>
                  <a:pt x="5406" y="1988"/>
                </a:lnTo>
                <a:lnTo>
                  <a:pt x="9818" y="161"/>
                </a:lnTo>
                <a:lnTo>
                  <a:pt x="12235" y="0"/>
                </a:lnTo>
                <a:lnTo>
                  <a:pt x="14652" y="161"/>
                </a:lnTo>
                <a:lnTo>
                  <a:pt x="19064" y="1988"/>
                </a:lnTo>
                <a:lnTo>
                  <a:pt x="20887" y="3583"/>
                </a:lnTo>
                <a:lnTo>
                  <a:pt x="22482" y="5406"/>
                </a:lnTo>
                <a:lnTo>
                  <a:pt x="24309" y="9818"/>
                </a:lnTo>
                <a:lnTo>
                  <a:pt x="24471" y="12235"/>
                </a:lnTo>
                <a:lnTo>
                  <a:pt x="24309" y="14652"/>
                </a:lnTo>
                <a:lnTo>
                  <a:pt x="22482" y="19064"/>
                </a:lnTo>
                <a:lnTo>
                  <a:pt x="20887" y="20887"/>
                </a:lnTo>
                <a:lnTo>
                  <a:pt x="19064" y="22482"/>
                </a:lnTo>
                <a:lnTo>
                  <a:pt x="14652" y="24309"/>
                </a:lnTo>
                <a:lnTo>
                  <a:pt x="12235" y="24471"/>
                </a:lnTo>
                <a:lnTo>
                  <a:pt x="9818" y="24309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698" name="Shape 698"/>
          <p:cNvSpPr/>
          <p:nvPr/>
        </p:nvSpPr>
        <p:spPr>
          <a:xfrm>
            <a:off x="5844813" y="2013965"/>
            <a:ext cx="24619" cy="24619"/>
          </a:xfrm>
          <a:custGeom>
            <a:avLst/>
            <a:gdLst/>
            <a:ahLst/>
            <a:cxnLst/>
            <a:rect l="0" t="0" r="r" b="b"/>
            <a:pathLst>
              <a:path w="24619" h="24619">
                <a:moveTo>
                  <a:pt x="9877" y="24457"/>
                </a:moveTo>
                <a:lnTo>
                  <a:pt x="5439" y="22618"/>
                </a:lnTo>
                <a:lnTo>
                  <a:pt x="3605" y="21013"/>
                </a:lnTo>
                <a:lnTo>
                  <a:pt x="2000" y="19179"/>
                </a:lnTo>
                <a:lnTo>
                  <a:pt x="162" y="14741"/>
                </a:lnTo>
                <a:lnTo>
                  <a:pt x="0" y="12309"/>
                </a:lnTo>
                <a:lnTo>
                  <a:pt x="162" y="9877"/>
                </a:lnTo>
                <a:lnTo>
                  <a:pt x="2000" y="5439"/>
                </a:lnTo>
                <a:lnTo>
                  <a:pt x="3605" y="3605"/>
                </a:lnTo>
                <a:lnTo>
                  <a:pt x="5439" y="2000"/>
                </a:lnTo>
                <a:lnTo>
                  <a:pt x="9877" y="162"/>
                </a:lnTo>
                <a:lnTo>
                  <a:pt x="12309" y="0"/>
                </a:lnTo>
                <a:lnTo>
                  <a:pt x="14741" y="162"/>
                </a:lnTo>
                <a:lnTo>
                  <a:pt x="19179" y="2000"/>
                </a:lnTo>
                <a:lnTo>
                  <a:pt x="21013" y="3605"/>
                </a:lnTo>
                <a:lnTo>
                  <a:pt x="22618" y="5439"/>
                </a:lnTo>
                <a:lnTo>
                  <a:pt x="24457" y="9877"/>
                </a:lnTo>
                <a:lnTo>
                  <a:pt x="24619" y="12309"/>
                </a:lnTo>
                <a:lnTo>
                  <a:pt x="24457" y="14741"/>
                </a:lnTo>
                <a:lnTo>
                  <a:pt x="22618" y="19179"/>
                </a:lnTo>
                <a:lnTo>
                  <a:pt x="21013" y="21013"/>
                </a:lnTo>
                <a:lnTo>
                  <a:pt x="19179" y="22618"/>
                </a:lnTo>
                <a:lnTo>
                  <a:pt x="14741" y="24457"/>
                </a:lnTo>
                <a:lnTo>
                  <a:pt x="12309" y="24619"/>
                </a:lnTo>
                <a:lnTo>
                  <a:pt x="9877" y="24457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699" name="Shape 699"/>
          <p:cNvSpPr/>
          <p:nvPr/>
        </p:nvSpPr>
        <p:spPr>
          <a:xfrm>
            <a:off x="5880234" y="2020032"/>
            <a:ext cx="24763" cy="24763"/>
          </a:xfrm>
          <a:custGeom>
            <a:avLst/>
            <a:gdLst/>
            <a:ahLst/>
            <a:cxnLst/>
            <a:rect l="0" t="0" r="r" b="b"/>
            <a:pathLst>
              <a:path w="24763" h="24763">
                <a:moveTo>
                  <a:pt x="9935" y="24600"/>
                </a:moveTo>
                <a:lnTo>
                  <a:pt x="5471" y="22751"/>
                </a:lnTo>
                <a:lnTo>
                  <a:pt x="3626" y="21137"/>
                </a:lnTo>
                <a:lnTo>
                  <a:pt x="2012" y="19292"/>
                </a:lnTo>
                <a:lnTo>
                  <a:pt x="163" y="14827"/>
                </a:lnTo>
                <a:lnTo>
                  <a:pt x="0" y="12381"/>
                </a:lnTo>
                <a:lnTo>
                  <a:pt x="163" y="9935"/>
                </a:lnTo>
                <a:lnTo>
                  <a:pt x="2012" y="5471"/>
                </a:lnTo>
                <a:lnTo>
                  <a:pt x="3626" y="3626"/>
                </a:lnTo>
                <a:lnTo>
                  <a:pt x="5471" y="2012"/>
                </a:lnTo>
                <a:lnTo>
                  <a:pt x="9935" y="163"/>
                </a:lnTo>
                <a:lnTo>
                  <a:pt x="12381" y="0"/>
                </a:lnTo>
                <a:lnTo>
                  <a:pt x="14827" y="163"/>
                </a:lnTo>
                <a:lnTo>
                  <a:pt x="19292" y="2012"/>
                </a:lnTo>
                <a:lnTo>
                  <a:pt x="21137" y="3626"/>
                </a:lnTo>
                <a:lnTo>
                  <a:pt x="22751" y="5471"/>
                </a:lnTo>
                <a:lnTo>
                  <a:pt x="24600" y="9935"/>
                </a:lnTo>
                <a:lnTo>
                  <a:pt x="24763" y="12381"/>
                </a:lnTo>
                <a:lnTo>
                  <a:pt x="24600" y="14827"/>
                </a:lnTo>
                <a:lnTo>
                  <a:pt x="22751" y="19292"/>
                </a:lnTo>
                <a:lnTo>
                  <a:pt x="21137" y="21137"/>
                </a:lnTo>
                <a:lnTo>
                  <a:pt x="19292" y="22751"/>
                </a:lnTo>
                <a:lnTo>
                  <a:pt x="14827" y="24600"/>
                </a:lnTo>
                <a:lnTo>
                  <a:pt x="12381" y="24763"/>
                </a:lnTo>
                <a:lnTo>
                  <a:pt x="9935" y="24600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00" name="Shape 700"/>
          <p:cNvSpPr/>
          <p:nvPr/>
        </p:nvSpPr>
        <p:spPr>
          <a:xfrm>
            <a:off x="5938975" y="2030109"/>
            <a:ext cx="24968" cy="24968"/>
          </a:xfrm>
          <a:custGeom>
            <a:avLst/>
            <a:gdLst/>
            <a:ahLst/>
            <a:cxnLst/>
            <a:rect l="0" t="0" r="r" b="b"/>
            <a:pathLst>
              <a:path w="24968" h="24968">
                <a:moveTo>
                  <a:pt x="10017" y="24803"/>
                </a:moveTo>
                <a:lnTo>
                  <a:pt x="5516" y="22939"/>
                </a:lnTo>
                <a:lnTo>
                  <a:pt x="3656" y="21311"/>
                </a:lnTo>
                <a:lnTo>
                  <a:pt x="2028" y="19451"/>
                </a:lnTo>
                <a:lnTo>
                  <a:pt x="164" y="14950"/>
                </a:lnTo>
                <a:lnTo>
                  <a:pt x="0" y="12484"/>
                </a:lnTo>
                <a:lnTo>
                  <a:pt x="164" y="10017"/>
                </a:lnTo>
                <a:lnTo>
                  <a:pt x="2028" y="5516"/>
                </a:lnTo>
                <a:lnTo>
                  <a:pt x="3656" y="3656"/>
                </a:lnTo>
                <a:lnTo>
                  <a:pt x="5516" y="2028"/>
                </a:lnTo>
                <a:lnTo>
                  <a:pt x="10017" y="164"/>
                </a:lnTo>
                <a:lnTo>
                  <a:pt x="12484" y="0"/>
                </a:lnTo>
                <a:lnTo>
                  <a:pt x="14950" y="164"/>
                </a:lnTo>
                <a:lnTo>
                  <a:pt x="19451" y="2028"/>
                </a:lnTo>
                <a:lnTo>
                  <a:pt x="21311" y="3656"/>
                </a:lnTo>
                <a:lnTo>
                  <a:pt x="22939" y="5516"/>
                </a:lnTo>
                <a:lnTo>
                  <a:pt x="24803" y="10017"/>
                </a:lnTo>
                <a:lnTo>
                  <a:pt x="24968" y="12484"/>
                </a:lnTo>
                <a:lnTo>
                  <a:pt x="24803" y="14950"/>
                </a:lnTo>
                <a:lnTo>
                  <a:pt x="22939" y="19451"/>
                </a:lnTo>
                <a:lnTo>
                  <a:pt x="21311" y="21311"/>
                </a:lnTo>
                <a:lnTo>
                  <a:pt x="19451" y="22939"/>
                </a:lnTo>
                <a:lnTo>
                  <a:pt x="14950" y="24803"/>
                </a:lnTo>
                <a:lnTo>
                  <a:pt x="12484" y="24968"/>
                </a:lnTo>
                <a:lnTo>
                  <a:pt x="10017" y="24803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701" name="Shape 701"/>
          <p:cNvSpPr/>
          <p:nvPr/>
        </p:nvSpPr>
        <p:spPr>
          <a:xfrm>
            <a:off x="6005672" y="2041580"/>
            <a:ext cx="25128" cy="25128"/>
          </a:xfrm>
          <a:custGeom>
            <a:avLst/>
            <a:gdLst/>
            <a:ahLst/>
            <a:cxnLst/>
            <a:rect l="0" t="0" r="r" b="b"/>
            <a:pathLst>
              <a:path w="25128" h="25128">
                <a:moveTo>
                  <a:pt x="10082" y="24963"/>
                </a:moveTo>
                <a:lnTo>
                  <a:pt x="5552" y="23086"/>
                </a:lnTo>
                <a:lnTo>
                  <a:pt x="3680" y="21448"/>
                </a:lnTo>
                <a:lnTo>
                  <a:pt x="2041" y="19576"/>
                </a:lnTo>
                <a:lnTo>
                  <a:pt x="165" y="15046"/>
                </a:lnTo>
                <a:lnTo>
                  <a:pt x="0" y="12564"/>
                </a:lnTo>
                <a:lnTo>
                  <a:pt x="165" y="10082"/>
                </a:lnTo>
                <a:lnTo>
                  <a:pt x="2041" y="5552"/>
                </a:lnTo>
                <a:lnTo>
                  <a:pt x="3680" y="3680"/>
                </a:lnTo>
                <a:lnTo>
                  <a:pt x="5552" y="2041"/>
                </a:lnTo>
                <a:lnTo>
                  <a:pt x="10082" y="165"/>
                </a:lnTo>
                <a:lnTo>
                  <a:pt x="12564" y="0"/>
                </a:lnTo>
                <a:lnTo>
                  <a:pt x="15046" y="165"/>
                </a:lnTo>
                <a:lnTo>
                  <a:pt x="19576" y="2041"/>
                </a:lnTo>
                <a:lnTo>
                  <a:pt x="21448" y="3680"/>
                </a:lnTo>
                <a:lnTo>
                  <a:pt x="23086" y="5552"/>
                </a:lnTo>
                <a:lnTo>
                  <a:pt x="24963" y="10082"/>
                </a:lnTo>
                <a:lnTo>
                  <a:pt x="25128" y="12564"/>
                </a:lnTo>
                <a:lnTo>
                  <a:pt x="24963" y="15046"/>
                </a:lnTo>
                <a:lnTo>
                  <a:pt x="23086" y="19576"/>
                </a:lnTo>
                <a:lnTo>
                  <a:pt x="21448" y="21448"/>
                </a:lnTo>
                <a:lnTo>
                  <a:pt x="19576" y="23086"/>
                </a:lnTo>
                <a:lnTo>
                  <a:pt x="15046" y="24963"/>
                </a:lnTo>
                <a:lnTo>
                  <a:pt x="12564" y="25128"/>
                </a:lnTo>
                <a:lnTo>
                  <a:pt x="10082" y="24963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702" name="Shape 702"/>
          <p:cNvSpPr/>
          <p:nvPr/>
        </p:nvSpPr>
        <p:spPr>
          <a:xfrm>
            <a:off x="6055416" y="2050176"/>
            <a:ext cx="25150" cy="25150"/>
          </a:xfrm>
          <a:custGeom>
            <a:avLst/>
            <a:gdLst/>
            <a:ahLst/>
            <a:cxnLst/>
            <a:rect l="0" t="0" r="r" b="b"/>
            <a:pathLst>
              <a:path w="25150" h="25150">
                <a:moveTo>
                  <a:pt x="10091" y="24985"/>
                </a:moveTo>
                <a:lnTo>
                  <a:pt x="5556" y="23107"/>
                </a:lnTo>
                <a:lnTo>
                  <a:pt x="3683" y="21467"/>
                </a:lnTo>
                <a:lnTo>
                  <a:pt x="2043" y="19593"/>
                </a:lnTo>
                <a:lnTo>
                  <a:pt x="165" y="15059"/>
                </a:lnTo>
                <a:lnTo>
                  <a:pt x="0" y="12575"/>
                </a:lnTo>
                <a:lnTo>
                  <a:pt x="165" y="10091"/>
                </a:lnTo>
                <a:lnTo>
                  <a:pt x="2043" y="5556"/>
                </a:lnTo>
                <a:lnTo>
                  <a:pt x="3683" y="3683"/>
                </a:lnTo>
                <a:lnTo>
                  <a:pt x="5556" y="2043"/>
                </a:lnTo>
                <a:lnTo>
                  <a:pt x="10091" y="165"/>
                </a:lnTo>
                <a:lnTo>
                  <a:pt x="12575" y="0"/>
                </a:lnTo>
                <a:lnTo>
                  <a:pt x="15059" y="165"/>
                </a:lnTo>
                <a:lnTo>
                  <a:pt x="19593" y="2043"/>
                </a:lnTo>
                <a:lnTo>
                  <a:pt x="21467" y="3683"/>
                </a:lnTo>
                <a:lnTo>
                  <a:pt x="23107" y="5556"/>
                </a:lnTo>
                <a:lnTo>
                  <a:pt x="24985" y="10091"/>
                </a:lnTo>
                <a:lnTo>
                  <a:pt x="25150" y="12575"/>
                </a:lnTo>
                <a:lnTo>
                  <a:pt x="24985" y="15059"/>
                </a:lnTo>
                <a:lnTo>
                  <a:pt x="23107" y="19593"/>
                </a:lnTo>
                <a:lnTo>
                  <a:pt x="21467" y="21467"/>
                </a:lnTo>
                <a:lnTo>
                  <a:pt x="19593" y="23107"/>
                </a:lnTo>
                <a:lnTo>
                  <a:pt x="15059" y="24985"/>
                </a:lnTo>
                <a:lnTo>
                  <a:pt x="12575" y="25150"/>
                </a:lnTo>
                <a:lnTo>
                  <a:pt x="10091" y="2498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703" name="Shape 703"/>
          <p:cNvSpPr/>
          <p:nvPr/>
        </p:nvSpPr>
        <p:spPr>
          <a:xfrm>
            <a:off x="6139559" y="2064784"/>
            <a:ext cx="25022" cy="25022"/>
          </a:xfrm>
          <a:custGeom>
            <a:avLst/>
            <a:gdLst/>
            <a:ahLst/>
            <a:cxnLst/>
            <a:rect l="0" t="0" r="r" b="b"/>
            <a:pathLst>
              <a:path w="25022" h="25022">
                <a:moveTo>
                  <a:pt x="10039" y="24857"/>
                </a:moveTo>
                <a:lnTo>
                  <a:pt x="5528" y="22989"/>
                </a:lnTo>
                <a:lnTo>
                  <a:pt x="3664" y="21358"/>
                </a:lnTo>
                <a:lnTo>
                  <a:pt x="2033" y="19493"/>
                </a:lnTo>
                <a:lnTo>
                  <a:pt x="164" y="14982"/>
                </a:lnTo>
                <a:lnTo>
                  <a:pt x="0" y="12511"/>
                </a:lnTo>
                <a:lnTo>
                  <a:pt x="164" y="10039"/>
                </a:lnTo>
                <a:lnTo>
                  <a:pt x="2033" y="5528"/>
                </a:lnTo>
                <a:lnTo>
                  <a:pt x="3664" y="3664"/>
                </a:lnTo>
                <a:lnTo>
                  <a:pt x="5528" y="2033"/>
                </a:lnTo>
                <a:lnTo>
                  <a:pt x="10039" y="164"/>
                </a:lnTo>
                <a:lnTo>
                  <a:pt x="12511" y="0"/>
                </a:lnTo>
                <a:lnTo>
                  <a:pt x="14982" y="164"/>
                </a:lnTo>
                <a:lnTo>
                  <a:pt x="19493" y="2033"/>
                </a:lnTo>
                <a:lnTo>
                  <a:pt x="21358" y="3664"/>
                </a:lnTo>
                <a:lnTo>
                  <a:pt x="22989" y="5528"/>
                </a:lnTo>
                <a:lnTo>
                  <a:pt x="24857" y="10039"/>
                </a:lnTo>
                <a:lnTo>
                  <a:pt x="25022" y="12511"/>
                </a:lnTo>
                <a:lnTo>
                  <a:pt x="24857" y="14982"/>
                </a:lnTo>
                <a:lnTo>
                  <a:pt x="22989" y="19493"/>
                </a:lnTo>
                <a:lnTo>
                  <a:pt x="21358" y="21358"/>
                </a:lnTo>
                <a:lnTo>
                  <a:pt x="19493" y="22989"/>
                </a:lnTo>
                <a:lnTo>
                  <a:pt x="14982" y="24857"/>
                </a:lnTo>
                <a:lnTo>
                  <a:pt x="12511" y="25022"/>
                </a:lnTo>
                <a:lnTo>
                  <a:pt x="10039" y="24857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704" name="Shape 704"/>
          <p:cNvSpPr/>
          <p:nvPr/>
        </p:nvSpPr>
        <p:spPr>
          <a:xfrm>
            <a:off x="6237557" y="2081817"/>
            <a:ext cx="24824" cy="24824"/>
          </a:xfrm>
          <a:custGeom>
            <a:avLst/>
            <a:gdLst/>
            <a:ahLst/>
            <a:cxnLst/>
            <a:rect l="0" t="0" r="r" b="b"/>
            <a:pathLst>
              <a:path w="24824" h="24824">
                <a:moveTo>
                  <a:pt x="9960" y="24661"/>
                </a:moveTo>
                <a:lnTo>
                  <a:pt x="5484" y="22807"/>
                </a:lnTo>
                <a:lnTo>
                  <a:pt x="3635" y="21189"/>
                </a:lnTo>
                <a:lnTo>
                  <a:pt x="2017" y="19339"/>
                </a:lnTo>
                <a:lnTo>
                  <a:pt x="163" y="14864"/>
                </a:lnTo>
                <a:lnTo>
                  <a:pt x="0" y="12412"/>
                </a:lnTo>
                <a:lnTo>
                  <a:pt x="163" y="9960"/>
                </a:lnTo>
                <a:lnTo>
                  <a:pt x="2017" y="5484"/>
                </a:lnTo>
                <a:lnTo>
                  <a:pt x="3635" y="3635"/>
                </a:lnTo>
                <a:lnTo>
                  <a:pt x="5484" y="2017"/>
                </a:lnTo>
                <a:lnTo>
                  <a:pt x="9960" y="163"/>
                </a:lnTo>
                <a:lnTo>
                  <a:pt x="12412" y="0"/>
                </a:lnTo>
                <a:lnTo>
                  <a:pt x="14864" y="163"/>
                </a:lnTo>
                <a:lnTo>
                  <a:pt x="19339" y="2017"/>
                </a:lnTo>
                <a:lnTo>
                  <a:pt x="21189" y="3635"/>
                </a:lnTo>
                <a:lnTo>
                  <a:pt x="22807" y="5484"/>
                </a:lnTo>
                <a:lnTo>
                  <a:pt x="24661" y="9960"/>
                </a:lnTo>
                <a:lnTo>
                  <a:pt x="24824" y="12412"/>
                </a:lnTo>
                <a:lnTo>
                  <a:pt x="24661" y="14864"/>
                </a:lnTo>
                <a:lnTo>
                  <a:pt x="22807" y="19339"/>
                </a:lnTo>
                <a:lnTo>
                  <a:pt x="21189" y="21189"/>
                </a:lnTo>
                <a:lnTo>
                  <a:pt x="19339" y="22807"/>
                </a:lnTo>
                <a:lnTo>
                  <a:pt x="14864" y="24661"/>
                </a:lnTo>
                <a:lnTo>
                  <a:pt x="12412" y="24824"/>
                </a:lnTo>
                <a:lnTo>
                  <a:pt x="9960" y="24661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05" name="Shape 705"/>
          <p:cNvSpPr/>
          <p:nvPr/>
        </p:nvSpPr>
        <p:spPr>
          <a:xfrm>
            <a:off x="6311470" y="2093933"/>
            <a:ext cx="26445" cy="26445"/>
          </a:xfrm>
          <a:custGeom>
            <a:avLst/>
            <a:gdLst/>
            <a:ahLst/>
            <a:cxnLst/>
            <a:rect l="0" t="0" r="r" b="b"/>
            <a:pathLst>
              <a:path w="26445" h="26445">
                <a:moveTo>
                  <a:pt x="10610" y="26271"/>
                </a:moveTo>
                <a:lnTo>
                  <a:pt x="5843" y="24296"/>
                </a:lnTo>
                <a:lnTo>
                  <a:pt x="3872" y="22572"/>
                </a:lnTo>
                <a:lnTo>
                  <a:pt x="2148" y="20602"/>
                </a:lnTo>
                <a:lnTo>
                  <a:pt x="174" y="15835"/>
                </a:lnTo>
                <a:lnTo>
                  <a:pt x="0" y="13222"/>
                </a:lnTo>
                <a:lnTo>
                  <a:pt x="174" y="10610"/>
                </a:lnTo>
                <a:lnTo>
                  <a:pt x="2148" y="5843"/>
                </a:lnTo>
                <a:lnTo>
                  <a:pt x="3872" y="3872"/>
                </a:lnTo>
                <a:lnTo>
                  <a:pt x="5843" y="2148"/>
                </a:lnTo>
                <a:lnTo>
                  <a:pt x="10610" y="174"/>
                </a:lnTo>
                <a:lnTo>
                  <a:pt x="13222" y="0"/>
                </a:lnTo>
                <a:lnTo>
                  <a:pt x="15835" y="174"/>
                </a:lnTo>
                <a:lnTo>
                  <a:pt x="20602" y="2148"/>
                </a:lnTo>
                <a:lnTo>
                  <a:pt x="22572" y="3872"/>
                </a:lnTo>
                <a:lnTo>
                  <a:pt x="24296" y="5843"/>
                </a:lnTo>
                <a:lnTo>
                  <a:pt x="26271" y="10610"/>
                </a:lnTo>
                <a:lnTo>
                  <a:pt x="26445" y="13222"/>
                </a:lnTo>
                <a:lnTo>
                  <a:pt x="26271" y="15835"/>
                </a:lnTo>
                <a:lnTo>
                  <a:pt x="24296" y="20602"/>
                </a:lnTo>
                <a:lnTo>
                  <a:pt x="22572" y="22572"/>
                </a:lnTo>
                <a:lnTo>
                  <a:pt x="20602" y="24296"/>
                </a:lnTo>
                <a:lnTo>
                  <a:pt x="15835" y="26271"/>
                </a:lnTo>
                <a:lnTo>
                  <a:pt x="13222" y="26445"/>
                </a:lnTo>
                <a:lnTo>
                  <a:pt x="10610" y="26271"/>
                </a:lnTo>
                <a:close/>
              </a:path>
            </a:pathLst>
          </a:custGeom>
          <a:solidFill>
            <a:srgbClr val="71CA77"/>
          </a:solidFill>
          <a:ln>
            <a:noFill/>
          </a:ln>
        </p:spPr>
      </p:sp>
      <p:sp>
        <p:nvSpPr>
          <p:cNvPr id="706" name="Shape 706"/>
          <p:cNvSpPr/>
          <p:nvPr/>
        </p:nvSpPr>
        <p:spPr>
          <a:xfrm>
            <a:off x="5438826" y="1958487"/>
            <a:ext cx="22160" cy="22160"/>
          </a:xfrm>
          <a:custGeom>
            <a:avLst/>
            <a:gdLst/>
            <a:ahLst/>
            <a:cxnLst/>
            <a:rect l="0" t="0" r="r" b="b"/>
            <a:pathLst>
              <a:path w="22160" h="22160">
                <a:moveTo>
                  <a:pt x="8891" y="22014"/>
                </a:moveTo>
                <a:lnTo>
                  <a:pt x="4896" y="20359"/>
                </a:lnTo>
                <a:lnTo>
                  <a:pt x="3245" y="18914"/>
                </a:lnTo>
                <a:lnTo>
                  <a:pt x="1800" y="17263"/>
                </a:lnTo>
                <a:lnTo>
                  <a:pt x="145" y="13268"/>
                </a:lnTo>
                <a:lnTo>
                  <a:pt x="0" y="11080"/>
                </a:lnTo>
                <a:lnTo>
                  <a:pt x="145" y="8891"/>
                </a:lnTo>
                <a:lnTo>
                  <a:pt x="1800" y="4896"/>
                </a:lnTo>
                <a:lnTo>
                  <a:pt x="3245" y="3245"/>
                </a:lnTo>
                <a:lnTo>
                  <a:pt x="4896" y="1800"/>
                </a:lnTo>
                <a:lnTo>
                  <a:pt x="8891" y="145"/>
                </a:lnTo>
                <a:lnTo>
                  <a:pt x="11080" y="0"/>
                </a:lnTo>
                <a:lnTo>
                  <a:pt x="13268" y="145"/>
                </a:lnTo>
                <a:lnTo>
                  <a:pt x="17263" y="1800"/>
                </a:lnTo>
                <a:lnTo>
                  <a:pt x="18914" y="3245"/>
                </a:lnTo>
                <a:lnTo>
                  <a:pt x="20359" y="4896"/>
                </a:lnTo>
                <a:lnTo>
                  <a:pt x="22014" y="8891"/>
                </a:lnTo>
                <a:lnTo>
                  <a:pt x="22160" y="11080"/>
                </a:lnTo>
                <a:lnTo>
                  <a:pt x="22014" y="13268"/>
                </a:lnTo>
                <a:lnTo>
                  <a:pt x="20359" y="17263"/>
                </a:lnTo>
                <a:lnTo>
                  <a:pt x="18914" y="18914"/>
                </a:lnTo>
                <a:lnTo>
                  <a:pt x="17263" y="20359"/>
                </a:lnTo>
                <a:lnTo>
                  <a:pt x="13268" y="22014"/>
                </a:lnTo>
                <a:lnTo>
                  <a:pt x="11080" y="22160"/>
                </a:lnTo>
                <a:lnTo>
                  <a:pt x="8891" y="22014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707" name="Shape 707"/>
          <p:cNvSpPr/>
          <p:nvPr/>
        </p:nvSpPr>
        <p:spPr>
          <a:xfrm>
            <a:off x="5457089" y="1962058"/>
            <a:ext cx="22412" cy="22412"/>
          </a:xfrm>
          <a:custGeom>
            <a:avLst/>
            <a:gdLst/>
            <a:ahLst/>
            <a:cxnLst/>
            <a:rect l="0" t="0" r="r" b="b"/>
            <a:pathLst>
              <a:path w="22412" h="22412">
                <a:moveTo>
                  <a:pt x="8992" y="22265"/>
                </a:moveTo>
                <a:lnTo>
                  <a:pt x="4952" y="20591"/>
                </a:lnTo>
                <a:lnTo>
                  <a:pt x="3282" y="19130"/>
                </a:lnTo>
                <a:lnTo>
                  <a:pt x="1821" y="17460"/>
                </a:lnTo>
                <a:lnTo>
                  <a:pt x="147" y="13420"/>
                </a:lnTo>
                <a:lnTo>
                  <a:pt x="0" y="11206"/>
                </a:lnTo>
                <a:lnTo>
                  <a:pt x="147" y="8992"/>
                </a:lnTo>
                <a:lnTo>
                  <a:pt x="1821" y="4952"/>
                </a:lnTo>
                <a:lnTo>
                  <a:pt x="3282" y="3282"/>
                </a:lnTo>
                <a:lnTo>
                  <a:pt x="4952" y="1821"/>
                </a:lnTo>
                <a:lnTo>
                  <a:pt x="8992" y="147"/>
                </a:lnTo>
                <a:lnTo>
                  <a:pt x="11206" y="0"/>
                </a:lnTo>
                <a:lnTo>
                  <a:pt x="13420" y="147"/>
                </a:lnTo>
                <a:lnTo>
                  <a:pt x="17460" y="1821"/>
                </a:lnTo>
                <a:lnTo>
                  <a:pt x="19130" y="3282"/>
                </a:lnTo>
                <a:lnTo>
                  <a:pt x="20591" y="4952"/>
                </a:lnTo>
                <a:lnTo>
                  <a:pt x="22265" y="8992"/>
                </a:lnTo>
                <a:lnTo>
                  <a:pt x="22412" y="11206"/>
                </a:lnTo>
                <a:lnTo>
                  <a:pt x="22265" y="13420"/>
                </a:lnTo>
                <a:lnTo>
                  <a:pt x="20591" y="17460"/>
                </a:lnTo>
                <a:lnTo>
                  <a:pt x="19130" y="19130"/>
                </a:lnTo>
                <a:lnTo>
                  <a:pt x="17460" y="20591"/>
                </a:lnTo>
                <a:lnTo>
                  <a:pt x="13420" y="22265"/>
                </a:lnTo>
                <a:lnTo>
                  <a:pt x="11206" y="22412"/>
                </a:lnTo>
                <a:lnTo>
                  <a:pt x="8992" y="22265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708" name="Shape 708"/>
          <p:cNvSpPr/>
          <p:nvPr/>
        </p:nvSpPr>
        <p:spPr>
          <a:xfrm>
            <a:off x="5470053" y="1964598"/>
            <a:ext cx="22579" cy="22579"/>
          </a:xfrm>
          <a:custGeom>
            <a:avLst/>
            <a:gdLst/>
            <a:ahLst/>
            <a:cxnLst/>
            <a:rect l="0" t="0" r="r" b="b"/>
            <a:pathLst>
              <a:path w="22579" h="22579">
                <a:moveTo>
                  <a:pt x="9059" y="22431"/>
                </a:moveTo>
                <a:lnTo>
                  <a:pt x="4988" y="20744"/>
                </a:lnTo>
                <a:lnTo>
                  <a:pt x="3306" y="19273"/>
                </a:lnTo>
                <a:lnTo>
                  <a:pt x="1834" y="17590"/>
                </a:lnTo>
                <a:lnTo>
                  <a:pt x="148" y="13520"/>
                </a:lnTo>
                <a:lnTo>
                  <a:pt x="0" y="11289"/>
                </a:lnTo>
                <a:lnTo>
                  <a:pt x="148" y="9059"/>
                </a:lnTo>
                <a:lnTo>
                  <a:pt x="1834" y="4988"/>
                </a:lnTo>
                <a:lnTo>
                  <a:pt x="3306" y="3306"/>
                </a:lnTo>
                <a:lnTo>
                  <a:pt x="4988" y="1834"/>
                </a:lnTo>
                <a:lnTo>
                  <a:pt x="9059" y="148"/>
                </a:lnTo>
                <a:lnTo>
                  <a:pt x="11289" y="0"/>
                </a:lnTo>
                <a:lnTo>
                  <a:pt x="13520" y="148"/>
                </a:lnTo>
                <a:lnTo>
                  <a:pt x="17590" y="1834"/>
                </a:lnTo>
                <a:lnTo>
                  <a:pt x="19273" y="3306"/>
                </a:lnTo>
                <a:lnTo>
                  <a:pt x="20744" y="4988"/>
                </a:lnTo>
                <a:lnTo>
                  <a:pt x="22431" y="9059"/>
                </a:lnTo>
                <a:lnTo>
                  <a:pt x="22579" y="11289"/>
                </a:lnTo>
                <a:lnTo>
                  <a:pt x="22431" y="13520"/>
                </a:lnTo>
                <a:lnTo>
                  <a:pt x="20744" y="17590"/>
                </a:lnTo>
                <a:lnTo>
                  <a:pt x="19273" y="19273"/>
                </a:lnTo>
                <a:lnTo>
                  <a:pt x="17590" y="20744"/>
                </a:lnTo>
                <a:lnTo>
                  <a:pt x="13520" y="22431"/>
                </a:lnTo>
                <a:lnTo>
                  <a:pt x="11289" y="22579"/>
                </a:lnTo>
                <a:lnTo>
                  <a:pt x="9059" y="22431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709" name="Shape 709"/>
          <p:cNvSpPr/>
          <p:nvPr/>
        </p:nvSpPr>
        <p:spPr>
          <a:xfrm>
            <a:off x="5483707" y="1967277"/>
            <a:ext cx="22745" cy="22745"/>
          </a:xfrm>
          <a:custGeom>
            <a:avLst/>
            <a:gdLst/>
            <a:ahLst/>
            <a:cxnLst/>
            <a:rect l="0" t="0" r="r" b="b"/>
            <a:pathLst>
              <a:path w="22745" h="22745">
                <a:moveTo>
                  <a:pt x="9126" y="22595"/>
                </a:moveTo>
                <a:lnTo>
                  <a:pt x="5025" y="20897"/>
                </a:lnTo>
                <a:lnTo>
                  <a:pt x="3330" y="19414"/>
                </a:lnTo>
                <a:lnTo>
                  <a:pt x="1848" y="17719"/>
                </a:lnTo>
                <a:lnTo>
                  <a:pt x="149" y="13619"/>
                </a:lnTo>
                <a:lnTo>
                  <a:pt x="0" y="11372"/>
                </a:lnTo>
                <a:lnTo>
                  <a:pt x="149" y="9126"/>
                </a:lnTo>
                <a:lnTo>
                  <a:pt x="1848" y="5025"/>
                </a:lnTo>
                <a:lnTo>
                  <a:pt x="3330" y="3330"/>
                </a:lnTo>
                <a:lnTo>
                  <a:pt x="5025" y="1848"/>
                </a:lnTo>
                <a:lnTo>
                  <a:pt x="9126" y="149"/>
                </a:lnTo>
                <a:lnTo>
                  <a:pt x="11372" y="0"/>
                </a:lnTo>
                <a:lnTo>
                  <a:pt x="13619" y="149"/>
                </a:lnTo>
                <a:lnTo>
                  <a:pt x="17719" y="1848"/>
                </a:lnTo>
                <a:lnTo>
                  <a:pt x="19414" y="3330"/>
                </a:lnTo>
                <a:lnTo>
                  <a:pt x="20897" y="5025"/>
                </a:lnTo>
                <a:lnTo>
                  <a:pt x="22595" y="9126"/>
                </a:lnTo>
                <a:lnTo>
                  <a:pt x="22745" y="11372"/>
                </a:lnTo>
                <a:lnTo>
                  <a:pt x="22595" y="13619"/>
                </a:lnTo>
                <a:lnTo>
                  <a:pt x="20897" y="17719"/>
                </a:lnTo>
                <a:lnTo>
                  <a:pt x="19414" y="19414"/>
                </a:lnTo>
                <a:lnTo>
                  <a:pt x="17719" y="20897"/>
                </a:lnTo>
                <a:lnTo>
                  <a:pt x="13619" y="22595"/>
                </a:lnTo>
                <a:lnTo>
                  <a:pt x="11372" y="22745"/>
                </a:lnTo>
                <a:lnTo>
                  <a:pt x="9126" y="22595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710" name="Shape 710"/>
          <p:cNvSpPr/>
          <p:nvPr/>
        </p:nvSpPr>
        <p:spPr>
          <a:xfrm>
            <a:off x="5505604" y="1971581"/>
            <a:ext cx="22991" cy="22991"/>
          </a:xfrm>
          <a:custGeom>
            <a:avLst/>
            <a:gdLst/>
            <a:ahLst/>
            <a:cxnLst/>
            <a:rect l="0" t="0" r="r" b="b"/>
            <a:pathLst>
              <a:path w="22991" h="22991">
                <a:moveTo>
                  <a:pt x="9224" y="22840"/>
                </a:moveTo>
                <a:lnTo>
                  <a:pt x="5079" y="21123"/>
                </a:lnTo>
                <a:lnTo>
                  <a:pt x="3367" y="19624"/>
                </a:lnTo>
                <a:lnTo>
                  <a:pt x="1868" y="17911"/>
                </a:lnTo>
                <a:lnTo>
                  <a:pt x="151" y="13766"/>
                </a:lnTo>
                <a:lnTo>
                  <a:pt x="0" y="11495"/>
                </a:lnTo>
                <a:lnTo>
                  <a:pt x="151" y="9224"/>
                </a:lnTo>
                <a:lnTo>
                  <a:pt x="1868" y="5079"/>
                </a:lnTo>
                <a:lnTo>
                  <a:pt x="3367" y="3367"/>
                </a:lnTo>
                <a:lnTo>
                  <a:pt x="5079" y="1868"/>
                </a:lnTo>
                <a:lnTo>
                  <a:pt x="9224" y="151"/>
                </a:lnTo>
                <a:lnTo>
                  <a:pt x="11495" y="0"/>
                </a:lnTo>
                <a:lnTo>
                  <a:pt x="13766" y="151"/>
                </a:lnTo>
                <a:lnTo>
                  <a:pt x="17911" y="1868"/>
                </a:lnTo>
                <a:lnTo>
                  <a:pt x="19624" y="3367"/>
                </a:lnTo>
                <a:lnTo>
                  <a:pt x="21123" y="5079"/>
                </a:lnTo>
                <a:lnTo>
                  <a:pt x="22840" y="9224"/>
                </a:lnTo>
                <a:lnTo>
                  <a:pt x="22991" y="11495"/>
                </a:lnTo>
                <a:lnTo>
                  <a:pt x="22840" y="13766"/>
                </a:lnTo>
                <a:lnTo>
                  <a:pt x="21123" y="17911"/>
                </a:lnTo>
                <a:lnTo>
                  <a:pt x="19624" y="19624"/>
                </a:lnTo>
                <a:lnTo>
                  <a:pt x="17911" y="21123"/>
                </a:lnTo>
                <a:lnTo>
                  <a:pt x="13766" y="22840"/>
                </a:lnTo>
                <a:lnTo>
                  <a:pt x="11495" y="22991"/>
                </a:lnTo>
                <a:lnTo>
                  <a:pt x="9224" y="22840"/>
                </a:lnTo>
                <a:close/>
              </a:path>
            </a:pathLst>
          </a:custGeom>
          <a:solidFill>
            <a:srgbClr val="85D486"/>
          </a:solidFill>
          <a:ln>
            <a:noFill/>
          </a:ln>
        </p:spPr>
      </p:sp>
      <p:sp>
        <p:nvSpPr>
          <p:cNvPr id="711" name="Shape 711"/>
          <p:cNvSpPr/>
          <p:nvPr/>
        </p:nvSpPr>
        <p:spPr>
          <a:xfrm>
            <a:off x="5529395" y="1976267"/>
            <a:ext cx="23235" cy="23235"/>
          </a:xfrm>
          <a:custGeom>
            <a:avLst/>
            <a:gdLst/>
            <a:ahLst/>
            <a:cxnLst/>
            <a:rect l="0" t="0" r="r" b="b"/>
            <a:pathLst>
              <a:path w="23235" h="23235">
                <a:moveTo>
                  <a:pt x="9322" y="23082"/>
                </a:moveTo>
                <a:lnTo>
                  <a:pt x="5133" y="21347"/>
                </a:lnTo>
                <a:lnTo>
                  <a:pt x="3402" y="19832"/>
                </a:lnTo>
                <a:lnTo>
                  <a:pt x="1888" y="18101"/>
                </a:lnTo>
                <a:lnTo>
                  <a:pt x="153" y="13912"/>
                </a:lnTo>
                <a:lnTo>
                  <a:pt x="0" y="11617"/>
                </a:lnTo>
                <a:lnTo>
                  <a:pt x="153" y="9322"/>
                </a:lnTo>
                <a:lnTo>
                  <a:pt x="1888" y="5133"/>
                </a:lnTo>
                <a:lnTo>
                  <a:pt x="3402" y="3402"/>
                </a:lnTo>
                <a:lnTo>
                  <a:pt x="5133" y="1888"/>
                </a:lnTo>
                <a:lnTo>
                  <a:pt x="9322" y="153"/>
                </a:lnTo>
                <a:lnTo>
                  <a:pt x="11617" y="0"/>
                </a:lnTo>
                <a:lnTo>
                  <a:pt x="13912" y="153"/>
                </a:lnTo>
                <a:lnTo>
                  <a:pt x="18101" y="1888"/>
                </a:lnTo>
                <a:lnTo>
                  <a:pt x="19832" y="3402"/>
                </a:lnTo>
                <a:lnTo>
                  <a:pt x="21347" y="5133"/>
                </a:lnTo>
                <a:lnTo>
                  <a:pt x="23082" y="9322"/>
                </a:lnTo>
                <a:lnTo>
                  <a:pt x="23235" y="11617"/>
                </a:lnTo>
                <a:lnTo>
                  <a:pt x="23082" y="13912"/>
                </a:lnTo>
                <a:lnTo>
                  <a:pt x="21347" y="18101"/>
                </a:lnTo>
                <a:lnTo>
                  <a:pt x="19832" y="19832"/>
                </a:lnTo>
                <a:lnTo>
                  <a:pt x="18101" y="21347"/>
                </a:lnTo>
                <a:lnTo>
                  <a:pt x="13912" y="23082"/>
                </a:lnTo>
                <a:lnTo>
                  <a:pt x="11617" y="23235"/>
                </a:lnTo>
                <a:lnTo>
                  <a:pt x="9322" y="2308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712" name="Shape 712"/>
          <p:cNvSpPr/>
          <p:nvPr/>
        </p:nvSpPr>
        <p:spPr>
          <a:xfrm>
            <a:off x="5546433" y="1979628"/>
            <a:ext cx="23396" cy="23396"/>
          </a:xfrm>
          <a:custGeom>
            <a:avLst/>
            <a:gdLst/>
            <a:ahLst/>
            <a:cxnLst/>
            <a:rect l="0" t="0" r="r" b="b"/>
            <a:pathLst>
              <a:path w="23396" h="23396">
                <a:moveTo>
                  <a:pt x="9387" y="23242"/>
                </a:moveTo>
                <a:lnTo>
                  <a:pt x="5169" y="21495"/>
                </a:lnTo>
                <a:lnTo>
                  <a:pt x="3426" y="19970"/>
                </a:lnTo>
                <a:lnTo>
                  <a:pt x="1901" y="18227"/>
                </a:lnTo>
                <a:lnTo>
                  <a:pt x="154" y="14009"/>
                </a:lnTo>
                <a:lnTo>
                  <a:pt x="0" y="11698"/>
                </a:lnTo>
                <a:lnTo>
                  <a:pt x="154" y="9387"/>
                </a:lnTo>
                <a:lnTo>
                  <a:pt x="1901" y="5169"/>
                </a:lnTo>
                <a:lnTo>
                  <a:pt x="3426" y="3426"/>
                </a:lnTo>
                <a:lnTo>
                  <a:pt x="5169" y="1901"/>
                </a:lnTo>
                <a:lnTo>
                  <a:pt x="9387" y="154"/>
                </a:lnTo>
                <a:lnTo>
                  <a:pt x="11698" y="0"/>
                </a:lnTo>
                <a:lnTo>
                  <a:pt x="14009" y="154"/>
                </a:lnTo>
                <a:lnTo>
                  <a:pt x="18227" y="1901"/>
                </a:lnTo>
                <a:lnTo>
                  <a:pt x="19970" y="3426"/>
                </a:lnTo>
                <a:lnTo>
                  <a:pt x="21495" y="5169"/>
                </a:lnTo>
                <a:lnTo>
                  <a:pt x="23242" y="9387"/>
                </a:lnTo>
                <a:lnTo>
                  <a:pt x="23396" y="11698"/>
                </a:lnTo>
                <a:lnTo>
                  <a:pt x="23242" y="14009"/>
                </a:lnTo>
                <a:lnTo>
                  <a:pt x="21495" y="18227"/>
                </a:lnTo>
                <a:lnTo>
                  <a:pt x="19970" y="19970"/>
                </a:lnTo>
                <a:lnTo>
                  <a:pt x="18227" y="21495"/>
                </a:lnTo>
                <a:lnTo>
                  <a:pt x="14009" y="23242"/>
                </a:lnTo>
                <a:lnTo>
                  <a:pt x="11698" y="23396"/>
                </a:lnTo>
                <a:lnTo>
                  <a:pt x="9387" y="23242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713" name="Shape 713"/>
          <p:cNvSpPr/>
          <p:nvPr/>
        </p:nvSpPr>
        <p:spPr>
          <a:xfrm>
            <a:off x="5573972" y="1985070"/>
            <a:ext cx="23635" cy="23635"/>
          </a:xfrm>
          <a:custGeom>
            <a:avLst/>
            <a:gdLst/>
            <a:ahLst/>
            <a:cxnLst/>
            <a:rect l="0" t="0" r="r" b="b"/>
            <a:pathLst>
              <a:path w="23635" h="23635">
                <a:moveTo>
                  <a:pt x="9483" y="23479"/>
                </a:moveTo>
                <a:lnTo>
                  <a:pt x="5222" y="21714"/>
                </a:lnTo>
                <a:lnTo>
                  <a:pt x="3461" y="20174"/>
                </a:lnTo>
                <a:lnTo>
                  <a:pt x="1920" y="18413"/>
                </a:lnTo>
                <a:lnTo>
                  <a:pt x="155" y="14152"/>
                </a:lnTo>
                <a:lnTo>
                  <a:pt x="0" y="11817"/>
                </a:lnTo>
                <a:lnTo>
                  <a:pt x="155" y="9483"/>
                </a:lnTo>
                <a:lnTo>
                  <a:pt x="1920" y="5222"/>
                </a:lnTo>
                <a:lnTo>
                  <a:pt x="3461" y="3461"/>
                </a:lnTo>
                <a:lnTo>
                  <a:pt x="5222" y="1920"/>
                </a:lnTo>
                <a:lnTo>
                  <a:pt x="9483" y="155"/>
                </a:lnTo>
                <a:lnTo>
                  <a:pt x="11817" y="0"/>
                </a:lnTo>
                <a:lnTo>
                  <a:pt x="14152" y="155"/>
                </a:lnTo>
                <a:lnTo>
                  <a:pt x="18413" y="1920"/>
                </a:lnTo>
                <a:lnTo>
                  <a:pt x="20174" y="3461"/>
                </a:lnTo>
                <a:lnTo>
                  <a:pt x="21714" y="5222"/>
                </a:lnTo>
                <a:lnTo>
                  <a:pt x="23479" y="9483"/>
                </a:lnTo>
                <a:lnTo>
                  <a:pt x="23635" y="11817"/>
                </a:lnTo>
                <a:lnTo>
                  <a:pt x="23479" y="14152"/>
                </a:lnTo>
                <a:lnTo>
                  <a:pt x="21714" y="18413"/>
                </a:lnTo>
                <a:lnTo>
                  <a:pt x="20174" y="20174"/>
                </a:lnTo>
                <a:lnTo>
                  <a:pt x="18413" y="21714"/>
                </a:lnTo>
                <a:lnTo>
                  <a:pt x="14152" y="23479"/>
                </a:lnTo>
                <a:lnTo>
                  <a:pt x="11817" y="23635"/>
                </a:lnTo>
                <a:lnTo>
                  <a:pt x="9483" y="23479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714" name="Shape 714"/>
          <p:cNvSpPr/>
          <p:nvPr/>
        </p:nvSpPr>
        <p:spPr>
          <a:xfrm>
            <a:off x="5604199" y="1991052"/>
            <a:ext cx="23873" cy="23873"/>
          </a:xfrm>
          <a:custGeom>
            <a:avLst/>
            <a:gdLst/>
            <a:ahLst/>
            <a:cxnLst/>
            <a:rect l="0" t="0" r="r" b="b"/>
            <a:pathLst>
              <a:path w="23873" h="23873">
                <a:moveTo>
                  <a:pt x="9578" y="23715"/>
                </a:moveTo>
                <a:lnTo>
                  <a:pt x="5274" y="21933"/>
                </a:lnTo>
                <a:lnTo>
                  <a:pt x="3496" y="20376"/>
                </a:lnTo>
                <a:lnTo>
                  <a:pt x="1939" y="18598"/>
                </a:lnTo>
                <a:lnTo>
                  <a:pt x="157" y="14294"/>
                </a:lnTo>
                <a:lnTo>
                  <a:pt x="0" y="11936"/>
                </a:lnTo>
                <a:lnTo>
                  <a:pt x="157" y="9578"/>
                </a:lnTo>
                <a:lnTo>
                  <a:pt x="1939" y="5274"/>
                </a:lnTo>
                <a:lnTo>
                  <a:pt x="3496" y="3496"/>
                </a:lnTo>
                <a:lnTo>
                  <a:pt x="5274" y="1939"/>
                </a:lnTo>
                <a:lnTo>
                  <a:pt x="9578" y="157"/>
                </a:lnTo>
                <a:lnTo>
                  <a:pt x="11936" y="0"/>
                </a:lnTo>
                <a:lnTo>
                  <a:pt x="14294" y="157"/>
                </a:lnTo>
                <a:lnTo>
                  <a:pt x="18598" y="1939"/>
                </a:lnTo>
                <a:lnTo>
                  <a:pt x="20376" y="3496"/>
                </a:lnTo>
                <a:lnTo>
                  <a:pt x="21933" y="5274"/>
                </a:lnTo>
                <a:lnTo>
                  <a:pt x="23715" y="9578"/>
                </a:lnTo>
                <a:lnTo>
                  <a:pt x="23873" y="11936"/>
                </a:lnTo>
                <a:lnTo>
                  <a:pt x="23715" y="14294"/>
                </a:lnTo>
                <a:lnTo>
                  <a:pt x="21933" y="18598"/>
                </a:lnTo>
                <a:lnTo>
                  <a:pt x="20376" y="20376"/>
                </a:lnTo>
                <a:lnTo>
                  <a:pt x="18598" y="21933"/>
                </a:lnTo>
                <a:lnTo>
                  <a:pt x="14294" y="23715"/>
                </a:lnTo>
                <a:lnTo>
                  <a:pt x="11936" y="23873"/>
                </a:lnTo>
                <a:lnTo>
                  <a:pt x="9578" y="23715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715" name="Shape 715"/>
          <p:cNvSpPr/>
          <p:nvPr/>
        </p:nvSpPr>
        <p:spPr>
          <a:xfrm>
            <a:off x="5626042" y="1995382"/>
            <a:ext cx="24029" cy="24029"/>
          </a:xfrm>
          <a:custGeom>
            <a:avLst/>
            <a:gdLst/>
            <a:ahLst/>
            <a:cxnLst/>
            <a:rect l="0" t="0" r="r" b="b"/>
            <a:pathLst>
              <a:path w="24029" h="24029">
                <a:moveTo>
                  <a:pt x="9641" y="23871"/>
                </a:moveTo>
                <a:lnTo>
                  <a:pt x="5309" y="22077"/>
                </a:lnTo>
                <a:lnTo>
                  <a:pt x="3519" y="20510"/>
                </a:lnTo>
                <a:lnTo>
                  <a:pt x="1952" y="18720"/>
                </a:lnTo>
                <a:lnTo>
                  <a:pt x="158" y="14388"/>
                </a:lnTo>
                <a:lnTo>
                  <a:pt x="0" y="12014"/>
                </a:lnTo>
                <a:lnTo>
                  <a:pt x="158" y="9641"/>
                </a:lnTo>
                <a:lnTo>
                  <a:pt x="1952" y="5309"/>
                </a:lnTo>
                <a:lnTo>
                  <a:pt x="3519" y="3519"/>
                </a:lnTo>
                <a:lnTo>
                  <a:pt x="5309" y="1952"/>
                </a:lnTo>
                <a:lnTo>
                  <a:pt x="9641" y="158"/>
                </a:lnTo>
                <a:lnTo>
                  <a:pt x="12014" y="0"/>
                </a:lnTo>
                <a:lnTo>
                  <a:pt x="14388" y="158"/>
                </a:lnTo>
                <a:lnTo>
                  <a:pt x="18720" y="1952"/>
                </a:lnTo>
                <a:lnTo>
                  <a:pt x="20510" y="3519"/>
                </a:lnTo>
                <a:lnTo>
                  <a:pt x="22077" y="5309"/>
                </a:lnTo>
                <a:lnTo>
                  <a:pt x="23871" y="9641"/>
                </a:lnTo>
                <a:lnTo>
                  <a:pt x="24029" y="12014"/>
                </a:lnTo>
                <a:lnTo>
                  <a:pt x="23871" y="14388"/>
                </a:lnTo>
                <a:lnTo>
                  <a:pt x="22077" y="18720"/>
                </a:lnTo>
                <a:lnTo>
                  <a:pt x="20510" y="20510"/>
                </a:lnTo>
                <a:lnTo>
                  <a:pt x="18720" y="22077"/>
                </a:lnTo>
                <a:lnTo>
                  <a:pt x="14388" y="23871"/>
                </a:lnTo>
                <a:lnTo>
                  <a:pt x="12014" y="24029"/>
                </a:lnTo>
                <a:lnTo>
                  <a:pt x="9641" y="23871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716" name="Shape 716"/>
          <p:cNvSpPr/>
          <p:nvPr/>
        </p:nvSpPr>
        <p:spPr>
          <a:xfrm>
            <a:off x="5661704" y="2002459"/>
            <a:ext cx="24262" cy="24262"/>
          </a:xfrm>
          <a:custGeom>
            <a:avLst/>
            <a:gdLst/>
            <a:ahLst/>
            <a:cxnLst/>
            <a:rect l="0" t="0" r="r" b="b"/>
            <a:pathLst>
              <a:path w="24262" h="24262">
                <a:moveTo>
                  <a:pt x="9734" y="24103"/>
                </a:moveTo>
                <a:lnTo>
                  <a:pt x="5360" y="22291"/>
                </a:lnTo>
                <a:lnTo>
                  <a:pt x="3553" y="20709"/>
                </a:lnTo>
                <a:lnTo>
                  <a:pt x="1971" y="18902"/>
                </a:lnTo>
                <a:lnTo>
                  <a:pt x="159" y="14527"/>
                </a:lnTo>
                <a:lnTo>
                  <a:pt x="0" y="12131"/>
                </a:lnTo>
                <a:lnTo>
                  <a:pt x="159" y="9734"/>
                </a:lnTo>
                <a:lnTo>
                  <a:pt x="1971" y="5360"/>
                </a:lnTo>
                <a:lnTo>
                  <a:pt x="3553" y="3553"/>
                </a:lnTo>
                <a:lnTo>
                  <a:pt x="5360" y="1971"/>
                </a:lnTo>
                <a:lnTo>
                  <a:pt x="9734" y="159"/>
                </a:lnTo>
                <a:lnTo>
                  <a:pt x="12131" y="0"/>
                </a:lnTo>
                <a:lnTo>
                  <a:pt x="14527" y="159"/>
                </a:lnTo>
                <a:lnTo>
                  <a:pt x="18902" y="1971"/>
                </a:lnTo>
                <a:lnTo>
                  <a:pt x="20709" y="3553"/>
                </a:lnTo>
                <a:lnTo>
                  <a:pt x="22291" y="5360"/>
                </a:lnTo>
                <a:lnTo>
                  <a:pt x="24103" y="9734"/>
                </a:lnTo>
                <a:lnTo>
                  <a:pt x="24262" y="12131"/>
                </a:lnTo>
                <a:lnTo>
                  <a:pt x="24103" y="14527"/>
                </a:lnTo>
                <a:lnTo>
                  <a:pt x="22291" y="18902"/>
                </a:lnTo>
                <a:lnTo>
                  <a:pt x="20709" y="20709"/>
                </a:lnTo>
                <a:lnTo>
                  <a:pt x="18902" y="22291"/>
                </a:lnTo>
                <a:lnTo>
                  <a:pt x="14527" y="24103"/>
                </a:lnTo>
                <a:lnTo>
                  <a:pt x="12131" y="24262"/>
                </a:lnTo>
                <a:lnTo>
                  <a:pt x="9734" y="24103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717" name="Shape 717"/>
          <p:cNvSpPr/>
          <p:nvPr/>
        </p:nvSpPr>
        <p:spPr>
          <a:xfrm>
            <a:off x="5701359" y="2010340"/>
            <a:ext cx="24493" cy="24493"/>
          </a:xfrm>
          <a:custGeom>
            <a:avLst/>
            <a:gdLst/>
            <a:ahLst/>
            <a:cxnLst/>
            <a:rect l="0" t="0" r="r" b="b"/>
            <a:pathLst>
              <a:path w="24493" h="24493">
                <a:moveTo>
                  <a:pt x="9827" y="24332"/>
                </a:moveTo>
                <a:lnTo>
                  <a:pt x="5411" y="22503"/>
                </a:lnTo>
                <a:lnTo>
                  <a:pt x="3587" y="20906"/>
                </a:lnTo>
                <a:lnTo>
                  <a:pt x="1990" y="19081"/>
                </a:lnTo>
                <a:lnTo>
                  <a:pt x="161" y="14666"/>
                </a:lnTo>
                <a:lnTo>
                  <a:pt x="0" y="12246"/>
                </a:lnTo>
                <a:lnTo>
                  <a:pt x="161" y="9827"/>
                </a:lnTo>
                <a:lnTo>
                  <a:pt x="1990" y="5411"/>
                </a:lnTo>
                <a:lnTo>
                  <a:pt x="3587" y="3587"/>
                </a:lnTo>
                <a:lnTo>
                  <a:pt x="5411" y="1990"/>
                </a:lnTo>
                <a:lnTo>
                  <a:pt x="9827" y="161"/>
                </a:lnTo>
                <a:lnTo>
                  <a:pt x="12246" y="0"/>
                </a:lnTo>
                <a:lnTo>
                  <a:pt x="14666" y="161"/>
                </a:lnTo>
                <a:lnTo>
                  <a:pt x="19081" y="1990"/>
                </a:lnTo>
                <a:lnTo>
                  <a:pt x="20906" y="3587"/>
                </a:lnTo>
                <a:lnTo>
                  <a:pt x="22503" y="5411"/>
                </a:lnTo>
                <a:lnTo>
                  <a:pt x="24332" y="9827"/>
                </a:lnTo>
                <a:lnTo>
                  <a:pt x="24493" y="12246"/>
                </a:lnTo>
                <a:lnTo>
                  <a:pt x="24332" y="14666"/>
                </a:lnTo>
                <a:lnTo>
                  <a:pt x="22503" y="19081"/>
                </a:lnTo>
                <a:lnTo>
                  <a:pt x="20906" y="20906"/>
                </a:lnTo>
                <a:lnTo>
                  <a:pt x="19081" y="22503"/>
                </a:lnTo>
                <a:lnTo>
                  <a:pt x="14666" y="24332"/>
                </a:lnTo>
                <a:lnTo>
                  <a:pt x="12246" y="24493"/>
                </a:lnTo>
                <a:lnTo>
                  <a:pt x="9827" y="24332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718" name="Shape 718"/>
          <p:cNvSpPr/>
          <p:nvPr/>
        </p:nvSpPr>
        <p:spPr>
          <a:xfrm>
            <a:off x="5730356" y="2016109"/>
            <a:ext cx="24646" cy="24646"/>
          </a:xfrm>
          <a:custGeom>
            <a:avLst/>
            <a:gdLst/>
            <a:ahLst/>
            <a:cxnLst/>
            <a:rect l="0" t="0" r="r" b="b"/>
            <a:pathLst>
              <a:path w="24646" h="24646">
                <a:moveTo>
                  <a:pt x="9888" y="24483"/>
                </a:moveTo>
                <a:lnTo>
                  <a:pt x="5445" y="22643"/>
                </a:lnTo>
                <a:lnTo>
                  <a:pt x="3609" y="21036"/>
                </a:lnTo>
                <a:lnTo>
                  <a:pt x="2002" y="19200"/>
                </a:lnTo>
                <a:lnTo>
                  <a:pt x="162" y="14757"/>
                </a:lnTo>
                <a:lnTo>
                  <a:pt x="0" y="12323"/>
                </a:lnTo>
                <a:lnTo>
                  <a:pt x="162" y="9888"/>
                </a:lnTo>
                <a:lnTo>
                  <a:pt x="2002" y="5445"/>
                </a:lnTo>
                <a:lnTo>
                  <a:pt x="3609" y="3609"/>
                </a:lnTo>
                <a:lnTo>
                  <a:pt x="5445" y="2002"/>
                </a:lnTo>
                <a:lnTo>
                  <a:pt x="9888" y="162"/>
                </a:lnTo>
                <a:lnTo>
                  <a:pt x="12323" y="0"/>
                </a:lnTo>
                <a:lnTo>
                  <a:pt x="14757" y="162"/>
                </a:lnTo>
                <a:lnTo>
                  <a:pt x="19200" y="2002"/>
                </a:lnTo>
                <a:lnTo>
                  <a:pt x="21036" y="3609"/>
                </a:lnTo>
                <a:lnTo>
                  <a:pt x="22643" y="5445"/>
                </a:lnTo>
                <a:lnTo>
                  <a:pt x="24483" y="9888"/>
                </a:lnTo>
                <a:lnTo>
                  <a:pt x="24646" y="12323"/>
                </a:lnTo>
                <a:lnTo>
                  <a:pt x="24483" y="14757"/>
                </a:lnTo>
                <a:lnTo>
                  <a:pt x="22643" y="19200"/>
                </a:lnTo>
                <a:lnTo>
                  <a:pt x="21036" y="21036"/>
                </a:lnTo>
                <a:lnTo>
                  <a:pt x="19200" y="22643"/>
                </a:lnTo>
                <a:lnTo>
                  <a:pt x="14757" y="24483"/>
                </a:lnTo>
                <a:lnTo>
                  <a:pt x="12323" y="24646"/>
                </a:lnTo>
                <a:lnTo>
                  <a:pt x="9888" y="24483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719" name="Shape 719"/>
          <p:cNvSpPr/>
          <p:nvPr/>
        </p:nvSpPr>
        <p:spPr>
          <a:xfrm>
            <a:off x="5761690" y="2022348"/>
            <a:ext cx="24797" cy="24797"/>
          </a:xfrm>
          <a:custGeom>
            <a:avLst/>
            <a:gdLst/>
            <a:ahLst/>
            <a:cxnLst/>
            <a:rect l="0" t="0" r="r" b="b"/>
            <a:pathLst>
              <a:path w="24797" h="24797">
                <a:moveTo>
                  <a:pt x="9949" y="24634"/>
                </a:moveTo>
                <a:lnTo>
                  <a:pt x="5478" y="22782"/>
                </a:lnTo>
                <a:lnTo>
                  <a:pt x="3631" y="21166"/>
                </a:lnTo>
                <a:lnTo>
                  <a:pt x="2015" y="19318"/>
                </a:lnTo>
                <a:lnTo>
                  <a:pt x="163" y="14848"/>
                </a:lnTo>
                <a:lnTo>
                  <a:pt x="0" y="12398"/>
                </a:lnTo>
                <a:lnTo>
                  <a:pt x="163" y="9949"/>
                </a:lnTo>
                <a:lnTo>
                  <a:pt x="2015" y="5478"/>
                </a:lnTo>
                <a:lnTo>
                  <a:pt x="3631" y="3631"/>
                </a:lnTo>
                <a:lnTo>
                  <a:pt x="5478" y="2015"/>
                </a:lnTo>
                <a:lnTo>
                  <a:pt x="9949" y="163"/>
                </a:lnTo>
                <a:lnTo>
                  <a:pt x="12398" y="0"/>
                </a:lnTo>
                <a:lnTo>
                  <a:pt x="14848" y="163"/>
                </a:lnTo>
                <a:lnTo>
                  <a:pt x="19318" y="2015"/>
                </a:lnTo>
                <a:lnTo>
                  <a:pt x="21166" y="3631"/>
                </a:lnTo>
                <a:lnTo>
                  <a:pt x="22782" y="5478"/>
                </a:lnTo>
                <a:lnTo>
                  <a:pt x="24634" y="9949"/>
                </a:lnTo>
                <a:lnTo>
                  <a:pt x="24797" y="12398"/>
                </a:lnTo>
                <a:lnTo>
                  <a:pt x="24634" y="14848"/>
                </a:lnTo>
                <a:lnTo>
                  <a:pt x="22782" y="19318"/>
                </a:lnTo>
                <a:lnTo>
                  <a:pt x="21166" y="21166"/>
                </a:lnTo>
                <a:lnTo>
                  <a:pt x="19318" y="22782"/>
                </a:lnTo>
                <a:lnTo>
                  <a:pt x="14848" y="24634"/>
                </a:lnTo>
                <a:lnTo>
                  <a:pt x="12398" y="24797"/>
                </a:lnTo>
                <a:lnTo>
                  <a:pt x="9949" y="2463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20" name="Shape 720"/>
          <p:cNvSpPr/>
          <p:nvPr/>
        </p:nvSpPr>
        <p:spPr>
          <a:xfrm>
            <a:off x="5813727" y="2032722"/>
            <a:ext cx="25022" cy="25022"/>
          </a:xfrm>
          <a:custGeom>
            <a:avLst/>
            <a:gdLst/>
            <a:ahLst/>
            <a:cxnLst/>
            <a:rect l="0" t="0" r="r" b="b"/>
            <a:pathLst>
              <a:path w="25022" h="25022">
                <a:moveTo>
                  <a:pt x="10039" y="24857"/>
                </a:moveTo>
                <a:lnTo>
                  <a:pt x="5528" y="22988"/>
                </a:lnTo>
                <a:lnTo>
                  <a:pt x="3664" y="21357"/>
                </a:lnTo>
                <a:lnTo>
                  <a:pt x="2033" y="19493"/>
                </a:lnTo>
                <a:lnTo>
                  <a:pt x="164" y="14982"/>
                </a:lnTo>
                <a:lnTo>
                  <a:pt x="0" y="12511"/>
                </a:lnTo>
                <a:lnTo>
                  <a:pt x="164" y="10039"/>
                </a:lnTo>
                <a:lnTo>
                  <a:pt x="2033" y="5528"/>
                </a:lnTo>
                <a:lnTo>
                  <a:pt x="3664" y="3664"/>
                </a:lnTo>
                <a:lnTo>
                  <a:pt x="5528" y="2033"/>
                </a:lnTo>
                <a:lnTo>
                  <a:pt x="10039" y="164"/>
                </a:lnTo>
                <a:lnTo>
                  <a:pt x="12511" y="0"/>
                </a:lnTo>
                <a:lnTo>
                  <a:pt x="14982" y="164"/>
                </a:lnTo>
                <a:lnTo>
                  <a:pt x="19493" y="2033"/>
                </a:lnTo>
                <a:lnTo>
                  <a:pt x="21357" y="3664"/>
                </a:lnTo>
                <a:lnTo>
                  <a:pt x="22988" y="5528"/>
                </a:lnTo>
                <a:lnTo>
                  <a:pt x="24857" y="10039"/>
                </a:lnTo>
                <a:lnTo>
                  <a:pt x="25022" y="12511"/>
                </a:lnTo>
                <a:lnTo>
                  <a:pt x="24857" y="14982"/>
                </a:lnTo>
                <a:lnTo>
                  <a:pt x="22988" y="19493"/>
                </a:lnTo>
                <a:lnTo>
                  <a:pt x="21357" y="21357"/>
                </a:lnTo>
                <a:lnTo>
                  <a:pt x="19493" y="22988"/>
                </a:lnTo>
                <a:lnTo>
                  <a:pt x="14982" y="24857"/>
                </a:lnTo>
                <a:lnTo>
                  <a:pt x="12511" y="25022"/>
                </a:lnTo>
                <a:lnTo>
                  <a:pt x="10039" y="24857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721" name="Shape 721"/>
          <p:cNvSpPr/>
          <p:nvPr/>
        </p:nvSpPr>
        <p:spPr>
          <a:xfrm>
            <a:off x="5872915" y="2044535"/>
            <a:ext cx="25238" cy="25238"/>
          </a:xfrm>
          <a:custGeom>
            <a:avLst/>
            <a:gdLst/>
            <a:ahLst/>
            <a:cxnLst/>
            <a:rect l="0" t="0" r="r" b="b"/>
            <a:pathLst>
              <a:path w="25238" h="25238">
                <a:moveTo>
                  <a:pt x="10126" y="25071"/>
                </a:moveTo>
                <a:lnTo>
                  <a:pt x="5576" y="23187"/>
                </a:lnTo>
                <a:lnTo>
                  <a:pt x="3696" y="21542"/>
                </a:lnTo>
                <a:lnTo>
                  <a:pt x="2050" y="19661"/>
                </a:lnTo>
                <a:lnTo>
                  <a:pt x="166" y="15111"/>
                </a:lnTo>
                <a:lnTo>
                  <a:pt x="0" y="12619"/>
                </a:lnTo>
                <a:lnTo>
                  <a:pt x="166" y="10126"/>
                </a:lnTo>
                <a:lnTo>
                  <a:pt x="2050" y="5576"/>
                </a:lnTo>
                <a:lnTo>
                  <a:pt x="3696" y="3696"/>
                </a:lnTo>
                <a:lnTo>
                  <a:pt x="5576" y="2050"/>
                </a:lnTo>
                <a:lnTo>
                  <a:pt x="10126" y="166"/>
                </a:lnTo>
                <a:lnTo>
                  <a:pt x="12619" y="0"/>
                </a:lnTo>
                <a:lnTo>
                  <a:pt x="15111" y="166"/>
                </a:lnTo>
                <a:lnTo>
                  <a:pt x="19661" y="2050"/>
                </a:lnTo>
                <a:lnTo>
                  <a:pt x="21542" y="3696"/>
                </a:lnTo>
                <a:lnTo>
                  <a:pt x="23187" y="5576"/>
                </a:lnTo>
                <a:lnTo>
                  <a:pt x="25071" y="10126"/>
                </a:lnTo>
                <a:lnTo>
                  <a:pt x="25238" y="12619"/>
                </a:lnTo>
                <a:lnTo>
                  <a:pt x="25071" y="15111"/>
                </a:lnTo>
                <a:lnTo>
                  <a:pt x="23187" y="19661"/>
                </a:lnTo>
                <a:lnTo>
                  <a:pt x="21542" y="21542"/>
                </a:lnTo>
                <a:lnTo>
                  <a:pt x="19661" y="23187"/>
                </a:lnTo>
                <a:lnTo>
                  <a:pt x="15111" y="25071"/>
                </a:lnTo>
                <a:lnTo>
                  <a:pt x="12619" y="25238"/>
                </a:lnTo>
                <a:lnTo>
                  <a:pt x="10126" y="25071"/>
                </a:lnTo>
                <a:close/>
              </a:path>
            </a:pathLst>
          </a:custGeom>
          <a:solidFill>
            <a:srgbClr val="78CE7D"/>
          </a:solidFill>
          <a:ln>
            <a:noFill/>
          </a:ln>
        </p:spPr>
      </p:sp>
      <p:sp>
        <p:nvSpPr>
          <p:cNvPr id="722" name="Shape 722"/>
          <p:cNvSpPr/>
          <p:nvPr/>
        </p:nvSpPr>
        <p:spPr>
          <a:xfrm>
            <a:off x="5917151" y="2053409"/>
            <a:ext cx="25289" cy="25289"/>
          </a:xfrm>
          <a:custGeom>
            <a:avLst/>
            <a:gdLst/>
            <a:ahLst/>
            <a:cxnLst/>
            <a:rect l="0" t="0" r="r" b="b"/>
            <a:pathLst>
              <a:path w="25289" h="25289">
                <a:moveTo>
                  <a:pt x="10146" y="25122"/>
                </a:moveTo>
                <a:lnTo>
                  <a:pt x="5587" y="23234"/>
                </a:lnTo>
                <a:lnTo>
                  <a:pt x="3703" y="21585"/>
                </a:lnTo>
                <a:lnTo>
                  <a:pt x="2054" y="19701"/>
                </a:lnTo>
                <a:lnTo>
                  <a:pt x="166" y="15142"/>
                </a:lnTo>
                <a:lnTo>
                  <a:pt x="0" y="12644"/>
                </a:lnTo>
                <a:lnTo>
                  <a:pt x="166" y="10146"/>
                </a:lnTo>
                <a:lnTo>
                  <a:pt x="2054" y="5587"/>
                </a:lnTo>
                <a:lnTo>
                  <a:pt x="3703" y="3703"/>
                </a:lnTo>
                <a:lnTo>
                  <a:pt x="5587" y="2054"/>
                </a:lnTo>
                <a:lnTo>
                  <a:pt x="10146" y="166"/>
                </a:lnTo>
                <a:lnTo>
                  <a:pt x="12644" y="0"/>
                </a:lnTo>
                <a:lnTo>
                  <a:pt x="15142" y="166"/>
                </a:lnTo>
                <a:lnTo>
                  <a:pt x="19701" y="2054"/>
                </a:lnTo>
                <a:lnTo>
                  <a:pt x="21585" y="3703"/>
                </a:lnTo>
                <a:lnTo>
                  <a:pt x="23234" y="5587"/>
                </a:lnTo>
                <a:lnTo>
                  <a:pt x="25122" y="10146"/>
                </a:lnTo>
                <a:lnTo>
                  <a:pt x="25289" y="12644"/>
                </a:lnTo>
                <a:lnTo>
                  <a:pt x="25122" y="15142"/>
                </a:lnTo>
                <a:lnTo>
                  <a:pt x="23234" y="19701"/>
                </a:lnTo>
                <a:lnTo>
                  <a:pt x="21585" y="21585"/>
                </a:lnTo>
                <a:lnTo>
                  <a:pt x="19701" y="23234"/>
                </a:lnTo>
                <a:lnTo>
                  <a:pt x="15142" y="25122"/>
                </a:lnTo>
                <a:lnTo>
                  <a:pt x="12644" y="25289"/>
                </a:lnTo>
                <a:lnTo>
                  <a:pt x="10146" y="25122"/>
                </a:lnTo>
                <a:close/>
              </a:path>
            </a:pathLst>
          </a:custGeom>
          <a:solidFill>
            <a:srgbClr val="78CD7C"/>
          </a:solidFill>
          <a:ln>
            <a:noFill/>
          </a:ln>
        </p:spPr>
      </p:sp>
      <p:sp>
        <p:nvSpPr>
          <p:cNvPr id="723" name="Shape 723"/>
          <p:cNvSpPr/>
          <p:nvPr/>
        </p:nvSpPr>
        <p:spPr>
          <a:xfrm>
            <a:off x="5992204" y="2068581"/>
            <a:ext cx="25085" cy="25085"/>
          </a:xfrm>
          <a:custGeom>
            <a:avLst/>
            <a:gdLst/>
            <a:ahLst/>
            <a:cxnLst/>
            <a:rect l="0" t="0" r="r" b="b"/>
            <a:pathLst>
              <a:path w="25085" h="25085">
                <a:moveTo>
                  <a:pt x="10064" y="24920"/>
                </a:moveTo>
                <a:lnTo>
                  <a:pt x="5542" y="23047"/>
                </a:lnTo>
                <a:lnTo>
                  <a:pt x="3673" y="21411"/>
                </a:lnTo>
                <a:lnTo>
                  <a:pt x="2038" y="19542"/>
                </a:lnTo>
                <a:lnTo>
                  <a:pt x="165" y="15020"/>
                </a:lnTo>
                <a:lnTo>
                  <a:pt x="0" y="12542"/>
                </a:lnTo>
                <a:lnTo>
                  <a:pt x="165" y="10064"/>
                </a:lnTo>
                <a:lnTo>
                  <a:pt x="2038" y="5542"/>
                </a:lnTo>
                <a:lnTo>
                  <a:pt x="3673" y="3673"/>
                </a:lnTo>
                <a:lnTo>
                  <a:pt x="5542" y="2038"/>
                </a:lnTo>
                <a:lnTo>
                  <a:pt x="10064" y="165"/>
                </a:lnTo>
                <a:lnTo>
                  <a:pt x="12542" y="0"/>
                </a:lnTo>
                <a:lnTo>
                  <a:pt x="15020" y="165"/>
                </a:lnTo>
                <a:lnTo>
                  <a:pt x="19542" y="2038"/>
                </a:lnTo>
                <a:lnTo>
                  <a:pt x="21411" y="3673"/>
                </a:lnTo>
                <a:lnTo>
                  <a:pt x="23047" y="5542"/>
                </a:lnTo>
                <a:lnTo>
                  <a:pt x="24920" y="10064"/>
                </a:lnTo>
                <a:lnTo>
                  <a:pt x="25085" y="12542"/>
                </a:lnTo>
                <a:lnTo>
                  <a:pt x="24920" y="15020"/>
                </a:lnTo>
                <a:lnTo>
                  <a:pt x="23047" y="19542"/>
                </a:lnTo>
                <a:lnTo>
                  <a:pt x="21411" y="21411"/>
                </a:lnTo>
                <a:lnTo>
                  <a:pt x="19542" y="23047"/>
                </a:lnTo>
                <a:lnTo>
                  <a:pt x="15020" y="24920"/>
                </a:lnTo>
                <a:lnTo>
                  <a:pt x="12542" y="25085"/>
                </a:lnTo>
                <a:lnTo>
                  <a:pt x="10064" y="24920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724" name="Shape 724"/>
          <p:cNvSpPr/>
          <p:nvPr/>
        </p:nvSpPr>
        <p:spPr>
          <a:xfrm>
            <a:off x="6079835" y="2086289"/>
            <a:ext cx="24862" cy="24862"/>
          </a:xfrm>
          <a:custGeom>
            <a:avLst/>
            <a:gdLst/>
            <a:ahLst/>
            <a:cxnLst/>
            <a:rect l="0" t="0" r="r" b="b"/>
            <a:pathLst>
              <a:path w="24862" h="24862">
                <a:moveTo>
                  <a:pt x="9975" y="24698"/>
                </a:moveTo>
                <a:lnTo>
                  <a:pt x="5493" y="22842"/>
                </a:lnTo>
                <a:lnTo>
                  <a:pt x="3641" y="21221"/>
                </a:lnTo>
                <a:lnTo>
                  <a:pt x="2020" y="19369"/>
                </a:lnTo>
                <a:lnTo>
                  <a:pt x="163" y="14886"/>
                </a:lnTo>
                <a:lnTo>
                  <a:pt x="0" y="12431"/>
                </a:lnTo>
                <a:lnTo>
                  <a:pt x="163" y="9975"/>
                </a:lnTo>
                <a:lnTo>
                  <a:pt x="2020" y="5493"/>
                </a:lnTo>
                <a:lnTo>
                  <a:pt x="3641" y="3641"/>
                </a:lnTo>
                <a:lnTo>
                  <a:pt x="5493" y="2020"/>
                </a:lnTo>
                <a:lnTo>
                  <a:pt x="9975" y="163"/>
                </a:lnTo>
                <a:lnTo>
                  <a:pt x="12431" y="0"/>
                </a:lnTo>
                <a:lnTo>
                  <a:pt x="14886" y="163"/>
                </a:lnTo>
                <a:lnTo>
                  <a:pt x="19369" y="2020"/>
                </a:lnTo>
                <a:lnTo>
                  <a:pt x="21221" y="3641"/>
                </a:lnTo>
                <a:lnTo>
                  <a:pt x="22842" y="5493"/>
                </a:lnTo>
                <a:lnTo>
                  <a:pt x="24698" y="9975"/>
                </a:lnTo>
                <a:lnTo>
                  <a:pt x="24862" y="12431"/>
                </a:lnTo>
                <a:lnTo>
                  <a:pt x="24698" y="14886"/>
                </a:lnTo>
                <a:lnTo>
                  <a:pt x="22842" y="19369"/>
                </a:lnTo>
                <a:lnTo>
                  <a:pt x="21221" y="21221"/>
                </a:lnTo>
                <a:lnTo>
                  <a:pt x="19369" y="22842"/>
                </a:lnTo>
                <a:lnTo>
                  <a:pt x="14886" y="24698"/>
                </a:lnTo>
                <a:lnTo>
                  <a:pt x="12431" y="24862"/>
                </a:lnTo>
                <a:lnTo>
                  <a:pt x="9975" y="24698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725" name="Shape 725"/>
          <p:cNvSpPr/>
          <p:nvPr/>
        </p:nvSpPr>
        <p:spPr>
          <a:xfrm>
            <a:off x="6146892" y="2099832"/>
            <a:ext cx="24711" cy="24711"/>
          </a:xfrm>
          <a:custGeom>
            <a:avLst/>
            <a:gdLst/>
            <a:ahLst/>
            <a:cxnLst/>
            <a:rect l="0" t="0" r="r" b="b"/>
            <a:pathLst>
              <a:path w="24711" h="24711">
                <a:moveTo>
                  <a:pt x="9914" y="24548"/>
                </a:moveTo>
                <a:lnTo>
                  <a:pt x="5459" y="22703"/>
                </a:lnTo>
                <a:lnTo>
                  <a:pt x="3618" y="21092"/>
                </a:lnTo>
                <a:lnTo>
                  <a:pt x="2008" y="19251"/>
                </a:lnTo>
                <a:lnTo>
                  <a:pt x="162" y="14796"/>
                </a:lnTo>
                <a:lnTo>
                  <a:pt x="0" y="12355"/>
                </a:lnTo>
                <a:lnTo>
                  <a:pt x="162" y="9914"/>
                </a:lnTo>
                <a:lnTo>
                  <a:pt x="2008" y="5459"/>
                </a:lnTo>
                <a:lnTo>
                  <a:pt x="3618" y="3618"/>
                </a:lnTo>
                <a:lnTo>
                  <a:pt x="5459" y="2008"/>
                </a:lnTo>
                <a:lnTo>
                  <a:pt x="9914" y="162"/>
                </a:lnTo>
                <a:lnTo>
                  <a:pt x="12355" y="0"/>
                </a:lnTo>
                <a:lnTo>
                  <a:pt x="14796" y="162"/>
                </a:lnTo>
                <a:lnTo>
                  <a:pt x="19251" y="2008"/>
                </a:lnTo>
                <a:lnTo>
                  <a:pt x="21092" y="3618"/>
                </a:lnTo>
                <a:lnTo>
                  <a:pt x="22703" y="5459"/>
                </a:lnTo>
                <a:lnTo>
                  <a:pt x="24548" y="9914"/>
                </a:lnTo>
                <a:lnTo>
                  <a:pt x="24711" y="12355"/>
                </a:lnTo>
                <a:lnTo>
                  <a:pt x="24548" y="14796"/>
                </a:lnTo>
                <a:lnTo>
                  <a:pt x="22703" y="19251"/>
                </a:lnTo>
                <a:lnTo>
                  <a:pt x="21092" y="21092"/>
                </a:lnTo>
                <a:lnTo>
                  <a:pt x="19251" y="22703"/>
                </a:lnTo>
                <a:lnTo>
                  <a:pt x="14796" y="24548"/>
                </a:lnTo>
                <a:lnTo>
                  <a:pt x="12355" y="24711"/>
                </a:lnTo>
                <a:lnTo>
                  <a:pt x="9914" y="24548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26" name="Shape 726"/>
          <p:cNvSpPr/>
          <p:nvPr/>
        </p:nvSpPr>
        <p:spPr>
          <a:xfrm>
            <a:off x="6263798" y="2123429"/>
            <a:ext cx="24482" cy="24482"/>
          </a:xfrm>
          <a:custGeom>
            <a:avLst/>
            <a:gdLst/>
            <a:ahLst/>
            <a:cxnLst/>
            <a:rect l="0" t="0" r="r" b="b"/>
            <a:pathLst>
              <a:path w="24482" h="24482">
                <a:moveTo>
                  <a:pt x="9823" y="24321"/>
                </a:moveTo>
                <a:lnTo>
                  <a:pt x="5409" y="22493"/>
                </a:lnTo>
                <a:lnTo>
                  <a:pt x="3585" y="20897"/>
                </a:lnTo>
                <a:lnTo>
                  <a:pt x="1989" y="19073"/>
                </a:lnTo>
                <a:lnTo>
                  <a:pt x="161" y="14659"/>
                </a:lnTo>
                <a:lnTo>
                  <a:pt x="0" y="12241"/>
                </a:lnTo>
                <a:lnTo>
                  <a:pt x="161" y="9823"/>
                </a:lnTo>
                <a:lnTo>
                  <a:pt x="1989" y="5409"/>
                </a:lnTo>
                <a:lnTo>
                  <a:pt x="3585" y="3585"/>
                </a:lnTo>
                <a:lnTo>
                  <a:pt x="5409" y="1989"/>
                </a:lnTo>
                <a:lnTo>
                  <a:pt x="9823" y="161"/>
                </a:lnTo>
                <a:lnTo>
                  <a:pt x="12241" y="0"/>
                </a:lnTo>
                <a:lnTo>
                  <a:pt x="14659" y="161"/>
                </a:lnTo>
                <a:lnTo>
                  <a:pt x="19073" y="1989"/>
                </a:lnTo>
                <a:lnTo>
                  <a:pt x="20897" y="3585"/>
                </a:lnTo>
                <a:lnTo>
                  <a:pt x="22493" y="5409"/>
                </a:lnTo>
                <a:lnTo>
                  <a:pt x="24321" y="9823"/>
                </a:lnTo>
                <a:lnTo>
                  <a:pt x="24482" y="12241"/>
                </a:lnTo>
                <a:lnTo>
                  <a:pt x="24321" y="14659"/>
                </a:lnTo>
                <a:lnTo>
                  <a:pt x="22493" y="19073"/>
                </a:lnTo>
                <a:lnTo>
                  <a:pt x="20897" y="20897"/>
                </a:lnTo>
                <a:lnTo>
                  <a:pt x="19073" y="22493"/>
                </a:lnTo>
                <a:lnTo>
                  <a:pt x="14659" y="24321"/>
                </a:lnTo>
                <a:lnTo>
                  <a:pt x="12241" y="24482"/>
                </a:lnTo>
                <a:lnTo>
                  <a:pt x="9823" y="24321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727" name="Shape 727"/>
          <p:cNvSpPr/>
          <p:nvPr/>
        </p:nvSpPr>
        <p:spPr>
          <a:xfrm>
            <a:off x="5324639" y="1959790"/>
            <a:ext cx="22155" cy="22155"/>
          </a:xfrm>
          <a:custGeom>
            <a:avLst/>
            <a:gdLst/>
            <a:ahLst/>
            <a:cxnLst/>
            <a:rect l="0" t="0" r="r" b="b"/>
            <a:pathLst>
              <a:path w="22155" h="22155">
                <a:moveTo>
                  <a:pt x="8889" y="22009"/>
                </a:moveTo>
                <a:lnTo>
                  <a:pt x="4895" y="20354"/>
                </a:lnTo>
                <a:lnTo>
                  <a:pt x="3244" y="18910"/>
                </a:lnTo>
                <a:lnTo>
                  <a:pt x="1800" y="17259"/>
                </a:lnTo>
                <a:lnTo>
                  <a:pt x="145" y="13265"/>
                </a:lnTo>
                <a:lnTo>
                  <a:pt x="0" y="11077"/>
                </a:lnTo>
                <a:lnTo>
                  <a:pt x="145" y="8889"/>
                </a:lnTo>
                <a:lnTo>
                  <a:pt x="1800" y="4895"/>
                </a:lnTo>
                <a:lnTo>
                  <a:pt x="3244" y="3244"/>
                </a:lnTo>
                <a:lnTo>
                  <a:pt x="4895" y="1800"/>
                </a:lnTo>
                <a:lnTo>
                  <a:pt x="8889" y="145"/>
                </a:lnTo>
                <a:lnTo>
                  <a:pt x="11077" y="0"/>
                </a:lnTo>
                <a:lnTo>
                  <a:pt x="13265" y="145"/>
                </a:lnTo>
                <a:lnTo>
                  <a:pt x="17259" y="1800"/>
                </a:lnTo>
                <a:lnTo>
                  <a:pt x="18910" y="3244"/>
                </a:lnTo>
                <a:lnTo>
                  <a:pt x="20354" y="4895"/>
                </a:lnTo>
                <a:lnTo>
                  <a:pt x="22009" y="8889"/>
                </a:lnTo>
                <a:lnTo>
                  <a:pt x="22155" y="11077"/>
                </a:lnTo>
                <a:lnTo>
                  <a:pt x="22009" y="13265"/>
                </a:lnTo>
                <a:lnTo>
                  <a:pt x="20354" y="17259"/>
                </a:lnTo>
                <a:lnTo>
                  <a:pt x="18910" y="18910"/>
                </a:lnTo>
                <a:lnTo>
                  <a:pt x="17259" y="20354"/>
                </a:lnTo>
                <a:lnTo>
                  <a:pt x="13265" y="22009"/>
                </a:lnTo>
                <a:lnTo>
                  <a:pt x="11077" y="22155"/>
                </a:lnTo>
                <a:lnTo>
                  <a:pt x="8889" y="22009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728" name="Shape 728"/>
          <p:cNvSpPr/>
          <p:nvPr/>
        </p:nvSpPr>
        <p:spPr>
          <a:xfrm>
            <a:off x="5338802" y="1963462"/>
            <a:ext cx="22406" cy="22406"/>
          </a:xfrm>
          <a:custGeom>
            <a:avLst/>
            <a:gdLst/>
            <a:ahLst/>
            <a:cxnLst/>
            <a:rect l="0" t="0" r="r" b="b"/>
            <a:pathLst>
              <a:path w="22406" h="22406">
                <a:moveTo>
                  <a:pt x="8990" y="22259"/>
                </a:moveTo>
                <a:lnTo>
                  <a:pt x="4950" y="20586"/>
                </a:lnTo>
                <a:lnTo>
                  <a:pt x="3281" y="19125"/>
                </a:lnTo>
                <a:lnTo>
                  <a:pt x="1820" y="17456"/>
                </a:lnTo>
                <a:lnTo>
                  <a:pt x="147" y="13416"/>
                </a:lnTo>
                <a:lnTo>
                  <a:pt x="0" y="11203"/>
                </a:lnTo>
                <a:lnTo>
                  <a:pt x="147" y="8990"/>
                </a:lnTo>
                <a:lnTo>
                  <a:pt x="1820" y="4950"/>
                </a:lnTo>
                <a:lnTo>
                  <a:pt x="3281" y="3281"/>
                </a:lnTo>
                <a:lnTo>
                  <a:pt x="4950" y="1820"/>
                </a:lnTo>
                <a:lnTo>
                  <a:pt x="8990" y="147"/>
                </a:lnTo>
                <a:lnTo>
                  <a:pt x="11203" y="0"/>
                </a:lnTo>
                <a:lnTo>
                  <a:pt x="13416" y="147"/>
                </a:lnTo>
                <a:lnTo>
                  <a:pt x="17456" y="1820"/>
                </a:lnTo>
                <a:lnTo>
                  <a:pt x="19125" y="3281"/>
                </a:lnTo>
                <a:lnTo>
                  <a:pt x="20586" y="4950"/>
                </a:lnTo>
                <a:lnTo>
                  <a:pt x="22259" y="8990"/>
                </a:lnTo>
                <a:lnTo>
                  <a:pt x="22406" y="11203"/>
                </a:lnTo>
                <a:lnTo>
                  <a:pt x="22259" y="13416"/>
                </a:lnTo>
                <a:lnTo>
                  <a:pt x="20586" y="17456"/>
                </a:lnTo>
                <a:lnTo>
                  <a:pt x="19125" y="19125"/>
                </a:lnTo>
                <a:lnTo>
                  <a:pt x="17456" y="20586"/>
                </a:lnTo>
                <a:lnTo>
                  <a:pt x="13416" y="22259"/>
                </a:lnTo>
                <a:lnTo>
                  <a:pt x="11203" y="22406"/>
                </a:lnTo>
                <a:lnTo>
                  <a:pt x="8990" y="2225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729" name="Shape 729"/>
          <p:cNvSpPr/>
          <p:nvPr/>
        </p:nvSpPr>
        <p:spPr>
          <a:xfrm>
            <a:off x="5348865" y="1966075"/>
            <a:ext cx="22574" cy="22574"/>
          </a:xfrm>
          <a:custGeom>
            <a:avLst/>
            <a:gdLst/>
            <a:ahLst/>
            <a:cxnLst/>
            <a:rect l="0" t="0" r="r" b="b"/>
            <a:pathLst>
              <a:path w="22574" h="22574">
                <a:moveTo>
                  <a:pt x="9057" y="22425"/>
                </a:moveTo>
                <a:lnTo>
                  <a:pt x="4987" y="20739"/>
                </a:lnTo>
                <a:lnTo>
                  <a:pt x="3305" y="19268"/>
                </a:lnTo>
                <a:lnTo>
                  <a:pt x="1834" y="17586"/>
                </a:lnTo>
                <a:lnTo>
                  <a:pt x="148" y="13516"/>
                </a:lnTo>
                <a:lnTo>
                  <a:pt x="0" y="11287"/>
                </a:lnTo>
                <a:lnTo>
                  <a:pt x="148" y="9057"/>
                </a:lnTo>
                <a:lnTo>
                  <a:pt x="1834" y="4987"/>
                </a:lnTo>
                <a:lnTo>
                  <a:pt x="3305" y="3305"/>
                </a:lnTo>
                <a:lnTo>
                  <a:pt x="4987" y="1834"/>
                </a:lnTo>
                <a:lnTo>
                  <a:pt x="9057" y="148"/>
                </a:lnTo>
                <a:lnTo>
                  <a:pt x="11287" y="0"/>
                </a:lnTo>
                <a:lnTo>
                  <a:pt x="13516" y="148"/>
                </a:lnTo>
                <a:lnTo>
                  <a:pt x="17586" y="1834"/>
                </a:lnTo>
                <a:lnTo>
                  <a:pt x="19268" y="3305"/>
                </a:lnTo>
                <a:lnTo>
                  <a:pt x="20739" y="4987"/>
                </a:lnTo>
                <a:lnTo>
                  <a:pt x="22425" y="9057"/>
                </a:lnTo>
                <a:lnTo>
                  <a:pt x="22574" y="11287"/>
                </a:lnTo>
                <a:lnTo>
                  <a:pt x="22425" y="13516"/>
                </a:lnTo>
                <a:lnTo>
                  <a:pt x="20739" y="17586"/>
                </a:lnTo>
                <a:lnTo>
                  <a:pt x="19268" y="19268"/>
                </a:lnTo>
                <a:lnTo>
                  <a:pt x="17586" y="20739"/>
                </a:lnTo>
                <a:lnTo>
                  <a:pt x="13516" y="22425"/>
                </a:lnTo>
                <a:lnTo>
                  <a:pt x="11287" y="22574"/>
                </a:lnTo>
                <a:lnTo>
                  <a:pt x="9057" y="22425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730" name="Shape 730"/>
          <p:cNvSpPr/>
          <p:nvPr/>
        </p:nvSpPr>
        <p:spPr>
          <a:xfrm>
            <a:off x="5359473" y="1968834"/>
            <a:ext cx="22738" cy="22738"/>
          </a:xfrm>
          <a:custGeom>
            <a:avLst/>
            <a:gdLst/>
            <a:ahLst/>
            <a:cxnLst/>
            <a:rect l="0" t="0" r="r" b="b"/>
            <a:pathLst>
              <a:path w="22738" h="22738">
                <a:moveTo>
                  <a:pt x="9123" y="22589"/>
                </a:moveTo>
                <a:lnTo>
                  <a:pt x="5024" y="20891"/>
                </a:lnTo>
                <a:lnTo>
                  <a:pt x="3330" y="19408"/>
                </a:lnTo>
                <a:lnTo>
                  <a:pt x="1847" y="17714"/>
                </a:lnTo>
                <a:lnTo>
                  <a:pt x="149" y="13615"/>
                </a:lnTo>
                <a:lnTo>
                  <a:pt x="0" y="11369"/>
                </a:lnTo>
                <a:lnTo>
                  <a:pt x="149" y="9123"/>
                </a:lnTo>
                <a:lnTo>
                  <a:pt x="1847" y="5024"/>
                </a:lnTo>
                <a:lnTo>
                  <a:pt x="3330" y="3330"/>
                </a:lnTo>
                <a:lnTo>
                  <a:pt x="5024" y="1847"/>
                </a:lnTo>
                <a:lnTo>
                  <a:pt x="9123" y="149"/>
                </a:lnTo>
                <a:lnTo>
                  <a:pt x="11369" y="0"/>
                </a:lnTo>
                <a:lnTo>
                  <a:pt x="13615" y="149"/>
                </a:lnTo>
                <a:lnTo>
                  <a:pt x="17714" y="1847"/>
                </a:lnTo>
                <a:lnTo>
                  <a:pt x="19408" y="3330"/>
                </a:lnTo>
                <a:lnTo>
                  <a:pt x="20891" y="5024"/>
                </a:lnTo>
                <a:lnTo>
                  <a:pt x="22589" y="9123"/>
                </a:lnTo>
                <a:lnTo>
                  <a:pt x="22738" y="11369"/>
                </a:lnTo>
                <a:lnTo>
                  <a:pt x="22589" y="13615"/>
                </a:lnTo>
                <a:lnTo>
                  <a:pt x="20891" y="17714"/>
                </a:lnTo>
                <a:lnTo>
                  <a:pt x="19408" y="19408"/>
                </a:lnTo>
                <a:lnTo>
                  <a:pt x="17714" y="20891"/>
                </a:lnTo>
                <a:lnTo>
                  <a:pt x="13615" y="22589"/>
                </a:lnTo>
                <a:lnTo>
                  <a:pt x="11369" y="22738"/>
                </a:lnTo>
                <a:lnTo>
                  <a:pt x="9123" y="22589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731" name="Shape 731"/>
          <p:cNvSpPr/>
          <p:nvPr/>
        </p:nvSpPr>
        <p:spPr>
          <a:xfrm>
            <a:off x="5376505" y="1973270"/>
            <a:ext cx="22984" cy="22984"/>
          </a:xfrm>
          <a:custGeom>
            <a:avLst/>
            <a:gdLst/>
            <a:ahLst/>
            <a:cxnLst/>
            <a:rect l="0" t="0" r="r" b="b"/>
            <a:pathLst>
              <a:path w="22984" h="22984">
                <a:moveTo>
                  <a:pt x="9221" y="22832"/>
                </a:moveTo>
                <a:lnTo>
                  <a:pt x="5078" y="21116"/>
                </a:lnTo>
                <a:lnTo>
                  <a:pt x="3365" y="19618"/>
                </a:lnTo>
                <a:lnTo>
                  <a:pt x="1867" y="17905"/>
                </a:lnTo>
                <a:lnTo>
                  <a:pt x="151" y="13762"/>
                </a:lnTo>
                <a:lnTo>
                  <a:pt x="0" y="11492"/>
                </a:lnTo>
                <a:lnTo>
                  <a:pt x="151" y="9221"/>
                </a:lnTo>
                <a:lnTo>
                  <a:pt x="1867" y="5078"/>
                </a:lnTo>
                <a:lnTo>
                  <a:pt x="3365" y="3365"/>
                </a:lnTo>
                <a:lnTo>
                  <a:pt x="5078" y="1867"/>
                </a:lnTo>
                <a:lnTo>
                  <a:pt x="9221" y="151"/>
                </a:lnTo>
                <a:lnTo>
                  <a:pt x="11492" y="0"/>
                </a:lnTo>
                <a:lnTo>
                  <a:pt x="13762" y="151"/>
                </a:lnTo>
                <a:lnTo>
                  <a:pt x="17905" y="1867"/>
                </a:lnTo>
                <a:lnTo>
                  <a:pt x="19618" y="3365"/>
                </a:lnTo>
                <a:lnTo>
                  <a:pt x="21116" y="5078"/>
                </a:lnTo>
                <a:lnTo>
                  <a:pt x="22832" y="9221"/>
                </a:lnTo>
                <a:lnTo>
                  <a:pt x="22984" y="11492"/>
                </a:lnTo>
                <a:lnTo>
                  <a:pt x="22832" y="13762"/>
                </a:lnTo>
                <a:lnTo>
                  <a:pt x="21116" y="17905"/>
                </a:lnTo>
                <a:lnTo>
                  <a:pt x="19618" y="19618"/>
                </a:lnTo>
                <a:lnTo>
                  <a:pt x="17905" y="21116"/>
                </a:lnTo>
                <a:lnTo>
                  <a:pt x="13762" y="22832"/>
                </a:lnTo>
                <a:lnTo>
                  <a:pt x="11492" y="22984"/>
                </a:lnTo>
                <a:lnTo>
                  <a:pt x="9221" y="22832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732" name="Shape 732"/>
          <p:cNvSpPr/>
          <p:nvPr/>
        </p:nvSpPr>
        <p:spPr>
          <a:xfrm>
            <a:off x="5395035" y="1978105"/>
            <a:ext cx="23228" cy="23228"/>
          </a:xfrm>
          <a:custGeom>
            <a:avLst/>
            <a:gdLst/>
            <a:ahLst/>
            <a:cxnLst/>
            <a:rect l="0" t="0" r="r" b="b"/>
            <a:pathLst>
              <a:path w="23228" h="23228">
                <a:moveTo>
                  <a:pt x="9319" y="23075"/>
                </a:moveTo>
                <a:lnTo>
                  <a:pt x="5132" y="21340"/>
                </a:lnTo>
                <a:lnTo>
                  <a:pt x="3401" y="19826"/>
                </a:lnTo>
                <a:lnTo>
                  <a:pt x="1887" y="18096"/>
                </a:lnTo>
                <a:lnTo>
                  <a:pt x="152" y="13908"/>
                </a:lnTo>
                <a:lnTo>
                  <a:pt x="0" y="11614"/>
                </a:lnTo>
                <a:lnTo>
                  <a:pt x="152" y="9319"/>
                </a:lnTo>
                <a:lnTo>
                  <a:pt x="1887" y="5132"/>
                </a:lnTo>
                <a:lnTo>
                  <a:pt x="3401" y="3401"/>
                </a:lnTo>
                <a:lnTo>
                  <a:pt x="5132" y="1887"/>
                </a:lnTo>
                <a:lnTo>
                  <a:pt x="9319" y="152"/>
                </a:lnTo>
                <a:lnTo>
                  <a:pt x="11614" y="0"/>
                </a:lnTo>
                <a:lnTo>
                  <a:pt x="13908" y="152"/>
                </a:lnTo>
                <a:lnTo>
                  <a:pt x="18096" y="1887"/>
                </a:lnTo>
                <a:lnTo>
                  <a:pt x="19826" y="3401"/>
                </a:lnTo>
                <a:lnTo>
                  <a:pt x="21340" y="5132"/>
                </a:lnTo>
                <a:lnTo>
                  <a:pt x="23075" y="9319"/>
                </a:lnTo>
                <a:lnTo>
                  <a:pt x="23228" y="11614"/>
                </a:lnTo>
                <a:lnTo>
                  <a:pt x="23075" y="13908"/>
                </a:lnTo>
                <a:lnTo>
                  <a:pt x="21340" y="18096"/>
                </a:lnTo>
                <a:lnTo>
                  <a:pt x="19826" y="19826"/>
                </a:lnTo>
                <a:lnTo>
                  <a:pt x="18096" y="21340"/>
                </a:lnTo>
                <a:lnTo>
                  <a:pt x="13908" y="23075"/>
                </a:lnTo>
                <a:lnTo>
                  <a:pt x="11614" y="23228"/>
                </a:lnTo>
                <a:lnTo>
                  <a:pt x="9319" y="23075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733" name="Shape 733"/>
          <p:cNvSpPr/>
          <p:nvPr/>
        </p:nvSpPr>
        <p:spPr>
          <a:xfrm>
            <a:off x="5408321" y="1981578"/>
            <a:ext cx="23389" cy="23389"/>
          </a:xfrm>
          <a:custGeom>
            <a:avLst/>
            <a:gdLst/>
            <a:ahLst/>
            <a:cxnLst/>
            <a:rect l="0" t="0" r="r" b="b"/>
            <a:pathLst>
              <a:path w="23389" h="23389">
                <a:moveTo>
                  <a:pt x="9384" y="23234"/>
                </a:moveTo>
                <a:lnTo>
                  <a:pt x="5167" y="21488"/>
                </a:lnTo>
                <a:lnTo>
                  <a:pt x="3425" y="19963"/>
                </a:lnTo>
                <a:lnTo>
                  <a:pt x="1900" y="18221"/>
                </a:lnTo>
                <a:lnTo>
                  <a:pt x="154" y="14004"/>
                </a:lnTo>
                <a:lnTo>
                  <a:pt x="0" y="11694"/>
                </a:lnTo>
                <a:lnTo>
                  <a:pt x="154" y="9384"/>
                </a:lnTo>
                <a:lnTo>
                  <a:pt x="1900" y="5167"/>
                </a:lnTo>
                <a:lnTo>
                  <a:pt x="3425" y="3425"/>
                </a:lnTo>
                <a:lnTo>
                  <a:pt x="5167" y="1900"/>
                </a:lnTo>
                <a:lnTo>
                  <a:pt x="9384" y="154"/>
                </a:lnTo>
                <a:lnTo>
                  <a:pt x="11694" y="0"/>
                </a:lnTo>
                <a:lnTo>
                  <a:pt x="14004" y="154"/>
                </a:lnTo>
                <a:lnTo>
                  <a:pt x="18221" y="1900"/>
                </a:lnTo>
                <a:lnTo>
                  <a:pt x="19963" y="3425"/>
                </a:lnTo>
                <a:lnTo>
                  <a:pt x="21488" y="5167"/>
                </a:lnTo>
                <a:lnTo>
                  <a:pt x="23234" y="9384"/>
                </a:lnTo>
                <a:lnTo>
                  <a:pt x="23389" y="11694"/>
                </a:lnTo>
                <a:lnTo>
                  <a:pt x="23234" y="14004"/>
                </a:lnTo>
                <a:lnTo>
                  <a:pt x="21488" y="18221"/>
                </a:lnTo>
                <a:lnTo>
                  <a:pt x="19963" y="19963"/>
                </a:lnTo>
                <a:lnTo>
                  <a:pt x="18221" y="21488"/>
                </a:lnTo>
                <a:lnTo>
                  <a:pt x="14004" y="23234"/>
                </a:lnTo>
                <a:lnTo>
                  <a:pt x="11694" y="23389"/>
                </a:lnTo>
                <a:lnTo>
                  <a:pt x="9384" y="23234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734" name="Shape 734"/>
          <p:cNvSpPr/>
          <p:nvPr/>
        </p:nvSpPr>
        <p:spPr>
          <a:xfrm>
            <a:off x="5429826" y="1987206"/>
            <a:ext cx="23626" cy="23626"/>
          </a:xfrm>
          <a:custGeom>
            <a:avLst/>
            <a:gdLst/>
            <a:ahLst/>
            <a:cxnLst/>
            <a:rect l="0" t="0" r="r" b="b"/>
            <a:pathLst>
              <a:path w="23626" h="23626">
                <a:moveTo>
                  <a:pt x="9479" y="23471"/>
                </a:moveTo>
                <a:lnTo>
                  <a:pt x="5220" y="21707"/>
                </a:lnTo>
                <a:lnTo>
                  <a:pt x="3460" y="20166"/>
                </a:lnTo>
                <a:lnTo>
                  <a:pt x="1919" y="18406"/>
                </a:lnTo>
                <a:lnTo>
                  <a:pt x="155" y="14147"/>
                </a:lnTo>
                <a:lnTo>
                  <a:pt x="0" y="11813"/>
                </a:lnTo>
                <a:lnTo>
                  <a:pt x="155" y="9479"/>
                </a:lnTo>
                <a:lnTo>
                  <a:pt x="1919" y="5220"/>
                </a:lnTo>
                <a:lnTo>
                  <a:pt x="3460" y="3460"/>
                </a:lnTo>
                <a:lnTo>
                  <a:pt x="5220" y="1919"/>
                </a:lnTo>
                <a:lnTo>
                  <a:pt x="9479" y="155"/>
                </a:lnTo>
                <a:lnTo>
                  <a:pt x="11813" y="0"/>
                </a:lnTo>
                <a:lnTo>
                  <a:pt x="14147" y="155"/>
                </a:lnTo>
                <a:lnTo>
                  <a:pt x="18406" y="1919"/>
                </a:lnTo>
                <a:lnTo>
                  <a:pt x="20166" y="3460"/>
                </a:lnTo>
                <a:lnTo>
                  <a:pt x="21707" y="5220"/>
                </a:lnTo>
                <a:lnTo>
                  <a:pt x="23471" y="9479"/>
                </a:lnTo>
                <a:lnTo>
                  <a:pt x="23626" y="11813"/>
                </a:lnTo>
                <a:lnTo>
                  <a:pt x="23471" y="14147"/>
                </a:lnTo>
                <a:lnTo>
                  <a:pt x="21707" y="18406"/>
                </a:lnTo>
                <a:lnTo>
                  <a:pt x="20166" y="20166"/>
                </a:lnTo>
                <a:lnTo>
                  <a:pt x="18406" y="21707"/>
                </a:lnTo>
                <a:lnTo>
                  <a:pt x="14147" y="23471"/>
                </a:lnTo>
                <a:lnTo>
                  <a:pt x="11813" y="23626"/>
                </a:lnTo>
                <a:lnTo>
                  <a:pt x="9479" y="23471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735" name="Shape 735"/>
          <p:cNvSpPr/>
          <p:nvPr/>
        </p:nvSpPr>
        <p:spPr>
          <a:xfrm>
            <a:off x="5453469" y="1993403"/>
            <a:ext cx="23863" cy="23863"/>
          </a:xfrm>
          <a:custGeom>
            <a:avLst/>
            <a:gdLst/>
            <a:ahLst/>
            <a:cxnLst/>
            <a:rect l="0" t="0" r="r" b="b"/>
            <a:pathLst>
              <a:path w="23863" h="23863">
                <a:moveTo>
                  <a:pt x="9574" y="23706"/>
                </a:moveTo>
                <a:lnTo>
                  <a:pt x="5272" y="21924"/>
                </a:lnTo>
                <a:lnTo>
                  <a:pt x="3494" y="20368"/>
                </a:lnTo>
                <a:lnTo>
                  <a:pt x="1939" y="18590"/>
                </a:lnTo>
                <a:lnTo>
                  <a:pt x="157" y="14288"/>
                </a:lnTo>
                <a:lnTo>
                  <a:pt x="0" y="11931"/>
                </a:lnTo>
                <a:lnTo>
                  <a:pt x="157" y="9574"/>
                </a:lnTo>
                <a:lnTo>
                  <a:pt x="1939" y="5272"/>
                </a:lnTo>
                <a:lnTo>
                  <a:pt x="3494" y="3494"/>
                </a:lnTo>
                <a:lnTo>
                  <a:pt x="5272" y="1939"/>
                </a:lnTo>
                <a:lnTo>
                  <a:pt x="9574" y="157"/>
                </a:lnTo>
                <a:lnTo>
                  <a:pt x="11931" y="0"/>
                </a:lnTo>
                <a:lnTo>
                  <a:pt x="14288" y="157"/>
                </a:lnTo>
                <a:lnTo>
                  <a:pt x="18590" y="1939"/>
                </a:lnTo>
                <a:lnTo>
                  <a:pt x="20368" y="3494"/>
                </a:lnTo>
                <a:lnTo>
                  <a:pt x="21924" y="5272"/>
                </a:lnTo>
                <a:lnTo>
                  <a:pt x="23706" y="9574"/>
                </a:lnTo>
                <a:lnTo>
                  <a:pt x="23863" y="11931"/>
                </a:lnTo>
                <a:lnTo>
                  <a:pt x="23706" y="14288"/>
                </a:lnTo>
                <a:lnTo>
                  <a:pt x="21924" y="18590"/>
                </a:lnTo>
                <a:lnTo>
                  <a:pt x="20368" y="20368"/>
                </a:lnTo>
                <a:lnTo>
                  <a:pt x="18590" y="21924"/>
                </a:lnTo>
                <a:lnTo>
                  <a:pt x="14288" y="23706"/>
                </a:lnTo>
                <a:lnTo>
                  <a:pt x="11931" y="23863"/>
                </a:lnTo>
                <a:lnTo>
                  <a:pt x="9574" y="23706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736" name="Shape 736"/>
          <p:cNvSpPr/>
          <p:nvPr/>
        </p:nvSpPr>
        <p:spPr>
          <a:xfrm>
            <a:off x="5470582" y="1997894"/>
            <a:ext cx="24018" cy="24018"/>
          </a:xfrm>
          <a:custGeom>
            <a:avLst/>
            <a:gdLst/>
            <a:ahLst/>
            <a:cxnLst/>
            <a:rect l="0" t="0" r="r" b="b"/>
            <a:pathLst>
              <a:path w="24018" h="24018">
                <a:moveTo>
                  <a:pt x="9636" y="23860"/>
                </a:moveTo>
                <a:lnTo>
                  <a:pt x="5306" y="22066"/>
                </a:lnTo>
                <a:lnTo>
                  <a:pt x="3517" y="20501"/>
                </a:lnTo>
                <a:lnTo>
                  <a:pt x="1951" y="18711"/>
                </a:lnTo>
                <a:lnTo>
                  <a:pt x="158" y="14381"/>
                </a:lnTo>
                <a:lnTo>
                  <a:pt x="0" y="12009"/>
                </a:lnTo>
                <a:lnTo>
                  <a:pt x="158" y="9636"/>
                </a:lnTo>
                <a:lnTo>
                  <a:pt x="1951" y="5306"/>
                </a:lnTo>
                <a:lnTo>
                  <a:pt x="3517" y="3517"/>
                </a:lnTo>
                <a:lnTo>
                  <a:pt x="5306" y="1951"/>
                </a:lnTo>
                <a:lnTo>
                  <a:pt x="9636" y="158"/>
                </a:lnTo>
                <a:lnTo>
                  <a:pt x="12009" y="0"/>
                </a:lnTo>
                <a:lnTo>
                  <a:pt x="14381" y="158"/>
                </a:lnTo>
                <a:lnTo>
                  <a:pt x="18711" y="1951"/>
                </a:lnTo>
                <a:lnTo>
                  <a:pt x="20501" y="3517"/>
                </a:lnTo>
                <a:lnTo>
                  <a:pt x="22066" y="5306"/>
                </a:lnTo>
                <a:lnTo>
                  <a:pt x="23860" y="9636"/>
                </a:lnTo>
                <a:lnTo>
                  <a:pt x="24018" y="12009"/>
                </a:lnTo>
                <a:lnTo>
                  <a:pt x="23860" y="14381"/>
                </a:lnTo>
                <a:lnTo>
                  <a:pt x="22066" y="18711"/>
                </a:lnTo>
                <a:lnTo>
                  <a:pt x="20501" y="20501"/>
                </a:lnTo>
                <a:lnTo>
                  <a:pt x="18711" y="22066"/>
                </a:lnTo>
                <a:lnTo>
                  <a:pt x="14381" y="23860"/>
                </a:lnTo>
                <a:lnTo>
                  <a:pt x="12009" y="24018"/>
                </a:lnTo>
                <a:lnTo>
                  <a:pt x="9636" y="23860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737" name="Shape 737"/>
          <p:cNvSpPr/>
          <p:nvPr/>
        </p:nvSpPr>
        <p:spPr>
          <a:xfrm>
            <a:off x="5498566" y="2005247"/>
            <a:ext cx="24250" cy="24250"/>
          </a:xfrm>
          <a:custGeom>
            <a:avLst/>
            <a:gdLst/>
            <a:ahLst/>
            <a:cxnLst/>
            <a:rect l="0" t="0" r="r" b="b"/>
            <a:pathLst>
              <a:path w="24250" h="24250">
                <a:moveTo>
                  <a:pt x="9729" y="24090"/>
                </a:moveTo>
                <a:lnTo>
                  <a:pt x="5358" y="22279"/>
                </a:lnTo>
                <a:lnTo>
                  <a:pt x="3551" y="20698"/>
                </a:lnTo>
                <a:lnTo>
                  <a:pt x="1970" y="18892"/>
                </a:lnTo>
                <a:lnTo>
                  <a:pt x="159" y="14520"/>
                </a:lnTo>
                <a:lnTo>
                  <a:pt x="0" y="12125"/>
                </a:lnTo>
                <a:lnTo>
                  <a:pt x="159" y="9729"/>
                </a:lnTo>
                <a:lnTo>
                  <a:pt x="1970" y="5358"/>
                </a:lnTo>
                <a:lnTo>
                  <a:pt x="3551" y="3551"/>
                </a:lnTo>
                <a:lnTo>
                  <a:pt x="5358" y="1970"/>
                </a:lnTo>
                <a:lnTo>
                  <a:pt x="9729" y="159"/>
                </a:lnTo>
                <a:lnTo>
                  <a:pt x="12125" y="0"/>
                </a:lnTo>
                <a:lnTo>
                  <a:pt x="14520" y="159"/>
                </a:lnTo>
                <a:lnTo>
                  <a:pt x="18892" y="1970"/>
                </a:lnTo>
                <a:lnTo>
                  <a:pt x="20698" y="3551"/>
                </a:lnTo>
                <a:lnTo>
                  <a:pt x="22279" y="5358"/>
                </a:lnTo>
                <a:lnTo>
                  <a:pt x="24090" y="9729"/>
                </a:lnTo>
                <a:lnTo>
                  <a:pt x="24250" y="12125"/>
                </a:lnTo>
                <a:lnTo>
                  <a:pt x="24090" y="14520"/>
                </a:lnTo>
                <a:lnTo>
                  <a:pt x="22279" y="18892"/>
                </a:lnTo>
                <a:lnTo>
                  <a:pt x="20698" y="20698"/>
                </a:lnTo>
                <a:lnTo>
                  <a:pt x="18892" y="22279"/>
                </a:lnTo>
                <a:lnTo>
                  <a:pt x="14520" y="24090"/>
                </a:lnTo>
                <a:lnTo>
                  <a:pt x="12125" y="24250"/>
                </a:lnTo>
                <a:lnTo>
                  <a:pt x="9729" y="24090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738" name="Shape 738"/>
          <p:cNvSpPr/>
          <p:nvPr/>
        </p:nvSpPr>
        <p:spPr>
          <a:xfrm>
            <a:off x="5529751" y="2013452"/>
            <a:ext cx="24477" cy="24477"/>
          </a:xfrm>
          <a:custGeom>
            <a:avLst/>
            <a:gdLst/>
            <a:ahLst/>
            <a:cxnLst/>
            <a:rect l="0" t="0" r="r" b="b"/>
            <a:pathLst>
              <a:path w="24477" h="24477">
                <a:moveTo>
                  <a:pt x="9821" y="24316"/>
                </a:moveTo>
                <a:lnTo>
                  <a:pt x="5408" y="22488"/>
                </a:lnTo>
                <a:lnTo>
                  <a:pt x="3584" y="20893"/>
                </a:lnTo>
                <a:lnTo>
                  <a:pt x="1989" y="19069"/>
                </a:lnTo>
                <a:lnTo>
                  <a:pt x="161" y="14656"/>
                </a:lnTo>
                <a:lnTo>
                  <a:pt x="0" y="12238"/>
                </a:lnTo>
                <a:lnTo>
                  <a:pt x="161" y="9821"/>
                </a:lnTo>
                <a:lnTo>
                  <a:pt x="1989" y="5408"/>
                </a:lnTo>
                <a:lnTo>
                  <a:pt x="3584" y="3584"/>
                </a:lnTo>
                <a:lnTo>
                  <a:pt x="5408" y="1989"/>
                </a:lnTo>
                <a:lnTo>
                  <a:pt x="9821" y="161"/>
                </a:lnTo>
                <a:lnTo>
                  <a:pt x="12238" y="0"/>
                </a:lnTo>
                <a:lnTo>
                  <a:pt x="14656" y="161"/>
                </a:lnTo>
                <a:lnTo>
                  <a:pt x="19069" y="1989"/>
                </a:lnTo>
                <a:lnTo>
                  <a:pt x="20893" y="3584"/>
                </a:lnTo>
                <a:lnTo>
                  <a:pt x="22488" y="5408"/>
                </a:lnTo>
                <a:lnTo>
                  <a:pt x="24316" y="9821"/>
                </a:lnTo>
                <a:lnTo>
                  <a:pt x="24477" y="12238"/>
                </a:lnTo>
                <a:lnTo>
                  <a:pt x="24316" y="14656"/>
                </a:lnTo>
                <a:lnTo>
                  <a:pt x="22488" y="19069"/>
                </a:lnTo>
                <a:lnTo>
                  <a:pt x="20893" y="20893"/>
                </a:lnTo>
                <a:lnTo>
                  <a:pt x="19069" y="22488"/>
                </a:lnTo>
                <a:lnTo>
                  <a:pt x="14656" y="24316"/>
                </a:lnTo>
                <a:lnTo>
                  <a:pt x="12238" y="24477"/>
                </a:lnTo>
                <a:lnTo>
                  <a:pt x="9821" y="2431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739" name="Shape 739"/>
          <p:cNvSpPr/>
          <p:nvPr/>
        </p:nvSpPr>
        <p:spPr>
          <a:xfrm>
            <a:off x="5552600" y="2019469"/>
            <a:ext cx="24626" cy="24626"/>
          </a:xfrm>
          <a:custGeom>
            <a:avLst/>
            <a:gdLst/>
            <a:ahLst/>
            <a:cxnLst/>
            <a:rect l="0" t="0" r="r" b="b"/>
            <a:pathLst>
              <a:path w="24626" h="24626">
                <a:moveTo>
                  <a:pt x="9880" y="24464"/>
                </a:moveTo>
                <a:lnTo>
                  <a:pt x="5441" y="22625"/>
                </a:lnTo>
                <a:lnTo>
                  <a:pt x="3606" y="21020"/>
                </a:lnTo>
                <a:lnTo>
                  <a:pt x="2001" y="19185"/>
                </a:lnTo>
                <a:lnTo>
                  <a:pt x="162" y="14745"/>
                </a:lnTo>
                <a:lnTo>
                  <a:pt x="0" y="12313"/>
                </a:lnTo>
                <a:lnTo>
                  <a:pt x="162" y="9880"/>
                </a:lnTo>
                <a:lnTo>
                  <a:pt x="2001" y="5441"/>
                </a:lnTo>
                <a:lnTo>
                  <a:pt x="3606" y="3606"/>
                </a:lnTo>
                <a:lnTo>
                  <a:pt x="5441" y="2001"/>
                </a:lnTo>
                <a:lnTo>
                  <a:pt x="9880" y="162"/>
                </a:lnTo>
                <a:lnTo>
                  <a:pt x="12313" y="0"/>
                </a:lnTo>
                <a:lnTo>
                  <a:pt x="14745" y="162"/>
                </a:lnTo>
                <a:lnTo>
                  <a:pt x="19185" y="2001"/>
                </a:lnTo>
                <a:lnTo>
                  <a:pt x="21020" y="3606"/>
                </a:lnTo>
                <a:lnTo>
                  <a:pt x="22625" y="5441"/>
                </a:lnTo>
                <a:lnTo>
                  <a:pt x="24464" y="9880"/>
                </a:lnTo>
                <a:lnTo>
                  <a:pt x="24626" y="12313"/>
                </a:lnTo>
                <a:lnTo>
                  <a:pt x="24464" y="14745"/>
                </a:lnTo>
                <a:lnTo>
                  <a:pt x="22625" y="19185"/>
                </a:lnTo>
                <a:lnTo>
                  <a:pt x="21020" y="21020"/>
                </a:lnTo>
                <a:lnTo>
                  <a:pt x="19185" y="22625"/>
                </a:lnTo>
                <a:lnTo>
                  <a:pt x="14745" y="24464"/>
                </a:lnTo>
                <a:lnTo>
                  <a:pt x="12313" y="24626"/>
                </a:lnTo>
                <a:lnTo>
                  <a:pt x="9880" y="24464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740" name="Shape 740"/>
          <p:cNvSpPr/>
          <p:nvPr/>
        </p:nvSpPr>
        <p:spPr>
          <a:xfrm>
            <a:off x="5577333" y="2025989"/>
            <a:ext cx="24773" cy="24773"/>
          </a:xfrm>
          <a:custGeom>
            <a:avLst/>
            <a:gdLst/>
            <a:ahLst/>
            <a:cxnLst/>
            <a:rect l="0" t="0" r="r" b="b"/>
            <a:pathLst>
              <a:path w="24773" h="24773">
                <a:moveTo>
                  <a:pt x="9939" y="24610"/>
                </a:moveTo>
                <a:lnTo>
                  <a:pt x="5473" y="22760"/>
                </a:lnTo>
                <a:lnTo>
                  <a:pt x="3627" y="21145"/>
                </a:lnTo>
                <a:lnTo>
                  <a:pt x="2013" y="19299"/>
                </a:lnTo>
                <a:lnTo>
                  <a:pt x="163" y="14833"/>
                </a:lnTo>
                <a:lnTo>
                  <a:pt x="0" y="12386"/>
                </a:lnTo>
                <a:lnTo>
                  <a:pt x="163" y="9939"/>
                </a:lnTo>
                <a:lnTo>
                  <a:pt x="2013" y="5473"/>
                </a:lnTo>
                <a:lnTo>
                  <a:pt x="3627" y="3627"/>
                </a:lnTo>
                <a:lnTo>
                  <a:pt x="5473" y="2013"/>
                </a:lnTo>
                <a:lnTo>
                  <a:pt x="9939" y="163"/>
                </a:lnTo>
                <a:lnTo>
                  <a:pt x="12386" y="0"/>
                </a:lnTo>
                <a:lnTo>
                  <a:pt x="14833" y="163"/>
                </a:lnTo>
                <a:lnTo>
                  <a:pt x="19299" y="2013"/>
                </a:lnTo>
                <a:lnTo>
                  <a:pt x="21145" y="3627"/>
                </a:lnTo>
                <a:lnTo>
                  <a:pt x="22760" y="5473"/>
                </a:lnTo>
                <a:lnTo>
                  <a:pt x="24610" y="9939"/>
                </a:lnTo>
                <a:lnTo>
                  <a:pt x="24773" y="12386"/>
                </a:lnTo>
                <a:lnTo>
                  <a:pt x="24610" y="14833"/>
                </a:lnTo>
                <a:lnTo>
                  <a:pt x="22760" y="19299"/>
                </a:lnTo>
                <a:lnTo>
                  <a:pt x="21145" y="21145"/>
                </a:lnTo>
                <a:lnTo>
                  <a:pt x="19299" y="22760"/>
                </a:lnTo>
                <a:lnTo>
                  <a:pt x="14833" y="24610"/>
                </a:lnTo>
                <a:lnTo>
                  <a:pt x="12386" y="24773"/>
                </a:lnTo>
                <a:lnTo>
                  <a:pt x="9939" y="24610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41" name="Shape 741"/>
          <p:cNvSpPr/>
          <p:nvPr/>
        </p:nvSpPr>
        <p:spPr>
          <a:xfrm>
            <a:off x="5618509" y="2036856"/>
            <a:ext cx="24983" cy="24983"/>
          </a:xfrm>
          <a:custGeom>
            <a:avLst/>
            <a:gdLst/>
            <a:ahLst/>
            <a:cxnLst/>
            <a:rect l="0" t="0" r="r" b="b"/>
            <a:pathLst>
              <a:path w="24983" h="24983">
                <a:moveTo>
                  <a:pt x="10024" y="24819"/>
                </a:moveTo>
                <a:lnTo>
                  <a:pt x="5520" y="22953"/>
                </a:lnTo>
                <a:lnTo>
                  <a:pt x="3658" y="21325"/>
                </a:lnTo>
                <a:lnTo>
                  <a:pt x="2030" y="19463"/>
                </a:lnTo>
                <a:lnTo>
                  <a:pt x="164" y="14959"/>
                </a:lnTo>
                <a:lnTo>
                  <a:pt x="0" y="12491"/>
                </a:lnTo>
                <a:lnTo>
                  <a:pt x="164" y="10024"/>
                </a:lnTo>
                <a:lnTo>
                  <a:pt x="2030" y="5520"/>
                </a:lnTo>
                <a:lnTo>
                  <a:pt x="3658" y="3658"/>
                </a:lnTo>
                <a:lnTo>
                  <a:pt x="5520" y="2030"/>
                </a:lnTo>
                <a:lnTo>
                  <a:pt x="10024" y="164"/>
                </a:lnTo>
                <a:lnTo>
                  <a:pt x="12491" y="0"/>
                </a:lnTo>
                <a:lnTo>
                  <a:pt x="14959" y="164"/>
                </a:lnTo>
                <a:lnTo>
                  <a:pt x="19463" y="2030"/>
                </a:lnTo>
                <a:lnTo>
                  <a:pt x="21325" y="3658"/>
                </a:lnTo>
                <a:lnTo>
                  <a:pt x="22953" y="5520"/>
                </a:lnTo>
                <a:lnTo>
                  <a:pt x="24819" y="10024"/>
                </a:lnTo>
                <a:lnTo>
                  <a:pt x="24983" y="12491"/>
                </a:lnTo>
                <a:lnTo>
                  <a:pt x="24819" y="14959"/>
                </a:lnTo>
                <a:lnTo>
                  <a:pt x="22953" y="19463"/>
                </a:lnTo>
                <a:lnTo>
                  <a:pt x="21325" y="21325"/>
                </a:lnTo>
                <a:lnTo>
                  <a:pt x="19463" y="22953"/>
                </a:lnTo>
                <a:lnTo>
                  <a:pt x="14959" y="24819"/>
                </a:lnTo>
                <a:lnTo>
                  <a:pt x="12491" y="24983"/>
                </a:lnTo>
                <a:lnTo>
                  <a:pt x="10024" y="24819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742" name="Shape 742"/>
          <p:cNvSpPr/>
          <p:nvPr/>
        </p:nvSpPr>
        <p:spPr>
          <a:xfrm>
            <a:off x="5665504" y="2049283"/>
            <a:ext cx="25155" cy="25155"/>
          </a:xfrm>
          <a:custGeom>
            <a:avLst/>
            <a:gdLst/>
            <a:ahLst/>
            <a:cxnLst/>
            <a:rect l="0" t="0" r="r" b="b"/>
            <a:pathLst>
              <a:path w="25155" h="25155">
                <a:moveTo>
                  <a:pt x="10092" y="24989"/>
                </a:moveTo>
                <a:lnTo>
                  <a:pt x="5557" y="23111"/>
                </a:lnTo>
                <a:lnTo>
                  <a:pt x="3683" y="21471"/>
                </a:lnTo>
                <a:lnTo>
                  <a:pt x="2044" y="19597"/>
                </a:lnTo>
                <a:lnTo>
                  <a:pt x="165" y="15062"/>
                </a:lnTo>
                <a:lnTo>
                  <a:pt x="0" y="12577"/>
                </a:lnTo>
                <a:lnTo>
                  <a:pt x="165" y="10092"/>
                </a:lnTo>
                <a:lnTo>
                  <a:pt x="2044" y="5557"/>
                </a:lnTo>
                <a:lnTo>
                  <a:pt x="3683" y="3683"/>
                </a:lnTo>
                <a:lnTo>
                  <a:pt x="5557" y="2044"/>
                </a:lnTo>
                <a:lnTo>
                  <a:pt x="10092" y="165"/>
                </a:lnTo>
                <a:lnTo>
                  <a:pt x="12577" y="0"/>
                </a:lnTo>
                <a:lnTo>
                  <a:pt x="15062" y="165"/>
                </a:lnTo>
                <a:lnTo>
                  <a:pt x="19597" y="2044"/>
                </a:lnTo>
                <a:lnTo>
                  <a:pt x="21471" y="3683"/>
                </a:lnTo>
                <a:lnTo>
                  <a:pt x="23111" y="5557"/>
                </a:lnTo>
                <a:lnTo>
                  <a:pt x="24989" y="10092"/>
                </a:lnTo>
                <a:lnTo>
                  <a:pt x="25155" y="12577"/>
                </a:lnTo>
                <a:lnTo>
                  <a:pt x="24989" y="15062"/>
                </a:lnTo>
                <a:lnTo>
                  <a:pt x="23111" y="19597"/>
                </a:lnTo>
                <a:lnTo>
                  <a:pt x="21471" y="21471"/>
                </a:lnTo>
                <a:lnTo>
                  <a:pt x="19597" y="23111"/>
                </a:lnTo>
                <a:lnTo>
                  <a:pt x="15062" y="24989"/>
                </a:lnTo>
                <a:lnTo>
                  <a:pt x="12577" y="25155"/>
                </a:lnTo>
                <a:lnTo>
                  <a:pt x="10092" y="24989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743" name="Shape 743"/>
          <p:cNvSpPr/>
          <p:nvPr/>
        </p:nvSpPr>
        <p:spPr>
          <a:xfrm>
            <a:off x="5700734" y="2058637"/>
            <a:ext cx="25181" cy="25181"/>
          </a:xfrm>
          <a:custGeom>
            <a:avLst/>
            <a:gdLst/>
            <a:ahLst/>
            <a:cxnLst/>
            <a:rect l="0" t="0" r="r" b="b"/>
            <a:pathLst>
              <a:path w="25181" h="25181">
                <a:moveTo>
                  <a:pt x="10103" y="25015"/>
                </a:moveTo>
                <a:lnTo>
                  <a:pt x="5563" y="23134"/>
                </a:lnTo>
                <a:lnTo>
                  <a:pt x="3687" y="21493"/>
                </a:lnTo>
                <a:lnTo>
                  <a:pt x="2046" y="19617"/>
                </a:lnTo>
                <a:lnTo>
                  <a:pt x="165" y="15077"/>
                </a:lnTo>
                <a:lnTo>
                  <a:pt x="0" y="12590"/>
                </a:lnTo>
                <a:lnTo>
                  <a:pt x="165" y="10103"/>
                </a:lnTo>
                <a:lnTo>
                  <a:pt x="2046" y="5563"/>
                </a:lnTo>
                <a:lnTo>
                  <a:pt x="3687" y="3687"/>
                </a:lnTo>
                <a:lnTo>
                  <a:pt x="5563" y="2046"/>
                </a:lnTo>
                <a:lnTo>
                  <a:pt x="10103" y="165"/>
                </a:lnTo>
                <a:lnTo>
                  <a:pt x="12590" y="0"/>
                </a:lnTo>
                <a:lnTo>
                  <a:pt x="15077" y="165"/>
                </a:lnTo>
                <a:lnTo>
                  <a:pt x="19617" y="2046"/>
                </a:lnTo>
                <a:lnTo>
                  <a:pt x="21493" y="3687"/>
                </a:lnTo>
                <a:lnTo>
                  <a:pt x="23134" y="5563"/>
                </a:lnTo>
                <a:lnTo>
                  <a:pt x="25015" y="10103"/>
                </a:lnTo>
                <a:lnTo>
                  <a:pt x="25181" y="12590"/>
                </a:lnTo>
                <a:lnTo>
                  <a:pt x="25015" y="15077"/>
                </a:lnTo>
                <a:lnTo>
                  <a:pt x="23134" y="19617"/>
                </a:lnTo>
                <a:lnTo>
                  <a:pt x="21493" y="21493"/>
                </a:lnTo>
                <a:lnTo>
                  <a:pt x="19617" y="23134"/>
                </a:lnTo>
                <a:lnTo>
                  <a:pt x="15077" y="25015"/>
                </a:lnTo>
                <a:lnTo>
                  <a:pt x="12590" y="25181"/>
                </a:lnTo>
                <a:lnTo>
                  <a:pt x="10103" y="2501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744" name="Shape 744"/>
          <p:cNvSpPr/>
          <p:nvPr/>
        </p:nvSpPr>
        <p:spPr>
          <a:xfrm>
            <a:off x="5760680" y="2074621"/>
            <a:ext cx="25039" cy="25039"/>
          </a:xfrm>
          <a:custGeom>
            <a:avLst/>
            <a:gdLst/>
            <a:ahLst/>
            <a:cxnLst/>
            <a:rect l="0" t="0" r="r" b="b"/>
            <a:pathLst>
              <a:path w="25039" h="25039">
                <a:moveTo>
                  <a:pt x="10046" y="24874"/>
                </a:moveTo>
                <a:lnTo>
                  <a:pt x="5532" y="23005"/>
                </a:lnTo>
                <a:lnTo>
                  <a:pt x="3666" y="21372"/>
                </a:lnTo>
                <a:lnTo>
                  <a:pt x="2034" y="19507"/>
                </a:lnTo>
                <a:lnTo>
                  <a:pt x="164" y="14993"/>
                </a:lnTo>
                <a:lnTo>
                  <a:pt x="0" y="12519"/>
                </a:lnTo>
                <a:lnTo>
                  <a:pt x="164" y="10046"/>
                </a:lnTo>
                <a:lnTo>
                  <a:pt x="2034" y="5532"/>
                </a:lnTo>
                <a:lnTo>
                  <a:pt x="3666" y="3666"/>
                </a:lnTo>
                <a:lnTo>
                  <a:pt x="5532" y="2034"/>
                </a:lnTo>
                <a:lnTo>
                  <a:pt x="10046" y="164"/>
                </a:lnTo>
                <a:lnTo>
                  <a:pt x="12519" y="0"/>
                </a:lnTo>
                <a:lnTo>
                  <a:pt x="14993" y="164"/>
                </a:lnTo>
                <a:lnTo>
                  <a:pt x="19507" y="2034"/>
                </a:lnTo>
                <a:lnTo>
                  <a:pt x="21372" y="3666"/>
                </a:lnTo>
                <a:lnTo>
                  <a:pt x="23005" y="5532"/>
                </a:lnTo>
                <a:lnTo>
                  <a:pt x="24874" y="10046"/>
                </a:lnTo>
                <a:lnTo>
                  <a:pt x="25039" y="12519"/>
                </a:lnTo>
                <a:lnTo>
                  <a:pt x="24874" y="14993"/>
                </a:lnTo>
                <a:lnTo>
                  <a:pt x="23005" y="19507"/>
                </a:lnTo>
                <a:lnTo>
                  <a:pt x="21372" y="21372"/>
                </a:lnTo>
                <a:lnTo>
                  <a:pt x="19507" y="23005"/>
                </a:lnTo>
                <a:lnTo>
                  <a:pt x="14993" y="24874"/>
                </a:lnTo>
                <a:lnTo>
                  <a:pt x="12519" y="25039"/>
                </a:lnTo>
                <a:lnTo>
                  <a:pt x="10046" y="24874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745" name="Shape 745"/>
          <p:cNvSpPr/>
          <p:nvPr/>
        </p:nvSpPr>
        <p:spPr>
          <a:xfrm>
            <a:off x="5831011" y="2093388"/>
            <a:ext cx="24835" cy="24835"/>
          </a:xfrm>
          <a:custGeom>
            <a:avLst/>
            <a:gdLst/>
            <a:ahLst/>
            <a:cxnLst/>
            <a:rect l="0" t="0" r="r" b="b"/>
            <a:pathLst>
              <a:path w="24835" h="24835">
                <a:moveTo>
                  <a:pt x="9964" y="24672"/>
                </a:moveTo>
                <a:lnTo>
                  <a:pt x="5487" y="22817"/>
                </a:lnTo>
                <a:lnTo>
                  <a:pt x="3637" y="21198"/>
                </a:lnTo>
                <a:lnTo>
                  <a:pt x="2018" y="19348"/>
                </a:lnTo>
                <a:lnTo>
                  <a:pt x="163" y="14871"/>
                </a:lnTo>
                <a:lnTo>
                  <a:pt x="0" y="12417"/>
                </a:lnTo>
                <a:lnTo>
                  <a:pt x="163" y="9964"/>
                </a:lnTo>
                <a:lnTo>
                  <a:pt x="2018" y="5487"/>
                </a:lnTo>
                <a:lnTo>
                  <a:pt x="3637" y="3637"/>
                </a:lnTo>
                <a:lnTo>
                  <a:pt x="5487" y="2018"/>
                </a:lnTo>
                <a:lnTo>
                  <a:pt x="9964" y="163"/>
                </a:lnTo>
                <a:lnTo>
                  <a:pt x="12417" y="0"/>
                </a:lnTo>
                <a:lnTo>
                  <a:pt x="14871" y="163"/>
                </a:lnTo>
                <a:lnTo>
                  <a:pt x="19348" y="2018"/>
                </a:lnTo>
                <a:lnTo>
                  <a:pt x="21198" y="3637"/>
                </a:lnTo>
                <a:lnTo>
                  <a:pt x="22817" y="5487"/>
                </a:lnTo>
                <a:lnTo>
                  <a:pt x="24672" y="9964"/>
                </a:lnTo>
                <a:lnTo>
                  <a:pt x="24835" y="12417"/>
                </a:lnTo>
                <a:lnTo>
                  <a:pt x="24672" y="14871"/>
                </a:lnTo>
                <a:lnTo>
                  <a:pt x="22817" y="19348"/>
                </a:lnTo>
                <a:lnTo>
                  <a:pt x="21198" y="21198"/>
                </a:lnTo>
                <a:lnTo>
                  <a:pt x="19348" y="22817"/>
                </a:lnTo>
                <a:lnTo>
                  <a:pt x="14871" y="24672"/>
                </a:lnTo>
                <a:lnTo>
                  <a:pt x="12417" y="24835"/>
                </a:lnTo>
                <a:lnTo>
                  <a:pt x="9964" y="24672"/>
                </a:lnTo>
                <a:close/>
              </a:path>
            </a:pathLst>
          </a:custGeom>
          <a:solidFill>
            <a:srgbClr val="7BCF7E"/>
          </a:solidFill>
          <a:ln>
            <a:noFill/>
          </a:ln>
        </p:spPr>
      </p:sp>
      <p:sp>
        <p:nvSpPr>
          <p:cNvPr id="746" name="Shape 746"/>
          <p:cNvSpPr/>
          <p:nvPr/>
        </p:nvSpPr>
        <p:spPr>
          <a:xfrm>
            <a:off x="5885060" y="2107807"/>
            <a:ext cx="24690" cy="24690"/>
          </a:xfrm>
          <a:custGeom>
            <a:avLst/>
            <a:gdLst/>
            <a:ahLst/>
            <a:cxnLst/>
            <a:rect l="0" t="0" r="r" b="b"/>
            <a:pathLst>
              <a:path w="24690" h="24690">
                <a:moveTo>
                  <a:pt x="9906" y="24528"/>
                </a:moveTo>
                <a:lnTo>
                  <a:pt x="5455" y="22684"/>
                </a:lnTo>
                <a:lnTo>
                  <a:pt x="3615" y="21074"/>
                </a:lnTo>
                <a:lnTo>
                  <a:pt x="2006" y="19235"/>
                </a:lnTo>
                <a:lnTo>
                  <a:pt x="162" y="14784"/>
                </a:lnTo>
                <a:lnTo>
                  <a:pt x="0" y="12345"/>
                </a:lnTo>
                <a:lnTo>
                  <a:pt x="162" y="9906"/>
                </a:lnTo>
                <a:lnTo>
                  <a:pt x="2006" y="5455"/>
                </a:lnTo>
                <a:lnTo>
                  <a:pt x="3615" y="3615"/>
                </a:lnTo>
                <a:lnTo>
                  <a:pt x="5455" y="2006"/>
                </a:lnTo>
                <a:lnTo>
                  <a:pt x="9906" y="162"/>
                </a:lnTo>
                <a:lnTo>
                  <a:pt x="12345" y="0"/>
                </a:lnTo>
                <a:lnTo>
                  <a:pt x="14784" y="162"/>
                </a:lnTo>
                <a:lnTo>
                  <a:pt x="19235" y="2006"/>
                </a:lnTo>
                <a:lnTo>
                  <a:pt x="21074" y="3615"/>
                </a:lnTo>
                <a:lnTo>
                  <a:pt x="22684" y="5455"/>
                </a:lnTo>
                <a:lnTo>
                  <a:pt x="24528" y="9906"/>
                </a:lnTo>
                <a:lnTo>
                  <a:pt x="24690" y="12345"/>
                </a:lnTo>
                <a:lnTo>
                  <a:pt x="24528" y="14784"/>
                </a:lnTo>
                <a:lnTo>
                  <a:pt x="22684" y="19235"/>
                </a:lnTo>
                <a:lnTo>
                  <a:pt x="21074" y="21074"/>
                </a:lnTo>
                <a:lnTo>
                  <a:pt x="19235" y="22684"/>
                </a:lnTo>
                <a:lnTo>
                  <a:pt x="14784" y="24528"/>
                </a:lnTo>
                <a:lnTo>
                  <a:pt x="12345" y="24690"/>
                </a:lnTo>
                <a:lnTo>
                  <a:pt x="9906" y="24528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47" name="Shape 747"/>
          <p:cNvSpPr/>
          <p:nvPr/>
        </p:nvSpPr>
        <p:spPr>
          <a:xfrm>
            <a:off x="5979768" y="2133060"/>
            <a:ext cx="24466" cy="24466"/>
          </a:xfrm>
          <a:custGeom>
            <a:avLst/>
            <a:gdLst/>
            <a:ahLst/>
            <a:cxnLst/>
            <a:rect l="0" t="0" r="r" b="b"/>
            <a:pathLst>
              <a:path w="24466" h="24466">
                <a:moveTo>
                  <a:pt x="9816" y="24305"/>
                </a:moveTo>
                <a:lnTo>
                  <a:pt x="5405" y="22478"/>
                </a:lnTo>
                <a:lnTo>
                  <a:pt x="3583" y="20883"/>
                </a:lnTo>
                <a:lnTo>
                  <a:pt x="1988" y="19060"/>
                </a:lnTo>
                <a:lnTo>
                  <a:pt x="161" y="14650"/>
                </a:lnTo>
                <a:lnTo>
                  <a:pt x="0" y="12233"/>
                </a:lnTo>
                <a:lnTo>
                  <a:pt x="161" y="9816"/>
                </a:lnTo>
                <a:lnTo>
                  <a:pt x="1988" y="5405"/>
                </a:lnTo>
                <a:lnTo>
                  <a:pt x="3583" y="3583"/>
                </a:lnTo>
                <a:lnTo>
                  <a:pt x="5405" y="1988"/>
                </a:lnTo>
                <a:lnTo>
                  <a:pt x="9816" y="161"/>
                </a:lnTo>
                <a:lnTo>
                  <a:pt x="12233" y="0"/>
                </a:lnTo>
                <a:lnTo>
                  <a:pt x="14650" y="161"/>
                </a:lnTo>
                <a:lnTo>
                  <a:pt x="19060" y="1988"/>
                </a:lnTo>
                <a:lnTo>
                  <a:pt x="20883" y="3583"/>
                </a:lnTo>
                <a:lnTo>
                  <a:pt x="22478" y="5405"/>
                </a:lnTo>
                <a:lnTo>
                  <a:pt x="24305" y="9816"/>
                </a:lnTo>
                <a:lnTo>
                  <a:pt x="24466" y="12233"/>
                </a:lnTo>
                <a:lnTo>
                  <a:pt x="24305" y="14650"/>
                </a:lnTo>
                <a:lnTo>
                  <a:pt x="22478" y="19060"/>
                </a:lnTo>
                <a:lnTo>
                  <a:pt x="20883" y="20883"/>
                </a:lnTo>
                <a:lnTo>
                  <a:pt x="19060" y="22478"/>
                </a:lnTo>
                <a:lnTo>
                  <a:pt x="14650" y="24305"/>
                </a:lnTo>
                <a:lnTo>
                  <a:pt x="12233" y="24466"/>
                </a:lnTo>
                <a:lnTo>
                  <a:pt x="9816" y="24305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748" name="Shape 748"/>
          <p:cNvSpPr/>
          <p:nvPr/>
        </p:nvSpPr>
        <p:spPr>
          <a:xfrm>
            <a:off x="6095734" y="2163965"/>
            <a:ext cx="24238" cy="24238"/>
          </a:xfrm>
          <a:custGeom>
            <a:avLst/>
            <a:gdLst/>
            <a:ahLst/>
            <a:cxnLst/>
            <a:rect l="0" t="0" r="r" b="b"/>
            <a:pathLst>
              <a:path w="24238" h="24238">
                <a:moveTo>
                  <a:pt x="9725" y="24079"/>
                </a:moveTo>
                <a:lnTo>
                  <a:pt x="5355" y="22269"/>
                </a:lnTo>
                <a:lnTo>
                  <a:pt x="3549" y="20689"/>
                </a:lnTo>
                <a:lnTo>
                  <a:pt x="1969" y="18883"/>
                </a:lnTo>
                <a:lnTo>
                  <a:pt x="159" y="14513"/>
                </a:lnTo>
                <a:lnTo>
                  <a:pt x="0" y="12119"/>
                </a:lnTo>
                <a:lnTo>
                  <a:pt x="159" y="9725"/>
                </a:lnTo>
                <a:lnTo>
                  <a:pt x="1969" y="5355"/>
                </a:lnTo>
                <a:lnTo>
                  <a:pt x="3549" y="3549"/>
                </a:lnTo>
                <a:lnTo>
                  <a:pt x="5355" y="1969"/>
                </a:lnTo>
                <a:lnTo>
                  <a:pt x="9725" y="159"/>
                </a:lnTo>
                <a:lnTo>
                  <a:pt x="12119" y="0"/>
                </a:lnTo>
                <a:lnTo>
                  <a:pt x="14513" y="159"/>
                </a:lnTo>
                <a:lnTo>
                  <a:pt x="18883" y="1969"/>
                </a:lnTo>
                <a:lnTo>
                  <a:pt x="20689" y="3549"/>
                </a:lnTo>
                <a:lnTo>
                  <a:pt x="22269" y="5355"/>
                </a:lnTo>
                <a:lnTo>
                  <a:pt x="24079" y="9725"/>
                </a:lnTo>
                <a:lnTo>
                  <a:pt x="24238" y="12119"/>
                </a:lnTo>
                <a:lnTo>
                  <a:pt x="24079" y="14513"/>
                </a:lnTo>
                <a:lnTo>
                  <a:pt x="22269" y="18883"/>
                </a:lnTo>
                <a:lnTo>
                  <a:pt x="20689" y="20689"/>
                </a:lnTo>
                <a:lnTo>
                  <a:pt x="18883" y="22269"/>
                </a:lnTo>
                <a:lnTo>
                  <a:pt x="14513" y="24079"/>
                </a:lnTo>
                <a:lnTo>
                  <a:pt x="12119" y="24238"/>
                </a:lnTo>
                <a:lnTo>
                  <a:pt x="9725" y="24079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749" name="Shape 749"/>
          <p:cNvSpPr/>
          <p:nvPr/>
        </p:nvSpPr>
        <p:spPr>
          <a:xfrm>
            <a:off x="6188678" y="2188724"/>
            <a:ext cx="24085" cy="24085"/>
          </a:xfrm>
          <a:custGeom>
            <a:avLst/>
            <a:gdLst/>
            <a:ahLst/>
            <a:cxnLst/>
            <a:rect l="0" t="0" r="r" b="b"/>
            <a:pathLst>
              <a:path w="24085" h="24085">
                <a:moveTo>
                  <a:pt x="9663" y="23927"/>
                </a:moveTo>
                <a:lnTo>
                  <a:pt x="5321" y="22128"/>
                </a:lnTo>
                <a:lnTo>
                  <a:pt x="3527" y="20558"/>
                </a:lnTo>
                <a:lnTo>
                  <a:pt x="1957" y="18764"/>
                </a:lnTo>
                <a:lnTo>
                  <a:pt x="158" y="14421"/>
                </a:lnTo>
                <a:lnTo>
                  <a:pt x="0" y="12042"/>
                </a:lnTo>
                <a:lnTo>
                  <a:pt x="158" y="9663"/>
                </a:lnTo>
                <a:lnTo>
                  <a:pt x="1957" y="5321"/>
                </a:lnTo>
                <a:lnTo>
                  <a:pt x="3527" y="3527"/>
                </a:lnTo>
                <a:lnTo>
                  <a:pt x="5321" y="1957"/>
                </a:lnTo>
                <a:lnTo>
                  <a:pt x="9663" y="158"/>
                </a:lnTo>
                <a:lnTo>
                  <a:pt x="12042" y="0"/>
                </a:lnTo>
                <a:lnTo>
                  <a:pt x="14421" y="158"/>
                </a:lnTo>
                <a:lnTo>
                  <a:pt x="18764" y="1957"/>
                </a:lnTo>
                <a:lnTo>
                  <a:pt x="20558" y="3527"/>
                </a:lnTo>
                <a:lnTo>
                  <a:pt x="22128" y="5321"/>
                </a:lnTo>
                <a:lnTo>
                  <a:pt x="23927" y="9663"/>
                </a:lnTo>
                <a:lnTo>
                  <a:pt x="24085" y="12042"/>
                </a:lnTo>
                <a:lnTo>
                  <a:pt x="23927" y="14421"/>
                </a:lnTo>
                <a:lnTo>
                  <a:pt x="22128" y="18764"/>
                </a:lnTo>
                <a:lnTo>
                  <a:pt x="20558" y="20558"/>
                </a:lnTo>
                <a:lnTo>
                  <a:pt x="18764" y="22128"/>
                </a:lnTo>
                <a:lnTo>
                  <a:pt x="14421" y="23927"/>
                </a:lnTo>
                <a:lnTo>
                  <a:pt x="12042" y="24085"/>
                </a:lnTo>
                <a:lnTo>
                  <a:pt x="9663" y="23927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750" name="Shape 750"/>
          <p:cNvSpPr/>
          <p:nvPr/>
        </p:nvSpPr>
        <p:spPr>
          <a:xfrm>
            <a:off x="6297080" y="2216925"/>
            <a:ext cx="25745" cy="25745"/>
          </a:xfrm>
          <a:custGeom>
            <a:avLst/>
            <a:gdLst/>
            <a:ahLst/>
            <a:cxnLst/>
            <a:rect l="0" t="0" r="r" b="b"/>
            <a:pathLst>
              <a:path w="25745" h="25745">
                <a:moveTo>
                  <a:pt x="10329" y="25575"/>
                </a:moveTo>
                <a:lnTo>
                  <a:pt x="5688" y="23653"/>
                </a:lnTo>
                <a:lnTo>
                  <a:pt x="3770" y="21975"/>
                </a:lnTo>
                <a:lnTo>
                  <a:pt x="2092" y="20056"/>
                </a:lnTo>
                <a:lnTo>
                  <a:pt x="169" y="15415"/>
                </a:lnTo>
                <a:lnTo>
                  <a:pt x="0" y="12872"/>
                </a:lnTo>
                <a:lnTo>
                  <a:pt x="169" y="10329"/>
                </a:lnTo>
                <a:lnTo>
                  <a:pt x="2092" y="5688"/>
                </a:lnTo>
                <a:lnTo>
                  <a:pt x="3770" y="3770"/>
                </a:lnTo>
                <a:lnTo>
                  <a:pt x="5688" y="2092"/>
                </a:lnTo>
                <a:lnTo>
                  <a:pt x="10329" y="169"/>
                </a:lnTo>
                <a:lnTo>
                  <a:pt x="12872" y="0"/>
                </a:lnTo>
                <a:lnTo>
                  <a:pt x="15415" y="169"/>
                </a:lnTo>
                <a:lnTo>
                  <a:pt x="20056" y="2092"/>
                </a:lnTo>
                <a:lnTo>
                  <a:pt x="21975" y="3770"/>
                </a:lnTo>
                <a:lnTo>
                  <a:pt x="23653" y="5688"/>
                </a:lnTo>
                <a:lnTo>
                  <a:pt x="25575" y="10329"/>
                </a:lnTo>
                <a:lnTo>
                  <a:pt x="25745" y="12872"/>
                </a:lnTo>
                <a:lnTo>
                  <a:pt x="25575" y="15415"/>
                </a:lnTo>
                <a:lnTo>
                  <a:pt x="23653" y="20056"/>
                </a:lnTo>
                <a:lnTo>
                  <a:pt x="21975" y="21975"/>
                </a:lnTo>
                <a:lnTo>
                  <a:pt x="20056" y="23653"/>
                </a:lnTo>
                <a:lnTo>
                  <a:pt x="15415" y="25575"/>
                </a:lnTo>
                <a:lnTo>
                  <a:pt x="12872" y="25745"/>
                </a:lnTo>
                <a:lnTo>
                  <a:pt x="10329" y="25575"/>
                </a:lnTo>
                <a:close/>
              </a:path>
            </a:pathLst>
          </a:custGeom>
          <a:solidFill>
            <a:srgbClr val="75CC7A"/>
          </a:solidFill>
          <a:ln>
            <a:noFill/>
          </a:ln>
        </p:spPr>
      </p:sp>
      <p:sp>
        <p:nvSpPr>
          <p:cNvPr id="751" name="Shape 751"/>
          <p:cNvSpPr/>
          <p:nvPr/>
        </p:nvSpPr>
        <p:spPr>
          <a:xfrm>
            <a:off x="5207398" y="1961137"/>
            <a:ext cx="22131" cy="22131"/>
          </a:xfrm>
          <a:custGeom>
            <a:avLst/>
            <a:gdLst/>
            <a:ahLst/>
            <a:cxnLst/>
            <a:rect l="0" t="0" r="r" b="b"/>
            <a:pathLst>
              <a:path w="22131" h="22131">
                <a:moveTo>
                  <a:pt x="8879" y="21985"/>
                </a:moveTo>
                <a:lnTo>
                  <a:pt x="4889" y="20332"/>
                </a:lnTo>
                <a:lnTo>
                  <a:pt x="3241" y="18890"/>
                </a:lnTo>
                <a:lnTo>
                  <a:pt x="1798" y="17241"/>
                </a:lnTo>
                <a:lnTo>
                  <a:pt x="145" y="13251"/>
                </a:lnTo>
                <a:lnTo>
                  <a:pt x="0" y="11065"/>
                </a:lnTo>
                <a:lnTo>
                  <a:pt x="145" y="8879"/>
                </a:lnTo>
                <a:lnTo>
                  <a:pt x="1798" y="4889"/>
                </a:lnTo>
                <a:lnTo>
                  <a:pt x="3241" y="3241"/>
                </a:lnTo>
                <a:lnTo>
                  <a:pt x="4889" y="1798"/>
                </a:lnTo>
                <a:lnTo>
                  <a:pt x="8879" y="145"/>
                </a:lnTo>
                <a:lnTo>
                  <a:pt x="11065" y="0"/>
                </a:lnTo>
                <a:lnTo>
                  <a:pt x="13251" y="145"/>
                </a:lnTo>
                <a:lnTo>
                  <a:pt x="17241" y="1798"/>
                </a:lnTo>
                <a:lnTo>
                  <a:pt x="18890" y="3241"/>
                </a:lnTo>
                <a:lnTo>
                  <a:pt x="20332" y="4889"/>
                </a:lnTo>
                <a:lnTo>
                  <a:pt x="21985" y="8879"/>
                </a:lnTo>
                <a:lnTo>
                  <a:pt x="22131" y="11065"/>
                </a:lnTo>
                <a:lnTo>
                  <a:pt x="21985" y="13251"/>
                </a:lnTo>
                <a:lnTo>
                  <a:pt x="20332" y="17241"/>
                </a:lnTo>
                <a:lnTo>
                  <a:pt x="18890" y="18890"/>
                </a:lnTo>
                <a:lnTo>
                  <a:pt x="17241" y="20332"/>
                </a:lnTo>
                <a:lnTo>
                  <a:pt x="13251" y="21985"/>
                </a:lnTo>
                <a:lnTo>
                  <a:pt x="11065" y="22131"/>
                </a:lnTo>
                <a:lnTo>
                  <a:pt x="8879" y="2198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752" name="Shape 752"/>
          <p:cNvSpPr/>
          <p:nvPr/>
        </p:nvSpPr>
        <p:spPr>
          <a:xfrm>
            <a:off x="5217229" y="1964914"/>
            <a:ext cx="22382" cy="22382"/>
          </a:xfrm>
          <a:custGeom>
            <a:avLst/>
            <a:gdLst/>
            <a:ahLst/>
            <a:cxnLst/>
            <a:rect l="0" t="0" r="r" b="b"/>
            <a:pathLst>
              <a:path w="22382" h="22382">
                <a:moveTo>
                  <a:pt x="8980" y="22234"/>
                </a:moveTo>
                <a:lnTo>
                  <a:pt x="4945" y="20563"/>
                </a:lnTo>
                <a:lnTo>
                  <a:pt x="3277" y="19104"/>
                </a:lnTo>
                <a:lnTo>
                  <a:pt x="1818" y="17436"/>
                </a:lnTo>
                <a:lnTo>
                  <a:pt x="147" y="13401"/>
                </a:lnTo>
                <a:lnTo>
                  <a:pt x="0" y="11191"/>
                </a:lnTo>
                <a:lnTo>
                  <a:pt x="147" y="8980"/>
                </a:lnTo>
                <a:lnTo>
                  <a:pt x="1818" y="4945"/>
                </a:lnTo>
                <a:lnTo>
                  <a:pt x="3277" y="3277"/>
                </a:lnTo>
                <a:lnTo>
                  <a:pt x="4945" y="1818"/>
                </a:lnTo>
                <a:lnTo>
                  <a:pt x="8980" y="147"/>
                </a:lnTo>
                <a:lnTo>
                  <a:pt x="11191" y="0"/>
                </a:lnTo>
                <a:lnTo>
                  <a:pt x="13401" y="147"/>
                </a:lnTo>
                <a:lnTo>
                  <a:pt x="17436" y="1818"/>
                </a:lnTo>
                <a:lnTo>
                  <a:pt x="19104" y="3277"/>
                </a:lnTo>
                <a:lnTo>
                  <a:pt x="20563" y="4945"/>
                </a:lnTo>
                <a:lnTo>
                  <a:pt x="22234" y="8980"/>
                </a:lnTo>
                <a:lnTo>
                  <a:pt x="22382" y="11191"/>
                </a:lnTo>
                <a:lnTo>
                  <a:pt x="22234" y="13401"/>
                </a:lnTo>
                <a:lnTo>
                  <a:pt x="20563" y="17436"/>
                </a:lnTo>
                <a:lnTo>
                  <a:pt x="19104" y="19104"/>
                </a:lnTo>
                <a:lnTo>
                  <a:pt x="17436" y="20563"/>
                </a:lnTo>
                <a:lnTo>
                  <a:pt x="13401" y="22234"/>
                </a:lnTo>
                <a:lnTo>
                  <a:pt x="11191" y="22382"/>
                </a:lnTo>
                <a:lnTo>
                  <a:pt x="8980" y="22234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753" name="Shape 753"/>
          <p:cNvSpPr/>
          <p:nvPr/>
        </p:nvSpPr>
        <p:spPr>
          <a:xfrm>
            <a:off x="5224223" y="1967605"/>
            <a:ext cx="22547" cy="22547"/>
          </a:xfrm>
          <a:custGeom>
            <a:avLst/>
            <a:gdLst/>
            <a:ahLst/>
            <a:cxnLst/>
            <a:rect l="0" t="0" r="r" b="b"/>
            <a:pathLst>
              <a:path w="22547" h="22547">
                <a:moveTo>
                  <a:pt x="9046" y="22399"/>
                </a:moveTo>
                <a:lnTo>
                  <a:pt x="4981" y="20715"/>
                </a:lnTo>
                <a:lnTo>
                  <a:pt x="3302" y="19245"/>
                </a:lnTo>
                <a:lnTo>
                  <a:pt x="1832" y="17565"/>
                </a:lnTo>
                <a:lnTo>
                  <a:pt x="148" y="13500"/>
                </a:lnTo>
                <a:lnTo>
                  <a:pt x="0" y="11273"/>
                </a:lnTo>
                <a:lnTo>
                  <a:pt x="148" y="9046"/>
                </a:lnTo>
                <a:lnTo>
                  <a:pt x="1832" y="4981"/>
                </a:lnTo>
                <a:lnTo>
                  <a:pt x="3302" y="3302"/>
                </a:lnTo>
                <a:lnTo>
                  <a:pt x="4981" y="1832"/>
                </a:lnTo>
                <a:lnTo>
                  <a:pt x="9046" y="148"/>
                </a:lnTo>
                <a:lnTo>
                  <a:pt x="11273" y="0"/>
                </a:lnTo>
                <a:lnTo>
                  <a:pt x="13500" y="148"/>
                </a:lnTo>
                <a:lnTo>
                  <a:pt x="17565" y="1832"/>
                </a:lnTo>
                <a:lnTo>
                  <a:pt x="19245" y="3302"/>
                </a:lnTo>
                <a:lnTo>
                  <a:pt x="20715" y="4981"/>
                </a:lnTo>
                <a:lnTo>
                  <a:pt x="22399" y="9046"/>
                </a:lnTo>
                <a:lnTo>
                  <a:pt x="22547" y="11273"/>
                </a:lnTo>
                <a:lnTo>
                  <a:pt x="22399" y="13500"/>
                </a:lnTo>
                <a:lnTo>
                  <a:pt x="20715" y="17565"/>
                </a:lnTo>
                <a:lnTo>
                  <a:pt x="19245" y="19245"/>
                </a:lnTo>
                <a:lnTo>
                  <a:pt x="17565" y="20715"/>
                </a:lnTo>
                <a:lnTo>
                  <a:pt x="13500" y="22399"/>
                </a:lnTo>
                <a:lnTo>
                  <a:pt x="11273" y="22547"/>
                </a:lnTo>
                <a:lnTo>
                  <a:pt x="9046" y="22399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754" name="Shape 754"/>
          <p:cNvSpPr/>
          <p:nvPr/>
        </p:nvSpPr>
        <p:spPr>
          <a:xfrm>
            <a:off x="5231602" y="1970447"/>
            <a:ext cx="22711" cy="22711"/>
          </a:xfrm>
          <a:custGeom>
            <a:avLst/>
            <a:gdLst/>
            <a:ahLst/>
            <a:cxnLst/>
            <a:rect l="0" t="0" r="r" b="b"/>
            <a:pathLst>
              <a:path w="22711" h="22711">
                <a:moveTo>
                  <a:pt x="9112" y="22562"/>
                </a:moveTo>
                <a:lnTo>
                  <a:pt x="5018" y="20866"/>
                </a:lnTo>
                <a:lnTo>
                  <a:pt x="3326" y="19385"/>
                </a:lnTo>
                <a:lnTo>
                  <a:pt x="1845" y="17693"/>
                </a:lnTo>
                <a:lnTo>
                  <a:pt x="149" y="13599"/>
                </a:lnTo>
                <a:lnTo>
                  <a:pt x="0" y="11355"/>
                </a:lnTo>
                <a:lnTo>
                  <a:pt x="149" y="9112"/>
                </a:lnTo>
                <a:lnTo>
                  <a:pt x="1845" y="5018"/>
                </a:lnTo>
                <a:lnTo>
                  <a:pt x="3326" y="3326"/>
                </a:lnTo>
                <a:lnTo>
                  <a:pt x="5018" y="1845"/>
                </a:lnTo>
                <a:lnTo>
                  <a:pt x="9112" y="149"/>
                </a:lnTo>
                <a:lnTo>
                  <a:pt x="11355" y="0"/>
                </a:lnTo>
                <a:lnTo>
                  <a:pt x="13599" y="149"/>
                </a:lnTo>
                <a:lnTo>
                  <a:pt x="17693" y="1845"/>
                </a:lnTo>
                <a:lnTo>
                  <a:pt x="19385" y="3326"/>
                </a:lnTo>
                <a:lnTo>
                  <a:pt x="20866" y="5018"/>
                </a:lnTo>
                <a:lnTo>
                  <a:pt x="22562" y="9112"/>
                </a:lnTo>
                <a:lnTo>
                  <a:pt x="22711" y="11355"/>
                </a:lnTo>
                <a:lnTo>
                  <a:pt x="22562" y="13599"/>
                </a:lnTo>
                <a:lnTo>
                  <a:pt x="20866" y="17693"/>
                </a:lnTo>
                <a:lnTo>
                  <a:pt x="19385" y="19385"/>
                </a:lnTo>
                <a:lnTo>
                  <a:pt x="17693" y="20866"/>
                </a:lnTo>
                <a:lnTo>
                  <a:pt x="13599" y="22562"/>
                </a:lnTo>
                <a:lnTo>
                  <a:pt x="11355" y="22711"/>
                </a:lnTo>
                <a:lnTo>
                  <a:pt x="9112" y="22562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755" name="Shape 755"/>
          <p:cNvSpPr/>
          <p:nvPr/>
        </p:nvSpPr>
        <p:spPr>
          <a:xfrm>
            <a:off x="5243464" y="1975022"/>
            <a:ext cx="22955" cy="22955"/>
          </a:xfrm>
          <a:custGeom>
            <a:avLst/>
            <a:gdLst/>
            <a:ahLst/>
            <a:cxnLst/>
            <a:rect l="0" t="0" r="r" b="b"/>
            <a:pathLst>
              <a:path w="22955" h="22955">
                <a:moveTo>
                  <a:pt x="9210" y="22803"/>
                </a:moveTo>
                <a:lnTo>
                  <a:pt x="5071" y="21089"/>
                </a:lnTo>
                <a:lnTo>
                  <a:pt x="3361" y="19593"/>
                </a:lnTo>
                <a:lnTo>
                  <a:pt x="1865" y="17883"/>
                </a:lnTo>
                <a:lnTo>
                  <a:pt x="151" y="13744"/>
                </a:lnTo>
                <a:lnTo>
                  <a:pt x="0" y="11477"/>
                </a:lnTo>
                <a:lnTo>
                  <a:pt x="151" y="9210"/>
                </a:lnTo>
                <a:lnTo>
                  <a:pt x="1865" y="5071"/>
                </a:lnTo>
                <a:lnTo>
                  <a:pt x="3361" y="3361"/>
                </a:lnTo>
                <a:lnTo>
                  <a:pt x="5071" y="1865"/>
                </a:lnTo>
                <a:lnTo>
                  <a:pt x="9210" y="151"/>
                </a:lnTo>
                <a:lnTo>
                  <a:pt x="11477" y="0"/>
                </a:lnTo>
                <a:lnTo>
                  <a:pt x="13744" y="151"/>
                </a:lnTo>
                <a:lnTo>
                  <a:pt x="17883" y="1865"/>
                </a:lnTo>
                <a:lnTo>
                  <a:pt x="19593" y="3361"/>
                </a:lnTo>
                <a:lnTo>
                  <a:pt x="21089" y="5071"/>
                </a:lnTo>
                <a:lnTo>
                  <a:pt x="22803" y="9210"/>
                </a:lnTo>
                <a:lnTo>
                  <a:pt x="22955" y="11477"/>
                </a:lnTo>
                <a:lnTo>
                  <a:pt x="22803" y="13744"/>
                </a:lnTo>
                <a:lnTo>
                  <a:pt x="21089" y="17883"/>
                </a:lnTo>
                <a:lnTo>
                  <a:pt x="19593" y="19593"/>
                </a:lnTo>
                <a:lnTo>
                  <a:pt x="17883" y="21089"/>
                </a:lnTo>
                <a:lnTo>
                  <a:pt x="13744" y="22803"/>
                </a:lnTo>
                <a:lnTo>
                  <a:pt x="11477" y="22955"/>
                </a:lnTo>
                <a:lnTo>
                  <a:pt x="9210" y="22803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756" name="Shape 756"/>
          <p:cNvSpPr/>
          <p:nvPr/>
        </p:nvSpPr>
        <p:spPr>
          <a:xfrm>
            <a:off x="5256391" y="1980016"/>
            <a:ext cx="23195" cy="23195"/>
          </a:xfrm>
          <a:custGeom>
            <a:avLst/>
            <a:gdLst/>
            <a:ahLst/>
            <a:cxnLst/>
            <a:rect l="0" t="0" r="r" b="b"/>
            <a:pathLst>
              <a:path w="23195" h="23195">
                <a:moveTo>
                  <a:pt x="9306" y="23042"/>
                </a:moveTo>
                <a:lnTo>
                  <a:pt x="5124" y="21310"/>
                </a:lnTo>
                <a:lnTo>
                  <a:pt x="3396" y="19798"/>
                </a:lnTo>
                <a:lnTo>
                  <a:pt x="1884" y="18070"/>
                </a:lnTo>
                <a:lnTo>
                  <a:pt x="152" y="13888"/>
                </a:lnTo>
                <a:lnTo>
                  <a:pt x="0" y="11597"/>
                </a:lnTo>
                <a:lnTo>
                  <a:pt x="152" y="9306"/>
                </a:lnTo>
                <a:lnTo>
                  <a:pt x="1884" y="5124"/>
                </a:lnTo>
                <a:lnTo>
                  <a:pt x="3396" y="3396"/>
                </a:lnTo>
                <a:lnTo>
                  <a:pt x="5124" y="1884"/>
                </a:lnTo>
                <a:lnTo>
                  <a:pt x="9306" y="152"/>
                </a:lnTo>
                <a:lnTo>
                  <a:pt x="11597" y="0"/>
                </a:lnTo>
                <a:lnTo>
                  <a:pt x="13888" y="152"/>
                </a:lnTo>
                <a:lnTo>
                  <a:pt x="18070" y="1884"/>
                </a:lnTo>
                <a:lnTo>
                  <a:pt x="19798" y="3396"/>
                </a:lnTo>
                <a:lnTo>
                  <a:pt x="21310" y="5124"/>
                </a:lnTo>
                <a:lnTo>
                  <a:pt x="23042" y="9306"/>
                </a:lnTo>
                <a:lnTo>
                  <a:pt x="23195" y="11597"/>
                </a:lnTo>
                <a:lnTo>
                  <a:pt x="23042" y="13888"/>
                </a:lnTo>
                <a:lnTo>
                  <a:pt x="21310" y="18070"/>
                </a:lnTo>
                <a:lnTo>
                  <a:pt x="19798" y="19798"/>
                </a:lnTo>
                <a:lnTo>
                  <a:pt x="18070" y="21310"/>
                </a:lnTo>
                <a:lnTo>
                  <a:pt x="13888" y="23042"/>
                </a:lnTo>
                <a:lnTo>
                  <a:pt x="11597" y="23195"/>
                </a:lnTo>
                <a:lnTo>
                  <a:pt x="9306" y="23042"/>
                </a:lnTo>
                <a:close/>
              </a:path>
            </a:pathLst>
          </a:custGeom>
          <a:solidFill>
            <a:srgbClr val="84D485"/>
          </a:solidFill>
          <a:ln>
            <a:noFill/>
          </a:ln>
        </p:spPr>
      </p:sp>
      <p:sp>
        <p:nvSpPr>
          <p:cNvPr id="757" name="Shape 757"/>
          <p:cNvSpPr/>
          <p:nvPr/>
        </p:nvSpPr>
        <p:spPr>
          <a:xfrm>
            <a:off x="5265673" y="1983605"/>
            <a:ext cx="23353" cy="23353"/>
          </a:xfrm>
          <a:custGeom>
            <a:avLst/>
            <a:gdLst/>
            <a:ahLst/>
            <a:cxnLst/>
            <a:rect l="0" t="0" r="r" b="b"/>
            <a:pathLst>
              <a:path w="23353" h="23353">
                <a:moveTo>
                  <a:pt x="9370" y="23199"/>
                </a:moveTo>
                <a:lnTo>
                  <a:pt x="5159" y="21455"/>
                </a:lnTo>
                <a:lnTo>
                  <a:pt x="3420" y="19933"/>
                </a:lnTo>
                <a:lnTo>
                  <a:pt x="1897" y="18193"/>
                </a:lnTo>
                <a:lnTo>
                  <a:pt x="153" y="13983"/>
                </a:lnTo>
                <a:lnTo>
                  <a:pt x="0" y="11676"/>
                </a:lnTo>
                <a:lnTo>
                  <a:pt x="153" y="9370"/>
                </a:lnTo>
                <a:lnTo>
                  <a:pt x="1897" y="5159"/>
                </a:lnTo>
                <a:lnTo>
                  <a:pt x="3420" y="3420"/>
                </a:lnTo>
                <a:lnTo>
                  <a:pt x="5159" y="1897"/>
                </a:lnTo>
                <a:lnTo>
                  <a:pt x="9370" y="153"/>
                </a:lnTo>
                <a:lnTo>
                  <a:pt x="11676" y="0"/>
                </a:lnTo>
                <a:lnTo>
                  <a:pt x="13983" y="153"/>
                </a:lnTo>
                <a:lnTo>
                  <a:pt x="18193" y="1897"/>
                </a:lnTo>
                <a:lnTo>
                  <a:pt x="19933" y="3420"/>
                </a:lnTo>
                <a:lnTo>
                  <a:pt x="21455" y="5159"/>
                </a:lnTo>
                <a:lnTo>
                  <a:pt x="23199" y="9370"/>
                </a:lnTo>
                <a:lnTo>
                  <a:pt x="23353" y="11676"/>
                </a:lnTo>
                <a:lnTo>
                  <a:pt x="23199" y="13983"/>
                </a:lnTo>
                <a:lnTo>
                  <a:pt x="21455" y="18193"/>
                </a:lnTo>
                <a:lnTo>
                  <a:pt x="19933" y="19933"/>
                </a:lnTo>
                <a:lnTo>
                  <a:pt x="18193" y="21455"/>
                </a:lnTo>
                <a:lnTo>
                  <a:pt x="13983" y="23199"/>
                </a:lnTo>
                <a:lnTo>
                  <a:pt x="11676" y="23353"/>
                </a:lnTo>
                <a:lnTo>
                  <a:pt x="9370" y="23199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758" name="Shape 758"/>
          <p:cNvSpPr/>
          <p:nvPr/>
        </p:nvSpPr>
        <p:spPr>
          <a:xfrm>
            <a:off x="5280718" y="1989431"/>
            <a:ext cx="23587" cy="23587"/>
          </a:xfrm>
          <a:custGeom>
            <a:avLst/>
            <a:gdLst/>
            <a:ahLst/>
            <a:cxnLst/>
            <a:rect l="0" t="0" r="r" b="b"/>
            <a:pathLst>
              <a:path w="23587" h="23587">
                <a:moveTo>
                  <a:pt x="9464" y="23432"/>
                </a:moveTo>
                <a:lnTo>
                  <a:pt x="5211" y="21671"/>
                </a:lnTo>
                <a:lnTo>
                  <a:pt x="3454" y="20133"/>
                </a:lnTo>
                <a:lnTo>
                  <a:pt x="1916" y="18376"/>
                </a:lnTo>
                <a:lnTo>
                  <a:pt x="155" y="14123"/>
                </a:lnTo>
                <a:lnTo>
                  <a:pt x="0" y="11793"/>
                </a:lnTo>
                <a:lnTo>
                  <a:pt x="155" y="9464"/>
                </a:lnTo>
                <a:lnTo>
                  <a:pt x="1916" y="5211"/>
                </a:lnTo>
                <a:lnTo>
                  <a:pt x="3454" y="3454"/>
                </a:lnTo>
                <a:lnTo>
                  <a:pt x="5211" y="1916"/>
                </a:lnTo>
                <a:lnTo>
                  <a:pt x="9464" y="155"/>
                </a:lnTo>
                <a:lnTo>
                  <a:pt x="11793" y="0"/>
                </a:lnTo>
                <a:lnTo>
                  <a:pt x="14123" y="155"/>
                </a:lnTo>
                <a:lnTo>
                  <a:pt x="18376" y="1916"/>
                </a:lnTo>
                <a:lnTo>
                  <a:pt x="20133" y="3454"/>
                </a:lnTo>
                <a:lnTo>
                  <a:pt x="21671" y="5211"/>
                </a:lnTo>
                <a:lnTo>
                  <a:pt x="23432" y="9464"/>
                </a:lnTo>
                <a:lnTo>
                  <a:pt x="23587" y="11793"/>
                </a:lnTo>
                <a:lnTo>
                  <a:pt x="23432" y="14123"/>
                </a:lnTo>
                <a:lnTo>
                  <a:pt x="21671" y="18376"/>
                </a:lnTo>
                <a:lnTo>
                  <a:pt x="20133" y="20133"/>
                </a:lnTo>
                <a:lnTo>
                  <a:pt x="18376" y="21671"/>
                </a:lnTo>
                <a:lnTo>
                  <a:pt x="14123" y="23432"/>
                </a:lnTo>
                <a:lnTo>
                  <a:pt x="11793" y="23587"/>
                </a:lnTo>
                <a:lnTo>
                  <a:pt x="9464" y="23432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759" name="Shape 759"/>
          <p:cNvSpPr/>
          <p:nvPr/>
        </p:nvSpPr>
        <p:spPr>
          <a:xfrm>
            <a:off x="5297291" y="1995857"/>
            <a:ext cx="23818" cy="23818"/>
          </a:xfrm>
          <a:custGeom>
            <a:avLst/>
            <a:gdLst/>
            <a:ahLst/>
            <a:cxnLst/>
            <a:rect l="0" t="0" r="r" b="b"/>
            <a:pathLst>
              <a:path w="23818" h="23818">
                <a:moveTo>
                  <a:pt x="9556" y="23661"/>
                </a:moveTo>
                <a:lnTo>
                  <a:pt x="5262" y="21882"/>
                </a:lnTo>
                <a:lnTo>
                  <a:pt x="3488" y="20330"/>
                </a:lnTo>
                <a:lnTo>
                  <a:pt x="1935" y="18555"/>
                </a:lnTo>
                <a:lnTo>
                  <a:pt x="156" y="14261"/>
                </a:lnTo>
                <a:lnTo>
                  <a:pt x="0" y="11909"/>
                </a:lnTo>
                <a:lnTo>
                  <a:pt x="156" y="9556"/>
                </a:lnTo>
                <a:lnTo>
                  <a:pt x="1935" y="5262"/>
                </a:lnTo>
                <a:lnTo>
                  <a:pt x="3488" y="3488"/>
                </a:lnTo>
                <a:lnTo>
                  <a:pt x="5262" y="1935"/>
                </a:lnTo>
                <a:lnTo>
                  <a:pt x="9556" y="156"/>
                </a:lnTo>
                <a:lnTo>
                  <a:pt x="11909" y="0"/>
                </a:lnTo>
                <a:lnTo>
                  <a:pt x="14261" y="156"/>
                </a:lnTo>
                <a:lnTo>
                  <a:pt x="18555" y="1935"/>
                </a:lnTo>
                <a:lnTo>
                  <a:pt x="20330" y="3488"/>
                </a:lnTo>
                <a:lnTo>
                  <a:pt x="21882" y="5262"/>
                </a:lnTo>
                <a:lnTo>
                  <a:pt x="23661" y="9556"/>
                </a:lnTo>
                <a:lnTo>
                  <a:pt x="23818" y="11909"/>
                </a:lnTo>
                <a:lnTo>
                  <a:pt x="23661" y="14261"/>
                </a:lnTo>
                <a:lnTo>
                  <a:pt x="21882" y="18555"/>
                </a:lnTo>
                <a:lnTo>
                  <a:pt x="20330" y="20330"/>
                </a:lnTo>
                <a:lnTo>
                  <a:pt x="18555" y="21882"/>
                </a:lnTo>
                <a:lnTo>
                  <a:pt x="14261" y="23661"/>
                </a:lnTo>
                <a:lnTo>
                  <a:pt x="11909" y="23818"/>
                </a:lnTo>
                <a:lnTo>
                  <a:pt x="9556" y="2366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760" name="Shape 760"/>
          <p:cNvSpPr/>
          <p:nvPr/>
        </p:nvSpPr>
        <p:spPr>
          <a:xfrm>
            <a:off x="5309307" y="2000520"/>
            <a:ext cx="23969" cy="23969"/>
          </a:xfrm>
          <a:custGeom>
            <a:avLst/>
            <a:gdLst/>
            <a:ahLst/>
            <a:cxnLst/>
            <a:rect l="0" t="0" r="r" b="b"/>
            <a:pathLst>
              <a:path w="23969" h="23969">
                <a:moveTo>
                  <a:pt x="9617" y="23811"/>
                </a:moveTo>
                <a:lnTo>
                  <a:pt x="5295" y="22021"/>
                </a:lnTo>
                <a:lnTo>
                  <a:pt x="3510" y="20459"/>
                </a:lnTo>
                <a:lnTo>
                  <a:pt x="1947" y="18673"/>
                </a:lnTo>
                <a:lnTo>
                  <a:pt x="157" y="14352"/>
                </a:lnTo>
                <a:lnTo>
                  <a:pt x="0" y="11984"/>
                </a:lnTo>
                <a:lnTo>
                  <a:pt x="157" y="9617"/>
                </a:lnTo>
                <a:lnTo>
                  <a:pt x="1947" y="5295"/>
                </a:lnTo>
                <a:lnTo>
                  <a:pt x="3510" y="3510"/>
                </a:lnTo>
                <a:lnTo>
                  <a:pt x="5295" y="1947"/>
                </a:lnTo>
                <a:lnTo>
                  <a:pt x="9617" y="157"/>
                </a:lnTo>
                <a:lnTo>
                  <a:pt x="11984" y="0"/>
                </a:lnTo>
                <a:lnTo>
                  <a:pt x="14352" y="157"/>
                </a:lnTo>
                <a:lnTo>
                  <a:pt x="18673" y="1947"/>
                </a:lnTo>
                <a:lnTo>
                  <a:pt x="20459" y="3510"/>
                </a:lnTo>
                <a:lnTo>
                  <a:pt x="22021" y="5295"/>
                </a:lnTo>
                <a:lnTo>
                  <a:pt x="23811" y="9617"/>
                </a:lnTo>
                <a:lnTo>
                  <a:pt x="23969" y="11984"/>
                </a:lnTo>
                <a:lnTo>
                  <a:pt x="23811" y="14352"/>
                </a:lnTo>
                <a:lnTo>
                  <a:pt x="22021" y="18673"/>
                </a:lnTo>
                <a:lnTo>
                  <a:pt x="20459" y="20459"/>
                </a:lnTo>
                <a:lnTo>
                  <a:pt x="18673" y="22021"/>
                </a:lnTo>
                <a:lnTo>
                  <a:pt x="14352" y="23811"/>
                </a:lnTo>
                <a:lnTo>
                  <a:pt x="11984" y="23969"/>
                </a:lnTo>
                <a:lnTo>
                  <a:pt x="9617" y="23811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761" name="Shape 761"/>
          <p:cNvSpPr/>
          <p:nvPr/>
        </p:nvSpPr>
        <p:spPr>
          <a:xfrm>
            <a:off x="5328993" y="2008168"/>
            <a:ext cx="24191" cy="24191"/>
          </a:xfrm>
          <a:custGeom>
            <a:avLst/>
            <a:gdLst/>
            <a:ahLst/>
            <a:cxnLst/>
            <a:rect l="0" t="0" r="r" b="b"/>
            <a:pathLst>
              <a:path w="24191" h="24191">
                <a:moveTo>
                  <a:pt x="9706" y="24032"/>
                </a:moveTo>
                <a:lnTo>
                  <a:pt x="5345" y="22225"/>
                </a:lnTo>
                <a:lnTo>
                  <a:pt x="3542" y="20648"/>
                </a:lnTo>
                <a:lnTo>
                  <a:pt x="1965" y="18846"/>
                </a:lnTo>
                <a:lnTo>
                  <a:pt x="159" y="14485"/>
                </a:lnTo>
                <a:lnTo>
                  <a:pt x="0" y="12095"/>
                </a:lnTo>
                <a:lnTo>
                  <a:pt x="159" y="9706"/>
                </a:lnTo>
                <a:lnTo>
                  <a:pt x="1965" y="5345"/>
                </a:lnTo>
                <a:lnTo>
                  <a:pt x="3542" y="3542"/>
                </a:lnTo>
                <a:lnTo>
                  <a:pt x="5345" y="1965"/>
                </a:lnTo>
                <a:lnTo>
                  <a:pt x="9706" y="159"/>
                </a:lnTo>
                <a:lnTo>
                  <a:pt x="12095" y="0"/>
                </a:lnTo>
                <a:lnTo>
                  <a:pt x="14485" y="159"/>
                </a:lnTo>
                <a:lnTo>
                  <a:pt x="18846" y="1965"/>
                </a:lnTo>
                <a:lnTo>
                  <a:pt x="20648" y="3542"/>
                </a:lnTo>
                <a:lnTo>
                  <a:pt x="22225" y="5345"/>
                </a:lnTo>
                <a:lnTo>
                  <a:pt x="24032" y="9706"/>
                </a:lnTo>
                <a:lnTo>
                  <a:pt x="24191" y="12095"/>
                </a:lnTo>
                <a:lnTo>
                  <a:pt x="24032" y="14485"/>
                </a:lnTo>
                <a:lnTo>
                  <a:pt x="22225" y="18846"/>
                </a:lnTo>
                <a:lnTo>
                  <a:pt x="20648" y="20648"/>
                </a:lnTo>
                <a:lnTo>
                  <a:pt x="18846" y="22225"/>
                </a:lnTo>
                <a:lnTo>
                  <a:pt x="14485" y="24032"/>
                </a:lnTo>
                <a:lnTo>
                  <a:pt x="12095" y="24191"/>
                </a:lnTo>
                <a:lnTo>
                  <a:pt x="9706" y="24032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762" name="Shape 762"/>
          <p:cNvSpPr/>
          <p:nvPr/>
        </p:nvSpPr>
        <p:spPr>
          <a:xfrm>
            <a:off x="5350983" y="2016721"/>
            <a:ext cx="24405" cy="24405"/>
          </a:xfrm>
          <a:custGeom>
            <a:avLst/>
            <a:gdLst/>
            <a:ahLst/>
            <a:cxnLst/>
            <a:rect l="0" t="0" r="r" b="b"/>
            <a:pathLst>
              <a:path w="24405" h="24405">
                <a:moveTo>
                  <a:pt x="9792" y="24245"/>
                </a:moveTo>
                <a:lnTo>
                  <a:pt x="5392" y="22422"/>
                </a:lnTo>
                <a:lnTo>
                  <a:pt x="3574" y="20831"/>
                </a:lnTo>
                <a:lnTo>
                  <a:pt x="1983" y="19013"/>
                </a:lnTo>
                <a:lnTo>
                  <a:pt x="160" y="14613"/>
                </a:lnTo>
                <a:lnTo>
                  <a:pt x="0" y="12202"/>
                </a:lnTo>
                <a:lnTo>
                  <a:pt x="160" y="9792"/>
                </a:lnTo>
                <a:lnTo>
                  <a:pt x="1983" y="5392"/>
                </a:lnTo>
                <a:lnTo>
                  <a:pt x="3574" y="3574"/>
                </a:lnTo>
                <a:lnTo>
                  <a:pt x="5392" y="1983"/>
                </a:lnTo>
                <a:lnTo>
                  <a:pt x="9792" y="160"/>
                </a:lnTo>
                <a:lnTo>
                  <a:pt x="12202" y="0"/>
                </a:lnTo>
                <a:lnTo>
                  <a:pt x="14613" y="160"/>
                </a:lnTo>
                <a:lnTo>
                  <a:pt x="19013" y="1983"/>
                </a:lnTo>
                <a:lnTo>
                  <a:pt x="20831" y="3574"/>
                </a:lnTo>
                <a:lnTo>
                  <a:pt x="22422" y="5392"/>
                </a:lnTo>
                <a:lnTo>
                  <a:pt x="24245" y="9792"/>
                </a:lnTo>
                <a:lnTo>
                  <a:pt x="24405" y="12202"/>
                </a:lnTo>
                <a:lnTo>
                  <a:pt x="24245" y="14613"/>
                </a:lnTo>
                <a:lnTo>
                  <a:pt x="22422" y="19013"/>
                </a:lnTo>
                <a:lnTo>
                  <a:pt x="20831" y="20831"/>
                </a:lnTo>
                <a:lnTo>
                  <a:pt x="19013" y="22422"/>
                </a:lnTo>
                <a:lnTo>
                  <a:pt x="14613" y="24245"/>
                </a:lnTo>
                <a:lnTo>
                  <a:pt x="12202" y="24405"/>
                </a:lnTo>
                <a:lnTo>
                  <a:pt x="9792" y="24245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763" name="Shape 763"/>
          <p:cNvSpPr/>
          <p:nvPr/>
        </p:nvSpPr>
        <p:spPr>
          <a:xfrm>
            <a:off x="5367131" y="2023009"/>
            <a:ext cx="24542" cy="24542"/>
          </a:xfrm>
          <a:custGeom>
            <a:avLst/>
            <a:gdLst/>
            <a:ahLst/>
            <a:cxnLst/>
            <a:rect l="0" t="0" r="r" b="b"/>
            <a:pathLst>
              <a:path w="24542" h="24542">
                <a:moveTo>
                  <a:pt x="9847" y="24380"/>
                </a:moveTo>
                <a:lnTo>
                  <a:pt x="5422" y="22548"/>
                </a:lnTo>
                <a:lnTo>
                  <a:pt x="3594" y="20948"/>
                </a:lnTo>
                <a:lnTo>
                  <a:pt x="1994" y="19119"/>
                </a:lnTo>
                <a:lnTo>
                  <a:pt x="161" y="14695"/>
                </a:lnTo>
                <a:lnTo>
                  <a:pt x="0" y="12271"/>
                </a:lnTo>
                <a:lnTo>
                  <a:pt x="161" y="9847"/>
                </a:lnTo>
                <a:lnTo>
                  <a:pt x="1994" y="5422"/>
                </a:lnTo>
                <a:lnTo>
                  <a:pt x="3594" y="3594"/>
                </a:lnTo>
                <a:lnTo>
                  <a:pt x="5422" y="1994"/>
                </a:lnTo>
                <a:lnTo>
                  <a:pt x="9847" y="161"/>
                </a:lnTo>
                <a:lnTo>
                  <a:pt x="12271" y="0"/>
                </a:lnTo>
                <a:lnTo>
                  <a:pt x="14695" y="161"/>
                </a:lnTo>
                <a:lnTo>
                  <a:pt x="19119" y="1994"/>
                </a:lnTo>
                <a:lnTo>
                  <a:pt x="20948" y="3594"/>
                </a:lnTo>
                <a:lnTo>
                  <a:pt x="22548" y="5422"/>
                </a:lnTo>
                <a:lnTo>
                  <a:pt x="24380" y="9847"/>
                </a:lnTo>
                <a:lnTo>
                  <a:pt x="24542" y="12271"/>
                </a:lnTo>
                <a:lnTo>
                  <a:pt x="24380" y="14695"/>
                </a:lnTo>
                <a:lnTo>
                  <a:pt x="22548" y="19119"/>
                </a:lnTo>
                <a:lnTo>
                  <a:pt x="20948" y="20948"/>
                </a:lnTo>
                <a:lnTo>
                  <a:pt x="19119" y="22548"/>
                </a:lnTo>
                <a:lnTo>
                  <a:pt x="14695" y="24380"/>
                </a:lnTo>
                <a:lnTo>
                  <a:pt x="12271" y="24542"/>
                </a:lnTo>
                <a:lnTo>
                  <a:pt x="9847" y="24380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764" name="Shape 764"/>
          <p:cNvSpPr/>
          <p:nvPr/>
        </p:nvSpPr>
        <p:spPr>
          <a:xfrm>
            <a:off x="5384645" y="2029834"/>
            <a:ext cx="24671" cy="24671"/>
          </a:xfrm>
          <a:custGeom>
            <a:avLst/>
            <a:gdLst/>
            <a:ahLst/>
            <a:cxnLst/>
            <a:rect l="0" t="0" r="r" b="b"/>
            <a:pathLst>
              <a:path w="24671" h="24671">
                <a:moveTo>
                  <a:pt x="9898" y="24509"/>
                </a:moveTo>
                <a:lnTo>
                  <a:pt x="5451" y="22666"/>
                </a:lnTo>
                <a:lnTo>
                  <a:pt x="3613" y="21058"/>
                </a:lnTo>
                <a:lnTo>
                  <a:pt x="2004" y="19220"/>
                </a:lnTo>
                <a:lnTo>
                  <a:pt x="162" y="14772"/>
                </a:lnTo>
                <a:lnTo>
                  <a:pt x="0" y="12335"/>
                </a:lnTo>
                <a:lnTo>
                  <a:pt x="162" y="9898"/>
                </a:lnTo>
                <a:lnTo>
                  <a:pt x="2004" y="5451"/>
                </a:lnTo>
                <a:lnTo>
                  <a:pt x="3613" y="3613"/>
                </a:lnTo>
                <a:lnTo>
                  <a:pt x="5451" y="2004"/>
                </a:lnTo>
                <a:lnTo>
                  <a:pt x="9898" y="162"/>
                </a:lnTo>
                <a:lnTo>
                  <a:pt x="12335" y="0"/>
                </a:lnTo>
                <a:lnTo>
                  <a:pt x="14772" y="162"/>
                </a:lnTo>
                <a:lnTo>
                  <a:pt x="19220" y="2004"/>
                </a:lnTo>
                <a:lnTo>
                  <a:pt x="21058" y="3613"/>
                </a:lnTo>
                <a:lnTo>
                  <a:pt x="22666" y="5451"/>
                </a:lnTo>
                <a:lnTo>
                  <a:pt x="24509" y="9898"/>
                </a:lnTo>
                <a:lnTo>
                  <a:pt x="24671" y="12335"/>
                </a:lnTo>
                <a:lnTo>
                  <a:pt x="24509" y="14772"/>
                </a:lnTo>
                <a:lnTo>
                  <a:pt x="22666" y="19220"/>
                </a:lnTo>
                <a:lnTo>
                  <a:pt x="21058" y="21058"/>
                </a:lnTo>
                <a:lnTo>
                  <a:pt x="19220" y="22666"/>
                </a:lnTo>
                <a:lnTo>
                  <a:pt x="14772" y="24509"/>
                </a:lnTo>
                <a:lnTo>
                  <a:pt x="12335" y="24671"/>
                </a:lnTo>
                <a:lnTo>
                  <a:pt x="9898" y="24509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65" name="Shape 765"/>
          <p:cNvSpPr/>
          <p:nvPr/>
        </p:nvSpPr>
        <p:spPr>
          <a:xfrm>
            <a:off x="5413883" y="2041242"/>
            <a:ext cx="24840" cy="24840"/>
          </a:xfrm>
          <a:custGeom>
            <a:avLst/>
            <a:gdLst/>
            <a:ahLst/>
            <a:cxnLst/>
            <a:rect l="0" t="0" r="r" b="b"/>
            <a:pathLst>
              <a:path w="24840" h="24840">
                <a:moveTo>
                  <a:pt x="9966" y="24676"/>
                </a:moveTo>
                <a:lnTo>
                  <a:pt x="5488" y="22821"/>
                </a:lnTo>
                <a:lnTo>
                  <a:pt x="3637" y="21202"/>
                </a:lnTo>
                <a:lnTo>
                  <a:pt x="2018" y="19351"/>
                </a:lnTo>
                <a:lnTo>
                  <a:pt x="163" y="14873"/>
                </a:lnTo>
                <a:lnTo>
                  <a:pt x="0" y="12420"/>
                </a:lnTo>
                <a:lnTo>
                  <a:pt x="163" y="9966"/>
                </a:lnTo>
                <a:lnTo>
                  <a:pt x="2018" y="5488"/>
                </a:lnTo>
                <a:lnTo>
                  <a:pt x="3637" y="3637"/>
                </a:lnTo>
                <a:lnTo>
                  <a:pt x="5488" y="2018"/>
                </a:lnTo>
                <a:lnTo>
                  <a:pt x="9966" y="163"/>
                </a:lnTo>
                <a:lnTo>
                  <a:pt x="12420" y="0"/>
                </a:lnTo>
                <a:lnTo>
                  <a:pt x="14873" y="163"/>
                </a:lnTo>
                <a:lnTo>
                  <a:pt x="19351" y="2018"/>
                </a:lnTo>
                <a:lnTo>
                  <a:pt x="21202" y="3637"/>
                </a:lnTo>
                <a:lnTo>
                  <a:pt x="22821" y="5488"/>
                </a:lnTo>
                <a:lnTo>
                  <a:pt x="24676" y="9966"/>
                </a:lnTo>
                <a:lnTo>
                  <a:pt x="24840" y="12420"/>
                </a:lnTo>
                <a:lnTo>
                  <a:pt x="24676" y="14873"/>
                </a:lnTo>
                <a:lnTo>
                  <a:pt x="22821" y="19351"/>
                </a:lnTo>
                <a:lnTo>
                  <a:pt x="21202" y="21202"/>
                </a:lnTo>
                <a:lnTo>
                  <a:pt x="19351" y="22821"/>
                </a:lnTo>
                <a:lnTo>
                  <a:pt x="14873" y="24676"/>
                </a:lnTo>
                <a:lnTo>
                  <a:pt x="12420" y="24840"/>
                </a:lnTo>
                <a:lnTo>
                  <a:pt x="9966" y="24676"/>
                </a:lnTo>
                <a:close/>
              </a:path>
            </a:pathLst>
          </a:custGeom>
          <a:solidFill>
            <a:srgbClr val="7BCF7E"/>
          </a:solidFill>
          <a:ln>
            <a:noFill/>
          </a:ln>
        </p:spPr>
      </p:sp>
      <p:sp>
        <p:nvSpPr>
          <p:cNvPr id="766" name="Shape 766"/>
          <p:cNvSpPr/>
          <p:nvPr/>
        </p:nvSpPr>
        <p:spPr>
          <a:xfrm>
            <a:off x="5447379" y="2054337"/>
            <a:ext cx="24947" cy="24947"/>
          </a:xfrm>
          <a:custGeom>
            <a:avLst/>
            <a:gdLst/>
            <a:ahLst/>
            <a:cxnLst/>
            <a:rect l="0" t="0" r="r" b="b"/>
            <a:pathLst>
              <a:path w="24947" h="24947">
                <a:moveTo>
                  <a:pt x="10009" y="24782"/>
                </a:moveTo>
                <a:lnTo>
                  <a:pt x="5512" y="22920"/>
                </a:lnTo>
                <a:lnTo>
                  <a:pt x="3653" y="21293"/>
                </a:lnTo>
                <a:lnTo>
                  <a:pt x="2027" y="19435"/>
                </a:lnTo>
                <a:lnTo>
                  <a:pt x="164" y="14937"/>
                </a:lnTo>
                <a:lnTo>
                  <a:pt x="0" y="12473"/>
                </a:lnTo>
                <a:lnTo>
                  <a:pt x="164" y="10009"/>
                </a:lnTo>
                <a:lnTo>
                  <a:pt x="2027" y="5512"/>
                </a:lnTo>
                <a:lnTo>
                  <a:pt x="3653" y="3653"/>
                </a:lnTo>
                <a:lnTo>
                  <a:pt x="5512" y="2027"/>
                </a:lnTo>
                <a:lnTo>
                  <a:pt x="10009" y="164"/>
                </a:lnTo>
                <a:lnTo>
                  <a:pt x="12473" y="0"/>
                </a:lnTo>
                <a:lnTo>
                  <a:pt x="14937" y="164"/>
                </a:lnTo>
                <a:lnTo>
                  <a:pt x="19435" y="2027"/>
                </a:lnTo>
                <a:lnTo>
                  <a:pt x="21293" y="3653"/>
                </a:lnTo>
                <a:lnTo>
                  <a:pt x="22920" y="5512"/>
                </a:lnTo>
                <a:lnTo>
                  <a:pt x="24782" y="10009"/>
                </a:lnTo>
                <a:lnTo>
                  <a:pt x="24947" y="12473"/>
                </a:lnTo>
                <a:lnTo>
                  <a:pt x="24782" y="14937"/>
                </a:lnTo>
                <a:lnTo>
                  <a:pt x="22920" y="19435"/>
                </a:lnTo>
                <a:lnTo>
                  <a:pt x="21293" y="21293"/>
                </a:lnTo>
                <a:lnTo>
                  <a:pt x="19435" y="22920"/>
                </a:lnTo>
                <a:lnTo>
                  <a:pt x="14937" y="24782"/>
                </a:lnTo>
                <a:lnTo>
                  <a:pt x="12473" y="24947"/>
                </a:lnTo>
                <a:lnTo>
                  <a:pt x="10009" y="24782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767" name="Shape 767"/>
          <p:cNvSpPr/>
          <p:nvPr/>
        </p:nvSpPr>
        <p:spPr>
          <a:xfrm>
            <a:off x="5472561" y="2064204"/>
            <a:ext cx="24959" cy="24959"/>
          </a:xfrm>
          <a:custGeom>
            <a:avLst/>
            <a:gdLst/>
            <a:ahLst/>
            <a:cxnLst/>
            <a:rect l="0" t="0" r="r" b="b"/>
            <a:pathLst>
              <a:path w="24959" h="24959">
                <a:moveTo>
                  <a:pt x="10014" y="24794"/>
                </a:moveTo>
                <a:lnTo>
                  <a:pt x="5514" y="22931"/>
                </a:lnTo>
                <a:lnTo>
                  <a:pt x="3655" y="21304"/>
                </a:lnTo>
                <a:lnTo>
                  <a:pt x="2028" y="19444"/>
                </a:lnTo>
                <a:lnTo>
                  <a:pt x="164" y="14944"/>
                </a:lnTo>
                <a:lnTo>
                  <a:pt x="0" y="12479"/>
                </a:lnTo>
                <a:lnTo>
                  <a:pt x="164" y="10014"/>
                </a:lnTo>
                <a:lnTo>
                  <a:pt x="2028" y="5514"/>
                </a:lnTo>
                <a:lnTo>
                  <a:pt x="3655" y="3655"/>
                </a:lnTo>
                <a:lnTo>
                  <a:pt x="5514" y="2028"/>
                </a:lnTo>
                <a:lnTo>
                  <a:pt x="10014" y="164"/>
                </a:lnTo>
                <a:lnTo>
                  <a:pt x="12479" y="0"/>
                </a:lnTo>
                <a:lnTo>
                  <a:pt x="14944" y="164"/>
                </a:lnTo>
                <a:lnTo>
                  <a:pt x="19444" y="2028"/>
                </a:lnTo>
                <a:lnTo>
                  <a:pt x="21304" y="3655"/>
                </a:lnTo>
                <a:lnTo>
                  <a:pt x="22931" y="5514"/>
                </a:lnTo>
                <a:lnTo>
                  <a:pt x="24794" y="10014"/>
                </a:lnTo>
                <a:lnTo>
                  <a:pt x="24959" y="12479"/>
                </a:lnTo>
                <a:lnTo>
                  <a:pt x="24794" y="14944"/>
                </a:lnTo>
                <a:lnTo>
                  <a:pt x="22931" y="19444"/>
                </a:lnTo>
                <a:lnTo>
                  <a:pt x="21304" y="21304"/>
                </a:lnTo>
                <a:lnTo>
                  <a:pt x="19444" y="22931"/>
                </a:lnTo>
                <a:lnTo>
                  <a:pt x="14944" y="24794"/>
                </a:lnTo>
                <a:lnTo>
                  <a:pt x="12479" y="24959"/>
                </a:lnTo>
                <a:lnTo>
                  <a:pt x="10014" y="24794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768" name="Shape 768"/>
          <p:cNvSpPr/>
          <p:nvPr/>
        </p:nvSpPr>
        <p:spPr>
          <a:xfrm>
            <a:off x="5515543" y="2081074"/>
            <a:ext cx="24879" cy="24879"/>
          </a:xfrm>
          <a:custGeom>
            <a:avLst/>
            <a:gdLst/>
            <a:ahLst/>
            <a:cxnLst/>
            <a:rect l="0" t="0" r="r" b="b"/>
            <a:pathLst>
              <a:path w="24879" h="24879">
                <a:moveTo>
                  <a:pt x="9982" y="24715"/>
                </a:moveTo>
                <a:lnTo>
                  <a:pt x="5497" y="22857"/>
                </a:lnTo>
                <a:lnTo>
                  <a:pt x="3643" y="21235"/>
                </a:lnTo>
                <a:lnTo>
                  <a:pt x="2021" y="19382"/>
                </a:lnTo>
                <a:lnTo>
                  <a:pt x="163" y="14897"/>
                </a:lnTo>
                <a:lnTo>
                  <a:pt x="0" y="12439"/>
                </a:lnTo>
                <a:lnTo>
                  <a:pt x="163" y="9982"/>
                </a:lnTo>
                <a:lnTo>
                  <a:pt x="2021" y="5497"/>
                </a:lnTo>
                <a:lnTo>
                  <a:pt x="3643" y="3643"/>
                </a:lnTo>
                <a:lnTo>
                  <a:pt x="5497" y="2021"/>
                </a:lnTo>
                <a:lnTo>
                  <a:pt x="9982" y="163"/>
                </a:lnTo>
                <a:lnTo>
                  <a:pt x="12439" y="0"/>
                </a:lnTo>
                <a:lnTo>
                  <a:pt x="14897" y="163"/>
                </a:lnTo>
                <a:lnTo>
                  <a:pt x="19382" y="2021"/>
                </a:lnTo>
                <a:lnTo>
                  <a:pt x="21235" y="3643"/>
                </a:lnTo>
                <a:lnTo>
                  <a:pt x="22857" y="5497"/>
                </a:lnTo>
                <a:lnTo>
                  <a:pt x="24715" y="9982"/>
                </a:lnTo>
                <a:lnTo>
                  <a:pt x="24879" y="12439"/>
                </a:lnTo>
                <a:lnTo>
                  <a:pt x="24715" y="14897"/>
                </a:lnTo>
                <a:lnTo>
                  <a:pt x="22857" y="19382"/>
                </a:lnTo>
                <a:lnTo>
                  <a:pt x="21235" y="21235"/>
                </a:lnTo>
                <a:lnTo>
                  <a:pt x="19382" y="22857"/>
                </a:lnTo>
                <a:lnTo>
                  <a:pt x="14897" y="24715"/>
                </a:lnTo>
                <a:lnTo>
                  <a:pt x="12439" y="24879"/>
                </a:lnTo>
                <a:lnTo>
                  <a:pt x="9982" y="24715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769" name="Shape 769"/>
          <p:cNvSpPr/>
          <p:nvPr/>
        </p:nvSpPr>
        <p:spPr>
          <a:xfrm>
            <a:off x="5566226" y="2100986"/>
            <a:ext cx="24723" cy="24723"/>
          </a:xfrm>
          <a:custGeom>
            <a:avLst/>
            <a:gdLst/>
            <a:ahLst/>
            <a:cxnLst/>
            <a:rect l="0" t="0" r="r" b="b"/>
            <a:pathLst>
              <a:path w="24723" h="24723">
                <a:moveTo>
                  <a:pt x="9919" y="24561"/>
                </a:moveTo>
                <a:lnTo>
                  <a:pt x="5462" y="22714"/>
                </a:lnTo>
                <a:lnTo>
                  <a:pt x="3620" y="21103"/>
                </a:lnTo>
                <a:lnTo>
                  <a:pt x="2009" y="19261"/>
                </a:lnTo>
                <a:lnTo>
                  <a:pt x="162" y="14804"/>
                </a:lnTo>
                <a:lnTo>
                  <a:pt x="0" y="12361"/>
                </a:lnTo>
                <a:lnTo>
                  <a:pt x="162" y="9919"/>
                </a:lnTo>
                <a:lnTo>
                  <a:pt x="2009" y="5462"/>
                </a:lnTo>
                <a:lnTo>
                  <a:pt x="3620" y="3620"/>
                </a:lnTo>
                <a:lnTo>
                  <a:pt x="5462" y="2009"/>
                </a:lnTo>
                <a:lnTo>
                  <a:pt x="9919" y="162"/>
                </a:lnTo>
                <a:lnTo>
                  <a:pt x="12361" y="0"/>
                </a:lnTo>
                <a:lnTo>
                  <a:pt x="14804" y="162"/>
                </a:lnTo>
                <a:lnTo>
                  <a:pt x="19261" y="2009"/>
                </a:lnTo>
                <a:lnTo>
                  <a:pt x="21103" y="3620"/>
                </a:lnTo>
                <a:lnTo>
                  <a:pt x="22714" y="5462"/>
                </a:lnTo>
                <a:lnTo>
                  <a:pt x="24561" y="9919"/>
                </a:lnTo>
                <a:lnTo>
                  <a:pt x="24723" y="12361"/>
                </a:lnTo>
                <a:lnTo>
                  <a:pt x="24561" y="14804"/>
                </a:lnTo>
                <a:lnTo>
                  <a:pt x="22714" y="19261"/>
                </a:lnTo>
                <a:lnTo>
                  <a:pt x="21103" y="21103"/>
                </a:lnTo>
                <a:lnTo>
                  <a:pt x="19261" y="22714"/>
                </a:lnTo>
                <a:lnTo>
                  <a:pt x="14804" y="24561"/>
                </a:lnTo>
                <a:lnTo>
                  <a:pt x="12361" y="24723"/>
                </a:lnTo>
                <a:lnTo>
                  <a:pt x="9919" y="24561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70" name="Shape 770"/>
          <p:cNvSpPr/>
          <p:nvPr/>
        </p:nvSpPr>
        <p:spPr>
          <a:xfrm>
            <a:off x="5605360" y="2116362"/>
            <a:ext cx="24599" cy="24599"/>
          </a:xfrm>
          <a:custGeom>
            <a:avLst/>
            <a:gdLst/>
            <a:ahLst/>
            <a:cxnLst/>
            <a:rect l="0" t="0" r="r" b="b"/>
            <a:pathLst>
              <a:path w="24599" h="24599">
                <a:moveTo>
                  <a:pt x="9869" y="24437"/>
                </a:moveTo>
                <a:lnTo>
                  <a:pt x="5435" y="22600"/>
                </a:lnTo>
                <a:lnTo>
                  <a:pt x="3602" y="20996"/>
                </a:lnTo>
                <a:lnTo>
                  <a:pt x="1998" y="19164"/>
                </a:lnTo>
                <a:lnTo>
                  <a:pt x="161" y="14729"/>
                </a:lnTo>
                <a:lnTo>
                  <a:pt x="0" y="12299"/>
                </a:lnTo>
                <a:lnTo>
                  <a:pt x="161" y="9869"/>
                </a:lnTo>
                <a:lnTo>
                  <a:pt x="1998" y="5435"/>
                </a:lnTo>
                <a:lnTo>
                  <a:pt x="3602" y="3602"/>
                </a:lnTo>
                <a:lnTo>
                  <a:pt x="5435" y="1998"/>
                </a:lnTo>
                <a:lnTo>
                  <a:pt x="9869" y="161"/>
                </a:lnTo>
                <a:lnTo>
                  <a:pt x="12299" y="0"/>
                </a:lnTo>
                <a:lnTo>
                  <a:pt x="14729" y="161"/>
                </a:lnTo>
                <a:lnTo>
                  <a:pt x="19164" y="1998"/>
                </a:lnTo>
                <a:lnTo>
                  <a:pt x="20996" y="3602"/>
                </a:lnTo>
                <a:lnTo>
                  <a:pt x="22600" y="5435"/>
                </a:lnTo>
                <a:lnTo>
                  <a:pt x="24437" y="9869"/>
                </a:lnTo>
                <a:lnTo>
                  <a:pt x="24599" y="12299"/>
                </a:lnTo>
                <a:lnTo>
                  <a:pt x="24437" y="14729"/>
                </a:lnTo>
                <a:lnTo>
                  <a:pt x="22600" y="19164"/>
                </a:lnTo>
                <a:lnTo>
                  <a:pt x="20996" y="20996"/>
                </a:lnTo>
                <a:lnTo>
                  <a:pt x="19164" y="22600"/>
                </a:lnTo>
                <a:lnTo>
                  <a:pt x="14729" y="24437"/>
                </a:lnTo>
                <a:lnTo>
                  <a:pt x="12299" y="24599"/>
                </a:lnTo>
                <a:lnTo>
                  <a:pt x="9869" y="24437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771" name="Shape 771"/>
          <p:cNvSpPr/>
          <p:nvPr/>
        </p:nvSpPr>
        <p:spPr>
          <a:xfrm>
            <a:off x="5667337" y="2136475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772" name="Shape 772"/>
          <p:cNvSpPr/>
          <p:nvPr/>
        </p:nvSpPr>
        <p:spPr>
          <a:xfrm>
            <a:off x="5752305" y="216977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773" name="Shape 773"/>
          <p:cNvSpPr/>
          <p:nvPr/>
        </p:nvSpPr>
        <p:spPr>
          <a:xfrm>
            <a:off x="5820942" y="2196678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774" name="Shape 774"/>
          <p:cNvSpPr/>
          <p:nvPr/>
        </p:nvSpPr>
        <p:spPr>
          <a:xfrm>
            <a:off x="5902277" y="2228556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775" name="Shape 775"/>
          <p:cNvSpPr/>
          <p:nvPr/>
        </p:nvSpPr>
        <p:spPr>
          <a:xfrm>
            <a:off x="6057095" y="2289267"/>
            <a:ext cx="38227" cy="38227"/>
          </a:xfrm>
          <a:custGeom>
            <a:avLst/>
            <a:gdLst/>
            <a:ahLst/>
            <a:cxnLst/>
            <a:rect l="0" t="0" r="r" b="b"/>
            <a:pathLst>
              <a:path w="38227" h="38227">
                <a:moveTo>
                  <a:pt x="15337" y="37975"/>
                </a:moveTo>
                <a:lnTo>
                  <a:pt x="8446" y="35120"/>
                </a:lnTo>
                <a:lnTo>
                  <a:pt x="5598" y="32628"/>
                </a:lnTo>
                <a:lnTo>
                  <a:pt x="3106" y="29780"/>
                </a:lnTo>
                <a:lnTo>
                  <a:pt x="251" y="22889"/>
                </a:lnTo>
                <a:lnTo>
                  <a:pt x="0" y="19113"/>
                </a:lnTo>
                <a:lnTo>
                  <a:pt x="251" y="15337"/>
                </a:lnTo>
                <a:lnTo>
                  <a:pt x="3106" y="8446"/>
                </a:lnTo>
                <a:lnTo>
                  <a:pt x="5598" y="5598"/>
                </a:lnTo>
                <a:lnTo>
                  <a:pt x="8446" y="3106"/>
                </a:lnTo>
                <a:lnTo>
                  <a:pt x="15337" y="251"/>
                </a:lnTo>
                <a:lnTo>
                  <a:pt x="19113" y="0"/>
                </a:lnTo>
                <a:lnTo>
                  <a:pt x="22889" y="251"/>
                </a:lnTo>
                <a:lnTo>
                  <a:pt x="29780" y="3106"/>
                </a:lnTo>
                <a:lnTo>
                  <a:pt x="32628" y="5598"/>
                </a:lnTo>
                <a:lnTo>
                  <a:pt x="35120" y="8446"/>
                </a:lnTo>
                <a:lnTo>
                  <a:pt x="37975" y="15337"/>
                </a:lnTo>
                <a:lnTo>
                  <a:pt x="38227" y="19113"/>
                </a:lnTo>
                <a:lnTo>
                  <a:pt x="37975" y="22889"/>
                </a:lnTo>
                <a:lnTo>
                  <a:pt x="35120" y="29780"/>
                </a:lnTo>
                <a:lnTo>
                  <a:pt x="32628" y="32628"/>
                </a:lnTo>
                <a:lnTo>
                  <a:pt x="29780" y="35120"/>
                </a:lnTo>
                <a:lnTo>
                  <a:pt x="22889" y="37975"/>
                </a:lnTo>
                <a:lnTo>
                  <a:pt x="19113" y="38227"/>
                </a:lnTo>
                <a:lnTo>
                  <a:pt x="15337" y="37975"/>
                </a:lnTo>
                <a:close/>
              </a:path>
            </a:pathLst>
          </a:custGeom>
          <a:solidFill>
            <a:srgbClr val="1A9A34"/>
          </a:solidFill>
          <a:ln>
            <a:noFill/>
          </a:ln>
        </p:spPr>
      </p:sp>
      <p:sp>
        <p:nvSpPr>
          <p:cNvPr id="776" name="Shape 776"/>
          <p:cNvSpPr/>
          <p:nvPr/>
        </p:nvSpPr>
        <p:spPr>
          <a:xfrm>
            <a:off x="5127480" y="1962061"/>
            <a:ext cx="22104" cy="22104"/>
          </a:xfrm>
          <a:custGeom>
            <a:avLst/>
            <a:gdLst/>
            <a:ahLst/>
            <a:cxnLst/>
            <a:rect l="0" t="0" r="r" b="b"/>
            <a:pathLst>
              <a:path w="22104" h="22104">
                <a:moveTo>
                  <a:pt x="8868" y="21958"/>
                </a:moveTo>
                <a:lnTo>
                  <a:pt x="4883" y="20308"/>
                </a:lnTo>
                <a:lnTo>
                  <a:pt x="3237" y="18867"/>
                </a:lnTo>
                <a:lnTo>
                  <a:pt x="1796" y="17220"/>
                </a:lnTo>
                <a:lnTo>
                  <a:pt x="145" y="13235"/>
                </a:lnTo>
                <a:lnTo>
                  <a:pt x="0" y="11052"/>
                </a:lnTo>
                <a:lnTo>
                  <a:pt x="145" y="8868"/>
                </a:lnTo>
                <a:lnTo>
                  <a:pt x="1796" y="4883"/>
                </a:lnTo>
                <a:lnTo>
                  <a:pt x="3237" y="3237"/>
                </a:lnTo>
                <a:lnTo>
                  <a:pt x="4883" y="1796"/>
                </a:lnTo>
                <a:lnTo>
                  <a:pt x="8868" y="145"/>
                </a:lnTo>
                <a:lnTo>
                  <a:pt x="11052" y="0"/>
                </a:lnTo>
                <a:lnTo>
                  <a:pt x="13235" y="145"/>
                </a:lnTo>
                <a:lnTo>
                  <a:pt x="17220" y="1796"/>
                </a:lnTo>
                <a:lnTo>
                  <a:pt x="18867" y="3237"/>
                </a:lnTo>
                <a:lnTo>
                  <a:pt x="20308" y="4883"/>
                </a:lnTo>
                <a:lnTo>
                  <a:pt x="21958" y="8868"/>
                </a:lnTo>
                <a:lnTo>
                  <a:pt x="22104" y="11052"/>
                </a:lnTo>
                <a:lnTo>
                  <a:pt x="21958" y="13235"/>
                </a:lnTo>
                <a:lnTo>
                  <a:pt x="20308" y="17220"/>
                </a:lnTo>
                <a:lnTo>
                  <a:pt x="18867" y="18867"/>
                </a:lnTo>
                <a:lnTo>
                  <a:pt x="17220" y="20308"/>
                </a:lnTo>
                <a:lnTo>
                  <a:pt x="13235" y="21958"/>
                </a:lnTo>
                <a:lnTo>
                  <a:pt x="11052" y="22104"/>
                </a:lnTo>
                <a:lnTo>
                  <a:pt x="8868" y="21958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777" name="Shape 777"/>
          <p:cNvSpPr/>
          <p:nvPr/>
        </p:nvSpPr>
        <p:spPr>
          <a:xfrm>
            <a:off x="5134287" y="1965911"/>
            <a:ext cx="22354" cy="22354"/>
          </a:xfrm>
          <a:custGeom>
            <a:avLst/>
            <a:gdLst/>
            <a:ahLst/>
            <a:cxnLst/>
            <a:rect l="0" t="0" r="r" b="b"/>
            <a:pathLst>
              <a:path w="22354" h="22354">
                <a:moveTo>
                  <a:pt x="8969" y="22207"/>
                </a:moveTo>
                <a:lnTo>
                  <a:pt x="4939" y="20537"/>
                </a:lnTo>
                <a:lnTo>
                  <a:pt x="3273" y="19080"/>
                </a:lnTo>
                <a:lnTo>
                  <a:pt x="1816" y="17415"/>
                </a:lnTo>
                <a:lnTo>
                  <a:pt x="147" y="13385"/>
                </a:lnTo>
                <a:lnTo>
                  <a:pt x="0" y="11177"/>
                </a:lnTo>
                <a:lnTo>
                  <a:pt x="147" y="8969"/>
                </a:lnTo>
                <a:lnTo>
                  <a:pt x="1816" y="4939"/>
                </a:lnTo>
                <a:lnTo>
                  <a:pt x="3273" y="3273"/>
                </a:lnTo>
                <a:lnTo>
                  <a:pt x="4939" y="1816"/>
                </a:lnTo>
                <a:lnTo>
                  <a:pt x="8969" y="147"/>
                </a:lnTo>
                <a:lnTo>
                  <a:pt x="11177" y="0"/>
                </a:lnTo>
                <a:lnTo>
                  <a:pt x="13385" y="147"/>
                </a:lnTo>
                <a:lnTo>
                  <a:pt x="17415" y="1816"/>
                </a:lnTo>
                <a:lnTo>
                  <a:pt x="19080" y="3273"/>
                </a:lnTo>
                <a:lnTo>
                  <a:pt x="20537" y="4939"/>
                </a:lnTo>
                <a:lnTo>
                  <a:pt x="22207" y="8969"/>
                </a:lnTo>
                <a:lnTo>
                  <a:pt x="22354" y="11177"/>
                </a:lnTo>
                <a:lnTo>
                  <a:pt x="22207" y="13385"/>
                </a:lnTo>
                <a:lnTo>
                  <a:pt x="20537" y="17415"/>
                </a:lnTo>
                <a:lnTo>
                  <a:pt x="19080" y="19080"/>
                </a:lnTo>
                <a:lnTo>
                  <a:pt x="17415" y="20537"/>
                </a:lnTo>
                <a:lnTo>
                  <a:pt x="13385" y="22207"/>
                </a:lnTo>
                <a:lnTo>
                  <a:pt x="11177" y="22354"/>
                </a:lnTo>
                <a:lnTo>
                  <a:pt x="8969" y="22207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778" name="Shape 778"/>
          <p:cNvSpPr/>
          <p:nvPr/>
        </p:nvSpPr>
        <p:spPr>
          <a:xfrm>
            <a:off x="5139134" y="1968655"/>
            <a:ext cx="22518" cy="22518"/>
          </a:xfrm>
          <a:custGeom>
            <a:avLst/>
            <a:gdLst/>
            <a:ahLst/>
            <a:cxnLst/>
            <a:rect l="0" t="0" r="r" b="b"/>
            <a:pathLst>
              <a:path w="22518" h="22518">
                <a:moveTo>
                  <a:pt x="9034" y="22370"/>
                </a:moveTo>
                <a:lnTo>
                  <a:pt x="4975" y="20688"/>
                </a:lnTo>
                <a:lnTo>
                  <a:pt x="3297" y="19220"/>
                </a:lnTo>
                <a:lnTo>
                  <a:pt x="1829" y="17543"/>
                </a:lnTo>
                <a:lnTo>
                  <a:pt x="148" y="13483"/>
                </a:lnTo>
                <a:lnTo>
                  <a:pt x="0" y="11259"/>
                </a:lnTo>
                <a:lnTo>
                  <a:pt x="148" y="9034"/>
                </a:lnTo>
                <a:lnTo>
                  <a:pt x="1829" y="4975"/>
                </a:lnTo>
                <a:lnTo>
                  <a:pt x="3297" y="3297"/>
                </a:lnTo>
                <a:lnTo>
                  <a:pt x="4975" y="1829"/>
                </a:lnTo>
                <a:lnTo>
                  <a:pt x="9034" y="148"/>
                </a:lnTo>
                <a:lnTo>
                  <a:pt x="11259" y="0"/>
                </a:lnTo>
                <a:lnTo>
                  <a:pt x="13483" y="148"/>
                </a:lnTo>
                <a:lnTo>
                  <a:pt x="17543" y="1829"/>
                </a:lnTo>
                <a:lnTo>
                  <a:pt x="19220" y="3297"/>
                </a:lnTo>
                <a:lnTo>
                  <a:pt x="20688" y="4975"/>
                </a:lnTo>
                <a:lnTo>
                  <a:pt x="22370" y="9034"/>
                </a:lnTo>
                <a:lnTo>
                  <a:pt x="22518" y="11259"/>
                </a:lnTo>
                <a:lnTo>
                  <a:pt x="22370" y="13483"/>
                </a:lnTo>
                <a:lnTo>
                  <a:pt x="20688" y="17543"/>
                </a:lnTo>
                <a:lnTo>
                  <a:pt x="19220" y="19220"/>
                </a:lnTo>
                <a:lnTo>
                  <a:pt x="17543" y="20688"/>
                </a:lnTo>
                <a:lnTo>
                  <a:pt x="13483" y="22370"/>
                </a:lnTo>
                <a:lnTo>
                  <a:pt x="11259" y="22518"/>
                </a:lnTo>
                <a:lnTo>
                  <a:pt x="9034" y="22370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779" name="Shape 779"/>
          <p:cNvSpPr/>
          <p:nvPr/>
        </p:nvSpPr>
        <p:spPr>
          <a:xfrm>
            <a:off x="5144253" y="1971555"/>
            <a:ext cx="22681" cy="22681"/>
          </a:xfrm>
          <a:custGeom>
            <a:avLst/>
            <a:gdLst/>
            <a:ahLst/>
            <a:cxnLst/>
            <a:rect l="0" t="0" r="r" b="b"/>
            <a:pathLst>
              <a:path w="22681" h="22681">
                <a:moveTo>
                  <a:pt x="9100" y="22531"/>
                </a:moveTo>
                <a:lnTo>
                  <a:pt x="5011" y="20838"/>
                </a:lnTo>
                <a:lnTo>
                  <a:pt x="3321" y="19359"/>
                </a:lnTo>
                <a:lnTo>
                  <a:pt x="1843" y="17669"/>
                </a:lnTo>
                <a:lnTo>
                  <a:pt x="149" y="13580"/>
                </a:lnTo>
                <a:lnTo>
                  <a:pt x="0" y="11340"/>
                </a:lnTo>
                <a:lnTo>
                  <a:pt x="149" y="9100"/>
                </a:lnTo>
                <a:lnTo>
                  <a:pt x="1843" y="5011"/>
                </a:lnTo>
                <a:lnTo>
                  <a:pt x="3321" y="3321"/>
                </a:lnTo>
                <a:lnTo>
                  <a:pt x="5011" y="1843"/>
                </a:lnTo>
                <a:lnTo>
                  <a:pt x="9100" y="149"/>
                </a:lnTo>
                <a:lnTo>
                  <a:pt x="11340" y="0"/>
                </a:lnTo>
                <a:lnTo>
                  <a:pt x="13580" y="149"/>
                </a:lnTo>
                <a:lnTo>
                  <a:pt x="17669" y="1843"/>
                </a:lnTo>
                <a:lnTo>
                  <a:pt x="19359" y="3321"/>
                </a:lnTo>
                <a:lnTo>
                  <a:pt x="20838" y="5011"/>
                </a:lnTo>
                <a:lnTo>
                  <a:pt x="22531" y="9100"/>
                </a:lnTo>
                <a:lnTo>
                  <a:pt x="22681" y="11340"/>
                </a:lnTo>
                <a:lnTo>
                  <a:pt x="22531" y="13580"/>
                </a:lnTo>
                <a:lnTo>
                  <a:pt x="20838" y="17669"/>
                </a:lnTo>
                <a:lnTo>
                  <a:pt x="19359" y="19359"/>
                </a:lnTo>
                <a:lnTo>
                  <a:pt x="17669" y="20838"/>
                </a:lnTo>
                <a:lnTo>
                  <a:pt x="13580" y="22531"/>
                </a:lnTo>
                <a:lnTo>
                  <a:pt x="11340" y="22681"/>
                </a:lnTo>
                <a:lnTo>
                  <a:pt x="9100" y="22531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780" name="Shape 780"/>
          <p:cNvSpPr/>
          <p:nvPr/>
        </p:nvSpPr>
        <p:spPr>
          <a:xfrm>
            <a:off x="5152491" y="1976228"/>
            <a:ext cx="22920" cy="22920"/>
          </a:xfrm>
          <a:custGeom>
            <a:avLst/>
            <a:gdLst/>
            <a:ahLst/>
            <a:cxnLst/>
            <a:rect l="0" t="0" r="r" b="b"/>
            <a:pathLst>
              <a:path w="22920" h="22920">
                <a:moveTo>
                  <a:pt x="9196" y="22769"/>
                </a:moveTo>
                <a:lnTo>
                  <a:pt x="5064" y="21058"/>
                </a:lnTo>
                <a:lnTo>
                  <a:pt x="3356" y="19563"/>
                </a:lnTo>
                <a:lnTo>
                  <a:pt x="1862" y="17856"/>
                </a:lnTo>
                <a:lnTo>
                  <a:pt x="150" y="13724"/>
                </a:lnTo>
                <a:lnTo>
                  <a:pt x="0" y="11460"/>
                </a:lnTo>
                <a:lnTo>
                  <a:pt x="150" y="9196"/>
                </a:lnTo>
                <a:lnTo>
                  <a:pt x="1862" y="5064"/>
                </a:lnTo>
                <a:lnTo>
                  <a:pt x="3356" y="3356"/>
                </a:lnTo>
                <a:lnTo>
                  <a:pt x="5064" y="1862"/>
                </a:lnTo>
                <a:lnTo>
                  <a:pt x="9196" y="150"/>
                </a:lnTo>
                <a:lnTo>
                  <a:pt x="11460" y="0"/>
                </a:lnTo>
                <a:lnTo>
                  <a:pt x="13724" y="150"/>
                </a:lnTo>
                <a:lnTo>
                  <a:pt x="17856" y="1862"/>
                </a:lnTo>
                <a:lnTo>
                  <a:pt x="19563" y="3356"/>
                </a:lnTo>
                <a:lnTo>
                  <a:pt x="21058" y="5064"/>
                </a:lnTo>
                <a:lnTo>
                  <a:pt x="22769" y="9196"/>
                </a:lnTo>
                <a:lnTo>
                  <a:pt x="22920" y="11460"/>
                </a:lnTo>
                <a:lnTo>
                  <a:pt x="22769" y="13724"/>
                </a:lnTo>
                <a:lnTo>
                  <a:pt x="21058" y="17856"/>
                </a:lnTo>
                <a:lnTo>
                  <a:pt x="19563" y="19563"/>
                </a:lnTo>
                <a:lnTo>
                  <a:pt x="17856" y="21058"/>
                </a:lnTo>
                <a:lnTo>
                  <a:pt x="13724" y="22769"/>
                </a:lnTo>
                <a:lnTo>
                  <a:pt x="11460" y="22920"/>
                </a:lnTo>
                <a:lnTo>
                  <a:pt x="9196" y="22769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781" name="Shape 781"/>
          <p:cNvSpPr/>
          <p:nvPr/>
        </p:nvSpPr>
        <p:spPr>
          <a:xfrm>
            <a:off x="5161479" y="1981330"/>
            <a:ext cx="23159" cy="23159"/>
          </a:xfrm>
          <a:custGeom>
            <a:avLst/>
            <a:gdLst/>
            <a:ahLst/>
            <a:cxnLst/>
            <a:rect l="0" t="0" r="r" b="b"/>
            <a:pathLst>
              <a:path w="23159" h="23159">
                <a:moveTo>
                  <a:pt x="9292" y="23006"/>
                </a:moveTo>
                <a:lnTo>
                  <a:pt x="5116" y="21277"/>
                </a:lnTo>
                <a:lnTo>
                  <a:pt x="3391" y="19767"/>
                </a:lnTo>
                <a:lnTo>
                  <a:pt x="1881" y="18042"/>
                </a:lnTo>
                <a:lnTo>
                  <a:pt x="152" y="13867"/>
                </a:lnTo>
                <a:lnTo>
                  <a:pt x="0" y="11579"/>
                </a:lnTo>
                <a:lnTo>
                  <a:pt x="152" y="9292"/>
                </a:lnTo>
                <a:lnTo>
                  <a:pt x="1881" y="5116"/>
                </a:lnTo>
                <a:lnTo>
                  <a:pt x="3391" y="3391"/>
                </a:lnTo>
                <a:lnTo>
                  <a:pt x="5116" y="1881"/>
                </a:lnTo>
                <a:lnTo>
                  <a:pt x="9292" y="152"/>
                </a:lnTo>
                <a:lnTo>
                  <a:pt x="11579" y="0"/>
                </a:lnTo>
                <a:lnTo>
                  <a:pt x="13867" y="152"/>
                </a:lnTo>
                <a:lnTo>
                  <a:pt x="18042" y="1881"/>
                </a:lnTo>
                <a:lnTo>
                  <a:pt x="19767" y="3391"/>
                </a:lnTo>
                <a:lnTo>
                  <a:pt x="21277" y="5116"/>
                </a:lnTo>
                <a:lnTo>
                  <a:pt x="23006" y="9292"/>
                </a:lnTo>
                <a:lnTo>
                  <a:pt x="23159" y="11579"/>
                </a:lnTo>
                <a:lnTo>
                  <a:pt x="23006" y="13867"/>
                </a:lnTo>
                <a:lnTo>
                  <a:pt x="21277" y="18042"/>
                </a:lnTo>
                <a:lnTo>
                  <a:pt x="19767" y="19767"/>
                </a:lnTo>
                <a:lnTo>
                  <a:pt x="18042" y="21277"/>
                </a:lnTo>
                <a:lnTo>
                  <a:pt x="13867" y="23006"/>
                </a:lnTo>
                <a:lnTo>
                  <a:pt x="11579" y="23159"/>
                </a:lnTo>
                <a:lnTo>
                  <a:pt x="9292" y="23006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782" name="Shape 782"/>
          <p:cNvSpPr/>
          <p:nvPr/>
        </p:nvSpPr>
        <p:spPr>
          <a:xfrm>
            <a:off x="5167941" y="1985002"/>
            <a:ext cx="23314" cy="23314"/>
          </a:xfrm>
          <a:custGeom>
            <a:avLst/>
            <a:gdLst/>
            <a:ahLst/>
            <a:cxnLst/>
            <a:rect l="0" t="0" r="r" b="b"/>
            <a:pathLst>
              <a:path w="23314" h="23314">
                <a:moveTo>
                  <a:pt x="9354" y="23161"/>
                </a:moveTo>
                <a:lnTo>
                  <a:pt x="5151" y="21420"/>
                </a:lnTo>
                <a:lnTo>
                  <a:pt x="3414" y="19900"/>
                </a:lnTo>
                <a:lnTo>
                  <a:pt x="1894" y="18163"/>
                </a:lnTo>
                <a:lnTo>
                  <a:pt x="153" y="13960"/>
                </a:lnTo>
                <a:lnTo>
                  <a:pt x="0" y="11657"/>
                </a:lnTo>
                <a:lnTo>
                  <a:pt x="153" y="9354"/>
                </a:lnTo>
                <a:lnTo>
                  <a:pt x="1894" y="5151"/>
                </a:lnTo>
                <a:lnTo>
                  <a:pt x="3414" y="3414"/>
                </a:lnTo>
                <a:lnTo>
                  <a:pt x="5151" y="1894"/>
                </a:lnTo>
                <a:lnTo>
                  <a:pt x="9354" y="153"/>
                </a:lnTo>
                <a:lnTo>
                  <a:pt x="11657" y="0"/>
                </a:lnTo>
                <a:lnTo>
                  <a:pt x="13960" y="153"/>
                </a:lnTo>
                <a:lnTo>
                  <a:pt x="18163" y="1894"/>
                </a:lnTo>
                <a:lnTo>
                  <a:pt x="19900" y="3414"/>
                </a:lnTo>
                <a:lnTo>
                  <a:pt x="21420" y="5151"/>
                </a:lnTo>
                <a:lnTo>
                  <a:pt x="23161" y="9354"/>
                </a:lnTo>
                <a:lnTo>
                  <a:pt x="23314" y="11657"/>
                </a:lnTo>
                <a:lnTo>
                  <a:pt x="23161" y="13960"/>
                </a:lnTo>
                <a:lnTo>
                  <a:pt x="21420" y="18163"/>
                </a:lnTo>
                <a:lnTo>
                  <a:pt x="19900" y="19900"/>
                </a:lnTo>
                <a:lnTo>
                  <a:pt x="18163" y="21420"/>
                </a:lnTo>
                <a:lnTo>
                  <a:pt x="13960" y="23161"/>
                </a:lnTo>
                <a:lnTo>
                  <a:pt x="11657" y="23314"/>
                </a:lnTo>
                <a:lnTo>
                  <a:pt x="9354" y="2316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783" name="Shape 783"/>
          <p:cNvSpPr/>
          <p:nvPr/>
        </p:nvSpPr>
        <p:spPr>
          <a:xfrm>
            <a:off x="5178427" y="1990966"/>
            <a:ext cx="23544" cy="23544"/>
          </a:xfrm>
          <a:custGeom>
            <a:avLst/>
            <a:gdLst/>
            <a:ahLst/>
            <a:cxnLst/>
            <a:rect l="0" t="0" r="r" b="b"/>
            <a:pathLst>
              <a:path w="23544" h="23544">
                <a:moveTo>
                  <a:pt x="9446" y="23389"/>
                </a:moveTo>
                <a:lnTo>
                  <a:pt x="5202" y="21631"/>
                </a:lnTo>
                <a:lnTo>
                  <a:pt x="3448" y="20096"/>
                </a:lnTo>
                <a:lnTo>
                  <a:pt x="1913" y="18342"/>
                </a:lnTo>
                <a:lnTo>
                  <a:pt x="155" y="14098"/>
                </a:lnTo>
                <a:lnTo>
                  <a:pt x="0" y="11772"/>
                </a:lnTo>
                <a:lnTo>
                  <a:pt x="155" y="9446"/>
                </a:lnTo>
                <a:lnTo>
                  <a:pt x="1913" y="5202"/>
                </a:lnTo>
                <a:lnTo>
                  <a:pt x="3448" y="3448"/>
                </a:lnTo>
                <a:lnTo>
                  <a:pt x="5202" y="1913"/>
                </a:lnTo>
                <a:lnTo>
                  <a:pt x="9446" y="155"/>
                </a:lnTo>
                <a:lnTo>
                  <a:pt x="11772" y="0"/>
                </a:lnTo>
                <a:lnTo>
                  <a:pt x="14098" y="155"/>
                </a:lnTo>
                <a:lnTo>
                  <a:pt x="18342" y="1913"/>
                </a:lnTo>
                <a:lnTo>
                  <a:pt x="20096" y="3448"/>
                </a:lnTo>
                <a:lnTo>
                  <a:pt x="21631" y="5202"/>
                </a:lnTo>
                <a:lnTo>
                  <a:pt x="23389" y="9446"/>
                </a:lnTo>
                <a:lnTo>
                  <a:pt x="23544" y="11772"/>
                </a:lnTo>
                <a:lnTo>
                  <a:pt x="23389" y="14098"/>
                </a:lnTo>
                <a:lnTo>
                  <a:pt x="21631" y="18342"/>
                </a:lnTo>
                <a:lnTo>
                  <a:pt x="20096" y="20096"/>
                </a:lnTo>
                <a:lnTo>
                  <a:pt x="18342" y="21631"/>
                </a:lnTo>
                <a:lnTo>
                  <a:pt x="14098" y="23389"/>
                </a:lnTo>
                <a:lnTo>
                  <a:pt x="11772" y="23544"/>
                </a:lnTo>
                <a:lnTo>
                  <a:pt x="9446" y="23389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784" name="Shape 784"/>
          <p:cNvSpPr/>
          <p:nvPr/>
        </p:nvSpPr>
        <p:spPr>
          <a:xfrm>
            <a:off x="5189996" y="1997551"/>
            <a:ext cx="23769" cy="23769"/>
          </a:xfrm>
          <a:custGeom>
            <a:avLst/>
            <a:gdLst/>
            <a:ahLst/>
            <a:cxnLst/>
            <a:rect l="0" t="0" r="r" b="b"/>
            <a:pathLst>
              <a:path w="23769" h="23769">
                <a:moveTo>
                  <a:pt x="9537" y="23613"/>
                </a:moveTo>
                <a:lnTo>
                  <a:pt x="5251" y="21838"/>
                </a:lnTo>
                <a:lnTo>
                  <a:pt x="3481" y="20288"/>
                </a:lnTo>
                <a:lnTo>
                  <a:pt x="1931" y="18517"/>
                </a:lnTo>
                <a:lnTo>
                  <a:pt x="156" y="14232"/>
                </a:lnTo>
                <a:lnTo>
                  <a:pt x="0" y="11884"/>
                </a:lnTo>
                <a:lnTo>
                  <a:pt x="156" y="9537"/>
                </a:lnTo>
                <a:lnTo>
                  <a:pt x="1931" y="5251"/>
                </a:lnTo>
                <a:lnTo>
                  <a:pt x="3481" y="3481"/>
                </a:lnTo>
                <a:lnTo>
                  <a:pt x="5251" y="1931"/>
                </a:lnTo>
                <a:lnTo>
                  <a:pt x="9537" y="156"/>
                </a:lnTo>
                <a:lnTo>
                  <a:pt x="11884" y="0"/>
                </a:lnTo>
                <a:lnTo>
                  <a:pt x="14232" y="156"/>
                </a:lnTo>
                <a:lnTo>
                  <a:pt x="18517" y="1931"/>
                </a:lnTo>
                <a:lnTo>
                  <a:pt x="20288" y="3481"/>
                </a:lnTo>
                <a:lnTo>
                  <a:pt x="21838" y="5251"/>
                </a:lnTo>
                <a:lnTo>
                  <a:pt x="23613" y="9537"/>
                </a:lnTo>
                <a:lnTo>
                  <a:pt x="23769" y="11884"/>
                </a:lnTo>
                <a:lnTo>
                  <a:pt x="23613" y="14232"/>
                </a:lnTo>
                <a:lnTo>
                  <a:pt x="21838" y="18517"/>
                </a:lnTo>
                <a:lnTo>
                  <a:pt x="20288" y="20288"/>
                </a:lnTo>
                <a:lnTo>
                  <a:pt x="18517" y="21838"/>
                </a:lnTo>
                <a:lnTo>
                  <a:pt x="14232" y="23613"/>
                </a:lnTo>
                <a:lnTo>
                  <a:pt x="11884" y="23769"/>
                </a:lnTo>
                <a:lnTo>
                  <a:pt x="9537" y="23613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785" name="Shape 785"/>
          <p:cNvSpPr/>
          <p:nvPr/>
        </p:nvSpPr>
        <p:spPr>
          <a:xfrm>
            <a:off x="5198395" y="2002335"/>
            <a:ext cx="23916" cy="23916"/>
          </a:xfrm>
          <a:custGeom>
            <a:avLst/>
            <a:gdLst/>
            <a:ahLst/>
            <a:cxnLst/>
            <a:rect l="0" t="0" r="r" b="b"/>
            <a:pathLst>
              <a:path w="23916" h="23916">
                <a:moveTo>
                  <a:pt x="9595" y="23758"/>
                </a:moveTo>
                <a:lnTo>
                  <a:pt x="5284" y="21972"/>
                </a:lnTo>
                <a:lnTo>
                  <a:pt x="3502" y="20413"/>
                </a:lnTo>
                <a:lnTo>
                  <a:pt x="1943" y="18631"/>
                </a:lnTo>
                <a:lnTo>
                  <a:pt x="157" y="14320"/>
                </a:lnTo>
                <a:lnTo>
                  <a:pt x="0" y="11958"/>
                </a:lnTo>
                <a:lnTo>
                  <a:pt x="157" y="9595"/>
                </a:lnTo>
                <a:lnTo>
                  <a:pt x="1943" y="5284"/>
                </a:lnTo>
                <a:lnTo>
                  <a:pt x="3502" y="3502"/>
                </a:lnTo>
                <a:lnTo>
                  <a:pt x="5284" y="1943"/>
                </a:lnTo>
                <a:lnTo>
                  <a:pt x="9595" y="157"/>
                </a:lnTo>
                <a:lnTo>
                  <a:pt x="11958" y="0"/>
                </a:lnTo>
                <a:lnTo>
                  <a:pt x="14320" y="157"/>
                </a:lnTo>
                <a:lnTo>
                  <a:pt x="18631" y="1943"/>
                </a:lnTo>
                <a:lnTo>
                  <a:pt x="20413" y="3502"/>
                </a:lnTo>
                <a:lnTo>
                  <a:pt x="21972" y="5284"/>
                </a:lnTo>
                <a:lnTo>
                  <a:pt x="23758" y="9595"/>
                </a:lnTo>
                <a:lnTo>
                  <a:pt x="23916" y="11958"/>
                </a:lnTo>
                <a:lnTo>
                  <a:pt x="23758" y="14320"/>
                </a:lnTo>
                <a:lnTo>
                  <a:pt x="21972" y="18631"/>
                </a:lnTo>
                <a:lnTo>
                  <a:pt x="20413" y="20413"/>
                </a:lnTo>
                <a:lnTo>
                  <a:pt x="18631" y="21972"/>
                </a:lnTo>
                <a:lnTo>
                  <a:pt x="14320" y="23758"/>
                </a:lnTo>
                <a:lnTo>
                  <a:pt x="11958" y="23916"/>
                </a:lnTo>
                <a:lnTo>
                  <a:pt x="9595" y="23758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786" name="Shape 786"/>
          <p:cNvSpPr/>
          <p:nvPr/>
        </p:nvSpPr>
        <p:spPr>
          <a:xfrm>
            <a:off x="5212176" y="2010191"/>
            <a:ext cx="24128" cy="24128"/>
          </a:xfrm>
          <a:custGeom>
            <a:avLst/>
            <a:gdLst/>
            <a:ahLst/>
            <a:cxnLst/>
            <a:rect l="0" t="0" r="r" b="b"/>
            <a:pathLst>
              <a:path w="24128" h="24128">
                <a:moveTo>
                  <a:pt x="9681" y="23969"/>
                </a:moveTo>
                <a:lnTo>
                  <a:pt x="5331" y="22168"/>
                </a:lnTo>
                <a:lnTo>
                  <a:pt x="3533" y="20595"/>
                </a:lnTo>
                <a:lnTo>
                  <a:pt x="1960" y="18797"/>
                </a:lnTo>
                <a:lnTo>
                  <a:pt x="158" y="14447"/>
                </a:lnTo>
                <a:lnTo>
                  <a:pt x="0" y="12064"/>
                </a:lnTo>
                <a:lnTo>
                  <a:pt x="158" y="9681"/>
                </a:lnTo>
                <a:lnTo>
                  <a:pt x="1960" y="5331"/>
                </a:lnTo>
                <a:lnTo>
                  <a:pt x="3533" y="3533"/>
                </a:lnTo>
                <a:lnTo>
                  <a:pt x="5331" y="1960"/>
                </a:lnTo>
                <a:lnTo>
                  <a:pt x="9681" y="158"/>
                </a:lnTo>
                <a:lnTo>
                  <a:pt x="12064" y="0"/>
                </a:lnTo>
                <a:lnTo>
                  <a:pt x="14447" y="158"/>
                </a:lnTo>
                <a:lnTo>
                  <a:pt x="18797" y="1960"/>
                </a:lnTo>
                <a:lnTo>
                  <a:pt x="20595" y="3533"/>
                </a:lnTo>
                <a:lnTo>
                  <a:pt x="22168" y="5331"/>
                </a:lnTo>
                <a:lnTo>
                  <a:pt x="23969" y="9681"/>
                </a:lnTo>
                <a:lnTo>
                  <a:pt x="24128" y="12064"/>
                </a:lnTo>
                <a:lnTo>
                  <a:pt x="23969" y="14447"/>
                </a:lnTo>
                <a:lnTo>
                  <a:pt x="22168" y="18797"/>
                </a:lnTo>
                <a:lnTo>
                  <a:pt x="20595" y="20595"/>
                </a:lnTo>
                <a:lnTo>
                  <a:pt x="18797" y="22168"/>
                </a:lnTo>
                <a:lnTo>
                  <a:pt x="14447" y="23969"/>
                </a:lnTo>
                <a:lnTo>
                  <a:pt x="12064" y="24128"/>
                </a:lnTo>
                <a:lnTo>
                  <a:pt x="9681" y="23969"/>
                </a:lnTo>
                <a:close/>
              </a:path>
            </a:pathLst>
          </a:custGeom>
          <a:solidFill>
            <a:srgbClr val="7ED182"/>
          </a:solidFill>
          <a:ln>
            <a:noFill/>
          </a:ln>
        </p:spPr>
      </p:sp>
      <p:sp>
        <p:nvSpPr>
          <p:cNvPr id="787" name="Shape 787"/>
          <p:cNvSpPr/>
          <p:nvPr/>
        </p:nvSpPr>
        <p:spPr>
          <a:xfrm>
            <a:off x="5227598" y="2018990"/>
            <a:ext cx="24331" cy="24331"/>
          </a:xfrm>
          <a:custGeom>
            <a:avLst/>
            <a:gdLst/>
            <a:ahLst/>
            <a:cxnLst/>
            <a:rect l="0" t="0" r="r" b="b"/>
            <a:pathLst>
              <a:path w="24331" h="24331">
                <a:moveTo>
                  <a:pt x="9762" y="24171"/>
                </a:moveTo>
                <a:lnTo>
                  <a:pt x="5376" y="22354"/>
                </a:lnTo>
                <a:lnTo>
                  <a:pt x="3563" y="20768"/>
                </a:lnTo>
                <a:lnTo>
                  <a:pt x="1977" y="18955"/>
                </a:lnTo>
                <a:lnTo>
                  <a:pt x="160" y="14569"/>
                </a:lnTo>
                <a:lnTo>
                  <a:pt x="0" y="12165"/>
                </a:lnTo>
                <a:lnTo>
                  <a:pt x="160" y="9762"/>
                </a:lnTo>
                <a:lnTo>
                  <a:pt x="1977" y="5376"/>
                </a:lnTo>
                <a:lnTo>
                  <a:pt x="3563" y="3563"/>
                </a:lnTo>
                <a:lnTo>
                  <a:pt x="5376" y="1977"/>
                </a:lnTo>
                <a:lnTo>
                  <a:pt x="9762" y="160"/>
                </a:lnTo>
                <a:lnTo>
                  <a:pt x="12165" y="0"/>
                </a:lnTo>
                <a:lnTo>
                  <a:pt x="14569" y="160"/>
                </a:lnTo>
                <a:lnTo>
                  <a:pt x="18955" y="1977"/>
                </a:lnTo>
                <a:lnTo>
                  <a:pt x="20768" y="3563"/>
                </a:lnTo>
                <a:lnTo>
                  <a:pt x="22354" y="5376"/>
                </a:lnTo>
                <a:lnTo>
                  <a:pt x="24171" y="9762"/>
                </a:lnTo>
                <a:lnTo>
                  <a:pt x="24331" y="12165"/>
                </a:lnTo>
                <a:lnTo>
                  <a:pt x="24171" y="14569"/>
                </a:lnTo>
                <a:lnTo>
                  <a:pt x="22354" y="18955"/>
                </a:lnTo>
                <a:lnTo>
                  <a:pt x="20768" y="20768"/>
                </a:lnTo>
                <a:lnTo>
                  <a:pt x="18955" y="22354"/>
                </a:lnTo>
                <a:lnTo>
                  <a:pt x="14569" y="24171"/>
                </a:lnTo>
                <a:lnTo>
                  <a:pt x="12165" y="24331"/>
                </a:lnTo>
                <a:lnTo>
                  <a:pt x="9762" y="24171"/>
                </a:lnTo>
                <a:close/>
              </a:path>
            </a:pathLst>
          </a:custGeom>
          <a:solidFill>
            <a:srgbClr val="7DD081"/>
          </a:solidFill>
          <a:ln>
            <a:noFill/>
          </a:ln>
        </p:spPr>
      </p:sp>
      <p:sp>
        <p:nvSpPr>
          <p:cNvPr id="788" name="Shape 788"/>
          <p:cNvSpPr/>
          <p:nvPr/>
        </p:nvSpPr>
        <p:spPr>
          <a:xfrm>
            <a:off x="5238942" y="2025468"/>
            <a:ext cx="24457" cy="24457"/>
          </a:xfrm>
          <a:custGeom>
            <a:avLst/>
            <a:gdLst/>
            <a:ahLst/>
            <a:cxnLst/>
            <a:rect l="0" t="0" r="r" b="b"/>
            <a:pathLst>
              <a:path w="24457" h="24457">
                <a:moveTo>
                  <a:pt x="9813" y="24296"/>
                </a:moveTo>
                <a:lnTo>
                  <a:pt x="5403" y="22470"/>
                </a:lnTo>
                <a:lnTo>
                  <a:pt x="3581" y="20875"/>
                </a:lnTo>
                <a:lnTo>
                  <a:pt x="1987" y="19053"/>
                </a:lnTo>
                <a:lnTo>
                  <a:pt x="161" y="14644"/>
                </a:lnTo>
                <a:lnTo>
                  <a:pt x="0" y="12228"/>
                </a:lnTo>
                <a:lnTo>
                  <a:pt x="161" y="9813"/>
                </a:lnTo>
                <a:lnTo>
                  <a:pt x="1987" y="5403"/>
                </a:lnTo>
                <a:lnTo>
                  <a:pt x="3581" y="3581"/>
                </a:lnTo>
                <a:lnTo>
                  <a:pt x="5403" y="1987"/>
                </a:lnTo>
                <a:lnTo>
                  <a:pt x="9813" y="161"/>
                </a:lnTo>
                <a:lnTo>
                  <a:pt x="12228" y="0"/>
                </a:lnTo>
                <a:lnTo>
                  <a:pt x="14644" y="161"/>
                </a:lnTo>
                <a:lnTo>
                  <a:pt x="19053" y="1987"/>
                </a:lnTo>
                <a:lnTo>
                  <a:pt x="20875" y="3581"/>
                </a:lnTo>
                <a:lnTo>
                  <a:pt x="22470" y="5403"/>
                </a:lnTo>
                <a:lnTo>
                  <a:pt x="24296" y="9813"/>
                </a:lnTo>
                <a:lnTo>
                  <a:pt x="24457" y="12228"/>
                </a:lnTo>
                <a:lnTo>
                  <a:pt x="24296" y="14644"/>
                </a:lnTo>
                <a:lnTo>
                  <a:pt x="22470" y="19053"/>
                </a:lnTo>
                <a:lnTo>
                  <a:pt x="20875" y="20875"/>
                </a:lnTo>
                <a:lnTo>
                  <a:pt x="19053" y="22470"/>
                </a:lnTo>
                <a:lnTo>
                  <a:pt x="14644" y="24296"/>
                </a:lnTo>
                <a:lnTo>
                  <a:pt x="12228" y="24457"/>
                </a:lnTo>
                <a:lnTo>
                  <a:pt x="9813" y="2429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789" name="Shape 789"/>
          <p:cNvSpPr/>
          <p:nvPr/>
        </p:nvSpPr>
        <p:spPr>
          <a:xfrm>
            <a:off x="5251265" y="2032509"/>
            <a:ext cx="24573" cy="24573"/>
          </a:xfrm>
          <a:custGeom>
            <a:avLst/>
            <a:gdLst/>
            <a:ahLst/>
            <a:cxnLst/>
            <a:rect l="0" t="0" r="r" b="b"/>
            <a:pathLst>
              <a:path w="24573" h="24573">
                <a:moveTo>
                  <a:pt x="9859" y="24411"/>
                </a:moveTo>
                <a:lnTo>
                  <a:pt x="5429" y="22576"/>
                </a:lnTo>
                <a:lnTo>
                  <a:pt x="3598" y="20974"/>
                </a:lnTo>
                <a:lnTo>
                  <a:pt x="1996" y="19143"/>
                </a:lnTo>
                <a:lnTo>
                  <a:pt x="161" y="14713"/>
                </a:lnTo>
                <a:lnTo>
                  <a:pt x="0" y="12286"/>
                </a:lnTo>
                <a:lnTo>
                  <a:pt x="161" y="9859"/>
                </a:lnTo>
                <a:lnTo>
                  <a:pt x="1996" y="5429"/>
                </a:lnTo>
                <a:lnTo>
                  <a:pt x="3598" y="3598"/>
                </a:lnTo>
                <a:lnTo>
                  <a:pt x="5429" y="1996"/>
                </a:lnTo>
                <a:lnTo>
                  <a:pt x="9859" y="161"/>
                </a:lnTo>
                <a:lnTo>
                  <a:pt x="12286" y="0"/>
                </a:lnTo>
                <a:lnTo>
                  <a:pt x="14713" y="161"/>
                </a:lnTo>
                <a:lnTo>
                  <a:pt x="19143" y="1996"/>
                </a:lnTo>
                <a:lnTo>
                  <a:pt x="20974" y="3598"/>
                </a:lnTo>
                <a:lnTo>
                  <a:pt x="22576" y="5429"/>
                </a:lnTo>
                <a:lnTo>
                  <a:pt x="24411" y="9859"/>
                </a:lnTo>
                <a:lnTo>
                  <a:pt x="24573" y="12286"/>
                </a:lnTo>
                <a:lnTo>
                  <a:pt x="24411" y="14713"/>
                </a:lnTo>
                <a:lnTo>
                  <a:pt x="22576" y="19143"/>
                </a:lnTo>
                <a:lnTo>
                  <a:pt x="20974" y="20974"/>
                </a:lnTo>
                <a:lnTo>
                  <a:pt x="19143" y="22576"/>
                </a:lnTo>
                <a:lnTo>
                  <a:pt x="14713" y="24411"/>
                </a:lnTo>
                <a:lnTo>
                  <a:pt x="12286" y="24573"/>
                </a:lnTo>
                <a:lnTo>
                  <a:pt x="9859" y="2441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790" name="Shape 790"/>
          <p:cNvSpPr/>
          <p:nvPr/>
        </p:nvSpPr>
        <p:spPr>
          <a:xfrm>
            <a:off x="5271878" y="2044298"/>
            <a:ext cx="24716" cy="24716"/>
          </a:xfrm>
          <a:custGeom>
            <a:avLst/>
            <a:gdLst/>
            <a:ahLst/>
            <a:cxnLst/>
            <a:rect l="0" t="0" r="r" b="b"/>
            <a:pathLst>
              <a:path w="24716" h="24716">
                <a:moveTo>
                  <a:pt x="9916" y="24553"/>
                </a:moveTo>
                <a:lnTo>
                  <a:pt x="5461" y="22708"/>
                </a:lnTo>
                <a:lnTo>
                  <a:pt x="3619" y="21096"/>
                </a:lnTo>
                <a:lnTo>
                  <a:pt x="2008" y="19255"/>
                </a:lnTo>
                <a:lnTo>
                  <a:pt x="162" y="14799"/>
                </a:lnTo>
                <a:lnTo>
                  <a:pt x="0" y="12358"/>
                </a:lnTo>
                <a:lnTo>
                  <a:pt x="162" y="9916"/>
                </a:lnTo>
                <a:lnTo>
                  <a:pt x="2008" y="5461"/>
                </a:lnTo>
                <a:lnTo>
                  <a:pt x="3619" y="3619"/>
                </a:lnTo>
                <a:lnTo>
                  <a:pt x="5461" y="2008"/>
                </a:lnTo>
                <a:lnTo>
                  <a:pt x="9916" y="162"/>
                </a:lnTo>
                <a:lnTo>
                  <a:pt x="12358" y="0"/>
                </a:lnTo>
                <a:lnTo>
                  <a:pt x="14799" y="162"/>
                </a:lnTo>
                <a:lnTo>
                  <a:pt x="19255" y="2008"/>
                </a:lnTo>
                <a:lnTo>
                  <a:pt x="21096" y="3619"/>
                </a:lnTo>
                <a:lnTo>
                  <a:pt x="22708" y="5461"/>
                </a:lnTo>
                <a:lnTo>
                  <a:pt x="24553" y="9916"/>
                </a:lnTo>
                <a:lnTo>
                  <a:pt x="24716" y="12358"/>
                </a:lnTo>
                <a:lnTo>
                  <a:pt x="24553" y="14799"/>
                </a:lnTo>
                <a:lnTo>
                  <a:pt x="22708" y="19255"/>
                </a:lnTo>
                <a:lnTo>
                  <a:pt x="21096" y="21096"/>
                </a:lnTo>
                <a:lnTo>
                  <a:pt x="19255" y="22708"/>
                </a:lnTo>
                <a:lnTo>
                  <a:pt x="14799" y="24553"/>
                </a:lnTo>
                <a:lnTo>
                  <a:pt x="12358" y="24716"/>
                </a:lnTo>
                <a:lnTo>
                  <a:pt x="9916" y="2455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91" name="Shape 791"/>
          <p:cNvSpPr/>
          <p:nvPr/>
        </p:nvSpPr>
        <p:spPr>
          <a:xfrm>
            <a:off x="5295557" y="2057857"/>
            <a:ext cx="24800" cy="24800"/>
          </a:xfrm>
          <a:custGeom>
            <a:avLst/>
            <a:gdLst/>
            <a:ahLst/>
            <a:cxnLst/>
            <a:rect l="0" t="0" r="r" b="b"/>
            <a:pathLst>
              <a:path w="24800" h="24800">
                <a:moveTo>
                  <a:pt x="9950" y="24636"/>
                </a:moveTo>
                <a:lnTo>
                  <a:pt x="5479" y="22784"/>
                </a:lnTo>
                <a:lnTo>
                  <a:pt x="3631" y="21168"/>
                </a:lnTo>
                <a:lnTo>
                  <a:pt x="2015" y="19320"/>
                </a:lnTo>
                <a:lnTo>
                  <a:pt x="163" y="14849"/>
                </a:lnTo>
                <a:lnTo>
                  <a:pt x="0" y="12400"/>
                </a:lnTo>
                <a:lnTo>
                  <a:pt x="163" y="9950"/>
                </a:lnTo>
                <a:lnTo>
                  <a:pt x="2015" y="5479"/>
                </a:lnTo>
                <a:lnTo>
                  <a:pt x="3631" y="3631"/>
                </a:lnTo>
                <a:lnTo>
                  <a:pt x="5479" y="2015"/>
                </a:lnTo>
                <a:lnTo>
                  <a:pt x="9950" y="163"/>
                </a:lnTo>
                <a:lnTo>
                  <a:pt x="12400" y="0"/>
                </a:lnTo>
                <a:lnTo>
                  <a:pt x="14849" y="163"/>
                </a:lnTo>
                <a:lnTo>
                  <a:pt x="19320" y="2015"/>
                </a:lnTo>
                <a:lnTo>
                  <a:pt x="21168" y="3631"/>
                </a:lnTo>
                <a:lnTo>
                  <a:pt x="22784" y="5479"/>
                </a:lnTo>
                <a:lnTo>
                  <a:pt x="24636" y="9950"/>
                </a:lnTo>
                <a:lnTo>
                  <a:pt x="24800" y="12400"/>
                </a:lnTo>
                <a:lnTo>
                  <a:pt x="24636" y="14849"/>
                </a:lnTo>
                <a:lnTo>
                  <a:pt x="22784" y="19320"/>
                </a:lnTo>
                <a:lnTo>
                  <a:pt x="21168" y="21168"/>
                </a:lnTo>
                <a:lnTo>
                  <a:pt x="19320" y="22784"/>
                </a:lnTo>
                <a:lnTo>
                  <a:pt x="14849" y="24636"/>
                </a:lnTo>
                <a:lnTo>
                  <a:pt x="12400" y="24800"/>
                </a:lnTo>
                <a:lnTo>
                  <a:pt x="9950" y="24636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92" name="Shape 792"/>
          <p:cNvSpPr/>
          <p:nvPr/>
        </p:nvSpPr>
        <p:spPr>
          <a:xfrm>
            <a:off x="5313398" y="2068085"/>
            <a:ext cx="24808" cy="24808"/>
          </a:xfrm>
          <a:custGeom>
            <a:avLst/>
            <a:gdLst/>
            <a:ahLst/>
            <a:cxnLst/>
            <a:rect l="0" t="0" r="r" b="b"/>
            <a:pathLst>
              <a:path w="24808" h="24808">
                <a:moveTo>
                  <a:pt x="9953" y="24645"/>
                </a:moveTo>
                <a:lnTo>
                  <a:pt x="5481" y="22792"/>
                </a:lnTo>
                <a:lnTo>
                  <a:pt x="3633" y="21175"/>
                </a:lnTo>
                <a:lnTo>
                  <a:pt x="2015" y="19327"/>
                </a:lnTo>
                <a:lnTo>
                  <a:pt x="163" y="14854"/>
                </a:lnTo>
                <a:lnTo>
                  <a:pt x="0" y="12404"/>
                </a:lnTo>
                <a:lnTo>
                  <a:pt x="163" y="9953"/>
                </a:lnTo>
                <a:lnTo>
                  <a:pt x="2015" y="5481"/>
                </a:lnTo>
                <a:lnTo>
                  <a:pt x="3633" y="3633"/>
                </a:lnTo>
                <a:lnTo>
                  <a:pt x="5481" y="2015"/>
                </a:lnTo>
                <a:lnTo>
                  <a:pt x="9953" y="163"/>
                </a:lnTo>
                <a:lnTo>
                  <a:pt x="12404" y="0"/>
                </a:lnTo>
                <a:lnTo>
                  <a:pt x="14854" y="163"/>
                </a:lnTo>
                <a:lnTo>
                  <a:pt x="19327" y="2015"/>
                </a:lnTo>
                <a:lnTo>
                  <a:pt x="21175" y="3633"/>
                </a:lnTo>
                <a:lnTo>
                  <a:pt x="22792" y="5481"/>
                </a:lnTo>
                <a:lnTo>
                  <a:pt x="24645" y="9953"/>
                </a:lnTo>
                <a:lnTo>
                  <a:pt x="24808" y="12404"/>
                </a:lnTo>
                <a:lnTo>
                  <a:pt x="24645" y="14854"/>
                </a:lnTo>
                <a:lnTo>
                  <a:pt x="22792" y="19327"/>
                </a:lnTo>
                <a:lnTo>
                  <a:pt x="21175" y="21175"/>
                </a:lnTo>
                <a:lnTo>
                  <a:pt x="19327" y="22792"/>
                </a:lnTo>
                <a:lnTo>
                  <a:pt x="14854" y="24645"/>
                </a:lnTo>
                <a:lnTo>
                  <a:pt x="12404" y="24808"/>
                </a:lnTo>
                <a:lnTo>
                  <a:pt x="9953" y="24645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93" name="Shape 793"/>
          <p:cNvSpPr/>
          <p:nvPr/>
        </p:nvSpPr>
        <p:spPr>
          <a:xfrm>
            <a:off x="5343926" y="2085601"/>
            <a:ext cx="24747" cy="24747"/>
          </a:xfrm>
          <a:custGeom>
            <a:avLst/>
            <a:gdLst/>
            <a:ahLst/>
            <a:cxnLst/>
            <a:rect l="0" t="0" r="r" b="b"/>
            <a:pathLst>
              <a:path w="24747" h="24747">
                <a:moveTo>
                  <a:pt x="9929" y="24584"/>
                </a:moveTo>
                <a:lnTo>
                  <a:pt x="5467" y="22736"/>
                </a:lnTo>
                <a:lnTo>
                  <a:pt x="3624" y="21123"/>
                </a:lnTo>
                <a:lnTo>
                  <a:pt x="2010" y="19279"/>
                </a:lnTo>
                <a:lnTo>
                  <a:pt x="162" y="14818"/>
                </a:lnTo>
                <a:lnTo>
                  <a:pt x="0" y="12373"/>
                </a:lnTo>
                <a:lnTo>
                  <a:pt x="162" y="9929"/>
                </a:lnTo>
                <a:lnTo>
                  <a:pt x="2010" y="5467"/>
                </a:lnTo>
                <a:lnTo>
                  <a:pt x="3624" y="3624"/>
                </a:lnTo>
                <a:lnTo>
                  <a:pt x="5467" y="2010"/>
                </a:lnTo>
                <a:lnTo>
                  <a:pt x="9929" y="162"/>
                </a:lnTo>
                <a:lnTo>
                  <a:pt x="12373" y="0"/>
                </a:lnTo>
                <a:lnTo>
                  <a:pt x="14818" y="162"/>
                </a:lnTo>
                <a:lnTo>
                  <a:pt x="19279" y="2010"/>
                </a:lnTo>
                <a:lnTo>
                  <a:pt x="21123" y="3624"/>
                </a:lnTo>
                <a:lnTo>
                  <a:pt x="22736" y="5467"/>
                </a:lnTo>
                <a:lnTo>
                  <a:pt x="24584" y="9929"/>
                </a:lnTo>
                <a:lnTo>
                  <a:pt x="24747" y="12373"/>
                </a:lnTo>
                <a:lnTo>
                  <a:pt x="24584" y="14818"/>
                </a:lnTo>
                <a:lnTo>
                  <a:pt x="22736" y="19279"/>
                </a:lnTo>
                <a:lnTo>
                  <a:pt x="21123" y="21123"/>
                </a:lnTo>
                <a:lnTo>
                  <a:pt x="19279" y="22736"/>
                </a:lnTo>
                <a:lnTo>
                  <a:pt x="14818" y="24584"/>
                </a:lnTo>
                <a:lnTo>
                  <a:pt x="12373" y="24747"/>
                </a:lnTo>
                <a:lnTo>
                  <a:pt x="9929" y="2458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794" name="Shape 794"/>
          <p:cNvSpPr/>
          <p:nvPr/>
        </p:nvSpPr>
        <p:spPr>
          <a:xfrm>
            <a:off x="5379165" y="2105457"/>
            <a:ext cx="26386" cy="26386"/>
          </a:xfrm>
          <a:custGeom>
            <a:avLst/>
            <a:gdLst/>
            <a:ahLst/>
            <a:cxnLst/>
            <a:rect l="0" t="0" r="r" b="b"/>
            <a:pathLst>
              <a:path w="26386" h="26386">
                <a:moveTo>
                  <a:pt x="10587" y="26213"/>
                </a:moveTo>
                <a:lnTo>
                  <a:pt x="5830" y="24242"/>
                </a:lnTo>
                <a:lnTo>
                  <a:pt x="3864" y="22522"/>
                </a:lnTo>
                <a:lnTo>
                  <a:pt x="2144" y="20556"/>
                </a:lnTo>
                <a:lnTo>
                  <a:pt x="173" y="15799"/>
                </a:lnTo>
                <a:lnTo>
                  <a:pt x="0" y="13193"/>
                </a:lnTo>
                <a:lnTo>
                  <a:pt x="173" y="10587"/>
                </a:lnTo>
                <a:lnTo>
                  <a:pt x="2144" y="5830"/>
                </a:lnTo>
                <a:lnTo>
                  <a:pt x="3864" y="3864"/>
                </a:lnTo>
                <a:lnTo>
                  <a:pt x="5830" y="2144"/>
                </a:lnTo>
                <a:lnTo>
                  <a:pt x="10587" y="173"/>
                </a:lnTo>
                <a:lnTo>
                  <a:pt x="13193" y="0"/>
                </a:lnTo>
                <a:lnTo>
                  <a:pt x="15799" y="173"/>
                </a:lnTo>
                <a:lnTo>
                  <a:pt x="20556" y="2144"/>
                </a:lnTo>
                <a:lnTo>
                  <a:pt x="22522" y="3864"/>
                </a:lnTo>
                <a:lnTo>
                  <a:pt x="24242" y="5830"/>
                </a:lnTo>
                <a:lnTo>
                  <a:pt x="26213" y="10587"/>
                </a:lnTo>
                <a:lnTo>
                  <a:pt x="26386" y="13193"/>
                </a:lnTo>
                <a:lnTo>
                  <a:pt x="26213" y="15799"/>
                </a:lnTo>
                <a:lnTo>
                  <a:pt x="24242" y="20556"/>
                </a:lnTo>
                <a:lnTo>
                  <a:pt x="22522" y="22522"/>
                </a:lnTo>
                <a:lnTo>
                  <a:pt x="20556" y="24242"/>
                </a:lnTo>
                <a:lnTo>
                  <a:pt x="15799" y="26213"/>
                </a:lnTo>
                <a:lnTo>
                  <a:pt x="13193" y="26386"/>
                </a:lnTo>
                <a:lnTo>
                  <a:pt x="10587" y="26213"/>
                </a:lnTo>
                <a:close/>
              </a:path>
            </a:pathLst>
          </a:custGeom>
          <a:solidFill>
            <a:srgbClr val="71CA77"/>
          </a:solidFill>
          <a:ln>
            <a:noFill/>
          </a:ln>
        </p:spPr>
      </p:sp>
      <p:sp>
        <p:nvSpPr>
          <p:cNvPr id="795" name="Shape 795"/>
          <p:cNvSpPr/>
          <p:nvPr/>
        </p:nvSpPr>
        <p:spPr>
          <a:xfrm>
            <a:off x="5407146" y="2121521"/>
            <a:ext cx="26284" cy="26284"/>
          </a:xfrm>
          <a:custGeom>
            <a:avLst/>
            <a:gdLst/>
            <a:ahLst/>
            <a:cxnLst/>
            <a:rect l="0" t="0" r="r" b="b"/>
            <a:pathLst>
              <a:path w="26284" h="26284">
                <a:moveTo>
                  <a:pt x="10545" y="26111"/>
                </a:moveTo>
                <a:lnTo>
                  <a:pt x="5807" y="24148"/>
                </a:lnTo>
                <a:lnTo>
                  <a:pt x="3849" y="22435"/>
                </a:lnTo>
                <a:lnTo>
                  <a:pt x="2135" y="20476"/>
                </a:lnTo>
                <a:lnTo>
                  <a:pt x="173" y="15738"/>
                </a:lnTo>
                <a:lnTo>
                  <a:pt x="0" y="13142"/>
                </a:lnTo>
                <a:lnTo>
                  <a:pt x="173" y="10545"/>
                </a:lnTo>
                <a:lnTo>
                  <a:pt x="2135" y="5807"/>
                </a:lnTo>
                <a:lnTo>
                  <a:pt x="3849" y="3849"/>
                </a:lnTo>
                <a:lnTo>
                  <a:pt x="5807" y="2135"/>
                </a:lnTo>
                <a:lnTo>
                  <a:pt x="10545" y="173"/>
                </a:lnTo>
                <a:lnTo>
                  <a:pt x="13142" y="0"/>
                </a:lnTo>
                <a:lnTo>
                  <a:pt x="15738" y="173"/>
                </a:lnTo>
                <a:lnTo>
                  <a:pt x="20476" y="2135"/>
                </a:lnTo>
                <a:lnTo>
                  <a:pt x="22435" y="3849"/>
                </a:lnTo>
                <a:lnTo>
                  <a:pt x="24148" y="5807"/>
                </a:lnTo>
                <a:lnTo>
                  <a:pt x="26111" y="10545"/>
                </a:lnTo>
                <a:lnTo>
                  <a:pt x="26284" y="13142"/>
                </a:lnTo>
                <a:lnTo>
                  <a:pt x="26111" y="15738"/>
                </a:lnTo>
                <a:lnTo>
                  <a:pt x="24148" y="20476"/>
                </a:lnTo>
                <a:lnTo>
                  <a:pt x="22435" y="22435"/>
                </a:lnTo>
                <a:lnTo>
                  <a:pt x="20476" y="24148"/>
                </a:lnTo>
                <a:lnTo>
                  <a:pt x="15738" y="26111"/>
                </a:lnTo>
                <a:lnTo>
                  <a:pt x="13142" y="26284"/>
                </a:lnTo>
                <a:lnTo>
                  <a:pt x="10545" y="26111"/>
                </a:lnTo>
                <a:close/>
              </a:path>
            </a:pathLst>
          </a:custGeom>
          <a:solidFill>
            <a:srgbClr val="72CA78"/>
          </a:solidFill>
          <a:ln>
            <a:noFill/>
          </a:ln>
        </p:spPr>
      </p:sp>
      <p:sp>
        <p:nvSpPr>
          <p:cNvPr id="796" name="Shape 796"/>
          <p:cNvSpPr/>
          <p:nvPr/>
        </p:nvSpPr>
        <p:spPr>
          <a:xfrm>
            <a:off x="5456634" y="2149935"/>
            <a:ext cx="26110" cy="26110"/>
          </a:xfrm>
          <a:custGeom>
            <a:avLst/>
            <a:gdLst/>
            <a:ahLst/>
            <a:cxnLst/>
            <a:rect l="0" t="0" r="r" b="b"/>
            <a:pathLst>
              <a:path w="26110" h="26110">
                <a:moveTo>
                  <a:pt x="10476" y="25938"/>
                </a:moveTo>
                <a:lnTo>
                  <a:pt x="5769" y="23988"/>
                </a:lnTo>
                <a:lnTo>
                  <a:pt x="3823" y="22286"/>
                </a:lnTo>
                <a:lnTo>
                  <a:pt x="2121" y="20341"/>
                </a:lnTo>
                <a:lnTo>
                  <a:pt x="171" y="15634"/>
                </a:lnTo>
                <a:lnTo>
                  <a:pt x="0" y="13055"/>
                </a:lnTo>
                <a:lnTo>
                  <a:pt x="171" y="10476"/>
                </a:lnTo>
                <a:lnTo>
                  <a:pt x="2121" y="5769"/>
                </a:lnTo>
                <a:lnTo>
                  <a:pt x="3823" y="3823"/>
                </a:lnTo>
                <a:lnTo>
                  <a:pt x="5769" y="2121"/>
                </a:lnTo>
                <a:lnTo>
                  <a:pt x="10476" y="171"/>
                </a:lnTo>
                <a:lnTo>
                  <a:pt x="13055" y="0"/>
                </a:lnTo>
                <a:lnTo>
                  <a:pt x="15634" y="171"/>
                </a:lnTo>
                <a:lnTo>
                  <a:pt x="20341" y="2121"/>
                </a:lnTo>
                <a:lnTo>
                  <a:pt x="22286" y="3823"/>
                </a:lnTo>
                <a:lnTo>
                  <a:pt x="23988" y="5769"/>
                </a:lnTo>
                <a:lnTo>
                  <a:pt x="25938" y="10476"/>
                </a:lnTo>
                <a:lnTo>
                  <a:pt x="26110" y="13055"/>
                </a:lnTo>
                <a:lnTo>
                  <a:pt x="25938" y="15634"/>
                </a:lnTo>
                <a:lnTo>
                  <a:pt x="23988" y="20341"/>
                </a:lnTo>
                <a:lnTo>
                  <a:pt x="22286" y="22286"/>
                </a:lnTo>
                <a:lnTo>
                  <a:pt x="20341" y="23988"/>
                </a:lnTo>
                <a:lnTo>
                  <a:pt x="15634" y="25938"/>
                </a:lnTo>
                <a:lnTo>
                  <a:pt x="13055" y="26110"/>
                </a:lnTo>
                <a:lnTo>
                  <a:pt x="10476" y="25938"/>
                </a:lnTo>
                <a:close/>
              </a:path>
            </a:pathLst>
          </a:custGeom>
          <a:solidFill>
            <a:srgbClr val="73CB79"/>
          </a:solidFill>
          <a:ln>
            <a:noFill/>
          </a:ln>
        </p:spPr>
      </p:sp>
      <p:sp>
        <p:nvSpPr>
          <p:cNvPr id="797" name="Shape 797"/>
          <p:cNvSpPr/>
          <p:nvPr/>
        </p:nvSpPr>
        <p:spPr>
          <a:xfrm>
            <a:off x="5511826" y="2178971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798" name="Shape 798"/>
          <p:cNvSpPr/>
          <p:nvPr/>
        </p:nvSpPr>
        <p:spPr>
          <a:xfrm>
            <a:off x="5567894" y="2213797"/>
            <a:ext cx="25790" cy="25790"/>
          </a:xfrm>
          <a:custGeom>
            <a:avLst/>
            <a:gdLst/>
            <a:ahLst/>
            <a:cxnLst/>
            <a:rect l="0" t="0" r="r" b="b"/>
            <a:pathLst>
              <a:path w="25790" h="25790">
                <a:moveTo>
                  <a:pt x="10347" y="25620"/>
                </a:moveTo>
                <a:lnTo>
                  <a:pt x="5698" y="23694"/>
                </a:lnTo>
                <a:lnTo>
                  <a:pt x="3776" y="22013"/>
                </a:lnTo>
                <a:lnTo>
                  <a:pt x="2095" y="20091"/>
                </a:lnTo>
                <a:lnTo>
                  <a:pt x="169" y="15442"/>
                </a:lnTo>
                <a:lnTo>
                  <a:pt x="0" y="12895"/>
                </a:lnTo>
                <a:lnTo>
                  <a:pt x="169" y="10347"/>
                </a:lnTo>
                <a:lnTo>
                  <a:pt x="2095" y="5698"/>
                </a:lnTo>
                <a:lnTo>
                  <a:pt x="3776" y="3776"/>
                </a:lnTo>
                <a:lnTo>
                  <a:pt x="5698" y="2095"/>
                </a:lnTo>
                <a:lnTo>
                  <a:pt x="10347" y="169"/>
                </a:lnTo>
                <a:lnTo>
                  <a:pt x="12895" y="0"/>
                </a:lnTo>
                <a:lnTo>
                  <a:pt x="15442" y="169"/>
                </a:lnTo>
                <a:lnTo>
                  <a:pt x="20091" y="2095"/>
                </a:lnTo>
                <a:lnTo>
                  <a:pt x="22013" y="3776"/>
                </a:lnTo>
                <a:lnTo>
                  <a:pt x="23694" y="5698"/>
                </a:lnTo>
                <a:lnTo>
                  <a:pt x="25620" y="10347"/>
                </a:lnTo>
                <a:lnTo>
                  <a:pt x="25790" y="12895"/>
                </a:lnTo>
                <a:lnTo>
                  <a:pt x="25620" y="15442"/>
                </a:lnTo>
                <a:lnTo>
                  <a:pt x="23694" y="20091"/>
                </a:lnTo>
                <a:lnTo>
                  <a:pt x="22013" y="22013"/>
                </a:lnTo>
                <a:lnTo>
                  <a:pt x="20091" y="23694"/>
                </a:lnTo>
                <a:lnTo>
                  <a:pt x="15442" y="25620"/>
                </a:lnTo>
                <a:lnTo>
                  <a:pt x="12895" y="25790"/>
                </a:lnTo>
                <a:lnTo>
                  <a:pt x="10347" y="25620"/>
                </a:lnTo>
                <a:close/>
              </a:path>
            </a:pathLst>
          </a:custGeom>
          <a:solidFill>
            <a:srgbClr val="75CC7A"/>
          </a:solidFill>
          <a:ln>
            <a:noFill/>
          </a:ln>
        </p:spPr>
      </p:sp>
      <p:sp>
        <p:nvSpPr>
          <p:cNvPr id="799" name="Shape 799"/>
          <p:cNvSpPr/>
          <p:nvPr/>
        </p:nvSpPr>
        <p:spPr>
          <a:xfrm>
            <a:off x="5620944" y="224153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800" name="Shape 800"/>
          <p:cNvSpPr/>
          <p:nvPr/>
        </p:nvSpPr>
        <p:spPr>
          <a:xfrm>
            <a:off x="5734856" y="2306880"/>
            <a:ext cx="38199" cy="38199"/>
          </a:xfrm>
          <a:custGeom>
            <a:avLst/>
            <a:gdLst/>
            <a:ahLst/>
            <a:cxnLst/>
            <a:rect l="0" t="0" r="r" b="b"/>
            <a:pathLst>
              <a:path w="38199" h="38199">
                <a:moveTo>
                  <a:pt x="15326" y="37948"/>
                </a:moveTo>
                <a:lnTo>
                  <a:pt x="8440" y="35095"/>
                </a:lnTo>
                <a:lnTo>
                  <a:pt x="5594" y="32605"/>
                </a:lnTo>
                <a:lnTo>
                  <a:pt x="3104" y="29759"/>
                </a:lnTo>
                <a:lnTo>
                  <a:pt x="251" y="22872"/>
                </a:lnTo>
                <a:lnTo>
                  <a:pt x="0" y="19099"/>
                </a:lnTo>
                <a:lnTo>
                  <a:pt x="251" y="15326"/>
                </a:lnTo>
                <a:lnTo>
                  <a:pt x="3104" y="8440"/>
                </a:lnTo>
                <a:lnTo>
                  <a:pt x="5594" y="5594"/>
                </a:lnTo>
                <a:lnTo>
                  <a:pt x="8440" y="3104"/>
                </a:lnTo>
                <a:lnTo>
                  <a:pt x="15326" y="251"/>
                </a:lnTo>
                <a:lnTo>
                  <a:pt x="19099" y="0"/>
                </a:lnTo>
                <a:lnTo>
                  <a:pt x="22872" y="251"/>
                </a:lnTo>
                <a:lnTo>
                  <a:pt x="29759" y="3104"/>
                </a:lnTo>
                <a:lnTo>
                  <a:pt x="32605" y="5594"/>
                </a:lnTo>
                <a:lnTo>
                  <a:pt x="35095" y="8440"/>
                </a:lnTo>
                <a:lnTo>
                  <a:pt x="37948" y="15326"/>
                </a:lnTo>
                <a:lnTo>
                  <a:pt x="38199" y="19099"/>
                </a:lnTo>
                <a:lnTo>
                  <a:pt x="37948" y="22872"/>
                </a:lnTo>
                <a:lnTo>
                  <a:pt x="35095" y="29759"/>
                </a:lnTo>
                <a:lnTo>
                  <a:pt x="32605" y="32605"/>
                </a:lnTo>
                <a:lnTo>
                  <a:pt x="29759" y="35095"/>
                </a:lnTo>
                <a:lnTo>
                  <a:pt x="22872" y="37948"/>
                </a:lnTo>
                <a:lnTo>
                  <a:pt x="19099" y="38199"/>
                </a:lnTo>
                <a:lnTo>
                  <a:pt x="15326" y="37948"/>
                </a:lnTo>
                <a:close/>
              </a:path>
            </a:pathLst>
          </a:custGeom>
          <a:solidFill>
            <a:srgbClr val="1B9A34"/>
          </a:solidFill>
          <a:ln>
            <a:noFill/>
          </a:ln>
        </p:spPr>
      </p:sp>
      <p:sp>
        <p:nvSpPr>
          <p:cNvPr id="801" name="Shape 801"/>
          <p:cNvSpPr/>
          <p:nvPr/>
        </p:nvSpPr>
        <p:spPr>
          <a:xfrm>
            <a:off x="5004870" y="1963485"/>
            <a:ext cx="22050" cy="22050"/>
          </a:xfrm>
          <a:custGeom>
            <a:avLst/>
            <a:gdLst/>
            <a:ahLst/>
            <a:cxnLst/>
            <a:rect l="0" t="0" r="r" b="b"/>
            <a:pathLst>
              <a:path w="22050" h="22050">
                <a:moveTo>
                  <a:pt x="8847" y="21905"/>
                </a:moveTo>
                <a:lnTo>
                  <a:pt x="4871" y="20258"/>
                </a:lnTo>
                <a:lnTo>
                  <a:pt x="3229" y="18821"/>
                </a:lnTo>
                <a:lnTo>
                  <a:pt x="1791" y="17178"/>
                </a:lnTo>
                <a:lnTo>
                  <a:pt x="145" y="13203"/>
                </a:lnTo>
                <a:lnTo>
                  <a:pt x="0" y="11025"/>
                </a:lnTo>
                <a:lnTo>
                  <a:pt x="145" y="8847"/>
                </a:lnTo>
                <a:lnTo>
                  <a:pt x="1791" y="4871"/>
                </a:lnTo>
                <a:lnTo>
                  <a:pt x="3229" y="3229"/>
                </a:lnTo>
                <a:lnTo>
                  <a:pt x="4871" y="1791"/>
                </a:lnTo>
                <a:lnTo>
                  <a:pt x="8847" y="145"/>
                </a:lnTo>
                <a:lnTo>
                  <a:pt x="11025" y="0"/>
                </a:lnTo>
                <a:lnTo>
                  <a:pt x="13203" y="145"/>
                </a:lnTo>
                <a:lnTo>
                  <a:pt x="17178" y="1791"/>
                </a:lnTo>
                <a:lnTo>
                  <a:pt x="18821" y="3229"/>
                </a:lnTo>
                <a:lnTo>
                  <a:pt x="20258" y="4871"/>
                </a:lnTo>
                <a:lnTo>
                  <a:pt x="21905" y="8847"/>
                </a:lnTo>
                <a:lnTo>
                  <a:pt x="22050" y="11025"/>
                </a:lnTo>
                <a:lnTo>
                  <a:pt x="21905" y="13203"/>
                </a:lnTo>
                <a:lnTo>
                  <a:pt x="20258" y="17178"/>
                </a:lnTo>
                <a:lnTo>
                  <a:pt x="18821" y="18821"/>
                </a:lnTo>
                <a:lnTo>
                  <a:pt x="17178" y="20258"/>
                </a:lnTo>
                <a:lnTo>
                  <a:pt x="13203" y="21905"/>
                </a:lnTo>
                <a:lnTo>
                  <a:pt x="11025" y="22050"/>
                </a:lnTo>
                <a:lnTo>
                  <a:pt x="8847" y="2190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802" name="Shape 802"/>
          <p:cNvSpPr/>
          <p:nvPr/>
        </p:nvSpPr>
        <p:spPr>
          <a:xfrm>
            <a:off x="5006925" y="1967448"/>
            <a:ext cx="22296" cy="22296"/>
          </a:xfrm>
          <a:custGeom>
            <a:avLst/>
            <a:gdLst/>
            <a:ahLst/>
            <a:cxnLst/>
            <a:rect l="0" t="0" r="r" b="b"/>
            <a:pathLst>
              <a:path w="22296" h="22296">
                <a:moveTo>
                  <a:pt x="8945" y="22149"/>
                </a:moveTo>
                <a:lnTo>
                  <a:pt x="4926" y="20484"/>
                </a:lnTo>
                <a:lnTo>
                  <a:pt x="3265" y="19031"/>
                </a:lnTo>
                <a:lnTo>
                  <a:pt x="1811" y="17370"/>
                </a:lnTo>
                <a:lnTo>
                  <a:pt x="146" y="13350"/>
                </a:lnTo>
                <a:lnTo>
                  <a:pt x="0" y="11148"/>
                </a:lnTo>
                <a:lnTo>
                  <a:pt x="146" y="8945"/>
                </a:lnTo>
                <a:lnTo>
                  <a:pt x="1811" y="4926"/>
                </a:lnTo>
                <a:lnTo>
                  <a:pt x="3265" y="3265"/>
                </a:lnTo>
                <a:lnTo>
                  <a:pt x="4926" y="1811"/>
                </a:lnTo>
                <a:lnTo>
                  <a:pt x="8945" y="146"/>
                </a:lnTo>
                <a:lnTo>
                  <a:pt x="11148" y="0"/>
                </a:lnTo>
                <a:lnTo>
                  <a:pt x="13350" y="146"/>
                </a:lnTo>
                <a:lnTo>
                  <a:pt x="17370" y="1811"/>
                </a:lnTo>
                <a:lnTo>
                  <a:pt x="19031" y="3265"/>
                </a:lnTo>
                <a:lnTo>
                  <a:pt x="20484" y="4926"/>
                </a:lnTo>
                <a:lnTo>
                  <a:pt x="22149" y="8945"/>
                </a:lnTo>
                <a:lnTo>
                  <a:pt x="22296" y="11148"/>
                </a:lnTo>
                <a:lnTo>
                  <a:pt x="22149" y="13350"/>
                </a:lnTo>
                <a:lnTo>
                  <a:pt x="20484" y="17370"/>
                </a:lnTo>
                <a:lnTo>
                  <a:pt x="19031" y="19031"/>
                </a:lnTo>
                <a:lnTo>
                  <a:pt x="17370" y="20484"/>
                </a:lnTo>
                <a:lnTo>
                  <a:pt x="13350" y="22149"/>
                </a:lnTo>
                <a:lnTo>
                  <a:pt x="11148" y="22296"/>
                </a:lnTo>
                <a:lnTo>
                  <a:pt x="8945" y="2214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803" name="Shape 803"/>
          <p:cNvSpPr/>
          <p:nvPr/>
        </p:nvSpPr>
        <p:spPr>
          <a:xfrm>
            <a:off x="5008394" y="1970277"/>
            <a:ext cx="22457" cy="22457"/>
          </a:xfrm>
          <a:custGeom>
            <a:avLst/>
            <a:gdLst/>
            <a:ahLst/>
            <a:cxnLst/>
            <a:rect l="0" t="0" r="r" b="b"/>
            <a:pathLst>
              <a:path w="22457" h="22457">
                <a:moveTo>
                  <a:pt x="9010" y="22309"/>
                </a:moveTo>
                <a:lnTo>
                  <a:pt x="4961" y="20632"/>
                </a:lnTo>
                <a:lnTo>
                  <a:pt x="3288" y="19168"/>
                </a:lnTo>
                <a:lnTo>
                  <a:pt x="1824" y="17495"/>
                </a:lnTo>
                <a:lnTo>
                  <a:pt x="147" y="13446"/>
                </a:lnTo>
                <a:lnTo>
                  <a:pt x="0" y="11228"/>
                </a:lnTo>
                <a:lnTo>
                  <a:pt x="147" y="9010"/>
                </a:lnTo>
                <a:lnTo>
                  <a:pt x="1824" y="4961"/>
                </a:lnTo>
                <a:lnTo>
                  <a:pt x="3288" y="3288"/>
                </a:lnTo>
                <a:lnTo>
                  <a:pt x="4961" y="1824"/>
                </a:lnTo>
                <a:lnTo>
                  <a:pt x="9010" y="147"/>
                </a:lnTo>
                <a:lnTo>
                  <a:pt x="11228" y="0"/>
                </a:lnTo>
                <a:lnTo>
                  <a:pt x="13446" y="147"/>
                </a:lnTo>
                <a:lnTo>
                  <a:pt x="17495" y="1824"/>
                </a:lnTo>
                <a:lnTo>
                  <a:pt x="19168" y="3288"/>
                </a:lnTo>
                <a:lnTo>
                  <a:pt x="20632" y="4961"/>
                </a:lnTo>
                <a:lnTo>
                  <a:pt x="22309" y="9010"/>
                </a:lnTo>
                <a:lnTo>
                  <a:pt x="22457" y="11228"/>
                </a:lnTo>
                <a:lnTo>
                  <a:pt x="22309" y="13446"/>
                </a:lnTo>
                <a:lnTo>
                  <a:pt x="20632" y="17495"/>
                </a:lnTo>
                <a:lnTo>
                  <a:pt x="19168" y="19168"/>
                </a:lnTo>
                <a:lnTo>
                  <a:pt x="17495" y="20632"/>
                </a:lnTo>
                <a:lnTo>
                  <a:pt x="13446" y="22309"/>
                </a:lnTo>
                <a:lnTo>
                  <a:pt x="11228" y="22457"/>
                </a:lnTo>
                <a:lnTo>
                  <a:pt x="9010" y="22309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804" name="Shape 804"/>
          <p:cNvSpPr/>
          <p:nvPr/>
        </p:nvSpPr>
        <p:spPr>
          <a:xfrm>
            <a:off x="5009951" y="1973268"/>
            <a:ext cx="22617" cy="22617"/>
          </a:xfrm>
          <a:custGeom>
            <a:avLst/>
            <a:gdLst/>
            <a:ahLst/>
            <a:cxnLst/>
            <a:rect l="0" t="0" r="r" b="b"/>
            <a:pathLst>
              <a:path w="22617" h="22617">
                <a:moveTo>
                  <a:pt x="9074" y="22468"/>
                </a:moveTo>
                <a:lnTo>
                  <a:pt x="4997" y="20779"/>
                </a:lnTo>
                <a:lnTo>
                  <a:pt x="3312" y="19304"/>
                </a:lnTo>
                <a:lnTo>
                  <a:pt x="1837" y="17619"/>
                </a:lnTo>
                <a:lnTo>
                  <a:pt x="148" y="13542"/>
                </a:lnTo>
                <a:lnTo>
                  <a:pt x="0" y="11308"/>
                </a:lnTo>
                <a:lnTo>
                  <a:pt x="148" y="9074"/>
                </a:lnTo>
                <a:lnTo>
                  <a:pt x="1837" y="4997"/>
                </a:lnTo>
                <a:lnTo>
                  <a:pt x="3312" y="3312"/>
                </a:lnTo>
                <a:lnTo>
                  <a:pt x="4997" y="1837"/>
                </a:lnTo>
                <a:lnTo>
                  <a:pt x="9074" y="148"/>
                </a:lnTo>
                <a:lnTo>
                  <a:pt x="11308" y="0"/>
                </a:lnTo>
                <a:lnTo>
                  <a:pt x="13542" y="148"/>
                </a:lnTo>
                <a:lnTo>
                  <a:pt x="17619" y="1837"/>
                </a:lnTo>
                <a:lnTo>
                  <a:pt x="19304" y="3312"/>
                </a:lnTo>
                <a:lnTo>
                  <a:pt x="20779" y="4997"/>
                </a:lnTo>
                <a:lnTo>
                  <a:pt x="22468" y="9074"/>
                </a:lnTo>
                <a:lnTo>
                  <a:pt x="22617" y="11308"/>
                </a:lnTo>
                <a:lnTo>
                  <a:pt x="22468" y="13542"/>
                </a:lnTo>
                <a:lnTo>
                  <a:pt x="20779" y="17619"/>
                </a:lnTo>
                <a:lnTo>
                  <a:pt x="19304" y="19304"/>
                </a:lnTo>
                <a:lnTo>
                  <a:pt x="17619" y="20779"/>
                </a:lnTo>
                <a:lnTo>
                  <a:pt x="13542" y="22468"/>
                </a:lnTo>
                <a:lnTo>
                  <a:pt x="11308" y="22617"/>
                </a:lnTo>
                <a:lnTo>
                  <a:pt x="9074" y="22468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805" name="Shape 805"/>
          <p:cNvSpPr/>
          <p:nvPr/>
        </p:nvSpPr>
        <p:spPr>
          <a:xfrm>
            <a:off x="5012466" y="1978090"/>
            <a:ext cx="22853" cy="22853"/>
          </a:xfrm>
          <a:custGeom>
            <a:avLst/>
            <a:gdLst/>
            <a:ahLst/>
            <a:cxnLst/>
            <a:rect l="0" t="0" r="r" b="b"/>
            <a:pathLst>
              <a:path w="22853" h="22853">
                <a:moveTo>
                  <a:pt x="9169" y="22703"/>
                </a:moveTo>
                <a:lnTo>
                  <a:pt x="5049" y="20996"/>
                </a:lnTo>
                <a:lnTo>
                  <a:pt x="3346" y="19506"/>
                </a:lnTo>
                <a:lnTo>
                  <a:pt x="1857" y="17804"/>
                </a:lnTo>
                <a:lnTo>
                  <a:pt x="150" y="13684"/>
                </a:lnTo>
                <a:lnTo>
                  <a:pt x="0" y="11426"/>
                </a:lnTo>
                <a:lnTo>
                  <a:pt x="150" y="9169"/>
                </a:lnTo>
                <a:lnTo>
                  <a:pt x="1857" y="5049"/>
                </a:lnTo>
                <a:lnTo>
                  <a:pt x="3346" y="3346"/>
                </a:lnTo>
                <a:lnTo>
                  <a:pt x="5049" y="1857"/>
                </a:lnTo>
                <a:lnTo>
                  <a:pt x="9169" y="150"/>
                </a:lnTo>
                <a:lnTo>
                  <a:pt x="11426" y="0"/>
                </a:lnTo>
                <a:lnTo>
                  <a:pt x="13684" y="150"/>
                </a:lnTo>
                <a:lnTo>
                  <a:pt x="17804" y="1857"/>
                </a:lnTo>
                <a:lnTo>
                  <a:pt x="19506" y="3346"/>
                </a:lnTo>
                <a:lnTo>
                  <a:pt x="20996" y="5049"/>
                </a:lnTo>
                <a:lnTo>
                  <a:pt x="22703" y="9169"/>
                </a:lnTo>
                <a:lnTo>
                  <a:pt x="22853" y="11426"/>
                </a:lnTo>
                <a:lnTo>
                  <a:pt x="22703" y="13684"/>
                </a:lnTo>
                <a:lnTo>
                  <a:pt x="20996" y="17804"/>
                </a:lnTo>
                <a:lnTo>
                  <a:pt x="19506" y="19506"/>
                </a:lnTo>
                <a:lnTo>
                  <a:pt x="17804" y="20996"/>
                </a:lnTo>
                <a:lnTo>
                  <a:pt x="13684" y="22703"/>
                </a:lnTo>
                <a:lnTo>
                  <a:pt x="11426" y="22853"/>
                </a:lnTo>
                <a:lnTo>
                  <a:pt x="9169" y="22703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806" name="Shape 806"/>
          <p:cNvSpPr/>
          <p:nvPr/>
        </p:nvSpPr>
        <p:spPr>
          <a:xfrm>
            <a:off x="5015224" y="1983365"/>
            <a:ext cx="23084" cy="23084"/>
          </a:xfrm>
          <a:custGeom>
            <a:avLst/>
            <a:gdLst/>
            <a:ahLst/>
            <a:cxnLst/>
            <a:rect l="0" t="0" r="r" b="b"/>
            <a:pathLst>
              <a:path w="23084" h="23084">
                <a:moveTo>
                  <a:pt x="9262" y="22932"/>
                </a:moveTo>
                <a:lnTo>
                  <a:pt x="5100" y="21208"/>
                </a:lnTo>
                <a:lnTo>
                  <a:pt x="3380" y="19704"/>
                </a:lnTo>
                <a:lnTo>
                  <a:pt x="1875" y="17984"/>
                </a:lnTo>
                <a:lnTo>
                  <a:pt x="152" y="13822"/>
                </a:lnTo>
                <a:lnTo>
                  <a:pt x="0" y="11542"/>
                </a:lnTo>
                <a:lnTo>
                  <a:pt x="152" y="9262"/>
                </a:lnTo>
                <a:lnTo>
                  <a:pt x="1875" y="5100"/>
                </a:lnTo>
                <a:lnTo>
                  <a:pt x="3380" y="3380"/>
                </a:lnTo>
                <a:lnTo>
                  <a:pt x="5100" y="1875"/>
                </a:lnTo>
                <a:lnTo>
                  <a:pt x="9262" y="152"/>
                </a:lnTo>
                <a:lnTo>
                  <a:pt x="11542" y="0"/>
                </a:lnTo>
                <a:lnTo>
                  <a:pt x="13822" y="152"/>
                </a:lnTo>
                <a:lnTo>
                  <a:pt x="17984" y="1875"/>
                </a:lnTo>
                <a:lnTo>
                  <a:pt x="19704" y="3380"/>
                </a:lnTo>
                <a:lnTo>
                  <a:pt x="21208" y="5100"/>
                </a:lnTo>
                <a:lnTo>
                  <a:pt x="22932" y="9262"/>
                </a:lnTo>
                <a:lnTo>
                  <a:pt x="23084" y="11542"/>
                </a:lnTo>
                <a:lnTo>
                  <a:pt x="22932" y="13822"/>
                </a:lnTo>
                <a:lnTo>
                  <a:pt x="21208" y="17984"/>
                </a:lnTo>
                <a:lnTo>
                  <a:pt x="19704" y="19704"/>
                </a:lnTo>
                <a:lnTo>
                  <a:pt x="17984" y="21208"/>
                </a:lnTo>
                <a:lnTo>
                  <a:pt x="13822" y="22932"/>
                </a:lnTo>
                <a:lnTo>
                  <a:pt x="11542" y="23084"/>
                </a:lnTo>
                <a:lnTo>
                  <a:pt x="9262" y="22932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807" name="Shape 807"/>
          <p:cNvSpPr/>
          <p:nvPr/>
        </p:nvSpPr>
        <p:spPr>
          <a:xfrm>
            <a:off x="5017214" y="1987165"/>
            <a:ext cx="23235" cy="23235"/>
          </a:xfrm>
          <a:custGeom>
            <a:avLst/>
            <a:gdLst/>
            <a:ahLst/>
            <a:cxnLst/>
            <a:rect l="0" t="0" r="r" b="b"/>
            <a:pathLst>
              <a:path w="23235" h="23235">
                <a:moveTo>
                  <a:pt x="9322" y="23082"/>
                </a:moveTo>
                <a:lnTo>
                  <a:pt x="5133" y="21347"/>
                </a:lnTo>
                <a:lnTo>
                  <a:pt x="3402" y="19833"/>
                </a:lnTo>
                <a:lnTo>
                  <a:pt x="1888" y="18101"/>
                </a:lnTo>
                <a:lnTo>
                  <a:pt x="153" y="13913"/>
                </a:lnTo>
                <a:lnTo>
                  <a:pt x="0" y="11617"/>
                </a:lnTo>
                <a:lnTo>
                  <a:pt x="153" y="9322"/>
                </a:lnTo>
                <a:lnTo>
                  <a:pt x="1888" y="5133"/>
                </a:lnTo>
                <a:lnTo>
                  <a:pt x="3402" y="3402"/>
                </a:lnTo>
                <a:lnTo>
                  <a:pt x="5133" y="1888"/>
                </a:lnTo>
                <a:lnTo>
                  <a:pt x="9322" y="153"/>
                </a:lnTo>
                <a:lnTo>
                  <a:pt x="11617" y="0"/>
                </a:lnTo>
                <a:lnTo>
                  <a:pt x="13913" y="153"/>
                </a:lnTo>
                <a:lnTo>
                  <a:pt x="18101" y="1888"/>
                </a:lnTo>
                <a:lnTo>
                  <a:pt x="19833" y="3402"/>
                </a:lnTo>
                <a:lnTo>
                  <a:pt x="21347" y="5133"/>
                </a:lnTo>
                <a:lnTo>
                  <a:pt x="23082" y="9322"/>
                </a:lnTo>
                <a:lnTo>
                  <a:pt x="23235" y="11617"/>
                </a:lnTo>
                <a:lnTo>
                  <a:pt x="23082" y="13913"/>
                </a:lnTo>
                <a:lnTo>
                  <a:pt x="21347" y="18101"/>
                </a:lnTo>
                <a:lnTo>
                  <a:pt x="19833" y="19833"/>
                </a:lnTo>
                <a:lnTo>
                  <a:pt x="18101" y="21347"/>
                </a:lnTo>
                <a:lnTo>
                  <a:pt x="13913" y="23082"/>
                </a:lnTo>
                <a:lnTo>
                  <a:pt x="11617" y="23235"/>
                </a:lnTo>
                <a:lnTo>
                  <a:pt x="9322" y="2308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808" name="Shape 808"/>
          <p:cNvSpPr/>
          <p:nvPr/>
        </p:nvSpPr>
        <p:spPr>
          <a:xfrm>
            <a:off x="5020457" y="1993347"/>
            <a:ext cx="23456" cy="23456"/>
          </a:xfrm>
          <a:custGeom>
            <a:avLst/>
            <a:gdLst/>
            <a:ahLst/>
            <a:cxnLst/>
            <a:rect l="0" t="0" r="r" b="b"/>
            <a:pathLst>
              <a:path w="23456" h="23456">
                <a:moveTo>
                  <a:pt x="9411" y="23302"/>
                </a:moveTo>
                <a:lnTo>
                  <a:pt x="5182" y="21550"/>
                </a:lnTo>
                <a:lnTo>
                  <a:pt x="3435" y="20021"/>
                </a:lnTo>
                <a:lnTo>
                  <a:pt x="1906" y="18274"/>
                </a:lnTo>
                <a:lnTo>
                  <a:pt x="154" y="14045"/>
                </a:lnTo>
                <a:lnTo>
                  <a:pt x="0" y="11728"/>
                </a:lnTo>
                <a:lnTo>
                  <a:pt x="154" y="9411"/>
                </a:lnTo>
                <a:lnTo>
                  <a:pt x="1906" y="5182"/>
                </a:lnTo>
                <a:lnTo>
                  <a:pt x="3435" y="3435"/>
                </a:lnTo>
                <a:lnTo>
                  <a:pt x="5182" y="1906"/>
                </a:lnTo>
                <a:lnTo>
                  <a:pt x="9411" y="154"/>
                </a:lnTo>
                <a:lnTo>
                  <a:pt x="11728" y="0"/>
                </a:lnTo>
                <a:lnTo>
                  <a:pt x="14045" y="154"/>
                </a:lnTo>
                <a:lnTo>
                  <a:pt x="18274" y="1906"/>
                </a:lnTo>
                <a:lnTo>
                  <a:pt x="20021" y="3435"/>
                </a:lnTo>
                <a:lnTo>
                  <a:pt x="21550" y="5182"/>
                </a:lnTo>
                <a:lnTo>
                  <a:pt x="23302" y="9411"/>
                </a:lnTo>
                <a:lnTo>
                  <a:pt x="23456" y="11728"/>
                </a:lnTo>
                <a:lnTo>
                  <a:pt x="23302" y="14045"/>
                </a:lnTo>
                <a:lnTo>
                  <a:pt x="21550" y="18274"/>
                </a:lnTo>
                <a:lnTo>
                  <a:pt x="20021" y="20021"/>
                </a:lnTo>
                <a:lnTo>
                  <a:pt x="18274" y="21550"/>
                </a:lnTo>
                <a:lnTo>
                  <a:pt x="14045" y="23302"/>
                </a:lnTo>
                <a:lnTo>
                  <a:pt x="11728" y="23456"/>
                </a:lnTo>
                <a:lnTo>
                  <a:pt x="9411" y="23302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809" name="Shape 809"/>
          <p:cNvSpPr/>
          <p:nvPr/>
        </p:nvSpPr>
        <p:spPr>
          <a:xfrm>
            <a:off x="5024050" y="2000183"/>
            <a:ext cx="23672" cy="23672"/>
          </a:xfrm>
          <a:custGeom>
            <a:avLst/>
            <a:gdLst/>
            <a:ahLst/>
            <a:cxnLst/>
            <a:rect l="0" t="0" r="r" b="b"/>
            <a:pathLst>
              <a:path w="23672" h="23672">
                <a:moveTo>
                  <a:pt x="9497" y="23516"/>
                </a:moveTo>
                <a:lnTo>
                  <a:pt x="5230" y="21748"/>
                </a:lnTo>
                <a:lnTo>
                  <a:pt x="3466" y="20205"/>
                </a:lnTo>
                <a:lnTo>
                  <a:pt x="1923" y="18441"/>
                </a:lnTo>
                <a:lnTo>
                  <a:pt x="155" y="14174"/>
                </a:lnTo>
                <a:lnTo>
                  <a:pt x="0" y="11836"/>
                </a:lnTo>
                <a:lnTo>
                  <a:pt x="155" y="9497"/>
                </a:lnTo>
                <a:lnTo>
                  <a:pt x="1923" y="5230"/>
                </a:lnTo>
                <a:lnTo>
                  <a:pt x="3466" y="3466"/>
                </a:lnTo>
                <a:lnTo>
                  <a:pt x="5230" y="1923"/>
                </a:lnTo>
                <a:lnTo>
                  <a:pt x="9497" y="155"/>
                </a:lnTo>
                <a:lnTo>
                  <a:pt x="11836" y="0"/>
                </a:lnTo>
                <a:lnTo>
                  <a:pt x="14174" y="155"/>
                </a:lnTo>
                <a:lnTo>
                  <a:pt x="18441" y="1923"/>
                </a:lnTo>
                <a:lnTo>
                  <a:pt x="20205" y="3466"/>
                </a:lnTo>
                <a:lnTo>
                  <a:pt x="21748" y="5230"/>
                </a:lnTo>
                <a:lnTo>
                  <a:pt x="23516" y="9497"/>
                </a:lnTo>
                <a:lnTo>
                  <a:pt x="23672" y="11836"/>
                </a:lnTo>
                <a:lnTo>
                  <a:pt x="23516" y="14174"/>
                </a:lnTo>
                <a:lnTo>
                  <a:pt x="21748" y="18441"/>
                </a:lnTo>
                <a:lnTo>
                  <a:pt x="20205" y="20205"/>
                </a:lnTo>
                <a:lnTo>
                  <a:pt x="18441" y="21748"/>
                </a:lnTo>
                <a:lnTo>
                  <a:pt x="14174" y="23516"/>
                </a:lnTo>
                <a:lnTo>
                  <a:pt x="11836" y="23672"/>
                </a:lnTo>
                <a:lnTo>
                  <a:pt x="9497" y="23516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810" name="Shape 810"/>
          <p:cNvSpPr/>
          <p:nvPr/>
        </p:nvSpPr>
        <p:spPr>
          <a:xfrm>
            <a:off x="5026669" y="2005158"/>
            <a:ext cx="23810" cy="23810"/>
          </a:xfrm>
          <a:custGeom>
            <a:avLst/>
            <a:gdLst/>
            <a:ahLst/>
            <a:cxnLst/>
            <a:rect l="0" t="0" r="r" b="b"/>
            <a:pathLst>
              <a:path w="23810" h="23810">
                <a:moveTo>
                  <a:pt x="9553" y="23653"/>
                </a:moveTo>
                <a:lnTo>
                  <a:pt x="5260" y="21875"/>
                </a:lnTo>
                <a:lnTo>
                  <a:pt x="3486" y="20323"/>
                </a:lnTo>
                <a:lnTo>
                  <a:pt x="1934" y="18549"/>
                </a:lnTo>
                <a:lnTo>
                  <a:pt x="156" y="14256"/>
                </a:lnTo>
                <a:lnTo>
                  <a:pt x="0" y="11905"/>
                </a:lnTo>
                <a:lnTo>
                  <a:pt x="156" y="9553"/>
                </a:lnTo>
                <a:lnTo>
                  <a:pt x="1934" y="5260"/>
                </a:lnTo>
                <a:lnTo>
                  <a:pt x="3486" y="3486"/>
                </a:lnTo>
                <a:lnTo>
                  <a:pt x="5260" y="1934"/>
                </a:lnTo>
                <a:lnTo>
                  <a:pt x="9553" y="156"/>
                </a:lnTo>
                <a:lnTo>
                  <a:pt x="11905" y="0"/>
                </a:lnTo>
                <a:lnTo>
                  <a:pt x="14256" y="156"/>
                </a:lnTo>
                <a:lnTo>
                  <a:pt x="18549" y="1934"/>
                </a:lnTo>
                <a:lnTo>
                  <a:pt x="20323" y="3486"/>
                </a:lnTo>
                <a:lnTo>
                  <a:pt x="21875" y="5260"/>
                </a:lnTo>
                <a:lnTo>
                  <a:pt x="23653" y="9553"/>
                </a:lnTo>
                <a:lnTo>
                  <a:pt x="23810" y="11905"/>
                </a:lnTo>
                <a:lnTo>
                  <a:pt x="23653" y="14256"/>
                </a:lnTo>
                <a:lnTo>
                  <a:pt x="21875" y="18549"/>
                </a:lnTo>
                <a:lnTo>
                  <a:pt x="20323" y="20323"/>
                </a:lnTo>
                <a:lnTo>
                  <a:pt x="18549" y="21875"/>
                </a:lnTo>
                <a:lnTo>
                  <a:pt x="14256" y="23653"/>
                </a:lnTo>
                <a:lnTo>
                  <a:pt x="11905" y="23810"/>
                </a:lnTo>
                <a:lnTo>
                  <a:pt x="9553" y="23653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811" name="Shape 811"/>
          <p:cNvSpPr/>
          <p:nvPr/>
        </p:nvSpPr>
        <p:spPr>
          <a:xfrm>
            <a:off x="5030985" y="2013342"/>
            <a:ext cx="24007" cy="24007"/>
          </a:xfrm>
          <a:custGeom>
            <a:avLst/>
            <a:gdLst/>
            <a:ahLst/>
            <a:cxnLst/>
            <a:rect l="0" t="0" r="r" b="b"/>
            <a:pathLst>
              <a:path w="24007" h="24007">
                <a:moveTo>
                  <a:pt x="9632" y="23849"/>
                </a:moveTo>
                <a:lnTo>
                  <a:pt x="5304" y="22057"/>
                </a:lnTo>
                <a:lnTo>
                  <a:pt x="3515" y="20492"/>
                </a:lnTo>
                <a:lnTo>
                  <a:pt x="1950" y="18703"/>
                </a:lnTo>
                <a:lnTo>
                  <a:pt x="158" y="14375"/>
                </a:lnTo>
                <a:lnTo>
                  <a:pt x="0" y="12003"/>
                </a:lnTo>
                <a:lnTo>
                  <a:pt x="158" y="9632"/>
                </a:lnTo>
                <a:lnTo>
                  <a:pt x="1950" y="5304"/>
                </a:lnTo>
                <a:lnTo>
                  <a:pt x="3515" y="3515"/>
                </a:lnTo>
                <a:lnTo>
                  <a:pt x="5304" y="1950"/>
                </a:lnTo>
                <a:lnTo>
                  <a:pt x="9632" y="158"/>
                </a:lnTo>
                <a:lnTo>
                  <a:pt x="12003" y="0"/>
                </a:lnTo>
                <a:lnTo>
                  <a:pt x="14375" y="158"/>
                </a:lnTo>
                <a:lnTo>
                  <a:pt x="18703" y="1950"/>
                </a:lnTo>
                <a:lnTo>
                  <a:pt x="20492" y="3515"/>
                </a:lnTo>
                <a:lnTo>
                  <a:pt x="22057" y="5304"/>
                </a:lnTo>
                <a:lnTo>
                  <a:pt x="23849" y="9632"/>
                </a:lnTo>
                <a:lnTo>
                  <a:pt x="24007" y="12003"/>
                </a:lnTo>
                <a:lnTo>
                  <a:pt x="23849" y="14375"/>
                </a:lnTo>
                <a:lnTo>
                  <a:pt x="22057" y="18703"/>
                </a:lnTo>
                <a:lnTo>
                  <a:pt x="20492" y="20492"/>
                </a:lnTo>
                <a:lnTo>
                  <a:pt x="18703" y="22057"/>
                </a:lnTo>
                <a:lnTo>
                  <a:pt x="14375" y="23849"/>
                </a:lnTo>
                <a:lnTo>
                  <a:pt x="12003" y="24007"/>
                </a:lnTo>
                <a:lnTo>
                  <a:pt x="9632" y="23849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812" name="Shape 812"/>
          <p:cNvSpPr/>
          <p:nvPr/>
        </p:nvSpPr>
        <p:spPr>
          <a:xfrm>
            <a:off x="5035839" y="2022531"/>
            <a:ext cx="24190" cy="24190"/>
          </a:xfrm>
          <a:custGeom>
            <a:avLst/>
            <a:gdLst/>
            <a:ahLst/>
            <a:cxnLst/>
            <a:rect l="0" t="0" r="r" b="b"/>
            <a:pathLst>
              <a:path w="24190" h="24190">
                <a:moveTo>
                  <a:pt x="9705" y="24031"/>
                </a:moveTo>
                <a:lnTo>
                  <a:pt x="5344" y="22224"/>
                </a:lnTo>
                <a:lnTo>
                  <a:pt x="3542" y="20647"/>
                </a:lnTo>
                <a:lnTo>
                  <a:pt x="1965" y="18845"/>
                </a:lnTo>
                <a:lnTo>
                  <a:pt x="159" y="14484"/>
                </a:lnTo>
                <a:lnTo>
                  <a:pt x="0" y="12095"/>
                </a:lnTo>
                <a:lnTo>
                  <a:pt x="159" y="9705"/>
                </a:lnTo>
                <a:lnTo>
                  <a:pt x="1965" y="5344"/>
                </a:lnTo>
                <a:lnTo>
                  <a:pt x="3542" y="3542"/>
                </a:lnTo>
                <a:lnTo>
                  <a:pt x="5344" y="1965"/>
                </a:lnTo>
                <a:lnTo>
                  <a:pt x="9705" y="159"/>
                </a:lnTo>
                <a:lnTo>
                  <a:pt x="12095" y="0"/>
                </a:lnTo>
                <a:lnTo>
                  <a:pt x="14484" y="159"/>
                </a:lnTo>
                <a:lnTo>
                  <a:pt x="18845" y="1965"/>
                </a:lnTo>
                <a:lnTo>
                  <a:pt x="20647" y="3542"/>
                </a:lnTo>
                <a:lnTo>
                  <a:pt x="22224" y="5344"/>
                </a:lnTo>
                <a:lnTo>
                  <a:pt x="24031" y="9705"/>
                </a:lnTo>
                <a:lnTo>
                  <a:pt x="24190" y="12095"/>
                </a:lnTo>
                <a:lnTo>
                  <a:pt x="24031" y="14484"/>
                </a:lnTo>
                <a:lnTo>
                  <a:pt x="22224" y="18845"/>
                </a:lnTo>
                <a:lnTo>
                  <a:pt x="20647" y="20647"/>
                </a:lnTo>
                <a:lnTo>
                  <a:pt x="18845" y="22224"/>
                </a:lnTo>
                <a:lnTo>
                  <a:pt x="14484" y="24031"/>
                </a:lnTo>
                <a:lnTo>
                  <a:pt x="12095" y="24190"/>
                </a:lnTo>
                <a:lnTo>
                  <a:pt x="9705" y="24031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813" name="Shape 813"/>
          <p:cNvSpPr/>
          <p:nvPr/>
        </p:nvSpPr>
        <p:spPr>
          <a:xfrm>
            <a:off x="5039426" y="2029310"/>
            <a:ext cx="24300" cy="24300"/>
          </a:xfrm>
          <a:custGeom>
            <a:avLst/>
            <a:gdLst/>
            <a:ahLst/>
            <a:cxnLst/>
            <a:rect l="0" t="0" r="r" b="b"/>
            <a:pathLst>
              <a:path w="24300" h="24300">
                <a:moveTo>
                  <a:pt x="9750" y="24140"/>
                </a:moveTo>
                <a:lnTo>
                  <a:pt x="5369" y="22326"/>
                </a:lnTo>
                <a:lnTo>
                  <a:pt x="3558" y="20741"/>
                </a:lnTo>
                <a:lnTo>
                  <a:pt x="1974" y="18931"/>
                </a:lnTo>
                <a:lnTo>
                  <a:pt x="160" y="14550"/>
                </a:lnTo>
                <a:lnTo>
                  <a:pt x="0" y="12150"/>
                </a:lnTo>
                <a:lnTo>
                  <a:pt x="160" y="9750"/>
                </a:lnTo>
                <a:lnTo>
                  <a:pt x="1974" y="5369"/>
                </a:lnTo>
                <a:lnTo>
                  <a:pt x="3558" y="3558"/>
                </a:lnTo>
                <a:lnTo>
                  <a:pt x="5369" y="1974"/>
                </a:lnTo>
                <a:lnTo>
                  <a:pt x="9750" y="160"/>
                </a:lnTo>
                <a:lnTo>
                  <a:pt x="12150" y="0"/>
                </a:lnTo>
                <a:lnTo>
                  <a:pt x="14550" y="160"/>
                </a:lnTo>
                <a:lnTo>
                  <a:pt x="18931" y="1974"/>
                </a:lnTo>
                <a:lnTo>
                  <a:pt x="20741" y="3558"/>
                </a:lnTo>
                <a:lnTo>
                  <a:pt x="22326" y="5369"/>
                </a:lnTo>
                <a:lnTo>
                  <a:pt x="24140" y="9750"/>
                </a:lnTo>
                <a:lnTo>
                  <a:pt x="24300" y="12150"/>
                </a:lnTo>
                <a:lnTo>
                  <a:pt x="24140" y="14550"/>
                </a:lnTo>
                <a:lnTo>
                  <a:pt x="22326" y="18931"/>
                </a:lnTo>
                <a:lnTo>
                  <a:pt x="20741" y="20741"/>
                </a:lnTo>
                <a:lnTo>
                  <a:pt x="18931" y="22326"/>
                </a:lnTo>
                <a:lnTo>
                  <a:pt x="14550" y="24140"/>
                </a:lnTo>
                <a:lnTo>
                  <a:pt x="12150" y="24300"/>
                </a:lnTo>
                <a:lnTo>
                  <a:pt x="9750" y="24140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814" name="Shape 814"/>
          <p:cNvSpPr/>
          <p:nvPr/>
        </p:nvSpPr>
        <p:spPr>
          <a:xfrm>
            <a:off x="5043338" y="2036692"/>
            <a:ext cx="24397" cy="24397"/>
          </a:xfrm>
          <a:custGeom>
            <a:avLst/>
            <a:gdLst/>
            <a:ahLst/>
            <a:cxnLst/>
            <a:rect l="0" t="0" r="r" b="b"/>
            <a:pathLst>
              <a:path w="24397" h="24397">
                <a:moveTo>
                  <a:pt x="9788" y="24236"/>
                </a:moveTo>
                <a:lnTo>
                  <a:pt x="5390" y="22415"/>
                </a:lnTo>
                <a:lnTo>
                  <a:pt x="3572" y="20824"/>
                </a:lnTo>
                <a:lnTo>
                  <a:pt x="1982" y="19007"/>
                </a:lnTo>
                <a:lnTo>
                  <a:pt x="160" y="14608"/>
                </a:lnTo>
                <a:lnTo>
                  <a:pt x="0" y="12198"/>
                </a:lnTo>
                <a:lnTo>
                  <a:pt x="160" y="9788"/>
                </a:lnTo>
                <a:lnTo>
                  <a:pt x="1982" y="5390"/>
                </a:lnTo>
                <a:lnTo>
                  <a:pt x="3572" y="3572"/>
                </a:lnTo>
                <a:lnTo>
                  <a:pt x="5390" y="1982"/>
                </a:lnTo>
                <a:lnTo>
                  <a:pt x="9788" y="160"/>
                </a:lnTo>
                <a:lnTo>
                  <a:pt x="12198" y="0"/>
                </a:lnTo>
                <a:lnTo>
                  <a:pt x="14608" y="160"/>
                </a:lnTo>
                <a:lnTo>
                  <a:pt x="19007" y="1982"/>
                </a:lnTo>
                <a:lnTo>
                  <a:pt x="20824" y="3572"/>
                </a:lnTo>
                <a:lnTo>
                  <a:pt x="22415" y="5390"/>
                </a:lnTo>
                <a:lnTo>
                  <a:pt x="24236" y="9788"/>
                </a:lnTo>
                <a:lnTo>
                  <a:pt x="24397" y="12198"/>
                </a:lnTo>
                <a:lnTo>
                  <a:pt x="24236" y="14608"/>
                </a:lnTo>
                <a:lnTo>
                  <a:pt x="22415" y="19007"/>
                </a:lnTo>
                <a:lnTo>
                  <a:pt x="20824" y="20824"/>
                </a:lnTo>
                <a:lnTo>
                  <a:pt x="19007" y="22415"/>
                </a:lnTo>
                <a:lnTo>
                  <a:pt x="14608" y="24236"/>
                </a:lnTo>
                <a:lnTo>
                  <a:pt x="12198" y="24397"/>
                </a:lnTo>
                <a:lnTo>
                  <a:pt x="9788" y="2423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815" name="Shape 815"/>
          <p:cNvSpPr/>
          <p:nvPr/>
        </p:nvSpPr>
        <p:spPr>
          <a:xfrm>
            <a:off x="5049914" y="2049081"/>
            <a:ext cx="24512" cy="24512"/>
          </a:xfrm>
          <a:custGeom>
            <a:avLst/>
            <a:gdLst/>
            <a:ahLst/>
            <a:cxnLst/>
            <a:rect l="0" t="0" r="r" b="b"/>
            <a:pathLst>
              <a:path w="24512" h="24512">
                <a:moveTo>
                  <a:pt x="9835" y="24351"/>
                </a:moveTo>
                <a:lnTo>
                  <a:pt x="5415" y="22520"/>
                </a:lnTo>
                <a:lnTo>
                  <a:pt x="3589" y="20922"/>
                </a:lnTo>
                <a:lnTo>
                  <a:pt x="1991" y="19096"/>
                </a:lnTo>
                <a:lnTo>
                  <a:pt x="161" y="14677"/>
                </a:lnTo>
                <a:lnTo>
                  <a:pt x="0" y="12256"/>
                </a:lnTo>
                <a:lnTo>
                  <a:pt x="161" y="9835"/>
                </a:lnTo>
                <a:lnTo>
                  <a:pt x="1991" y="5415"/>
                </a:lnTo>
                <a:lnTo>
                  <a:pt x="3589" y="3589"/>
                </a:lnTo>
                <a:lnTo>
                  <a:pt x="5415" y="1991"/>
                </a:lnTo>
                <a:lnTo>
                  <a:pt x="9835" y="161"/>
                </a:lnTo>
                <a:lnTo>
                  <a:pt x="12256" y="0"/>
                </a:lnTo>
                <a:lnTo>
                  <a:pt x="14677" y="161"/>
                </a:lnTo>
                <a:lnTo>
                  <a:pt x="19096" y="1991"/>
                </a:lnTo>
                <a:lnTo>
                  <a:pt x="20922" y="3589"/>
                </a:lnTo>
                <a:lnTo>
                  <a:pt x="22520" y="5415"/>
                </a:lnTo>
                <a:lnTo>
                  <a:pt x="24351" y="9835"/>
                </a:lnTo>
                <a:lnTo>
                  <a:pt x="24512" y="12256"/>
                </a:lnTo>
                <a:lnTo>
                  <a:pt x="24351" y="14677"/>
                </a:lnTo>
                <a:lnTo>
                  <a:pt x="22520" y="19096"/>
                </a:lnTo>
                <a:lnTo>
                  <a:pt x="20922" y="20922"/>
                </a:lnTo>
                <a:lnTo>
                  <a:pt x="19096" y="22520"/>
                </a:lnTo>
                <a:lnTo>
                  <a:pt x="14677" y="24351"/>
                </a:lnTo>
                <a:lnTo>
                  <a:pt x="12256" y="24512"/>
                </a:lnTo>
                <a:lnTo>
                  <a:pt x="9835" y="2435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816" name="Shape 816"/>
          <p:cNvSpPr/>
          <p:nvPr/>
        </p:nvSpPr>
        <p:spPr>
          <a:xfrm>
            <a:off x="5056631" y="2062486"/>
            <a:ext cx="26345" cy="26345"/>
          </a:xfrm>
          <a:custGeom>
            <a:avLst/>
            <a:gdLst/>
            <a:ahLst/>
            <a:cxnLst/>
            <a:rect l="0" t="0" r="r" b="b"/>
            <a:pathLst>
              <a:path w="26345" h="26345">
                <a:moveTo>
                  <a:pt x="10570" y="26171"/>
                </a:moveTo>
                <a:lnTo>
                  <a:pt x="5820" y="24204"/>
                </a:lnTo>
                <a:lnTo>
                  <a:pt x="3858" y="22487"/>
                </a:lnTo>
                <a:lnTo>
                  <a:pt x="2140" y="20524"/>
                </a:lnTo>
                <a:lnTo>
                  <a:pt x="173" y="15774"/>
                </a:lnTo>
                <a:lnTo>
                  <a:pt x="0" y="13172"/>
                </a:lnTo>
                <a:lnTo>
                  <a:pt x="173" y="10570"/>
                </a:lnTo>
                <a:lnTo>
                  <a:pt x="2140" y="5820"/>
                </a:lnTo>
                <a:lnTo>
                  <a:pt x="3858" y="3858"/>
                </a:lnTo>
                <a:lnTo>
                  <a:pt x="5820" y="2140"/>
                </a:lnTo>
                <a:lnTo>
                  <a:pt x="10570" y="173"/>
                </a:lnTo>
                <a:lnTo>
                  <a:pt x="13172" y="0"/>
                </a:lnTo>
                <a:lnTo>
                  <a:pt x="15774" y="173"/>
                </a:lnTo>
                <a:lnTo>
                  <a:pt x="20524" y="2140"/>
                </a:lnTo>
                <a:lnTo>
                  <a:pt x="22487" y="3858"/>
                </a:lnTo>
                <a:lnTo>
                  <a:pt x="24204" y="5820"/>
                </a:lnTo>
                <a:lnTo>
                  <a:pt x="26171" y="10570"/>
                </a:lnTo>
                <a:lnTo>
                  <a:pt x="26345" y="13172"/>
                </a:lnTo>
                <a:lnTo>
                  <a:pt x="26171" y="15774"/>
                </a:lnTo>
                <a:lnTo>
                  <a:pt x="24204" y="20524"/>
                </a:lnTo>
                <a:lnTo>
                  <a:pt x="22487" y="22487"/>
                </a:lnTo>
                <a:lnTo>
                  <a:pt x="20524" y="24204"/>
                </a:lnTo>
                <a:lnTo>
                  <a:pt x="15774" y="26171"/>
                </a:lnTo>
                <a:lnTo>
                  <a:pt x="13172" y="26345"/>
                </a:lnTo>
                <a:lnTo>
                  <a:pt x="10570" y="26171"/>
                </a:lnTo>
                <a:close/>
              </a:path>
            </a:pathLst>
          </a:custGeom>
          <a:solidFill>
            <a:srgbClr val="72CA78"/>
          </a:solidFill>
          <a:ln>
            <a:noFill/>
          </a:ln>
        </p:spPr>
      </p:sp>
      <p:sp>
        <p:nvSpPr>
          <p:cNvPr id="817" name="Shape 817"/>
          <p:cNvSpPr/>
          <p:nvPr/>
        </p:nvSpPr>
        <p:spPr>
          <a:xfrm>
            <a:off x="5056396" y="2067301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818" name="Shape 818"/>
          <p:cNvSpPr/>
          <p:nvPr/>
        </p:nvSpPr>
        <p:spPr>
          <a:xfrm>
            <a:off x="5066280" y="2085845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819" name="Shape 819"/>
          <p:cNvSpPr/>
          <p:nvPr/>
        </p:nvSpPr>
        <p:spPr>
          <a:xfrm>
            <a:off x="5078027" y="210788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820" name="Shape 820"/>
          <p:cNvSpPr/>
          <p:nvPr/>
        </p:nvSpPr>
        <p:spPr>
          <a:xfrm>
            <a:off x="5093275" y="2131148"/>
            <a:ext cx="26131" cy="26131"/>
          </a:xfrm>
          <a:custGeom>
            <a:avLst/>
            <a:gdLst/>
            <a:ahLst/>
            <a:cxnLst/>
            <a:rect l="0" t="0" r="r" b="b"/>
            <a:pathLst>
              <a:path w="26131" h="26131">
                <a:moveTo>
                  <a:pt x="10484" y="25958"/>
                </a:moveTo>
                <a:lnTo>
                  <a:pt x="5773" y="24007"/>
                </a:lnTo>
                <a:lnTo>
                  <a:pt x="3826" y="22304"/>
                </a:lnTo>
                <a:lnTo>
                  <a:pt x="2123" y="20357"/>
                </a:lnTo>
                <a:lnTo>
                  <a:pt x="172" y="15646"/>
                </a:lnTo>
                <a:lnTo>
                  <a:pt x="0" y="13065"/>
                </a:lnTo>
                <a:lnTo>
                  <a:pt x="172" y="10484"/>
                </a:lnTo>
                <a:lnTo>
                  <a:pt x="2123" y="5773"/>
                </a:lnTo>
                <a:lnTo>
                  <a:pt x="3826" y="3826"/>
                </a:lnTo>
                <a:lnTo>
                  <a:pt x="5773" y="2123"/>
                </a:lnTo>
                <a:lnTo>
                  <a:pt x="10484" y="172"/>
                </a:lnTo>
                <a:lnTo>
                  <a:pt x="13065" y="0"/>
                </a:lnTo>
                <a:lnTo>
                  <a:pt x="15646" y="172"/>
                </a:lnTo>
                <a:lnTo>
                  <a:pt x="20357" y="2123"/>
                </a:lnTo>
                <a:lnTo>
                  <a:pt x="22304" y="3826"/>
                </a:lnTo>
                <a:lnTo>
                  <a:pt x="24007" y="5773"/>
                </a:lnTo>
                <a:lnTo>
                  <a:pt x="25958" y="10484"/>
                </a:lnTo>
                <a:lnTo>
                  <a:pt x="26131" y="13065"/>
                </a:lnTo>
                <a:lnTo>
                  <a:pt x="25958" y="15646"/>
                </a:lnTo>
                <a:lnTo>
                  <a:pt x="24007" y="20357"/>
                </a:lnTo>
                <a:lnTo>
                  <a:pt x="22304" y="22304"/>
                </a:lnTo>
                <a:lnTo>
                  <a:pt x="20357" y="24007"/>
                </a:lnTo>
                <a:lnTo>
                  <a:pt x="15646" y="25958"/>
                </a:lnTo>
                <a:lnTo>
                  <a:pt x="13065" y="26131"/>
                </a:lnTo>
                <a:lnTo>
                  <a:pt x="10484" y="25958"/>
                </a:lnTo>
                <a:close/>
              </a:path>
            </a:pathLst>
          </a:custGeom>
          <a:solidFill>
            <a:srgbClr val="73CB79"/>
          </a:solidFill>
          <a:ln>
            <a:noFill/>
          </a:ln>
        </p:spPr>
      </p:sp>
      <p:sp>
        <p:nvSpPr>
          <p:cNvPr id="821" name="Shape 821"/>
          <p:cNvSpPr/>
          <p:nvPr/>
        </p:nvSpPr>
        <p:spPr>
          <a:xfrm>
            <a:off x="5109625" y="2161759"/>
            <a:ext cx="25980" cy="25980"/>
          </a:xfrm>
          <a:custGeom>
            <a:avLst/>
            <a:gdLst/>
            <a:ahLst/>
            <a:cxnLst/>
            <a:rect l="0" t="0" r="r" b="b"/>
            <a:pathLst>
              <a:path w="25980" h="25980">
                <a:moveTo>
                  <a:pt x="10423" y="25809"/>
                </a:moveTo>
                <a:lnTo>
                  <a:pt x="5740" y="23869"/>
                </a:lnTo>
                <a:lnTo>
                  <a:pt x="3804" y="22175"/>
                </a:lnTo>
                <a:lnTo>
                  <a:pt x="2111" y="20239"/>
                </a:lnTo>
                <a:lnTo>
                  <a:pt x="171" y="15556"/>
                </a:lnTo>
                <a:lnTo>
                  <a:pt x="0" y="12990"/>
                </a:lnTo>
                <a:lnTo>
                  <a:pt x="171" y="10423"/>
                </a:lnTo>
                <a:lnTo>
                  <a:pt x="2111" y="5740"/>
                </a:lnTo>
                <a:lnTo>
                  <a:pt x="3804" y="3804"/>
                </a:lnTo>
                <a:lnTo>
                  <a:pt x="5740" y="2111"/>
                </a:lnTo>
                <a:lnTo>
                  <a:pt x="10423" y="171"/>
                </a:lnTo>
                <a:lnTo>
                  <a:pt x="12990" y="0"/>
                </a:lnTo>
                <a:lnTo>
                  <a:pt x="15556" y="171"/>
                </a:lnTo>
                <a:lnTo>
                  <a:pt x="20239" y="2111"/>
                </a:lnTo>
                <a:lnTo>
                  <a:pt x="22175" y="3804"/>
                </a:lnTo>
                <a:lnTo>
                  <a:pt x="23869" y="5740"/>
                </a:lnTo>
                <a:lnTo>
                  <a:pt x="25809" y="10423"/>
                </a:lnTo>
                <a:lnTo>
                  <a:pt x="25980" y="12990"/>
                </a:lnTo>
                <a:lnTo>
                  <a:pt x="25809" y="15556"/>
                </a:lnTo>
                <a:lnTo>
                  <a:pt x="23869" y="20239"/>
                </a:lnTo>
                <a:lnTo>
                  <a:pt x="22175" y="22175"/>
                </a:lnTo>
                <a:lnTo>
                  <a:pt x="20239" y="23869"/>
                </a:lnTo>
                <a:lnTo>
                  <a:pt x="15556" y="25809"/>
                </a:lnTo>
                <a:lnTo>
                  <a:pt x="12990" y="25980"/>
                </a:lnTo>
                <a:lnTo>
                  <a:pt x="10423" y="25809"/>
                </a:lnTo>
                <a:close/>
              </a:path>
            </a:pathLst>
          </a:custGeom>
          <a:solidFill>
            <a:srgbClr val="74CB79"/>
          </a:solidFill>
          <a:ln>
            <a:noFill/>
          </a:ln>
        </p:spPr>
      </p:sp>
      <p:sp>
        <p:nvSpPr>
          <p:cNvPr id="822" name="Shape 822"/>
          <p:cNvSpPr/>
          <p:nvPr/>
        </p:nvSpPr>
        <p:spPr>
          <a:xfrm>
            <a:off x="5123820" y="2193808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823" name="Shape 823"/>
          <p:cNvSpPr/>
          <p:nvPr/>
        </p:nvSpPr>
        <p:spPr>
          <a:xfrm>
            <a:off x="5140515" y="2225133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824" name="Shape 824"/>
          <p:cNvSpPr/>
          <p:nvPr/>
        </p:nvSpPr>
        <p:spPr>
          <a:xfrm>
            <a:off x="5166968" y="2269170"/>
            <a:ext cx="25560" cy="25560"/>
          </a:xfrm>
          <a:custGeom>
            <a:avLst/>
            <a:gdLst/>
            <a:ahLst/>
            <a:cxnLst/>
            <a:rect l="0" t="0" r="r" b="b"/>
            <a:pathLst>
              <a:path w="25560" h="25560">
                <a:moveTo>
                  <a:pt x="10255" y="25392"/>
                </a:moveTo>
                <a:lnTo>
                  <a:pt x="5647" y="23483"/>
                </a:lnTo>
                <a:lnTo>
                  <a:pt x="3743" y="21817"/>
                </a:lnTo>
                <a:lnTo>
                  <a:pt x="2077" y="19913"/>
                </a:lnTo>
                <a:lnTo>
                  <a:pt x="168" y="15305"/>
                </a:lnTo>
                <a:lnTo>
                  <a:pt x="0" y="12780"/>
                </a:lnTo>
                <a:lnTo>
                  <a:pt x="168" y="10255"/>
                </a:lnTo>
                <a:lnTo>
                  <a:pt x="2077" y="5647"/>
                </a:lnTo>
                <a:lnTo>
                  <a:pt x="3743" y="3743"/>
                </a:lnTo>
                <a:lnTo>
                  <a:pt x="5647" y="2077"/>
                </a:lnTo>
                <a:lnTo>
                  <a:pt x="10255" y="168"/>
                </a:lnTo>
                <a:lnTo>
                  <a:pt x="12780" y="0"/>
                </a:lnTo>
                <a:lnTo>
                  <a:pt x="15305" y="168"/>
                </a:lnTo>
                <a:lnTo>
                  <a:pt x="19913" y="2077"/>
                </a:lnTo>
                <a:lnTo>
                  <a:pt x="21817" y="3743"/>
                </a:lnTo>
                <a:lnTo>
                  <a:pt x="23483" y="5647"/>
                </a:lnTo>
                <a:lnTo>
                  <a:pt x="25392" y="10255"/>
                </a:lnTo>
                <a:lnTo>
                  <a:pt x="25560" y="12780"/>
                </a:lnTo>
                <a:lnTo>
                  <a:pt x="25392" y="15305"/>
                </a:lnTo>
                <a:lnTo>
                  <a:pt x="23483" y="19913"/>
                </a:lnTo>
                <a:lnTo>
                  <a:pt x="21817" y="21817"/>
                </a:lnTo>
                <a:lnTo>
                  <a:pt x="19913" y="23483"/>
                </a:lnTo>
                <a:lnTo>
                  <a:pt x="15305" y="25392"/>
                </a:lnTo>
                <a:lnTo>
                  <a:pt x="12780" y="25560"/>
                </a:lnTo>
                <a:lnTo>
                  <a:pt x="10255" y="25392"/>
                </a:lnTo>
                <a:close/>
              </a:path>
            </a:pathLst>
          </a:custGeom>
          <a:solidFill>
            <a:srgbClr val="76CD7B"/>
          </a:solidFill>
          <a:ln>
            <a:noFill/>
          </a:ln>
        </p:spPr>
      </p:sp>
      <p:sp>
        <p:nvSpPr>
          <p:cNvPr id="825" name="Shape 825"/>
          <p:cNvSpPr/>
          <p:nvPr/>
        </p:nvSpPr>
        <p:spPr>
          <a:xfrm>
            <a:off x="5207033" y="2343449"/>
            <a:ext cx="23519" cy="23519"/>
          </a:xfrm>
          <a:custGeom>
            <a:avLst/>
            <a:gdLst/>
            <a:ahLst/>
            <a:cxnLst/>
            <a:rect l="0" t="0" r="r" b="b"/>
            <a:pathLst>
              <a:path w="23519" h="23519">
                <a:moveTo>
                  <a:pt x="9436" y="23364"/>
                </a:moveTo>
                <a:lnTo>
                  <a:pt x="5196" y="21608"/>
                </a:lnTo>
                <a:lnTo>
                  <a:pt x="3444" y="20074"/>
                </a:lnTo>
                <a:lnTo>
                  <a:pt x="1911" y="18322"/>
                </a:lnTo>
                <a:lnTo>
                  <a:pt x="154" y="14082"/>
                </a:lnTo>
                <a:lnTo>
                  <a:pt x="0" y="11759"/>
                </a:lnTo>
                <a:lnTo>
                  <a:pt x="154" y="9436"/>
                </a:lnTo>
                <a:lnTo>
                  <a:pt x="1911" y="5196"/>
                </a:lnTo>
                <a:lnTo>
                  <a:pt x="3444" y="3444"/>
                </a:lnTo>
                <a:lnTo>
                  <a:pt x="5196" y="1911"/>
                </a:lnTo>
                <a:lnTo>
                  <a:pt x="9436" y="154"/>
                </a:lnTo>
                <a:lnTo>
                  <a:pt x="11759" y="0"/>
                </a:lnTo>
                <a:lnTo>
                  <a:pt x="14082" y="154"/>
                </a:lnTo>
                <a:lnTo>
                  <a:pt x="18322" y="1911"/>
                </a:lnTo>
                <a:lnTo>
                  <a:pt x="20074" y="3444"/>
                </a:lnTo>
                <a:lnTo>
                  <a:pt x="21608" y="5196"/>
                </a:lnTo>
                <a:lnTo>
                  <a:pt x="23364" y="9436"/>
                </a:lnTo>
                <a:lnTo>
                  <a:pt x="23519" y="11759"/>
                </a:lnTo>
                <a:lnTo>
                  <a:pt x="23364" y="14082"/>
                </a:lnTo>
                <a:lnTo>
                  <a:pt x="21608" y="18322"/>
                </a:lnTo>
                <a:lnTo>
                  <a:pt x="20074" y="20074"/>
                </a:lnTo>
                <a:lnTo>
                  <a:pt x="18322" y="21608"/>
                </a:lnTo>
                <a:lnTo>
                  <a:pt x="14082" y="23364"/>
                </a:lnTo>
                <a:lnTo>
                  <a:pt x="11759" y="23519"/>
                </a:lnTo>
                <a:lnTo>
                  <a:pt x="9436" y="23364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826" name="Shape 826"/>
          <p:cNvSpPr/>
          <p:nvPr/>
        </p:nvSpPr>
        <p:spPr>
          <a:xfrm>
            <a:off x="5262210" y="2447697"/>
            <a:ext cx="25160" cy="25160"/>
          </a:xfrm>
          <a:custGeom>
            <a:avLst/>
            <a:gdLst/>
            <a:ahLst/>
            <a:cxnLst/>
            <a:rect l="0" t="0" r="r" b="b"/>
            <a:pathLst>
              <a:path w="25160" h="25160">
                <a:moveTo>
                  <a:pt x="10094" y="24994"/>
                </a:moveTo>
                <a:lnTo>
                  <a:pt x="5559" y="23115"/>
                </a:lnTo>
                <a:lnTo>
                  <a:pt x="3684" y="21475"/>
                </a:lnTo>
                <a:lnTo>
                  <a:pt x="2044" y="19601"/>
                </a:lnTo>
                <a:lnTo>
                  <a:pt x="165" y="15065"/>
                </a:lnTo>
                <a:lnTo>
                  <a:pt x="0" y="12580"/>
                </a:lnTo>
                <a:lnTo>
                  <a:pt x="165" y="10094"/>
                </a:lnTo>
                <a:lnTo>
                  <a:pt x="2044" y="5559"/>
                </a:lnTo>
                <a:lnTo>
                  <a:pt x="3684" y="3684"/>
                </a:lnTo>
                <a:lnTo>
                  <a:pt x="5559" y="2044"/>
                </a:lnTo>
                <a:lnTo>
                  <a:pt x="10094" y="165"/>
                </a:lnTo>
                <a:lnTo>
                  <a:pt x="12580" y="0"/>
                </a:lnTo>
                <a:lnTo>
                  <a:pt x="15065" y="165"/>
                </a:lnTo>
                <a:lnTo>
                  <a:pt x="19601" y="2044"/>
                </a:lnTo>
                <a:lnTo>
                  <a:pt x="21475" y="3684"/>
                </a:lnTo>
                <a:lnTo>
                  <a:pt x="23115" y="5559"/>
                </a:lnTo>
                <a:lnTo>
                  <a:pt x="24994" y="10094"/>
                </a:lnTo>
                <a:lnTo>
                  <a:pt x="25160" y="12580"/>
                </a:lnTo>
                <a:lnTo>
                  <a:pt x="24994" y="15065"/>
                </a:lnTo>
                <a:lnTo>
                  <a:pt x="23115" y="19601"/>
                </a:lnTo>
                <a:lnTo>
                  <a:pt x="21475" y="21475"/>
                </a:lnTo>
                <a:lnTo>
                  <a:pt x="19601" y="23115"/>
                </a:lnTo>
                <a:lnTo>
                  <a:pt x="15065" y="24994"/>
                </a:lnTo>
                <a:lnTo>
                  <a:pt x="12580" y="25160"/>
                </a:lnTo>
                <a:lnTo>
                  <a:pt x="10094" y="24994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827" name="Shape 827"/>
          <p:cNvSpPr/>
          <p:nvPr/>
        </p:nvSpPr>
        <p:spPr>
          <a:xfrm>
            <a:off x="4878857" y="1964956"/>
            <a:ext cx="21979" cy="21979"/>
          </a:xfrm>
          <a:custGeom>
            <a:avLst/>
            <a:gdLst/>
            <a:ahLst/>
            <a:cxnLst/>
            <a:rect l="0" t="0" r="r" b="b"/>
            <a:pathLst>
              <a:path w="21979" h="21979">
                <a:moveTo>
                  <a:pt x="8818" y="21834"/>
                </a:moveTo>
                <a:lnTo>
                  <a:pt x="4856" y="20193"/>
                </a:lnTo>
                <a:lnTo>
                  <a:pt x="3218" y="18760"/>
                </a:lnTo>
                <a:lnTo>
                  <a:pt x="1786" y="17123"/>
                </a:lnTo>
                <a:lnTo>
                  <a:pt x="144" y="13160"/>
                </a:lnTo>
                <a:lnTo>
                  <a:pt x="0" y="10989"/>
                </a:lnTo>
                <a:lnTo>
                  <a:pt x="144" y="8818"/>
                </a:lnTo>
                <a:lnTo>
                  <a:pt x="1786" y="4856"/>
                </a:lnTo>
                <a:lnTo>
                  <a:pt x="3218" y="3218"/>
                </a:lnTo>
                <a:lnTo>
                  <a:pt x="4856" y="1786"/>
                </a:lnTo>
                <a:lnTo>
                  <a:pt x="8818" y="144"/>
                </a:lnTo>
                <a:lnTo>
                  <a:pt x="10989" y="0"/>
                </a:lnTo>
                <a:lnTo>
                  <a:pt x="13160" y="144"/>
                </a:lnTo>
                <a:lnTo>
                  <a:pt x="17123" y="1786"/>
                </a:lnTo>
                <a:lnTo>
                  <a:pt x="18760" y="3218"/>
                </a:lnTo>
                <a:lnTo>
                  <a:pt x="20193" y="4856"/>
                </a:lnTo>
                <a:lnTo>
                  <a:pt x="21834" y="8818"/>
                </a:lnTo>
                <a:lnTo>
                  <a:pt x="21979" y="10989"/>
                </a:lnTo>
                <a:lnTo>
                  <a:pt x="21834" y="13160"/>
                </a:lnTo>
                <a:lnTo>
                  <a:pt x="20193" y="17123"/>
                </a:lnTo>
                <a:lnTo>
                  <a:pt x="18760" y="18760"/>
                </a:lnTo>
                <a:lnTo>
                  <a:pt x="17123" y="20193"/>
                </a:lnTo>
                <a:lnTo>
                  <a:pt x="13160" y="21834"/>
                </a:lnTo>
                <a:lnTo>
                  <a:pt x="10989" y="21979"/>
                </a:lnTo>
                <a:lnTo>
                  <a:pt x="8818" y="21834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828" name="Shape 828"/>
          <p:cNvSpPr/>
          <p:nvPr/>
        </p:nvSpPr>
        <p:spPr>
          <a:xfrm>
            <a:off x="4875886" y="1969039"/>
            <a:ext cx="22220" cy="22220"/>
          </a:xfrm>
          <a:custGeom>
            <a:avLst/>
            <a:gdLst/>
            <a:ahLst/>
            <a:cxnLst/>
            <a:rect l="0" t="0" r="r" b="b"/>
            <a:pathLst>
              <a:path w="22220" h="22220">
                <a:moveTo>
                  <a:pt x="8915" y="22074"/>
                </a:moveTo>
                <a:lnTo>
                  <a:pt x="4909" y="20415"/>
                </a:lnTo>
                <a:lnTo>
                  <a:pt x="3254" y="18966"/>
                </a:lnTo>
                <a:lnTo>
                  <a:pt x="1805" y="17311"/>
                </a:lnTo>
                <a:lnTo>
                  <a:pt x="146" y="13305"/>
                </a:lnTo>
                <a:lnTo>
                  <a:pt x="0" y="11110"/>
                </a:lnTo>
                <a:lnTo>
                  <a:pt x="146" y="8915"/>
                </a:lnTo>
                <a:lnTo>
                  <a:pt x="1805" y="4909"/>
                </a:lnTo>
                <a:lnTo>
                  <a:pt x="3254" y="3254"/>
                </a:lnTo>
                <a:lnTo>
                  <a:pt x="4909" y="1805"/>
                </a:lnTo>
                <a:lnTo>
                  <a:pt x="8915" y="146"/>
                </a:lnTo>
                <a:lnTo>
                  <a:pt x="11110" y="0"/>
                </a:lnTo>
                <a:lnTo>
                  <a:pt x="13305" y="146"/>
                </a:lnTo>
                <a:lnTo>
                  <a:pt x="17311" y="1805"/>
                </a:lnTo>
                <a:lnTo>
                  <a:pt x="18966" y="3254"/>
                </a:lnTo>
                <a:lnTo>
                  <a:pt x="20415" y="4909"/>
                </a:lnTo>
                <a:lnTo>
                  <a:pt x="22074" y="8915"/>
                </a:lnTo>
                <a:lnTo>
                  <a:pt x="22220" y="11110"/>
                </a:lnTo>
                <a:lnTo>
                  <a:pt x="22074" y="13305"/>
                </a:lnTo>
                <a:lnTo>
                  <a:pt x="20415" y="17311"/>
                </a:lnTo>
                <a:lnTo>
                  <a:pt x="18966" y="18966"/>
                </a:lnTo>
                <a:lnTo>
                  <a:pt x="17311" y="20415"/>
                </a:lnTo>
                <a:lnTo>
                  <a:pt x="13305" y="22074"/>
                </a:lnTo>
                <a:lnTo>
                  <a:pt x="11110" y="22220"/>
                </a:lnTo>
                <a:lnTo>
                  <a:pt x="8915" y="22074"/>
                </a:lnTo>
                <a:close/>
              </a:path>
            </a:pathLst>
          </a:custGeom>
          <a:solidFill>
            <a:srgbClr val="89D789"/>
          </a:solidFill>
          <a:ln>
            <a:noFill/>
          </a:ln>
        </p:spPr>
      </p:sp>
      <p:sp>
        <p:nvSpPr>
          <p:cNvPr id="829" name="Shape 829"/>
          <p:cNvSpPr/>
          <p:nvPr/>
        </p:nvSpPr>
        <p:spPr>
          <a:xfrm>
            <a:off x="4873776" y="1971954"/>
            <a:ext cx="22378" cy="22378"/>
          </a:xfrm>
          <a:custGeom>
            <a:avLst/>
            <a:gdLst/>
            <a:ahLst/>
            <a:cxnLst/>
            <a:rect l="0" t="0" r="r" b="b"/>
            <a:pathLst>
              <a:path w="22378" h="22378">
                <a:moveTo>
                  <a:pt x="8978" y="22231"/>
                </a:moveTo>
                <a:lnTo>
                  <a:pt x="4944" y="20560"/>
                </a:lnTo>
                <a:lnTo>
                  <a:pt x="3277" y="19101"/>
                </a:lnTo>
                <a:lnTo>
                  <a:pt x="1818" y="17434"/>
                </a:lnTo>
                <a:lnTo>
                  <a:pt x="147" y="13399"/>
                </a:lnTo>
                <a:lnTo>
                  <a:pt x="0" y="11189"/>
                </a:lnTo>
                <a:lnTo>
                  <a:pt x="147" y="8978"/>
                </a:lnTo>
                <a:lnTo>
                  <a:pt x="1818" y="4944"/>
                </a:lnTo>
                <a:lnTo>
                  <a:pt x="3277" y="3277"/>
                </a:lnTo>
                <a:lnTo>
                  <a:pt x="4944" y="1818"/>
                </a:lnTo>
                <a:lnTo>
                  <a:pt x="8978" y="147"/>
                </a:lnTo>
                <a:lnTo>
                  <a:pt x="11189" y="0"/>
                </a:lnTo>
                <a:lnTo>
                  <a:pt x="13399" y="147"/>
                </a:lnTo>
                <a:lnTo>
                  <a:pt x="17434" y="1818"/>
                </a:lnTo>
                <a:lnTo>
                  <a:pt x="19101" y="3277"/>
                </a:lnTo>
                <a:lnTo>
                  <a:pt x="20560" y="4944"/>
                </a:lnTo>
                <a:lnTo>
                  <a:pt x="22231" y="8978"/>
                </a:lnTo>
                <a:lnTo>
                  <a:pt x="22378" y="11189"/>
                </a:lnTo>
                <a:lnTo>
                  <a:pt x="22231" y="13399"/>
                </a:lnTo>
                <a:lnTo>
                  <a:pt x="20560" y="17434"/>
                </a:lnTo>
                <a:lnTo>
                  <a:pt x="19101" y="19101"/>
                </a:lnTo>
                <a:lnTo>
                  <a:pt x="17434" y="20560"/>
                </a:lnTo>
                <a:lnTo>
                  <a:pt x="13399" y="22231"/>
                </a:lnTo>
                <a:lnTo>
                  <a:pt x="11189" y="22378"/>
                </a:lnTo>
                <a:lnTo>
                  <a:pt x="8978" y="22231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830" name="Shape 830"/>
          <p:cNvSpPr/>
          <p:nvPr/>
        </p:nvSpPr>
        <p:spPr>
          <a:xfrm>
            <a:off x="4871553" y="1975040"/>
            <a:ext cx="22534" cy="22534"/>
          </a:xfrm>
          <a:custGeom>
            <a:avLst/>
            <a:gdLst/>
            <a:ahLst/>
            <a:cxnLst/>
            <a:rect l="0" t="0" r="r" b="b"/>
            <a:pathLst>
              <a:path w="22534" h="22534">
                <a:moveTo>
                  <a:pt x="9041" y="22386"/>
                </a:moveTo>
                <a:lnTo>
                  <a:pt x="4979" y="20703"/>
                </a:lnTo>
                <a:lnTo>
                  <a:pt x="3300" y="19234"/>
                </a:lnTo>
                <a:lnTo>
                  <a:pt x="1831" y="17555"/>
                </a:lnTo>
                <a:lnTo>
                  <a:pt x="148" y="13493"/>
                </a:lnTo>
                <a:lnTo>
                  <a:pt x="0" y="11267"/>
                </a:lnTo>
                <a:lnTo>
                  <a:pt x="148" y="9041"/>
                </a:lnTo>
                <a:lnTo>
                  <a:pt x="1831" y="4979"/>
                </a:lnTo>
                <a:lnTo>
                  <a:pt x="3300" y="3300"/>
                </a:lnTo>
                <a:lnTo>
                  <a:pt x="4979" y="1831"/>
                </a:lnTo>
                <a:lnTo>
                  <a:pt x="9041" y="148"/>
                </a:lnTo>
                <a:lnTo>
                  <a:pt x="11267" y="0"/>
                </a:lnTo>
                <a:lnTo>
                  <a:pt x="13493" y="148"/>
                </a:lnTo>
                <a:lnTo>
                  <a:pt x="17555" y="1831"/>
                </a:lnTo>
                <a:lnTo>
                  <a:pt x="19234" y="3300"/>
                </a:lnTo>
                <a:lnTo>
                  <a:pt x="20703" y="4979"/>
                </a:lnTo>
                <a:lnTo>
                  <a:pt x="22386" y="9041"/>
                </a:lnTo>
                <a:lnTo>
                  <a:pt x="22534" y="11267"/>
                </a:lnTo>
                <a:lnTo>
                  <a:pt x="22386" y="13493"/>
                </a:lnTo>
                <a:lnTo>
                  <a:pt x="20703" y="17555"/>
                </a:lnTo>
                <a:lnTo>
                  <a:pt x="19234" y="19234"/>
                </a:lnTo>
                <a:lnTo>
                  <a:pt x="17555" y="20703"/>
                </a:lnTo>
                <a:lnTo>
                  <a:pt x="13493" y="22386"/>
                </a:lnTo>
                <a:lnTo>
                  <a:pt x="11267" y="22534"/>
                </a:lnTo>
                <a:lnTo>
                  <a:pt x="9041" y="22386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831" name="Shape 831"/>
          <p:cNvSpPr/>
          <p:nvPr/>
        </p:nvSpPr>
        <p:spPr>
          <a:xfrm>
            <a:off x="4867982" y="1980022"/>
            <a:ext cx="22764" cy="22764"/>
          </a:xfrm>
          <a:custGeom>
            <a:avLst/>
            <a:gdLst/>
            <a:ahLst/>
            <a:cxnLst/>
            <a:rect l="0" t="0" r="r" b="b"/>
            <a:pathLst>
              <a:path w="22764" h="22764">
                <a:moveTo>
                  <a:pt x="9133" y="22614"/>
                </a:moveTo>
                <a:lnTo>
                  <a:pt x="5029" y="20914"/>
                </a:lnTo>
                <a:lnTo>
                  <a:pt x="3333" y="19430"/>
                </a:lnTo>
                <a:lnTo>
                  <a:pt x="1849" y="17734"/>
                </a:lnTo>
                <a:lnTo>
                  <a:pt x="149" y="13630"/>
                </a:lnTo>
                <a:lnTo>
                  <a:pt x="0" y="11382"/>
                </a:lnTo>
                <a:lnTo>
                  <a:pt x="149" y="9133"/>
                </a:lnTo>
                <a:lnTo>
                  <a:pt x="1849" y="5029"/>
                </a:lnTo>
                <a:lnTo>
                  <a:pt x="3333" y="3333"/>
                </a:lnTo>
                <a:lnTo>
                  <a:pt x="5029" y="1849"/>
                </a:lnTo>
                <a:lnTo>
                  <a:pt x="9133" y="149"/>
                </a:lnTo>
                <a:lnTo>
                  <a:pt x="11382" y="0"/>
                </a:lnTo>
                <a:lnTo>
                  <a:pt x="13630" y="149"/>
                </a:lnTo>
                <a:lnTo>
                  <a:pt x="17734" y="1849"/>
                </a:lnTo>
                <a:lnTo>
                  <a:pt x="19430" y="3333"/>
                </a:lnTo>
                <a:lnTo>
                  <a:pt x="20914" y="5029"/>
                </a:lnTo>
                <a:lnTo>
                  <a:pt x="22614" y="9133"/>
                </a:lnTo>
                <a:lnTo>
                  <a:pt x="22764" y="11382"/>
                </a:lnTo>
                <a:lnTo>
                  <a:pt x="22614" y="13630"/>
                </a:lnTo>
                <a:lnTo>
                  <a:pt x="20914" y="17734"/>
                </a:lnTo>
                <a:lnTo>
                  <a:pt x="19430" y="19430"/>
                </a:lnTo>
                <a:lnTo>
                  <a:pt x="17734" y="20914"/>
                </a:lnTo>
                <a:lnTo>
                  <a:pt x="13630" y="22614"/>
                </a:lnTo>
                <a:lnTo>
                  <a:pt x="11382" y="22764"/>
                </a:lnTo>
                <a:lnTo>
                  <a:pt x="9133" y="22614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832" name="Shape 832"/>
          <p:cNvSpPr/>
          <p:nvPr/>
        </p:nvSpPr>
        <p:spPr>
          <a:xfrm>
            <a:off x="4864094" y="1985478"/>
            <a:ext cx="22988" cy="22988"/>
          </a:xfrm>
          <a:custGeom>
            <a:avLst/>
            <a:gdLst/>
            <a:ahLst/>
            <a:cxnLst/>
            <a:rect l="0" t="0" r="r" b="b"/>
            <a:pathLst>
              <a:path w="22988" h="22988">
                <a:moveTo>
                  <a:pt x="9223" y="22836"/>
                </a:moveTo>
                <a:lnTo>
                  <a:pt x="5079" y="21120"/>
                </a:lnTo>
                <a:lnTo>
                  <a:pt x="3366" y="19621"/>
                </a:lnTo>
                <a:lnTo>
                  <a:pt x="1868" y="17909"/>
                </a:lnTo>
                <a:lnTo>
                  <a:pt x="151" y="13764"/>
                </a:lnTo>
                <a:lnTo>
                  <a:pt x="0" y="11494"/>
                </a:lnTo>
                <a:lnTo>
                  <a:pt x="151" y="9223"/>
                </a:lnTo>
                <a:lnTo>
                  <a:pt x="1868" y="5079"/>
                </a:lnTo>
                <a:lnTo>
                  <a:pt x="3366" y="3366"/>
                </a:lnTo>
                <a:lnTo>
                  <a:pt x="5079" y="1868"/>
                </a:lnTo>
                <a:lnTo>
                  <a:pt x="9223" y="151"/>
                </a:lnTo>
                <a:lnTo>
                  <a:pt x="11494" y="0"/>
                </a:lnTo>
                <a:lnTo>
                  <a:pt x="13764" y="151"/>
                </a:lnTo>
                <a:lnTo>
                  <a:pt x="17909" y="1868"/>
                </a:lnTo>
                <a:lnTo>
                  <a:pt x="19621" y="3366"/>
                </a:lnTo>
                <a:lnTo>
                  <a:pt x="21120" y="5079"/>
                </a:lnTo>
                <a:lnTo>
                  <a:pt x="22836" y="9223"/>
                </a:lnTo>
                <a:lnTo>
                  <a:pt x="22988" y="11494"/>
                </a:lnTo>
                <a:lnTo>
                  <a:pt x="22836" y="13764"/>
                </a:lnTo>
                <a:lnTo>
                  <a:pt x="21120" y="17909"/>
                </a:lnTo>
                <a:lnTo>
                  <a:pt x="19621" y="19621"/>
                </a:lnTo>
                <a:lnTo>
                  <a:pt x="17909" y="21120"/>
                </a:lnTo>
                <a:lnTo>
                  <a:pt x="13764" y="22836"/>
                </a:lnTo>
                <a:lnTo>
                  <a:pt x="11494" y="22988"/>
                </a:lnTo>
                <a:lnTo>
                  <a:pt x="9223" y="22836"/>
                </a:lnTo>
                <a:close/>
              </a:path>
            </a:pathLst>
          </a:custGeom>
          <a:solidFill>
            <a:srgbClr val="85D486"/>
          </a:solidFill>
          <a:ln>
            <a:noFill/>
          </a:ln>
        </p:spPr>
      </p:sp>
      <p:sp>
        <p:nvSpPr>
          <p:cNvPr id="833" name="Shape 833"/>
          <p:cNvSpPr/>
          <p:nvPr/>
        </p:nvSpPr>
        <p:spPr>
          <a:xfrm>
            <a:off x="4861303" y="1989414"/>
            <a:ext cx="23133" cy="23133"/>
          </a:xfrm>
          <a:custGeom>
            <a:avLst/>
            <a:gdLst/>
            <a:ahLst/>
            <a:cxnLst/>
            <a:rect l="0" t="0" r="r" b="b"/>
            <a:pathLst>
              <a:path w="23133" h="23133">
                <a:moveTo>
                  <a:pt x="9281" y="22981"/>
                </a:moveTo>
                <a:lnTo>
                  <a:pt x="5111" y="21253"/>
                </a:lnTo>
                <a:lnTo>
                  <a:pt x="3387" y="19745"/>
                </a:lnTo>
                <a:lnTo>
                  <a:pt x="1879" y="18022"/>
                </a:lnTo>
                <a:lnTo>
                  <a:pt x="152" y="13851"/>
                </a:lnTo>
                <a:lnTo>
                  <a:pt x="0" y="11566"/>
                </a:lnTo>
                <a:lnTo>
                  <a:pt x="152" y="9281"/>
                </a:lnTo>
                <a:lnTo>
                  <a:pt x="1879" y="5111"/>
                </a:lnTo>
                <a:lnTo>
                  <a:pt x="3387" y="3387"/>
                </a:lnTo>
                <a:lnTo>
                  <a:pt x="5111" y="1879"/>
                </a:lnTo>
                <a:lnTo>
                  <a:pt x="9281" y="152"/>
                </a:lnTo>
                <a:lnTo>
                  <a:pt x="11566" y="0"/>
                </a:lnTo>
                <a:lnTo>
                  <a:pt x="13851" y="152"/>
                </a:lnTo>
                <a:lnTo>
                  <a:pt x="18022" y="1879"/>
                </a:lnTo>
                <a:lnTo>
                  <a:pt x="19745" y="3387"/>
                </a:lnTo>
                <a:lnTo>
                  <a:pt x="21253" y="5111"/>
                </a:lnTo>
                <a:lnTo>
                  <a:pt x="22981" y="9281"/>
                </a:lnTo>
                <a:lnTo>
                  <a:pt x="23133" y="11566"/>
                </a:lnTo>
                <a:lnTo>
                  <a:pt x="22981" y="13851"/>
                </a:lnTo>
                <a:lnTo>
                  <a:pt x="21253" y="18022"/>
                </a:lnTo>
                <a:lnTo>
                  <a:pt x="19745" y="19745"/>
                </a:lnTo>
                <a:lnTo>
                  <a:pt x="18022" y="21253"/>
                </a:lnTo>
                <a:lnTo>
                  <a:pt x="13851" y="22981"/>
                </a:lnTo>
                <a:lnTo>
                  <a:pt x="11566" y="23133"/>
                </a:lnTo>
                <a:lnTo>
                  <a:pt x="9281" y="22981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834" name="Shape 834"/>
          <p:cNvSpPr/>
          <p:nvPr/>
        </p:nvSpPr>
        <p:spPr>
          <a:xfrm>
            <a:off x="4856778" y="1995823"/>
            <a:ext cx="23345" cy="23345"/>
          </a:xfrm>
          <a:custGeom>
            <a:avLst/>
            <a:gdLst/>
            <a:ahLst/>
            <a:cxnLst/>
            <a:rect l="0" t="0" r="r" b="b"/>
            <a:pathLst>
              <a:path w="23345" h="23345">
                <a:moveTo>
                  <a:pt x="9366" y="23191"/>
                </a:moveTo>
                <a:lnTo>
                  <a:pt x="5158" y="21448"/>
                </a:lnTo>
                <a:lnTo>
                  <a:pt x="3418" y="19926"/>
                </a:lnTo>
                <a:lnTo>
                  <a:pt x="1897" y="18187"/>
                </a:lnTo>
                <a:lnTo>
                  <a:pt x="153" y="13978"/>
                </a:lnTo>
                <a:lnTo>
                  <a:pt x="0" y="11672"/>
                </a:lnTo>
                <a:lnTo>
                  <a:pt x="153" y="9366"/>
                </a:lnTo>
                <a:lnTo>
                  <a:pt x="1897" y="5158"/>
                </a:lnTo>
                <a:lnTo>
                  <a:pt x="3418" y="3418"/>
                </a:lnTo>
                <a:lnTo>
                  <a:pt x="5158" y="1897"/>
                </a:lnTo>
                <a:lnTo>
                  <a:pt x="9366" y="153"/>
                </a:lnTo>
                <a:lnTo>
                  <a:pt x="11672" y="0"/>
                </a:lnTo>
                <a:lnTo>
                  <a:pt x="13978" y="153"/>
                </a:lnTo>
                <a:lnTo>
                  <a:pt x="18187" y="1897"/>
                </a:lnTo>
                <a:lnTo>
                  <a:pt x="19926" y="3418"/>
                </a:lnTo>
                <a:lnTo>
                  <a:pt x="21448" y="5158"/>
                </a:lnTo>
                <a:lnTo>
                  <a:pt x="23191" y="9366"/>
                </a:lnTo>
                <a:lnTo>
                  <a:pt x="23345" y="11672"/>
                </a:lnTo>
                <a:lnTo>
                  <a:pt x="23191" y="13978"/>
                </a:lnTo>
                <a:lnTo>
                  <a:pt x="21448" y="18187"/>
                </a:lnTo>
                <a:lnTo>
                  <a:pt x="19926" y="19926"/>
                </a:lnTo>
                <a:lnTo>
                  <a:pt x="18187" y="21448"/>
                </a:lnTo>
                <a:lnTo>
                  <a:pt x="13978" y="23191"/>
                </a:lnTo>
                <a:lnTo>
                  <a:pt x="11672" y="23345"/>
                </a:lnTo>
                <a:lnTo>
                  <a:pt x="9366" y="23191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835" name="Shape 835"/>
          <p:cNvSpPr/>
          <p:nvPr/>
        </p:nvSpPr>
        <p:spPr>
          <a:xfrm>
            <a:off x="4851791" y="2002927"/>
            <a:ext cx="23548" cy="23548"/>
          </a:xfrm>
          <a:custGeom>
            <a:avLst/>
            <a:gdLst/>
            <a:ahLst/>
            <a:cxnLst/>
            <a:rect l="0" t="0" r="r" b="b"/>
            <a:pathLst>
              <a:path w="23548" h="23548">
                <a:moveTo>
                  <a:pt x="9448" y="23393"/>
                </a:moveTo>
                <a:lnTo>
                  <a:pt x="5202" y="21634"/>
                </a:lnTo>
                <a:lnTo>
                  <a:pt x="3448" y="20099"/>
                </a:lnTo>
                <a:lnTo>
                  <a:pt x="1913" y="18345"/>
                </a:lnTo>
                <a:lnTo>
                  <a:pt x="155" y="14100"/>
                </a:lnTo>
                <a:lnTo>
                  <a:pt x="0" y="11774"/>
                </a:lnTo>
                <a:lnTo>
                  <a:pt x="155" y="9448"/>
                </a:lnTo>
                <a:lnTo>
                  <a:pt x="1913" y="5202"/>
                </a:lnTo>
                <a:lnTo>
                  <a:pt x="3448" y="3448"/>
                </a:lnTo>
                <a:lnTo>
                  <a:pt x="5202" y="1913"/>
                </a:lnTo>
                <a:lnTo>
                  <a:pt x="9448" y="155"/>
                </a:lnTo>
                <a:lnTo>
                  <a:pt x="11774" y="0"/>
                </a:lnTo>
                <a:lnTo>
                  <a:pt x="14100" y="155"/>
                </a:lnTo>
                <a:lnTo>
                  <a:pt x="18345" y="1913"/>
                </a:lnTo>
                <a:lnTo>
                  <a:pt x="20099" y="3448"/>
                </a:lnTo>
                <a:lnTo>
                  <a:pt x="21634" y="5202"/>
                </a:lnTo>
                <a:lnTo>
                  <a:pt x="23393" y="9448"/>
                </a:lnTo>
                <a:lnTo>
                  <a:pt x="23548" y="11774"/>
                </a:lnTo>
                <a:lnTo>
                  <a:pt x="23393" y="14100"/>
                </a:lnTo>
                <a:lnTo>
                  <a:pt x="21634" y="18345"/>
                </a:lnTo>
                <a:lnTo>
                  <a:pt x="20099" y="20099"/>
                </a:lnTo>
                <a:lnTo>
                  <a:pt x="18345" y="21634"/>
                </a:lnTo>
                <a:lnTo>
                  <a:pt x="14100" y="23393"/>
                </a:lnTo>
                <a:lnTo>
                  <a:pt x="11774" y="23548"/>
                </a:lnTo>
                <a:lnTo>
                  <a:pt x="9448" y="23393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836" name="Shape 836"/>
          <p:cNvSpPr/>
          <p:nvPr/>
        </p:nvSpPr>
        <p:spPr>
          <a:xfrm>
            <a:off x="4848172" y="2008105"/>
            <a:ext cx="23677" cy="23677"/>
          </a:xfrm>
          <a:custGeom>
            <a:avLst/>
            <a:gdLst/>
            <a:ahLst/>
            <a:cxnLst/>
            <a:rect l="0" t="0" r="r" b="b"/>
            <a:pathLst>
              <a:path w="23677" h="23677">
                <a:moveTo>
                  <a:pt x="9499" y="23521"/>
                </a:moveTo>
                <a:lnTo>
                  <a:pt x="5231" y="21753"/>
                </a:lnTo>
                <a:lnTo>
                  <a:pt x="3467" y="20209"/>
                </a:lnTo>
                <a:lnTo>
                  <a:pt x="1924" y="18445"/>
                </a:lnTo>
                <a:lnTo>
                  <a:pt x="155" y="14177"/>
                </a:lnTo>
                <a:lnTo>
                  <a:pt x="0" y="11838"/>
                </a:lnTo>
                <a:lnTo>
                  <a:pt x="155" y="9499"/>
                </a:lnTo>
                <a:lnTo>
                  <a:pt x="1924" y="5231"/>
                </a:lnTo>
                <a:lnTo>
                  <a:pt x="3467" y="3467"/>
                </a:lnTo>
                <a:lnTo>
                  <a:pt x="5231" y="1924"/>
                </a:lnTo>
                <a:lnTo>
                  <a:pt x="9499" y="155"/>
                </a:lnTo>
                <a:lnTo>
                  <a:pt x="11838" y="0"/>
                </a:lnTo>
                <a:lnTo>
                  <a:pt x="14177" y="155"/>
                </a:lnTo>
                <a:lnTo>
                  <a:pt x="18445" y="1924"/>
                </a:lnTo>
                <a:lnTo>
                  <a:pt x="20209" y="3467"/>
                </a:lnTo>
                <a:lnTo>
                  <a:pt x="21753" y="5231"/>
                </a:lnTo>
                <a:lnTo>
                  <a:pt x="23521" y="9499"/>
                </a:lnTo>
                <a:lnTo>
                  <a:pt x="23677" y="11838"/>
                </a:lnTo>
                <a:lnTo>
                  <a:pt x="23521" y="14177"/>
                </a:lnTo>
                <a:lnTo>
                  <a:pt x="21753" y="18445"/>
                </a:lnTo>
                <a:lnTo>
                  <a:pt x="20209" y="20209"/>
                </a:lnTo>
                <a:lnTo>
                  <a:pt x="18445" y="21753"/>
                </a:lnTo>
                <a:lnTo>
                  <a:pt x="14177" y="23521"/>
                </a:lnTo>
                <a:lnTo>
                  <a:pt x="11838" y="23677"/>
                </a:lnTo>
                <a:lnTo>
                  <a:pt x="9499" y="23521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837" name="Shape 837"/>
          <p:cNvSpPr/>
          <p:nvPr/>
        </p:nvSpPr>
        <p:spPr>
          <a:xfrm>
            <a:off x="4847719" y="2016636"/>
            <a:ext cx="18373" cy="23859"/>
          </a:xfrm>
          <a:custGeom>
            <a:avLst/>
            <a:gdLst/>
            <a:ahLst/>
            <a:cxnLst/>
            <a:rect l="0" t="0" r="r" b="b"/>
            <a:pathLst>
              <a:path w="18373" h="23859">
                <a:moveTo>
                  <a:pt x="4087" y="23702"/>
                </a:moveTo>
                <a:lnTo>
                  <a:pt x="0" y="22009"/>
                </a:lnTo>
                <a:lnTo>
                  <a:pt x="0" y="1850"/>
                </a:lnTo>
                <a:lnTo>
                  <a:pt x="4087" y="157"/>
                </a:lnTo>
                <a:lnTo>
                  <a:pt x="6443" y="0"/>
                </a:lnTo>
                <a:lnTo>
                  <a:pt x="8800" y="157"/>
                </a:lnTo>
                <a:lnTo>
                  <a:pt x="13101" y="1938"/>
                </a:lnTo>
                <a:lnTo>
                  <a:pt x="14879" y="3494"/>
                </a:lnTo>
                <a:lnTo>
                  <a:pt x="16434" y="5271"/>
                </a:lnTo>
                <a:lnTo>
                  <a:pt x="18216" y="9572"/>
                </a:lnTo>
                <a:lnTo>
                  <a:pt x="18373" y="11929"/>
                </a:lnTo>
                <a:lnTo>
                  <a:pt x="18216" y="14286"/>
                </a:lnTo>
                <a:lnTo>
                  <a:pt x="16434" y="18587"/>
                </a:lnTo>
                <a:lnTo>
                  <a:pt x="14879" y="20365"/>
                </a:lnTo>
                <a:lnTo>
                  <a:pt x="13101" y="21920"/>
                </a:lnTo>
                <a:lnTo>
                  <a:pt x="8800" y="23702"/>
                </a:lnTo>
                <a:lnTo>
                  <a:pt x="6443" y="23859"/>
                </a:lnTo>
                <a:lnTo>
                  <a:pt x="4087" y="2370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838" name="Shape 838"/>
          <p:cNvSpPr/>
          <p:nvPr/>
        </p:nvSpPr>
        <p:spPr>
          <a:xfrm>
            <a:off x="6375793" y="1947195"/>
            <a:ext cx="23385" cy="23385"/>
          </a:xfrm>
          <a:custGeom>
            <a:avLst/>
            <a:gdLst/>
            <a:ahLst/>
            <a:cxnLst/>
            <a:rect l="0" t="0" r="r" b="b"/>
            <a:pathLst>
              <a:path w="23385" h="23385">
                <a:moveTo>
                  <a:pt x="9382" y="23231"/>
                </a:moveTo>
                <a:lnTo>
                  <a:pt x="5166" y="21485"/>
                </a:lnTo>
                <a:lnTo>
                  <a:pt x="3424" y="19960"/>
                </a:lnTo>
                <a:lnTo>
                  <a:pt x="1900" y="18218"/>
                </a:lnTo>
                <a:lnTo>
                  <a:pt x="154" y="14002"/>
                </a:lnTo>
                <a:lnTo>
                  <a:pt x="0" y="11692"/>
                </a:lnTo>
                <a:lnTo>
                  <a:pt x="154" y="9382"/>
                </a:lnTo>
                <a:lnTo>
                  <a:pt x="1900" y="5166"/>
                </a:lnTo>
                <a:lnTo>
                  <a:pt x="3424" y="3424"/>
                </a:lnTo>
                <a:lnTo>
                  <a:pt x="5166" y="1900"/>
                </a:lnTo>
                <a:lnTo>
                  <a:pt x="9382" y="154"/>
                </a:lnTo>
                <a:lnTo>
                  <a:pt x="11692" y="0"/>
                </a:lnTo>
                <a:lnTo>
                  <a:pt x="14002" y="154"/>
                </a:lnTo>
                <a:lnTo>
                  <a:pt x="18218" y="1900"/>
                </a:lnTo>
                <a:lnTo>
                  <a:pt x="19960" y="3424"/>
                </a:lnTo>
                <a:lnTo>
                  <a:pt x="21485" y="5166"/>
                </a:lnTo>
                <a:lnTo>
                  <a:pt x="23231" y="9382"/>
                </a:lnTo>
                <a:lnTo>
                  <a:pt x="23385" y="11692"/>
                </a:lnTo>
                <a:lnTo>
                  <a:pt x="23231" y="14002"/>
                </a:lnTo>
                <a:lnTo>
                  <a:pt x="21485" y="18218"/>
                </a:lnTo>
                <a:lnTo>
                  <a:pt x="19960" y="19960"/>
                </a:lnTo>
                <a:lnTo>
                  <a:pt x="18218" y="21485"/>
                </a:lnTo>
                <a:lnTo>
                  <a:pt x="14002" y="23231"/>
                </a:lnTo>
                <a:lnTo>
                  <a:pt x="11692" y="23385"/>
                </a:lnTo>
                <a:lnTo>
                  <a:pt x="9382" y="23231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839" name="Shape 839"/>
          <p:cNvSpPr/>
          <p:nvPr/>
        </p:nvSpPr>
        <p:spPr>
          <a:xfrm>
            <a:off x="6286131" y="1949161"/>
            <a:ext cx="21516" cy="21516"/>
          </a:xfrm>
          <a:custGeom>
            <a:avLst/>
            <a:gdLst/>
            <a:ahLst/>
            <a:cxnLst/>
            <a:rect l="0" t="0" r="r" b="b"/>
            <a:pathLst>
              <a:path w="21516" h="21516">
                <a:moveTo>
                  <a:pt x="8632" y="21374"/>
                </a:moveTo>
                <a:lnTo>
                  <a:pt x="4753" y="19767"/>
                </a:lnTo>
                <a:lnTo>
                  <a:pt x="3151" y="18365"/>
                </a:lnTo>
                <a:lnTo>
                  <a:pt x="1748" y="16762"/>
                </a:lnTo>
                <a:lnTo>
                  <a:pt x="141" y="12883"/>
                </a:lnTo>
                <a:lnTo>
                  <a:pt x="0" y="10758"/>
                </a:lnTo>
                <a:lnTo>
                  <a:pt x="141" y="8632"/>
                </a:lnTo>
                <a:lnTo>
                  <a:pt x="1748" y="4753"/>
                </a:lnTo>
                <a:lnTo>
                  <a:pt x="3151" y="3151"/>
                </a:lnTo>
                <a:lnTo>
                  <a:pt x="4753" y="1748"/>
                </a:lnTo>
                <a:lnTo>
                  <a:pt x="8632" y="141"/>
                </a:lnTo>
                <a:lnTo>
                  <a:pt x="10758" y="0"/>
                </a:lnTo>
                <a:lnTo>
                  <a:pt x="12883" y="141"/>
                </a:lnTo>
                <a:lnTo>
                  <a:pt x="16762" y="1748"/>
                </a:lnTo>
                <a:lnTo>
                  <a:pt x="18365" y="3151"/>
                </a:lnTo>
                <a:lnTo>
                  <a:pt x="19767" y="4753"/>
                </a:lnTo>
                <a:lnTo>
                  <a:pt x="21374" y="8632"/>
                </a:lnTo>
                <a:lnTo>
                  <a:pt x="21516" y="10758"/>
                </a:lnTo>
                <a:lnTo>
                  <a:pt x="21374" y="12883"/>
                </a:lnTo>
                <a:lnTo>
                  <a:pt x="19767" y="16762"/>
                </a:lnTo>
                <a:lnTo>
                  <a:pt x="18365" y="18365"/>
                </a:lnTo>
                <a:lnTo>
                  <a:pt x="16762" y="19767"/>
                </a:lnTo>
                <a:lnTo>
                  <a:pt x="12883" y="21374"/>
                </a:lnTo>
                <a:lnTo>
                  <a:pt x="10758" y="21516"/>
                </a:lnTo>
                <a:lnTo>
                  <a:pt x="8632" y="21374"/>
                </a:lnTo>
                <a:close/>
              </a:path>
            </a:pathLst>
          </a:custGeom>
          <a:solidFill>
            <a:srgbClr val="8CD98C"/>
          </a:solidFill>
          <a:ln>
            <a:noFill/>
          </a:ln>
        </p:spPr>
      </p:sp>
      <p:sp>
        <p:nvSpPr>
          <p:cNvPr id="840" name="Shape 840"/>
          <p:cNvSpPr/>
          <p:nvPr/>
        </p:nvSpPr>
        <p:spPr>
          <a:xfrm>
            <a:off x="6330171" y="1951056"/>
            <a:ext cx="23718" cy="23718"/>
          </a:xfrm>
          <a:custGeom>
            <a:avLst/>
            <a:gdLst/>
            <a:ahLst/>
            <a:cxnLst/>
            <a:rect l="0" t="0" r="r" b="b"/>
            <a:pathLst>
              <a:path w="23718" h="23718">
                <a:moveTo>
                  <a:pt x="9516" y="23562"/>
                </a:moveTo>
                <a:lnTo>
                  <a:pt x="5240" y="21791"/>
                </a:lnTo>
                <a:lnTo>
                  <a:pt x="3473" y="20245"/>
                </a:lnTo>
                <a:lnTo>
                  <a:pt x="1927" y="18478"/>
                </a:lnTo>
                <a:lnTo>
                  <a:pt x="156" y="14202"/>
                </a:lnTo>
                <a:lnTo>
                  <a:pt x="0" y="11859"/>
                </a:lnTo>
                <a:lnTo>
                  <a:pt x="156" y="9516"/>
                </a:lnTo>
                <a:lnTo>
                  <a:pt x="1927" y="5240"/>
                </a:lnTo>
                <a:lnTo>
                  <a:pt x="3473" y="3473"/>
                </a:lnTo>
                <a:lnTo>
                  <a:pt x="5240" y="1927"/>
                </a:lnTo>
                <a:lnTo>
                  <a:pt x="9516" y="156"/>
                </a:lnTo>
                <a:lnTo>
                  <a:pt x="11859" y="0"/>
                </a:lnTo>
                <a:lnTo>
                  <a:pt x="14202" y="156"/>
                </a:lnTo>
                <a:lnTo>
                  <a:pt x="18478" y="1927"/>
                </a:lnTo>
                <a:lnTo>
                  <a:pt x="20245" y="3473"/>
                </a:lnTo>
                <a:lnTo>
                  <a:pt x="21791" y="5240"/>
                </a:lnTo>
                <a:lnTo>
                  <a:pt x="23562" y="9516"/>
                </a:lnTo>
                <a:lnTo>
                  <a:pt x="23718" y="11859"/>
                </a:lnTo>
                <a:lnTo>
                  <a:pt x="23562" y="14202"/>
                </a:lnTo>
                <a:lnTo>
                  <a:pt x="21791" y="18478"/>
                </a:lnTo>
                <a:lnTo>
                  <a:pt x="20245" y="20245"/>
                </a:lnTo>
                <a:lnTo>
                  <a:pt x="18478" y="21791"/>
                </a:lnTo>
                <a:lnTo>
                  <a:pt x="14202" y="23562"/>
                </a:lnTo>
                <a:lnTo>
                  <a:pt x="11859" y="23718"/>
                </a:lnTo>
                <a:lnTo>
                  <a:pt x="9516" y="23562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841" name="Shape 841"/>
          <p:cNvSpPr/>
          <p:nvPr/>
        </p:nvSpPr>
        <p:spPr>
          <a:xfrm>
            <a:off x="6362920" y="1954091"/>
            <a:ext cx="21875" cy="21875"/>
          </a:xfrm>
          <a:custGeom>
            <a:avLst/>
            <a:gdLst/>
            <a:ahLst/>
            <a:cxnLst/>
            <a:rect l="0" t="0" r="r" b="b"/>
            <a:pathLst>
              <a:path w="21875" h="21875">
                <a:moveTo>
                  <a:pt x="8776" y="21731"/>
                </a:moveTo>
                <a:lnTo>
                  <a:pt x="4833" y="20097"/>
                </a:lnTo>
                <a:lnTo>
                  <a:pt x="3203" y="18671"/>
                </a:lnTo>
                <a:lnTo>
                  <a:pt x="1777" y="17041"/>
                </a:lnTo>
                <a:lnTo>
                  <a:pt x="144" y="13098"/>
                </a:lnTo>
                <a:lnTo>
                  <a:pt x="0" y="10937"/>
                </a:lnTo>
                <a:lnTo>
                  <a:pt x="144" y="8776"/>
                </a:lnTo>
                <a:lnTo>
                  <a:pt x="1777" y="4833"/>
                </a:lnTo>
                <a:lnTo>
                  <a:pt x="3203" y="3203"/>
                </a:lnTo>
                <a:lnTo>
                  <a:pt x="4833" y="1777"/>
                </a:lnTo>
                <a:lnTo>
                  <a:pt x="8776" y="144"/>
                </a:lnTo>
                <a:lnTo>
                  <a:pt x="10937" y="0"/>
                </a:lnTo>
                <a:lnTo>
                  <a:pt x="13098" y="144"/>
                </a:lnTo>
                <a:lnTo>
                  <a:pt x="17041" y="1777"/>
                </a:lnTo>
                <a:lnTo>
                  <a:pt x="18671" y="3203"/>
                </a:lnTo>
                <a:lnTo>
                  <a:pt x="20097" y="4833"/>
                </a:lnTo>
                <a:lnTo>
                  <a:pt x="21731" y="8776"/>
                </a:lnTo>
                <a:lnTo>
                  <a:pt x="21875" y="10937"/>
                </a:lnTo>
                <a:lnTo>
                  <a:pt x="21731" y="13098"/>
                </a:lnTo>
                <a:lnTo>
                  <a:pt x="20097" y="17041"/>
                </a:lnTo>
                <a:lnTo>
                  <a:pt x="18671" y="18671"/>
                </a:lnTo>
                <a:lnTo>
                  <a:pt x="17041" y="20097"/>
                </a:lnTo>
                <a:lnTo>
                  <a:pt x="13098" y="21731"/>
                </a:lnTo>
                <a:lnTo>
                  <a:pt x="10937" y="21875"/>
                </a:lnTo>
                <a:lnTo>
                  <a:pt x="8776" y="21731"/>
                </a:lnTo>
                <a:close/>
              </a:path>
            </a:pathLst>
          </a:custGeom>
          <a:solidFill>
            <a:srgbClr val="8AD88B"/>
          </a:solidFill>
          <a:ln>
            <a:noFill/>
          </a:ln>
        </p:spPr>
      </p:sp>
      <p:sp>
        <p:nvSpPr>
          <p:cNvPr id="842" name="Shape 842"/>
          <p:cNvSpPr/>
          <p:nvPr/>
        </p:nvSpPr>
        <p:spPr>
          <a:xfrm>
            <a:off x="6395200" y="1955254"/>
            <a:ext cx="23972" cy="23972"/>
          </a:xfrm>
          <a:custGeom>
            <a:avLst/>
            <a:gdLst/>
            <a:ahLst/>
            <a:cxnLst/>
            <a:rect l="0" t="0" r="r" b="b"/>
            <a:pathLst>
              <a:path w="23972" h="23972">
                <a:moveTo>
                  <a:pt x="9618" y="23814"/>
                </a:moveTo>
                <a:lnTo>
                  <a:pt x="5296" y="22024"/>
                </a:lnTo>
                <a:lnTo>
                  <a:pt x="3510" y="20462"/>
                </a:lnTo>
                <a:lnTo>
                  <a:pt x="1948" y="18676"/>
                </a:lnTo>
                <a:lnTo>
                  <a:pt x="157" y="14354"/>
                </a:lnTo>
                <a:lnTo>
                  <a:pt x="0" y="11986"/>
                </a:lnTo>
                <a:lnTo>
                  <a:pt x="157" y="9618"/>
                </a:lnTo>
                <a:lnTo>
                  <a:pt x="1948" y="5296"/>
                </a:lnTo>
                <a:lnTo>
                  <a:pt x="3510" y="3510"/>
                </a:lnTo>
                <a:lnTo>
                  <a:pt x="5296" y="1948"/>
                </a:lnTo>
                <a:lnTo>
                  <a:pt x="9618" y="157"/>
                </a:lnTo>
                <a:lnTo>
                  <a:pt x="11986" y="0"/>
                </a:lnTo>
                <a:lnTo>
                  <a:pt x="14354" y="157"/>
                </a:lnTo>
                <a:lnTo>
                  <a:pt x="18676" y="1948"/>
                </a:lnTo>
                <a:lnTo>
                  <a:pt x="20462" y="3510"/>
                </a:lnTo>
                <a:lnTo>
                  <a:pt x="22024" y="5296"/>
                </a:lnTo>
                <a:lnTo>
                  <a:pt x="23814" y="9618"/>
                </a:lnTo>
                <a:lnTo>
                  <a:pt x="23972" y="11986"/>
                </a:lnTo>
                <a:lnTo>
                  <a:pt x="23814" y="14354"/>
                </a:lnTo>
                <a:lnTo>
                  <a:pt x="22024" y="18676"/>
                </a:lnTo>
                <a:lnTo>
                  <a:pt x="20462" y="20462"/>
                </a:lnTo>
                <a:lnTo>
                  <a:pt x="18676" y="22024"/>
                </a:lnTo>
                <a:lnTo>
                  <a:pt x="14354" y="23814"/>
                </a:lnTo>
                <a:lnTo>
                  <a:pt x="11986" y="23972"/>
                </a:lnTo>
                <a:lnTo>
                  <a:pt x="9618" y="23814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843" name="Shape 843"/>
          <p:cNvSpPr/>
          <p:nvPr/>
        </p:nvSpPr>
        <p:spPr>
          <a:xfrm>
            <a:off x="6193309" y="1950150"/>
            <a:ext cx="21651" cy="21651"/>
          </a:xfrm>
          <a:custGeom>
            <a:avLst/>
            <a:gdLst/>
            <a:ahLst/>
            <a:cxnLst/>
            <a:rect l="0" t="0" r="r" b="b"/>
            <a:pathLst>
              <a:path w="21651" h="21651">
                <a:moveTo>
                  <a:pt x="8687" y="21508"/>
                </a:moveTo>
                <a:lnTo>
                  <a:pt x="4783" y="19891"/>
                </a:lnTo>
                <a:lnTo>
                  <a:pt x="3170" y="18480"/>
                </a:lnTo>
                <a:lnTo>
                  <a:pt x="1759" y="16867"/>
                </a:lnTo>
                <a:lnTo>
                  <a:pt x="142" y="12964"/>
                </a:lnTo>
                <a:lnTo>
                  <a:pt x="0" y="10825"/>
                </a:lnTo>
                <a:lnTo>
                  <a:pt x="142" y="8687"/>
                </a:lnTo>
                <a:lnTo>
                  <a:pt x="1759" y="4783"/>
                </a:lnTo>
                <a:lnTo>
                  <a:pt x="3170" y="3170"/>
                </a:lnTo>
                <a:lnTo>
                  <a:pt x="4783" y="1759"/>
                </a:lnTo>
                <a:lnTo>
                  <a:pt x="8687" y="142"/>
                </a:lnTo>
                <a:lnTo>
                  <a:pt x="10825" y="0"/>
                </a:lnTo>
                <a:lnTo>
                  <a:pt x="12964" y="142"/>
                </a:lnTo>
                <a:lnTo>
                  <a:pt x="16867" y="1759"/>
                </a:lnTo>
                <a:lnTo>
                  <a:pt x="18480" y="3170"/>
                </a:lnTo>
                <a:lnTo>
                  <a:pt x="19891" y="4783"/>
                </a:lnTo>
                <a:lnTo>
                  <a:pt x="21508" y="8687"/>
                </a:lnTo>
                <a:lnTo>
                  <a:pt x="21651" y="10825"/>
                </a:lnTo>
                <a:lnTo>
                  <a:pt x="21508" y="12964"/>
                </a:lnTo>
                <a:lnTo>
                  <a:pt x="19891" y="16867"/>
                </a:lnTo>
                <a:lnTo>
                  <a:pt x="18480" y="18480"/>
                </a:lnTo>
                <a:lnTo>
                  <a:pt x="16867" y="19891"/>
                </a:lnTo>
                <a:lnTo>
                  <a:pt x="12964" y="21508"/>
                </a:lnTo>
                <a:lnTo>
                  <a:pt x="10825" y="21651"/>
                </a:lnTo>
                <a:lnTo>
                  <a:pt x="8687" y="21508"/>
                </a:lnTo>
                <a:close/>
              </a:path>
            </a:pathLst>
          </a:custGeom>
          <a:solidFill>
            <a:srgbClr val="8BD88C"/>
          </a:solidFill>
          <a:ln>
            <a:noFill/>
          </a:ln>
        </p:spPr>
      </p:sp>
      <p:sp>
        <p:nvSpPr>
          <p:cNvPr id="844" name="Shape 844"/>
          <p:cNvSpPr/>
          <p:nvPr/>
        </p:nvSpPr>
        <p:spPr>
          <a:xfrm>
            <a:off x="6234735" y="1952121"/>
            <a:ext cx="23847" cy="23847"/>
          </a:xfrm>
          <a:custGeom>
            <a:avLst/>
            <a:gdLst/>
            <a:ahLst/>
            <a:cxnLst/>
            <a:rect l="0" t="0" r="r" b="b"/>
            <a:pathLst>
              <a:path w="23847" h="23847">
                <a:moveTo>
                  <a:pt x="9568" y="23690"/>
                </a:moveTo>
                <a:lnTo>
                  <a:pt x="5268" y="21909"/>
                </a:lnTo>
                <a:lnTo>
                  <a:pt x="3492" y="20354"/>
                </a:lnTo>
                <a:lnTo>
                  <a:pt x="1937" y="18578"/>
                </a:lnTo>
                <a:lnTo>
                  <a:pt x="157" y="14279"/>
                </a:lnTo>
                <a:lnTo>
                  <a:pt x="0" y="11923"/>
                </a:lnTo>
                <a:lnTo>
                  <a:pt x="157" y="9568"/>
                </a:lnTo>
                <a:lnTo>
                  <a:pt x="1937" y="5268"/>
                </a:lnTo>
                <a:lnTo>
                  <a:pt x="3492" y="3492"/>
                </a:lnTo>
                <a:lnTo>
                  <a:pt x="5268" y="1937"/>
                </a:lnTo>
                <a:lnTo>
                  <a:pt x="9568" y="157"/>
                </a:lnTo>
                <a:lnTo>
                  <a:pt x="11923" y="0"/>
                </a:lnTo>
                <a:lnTo>
                  <a:pt x="14279" y="157"/>
                </a:lnTo>
                <a:lnTo>
                  <a:pt x="18578" y="1937"/>
                </a:lnTo>
                <a:lnTo>
                  <a:pt x="20354" y="3492"/>
                </a:lnTo>
                <a:lnTo>
                  <a:pt x="21909" y="5268"/>
                </a:lnTo>
                <a:lnTo>
                  <a:pt x="23690" y="9568"/>
                </a:lnTo>
                <a:lnTo>
                  <a:pt x="23847" y="11923"/>
                </a:lnTo>
                <a:lnTo>
                  <a:pt x="23690" y="14279"/>
                </a:lnTo>
                <a:lnTo>
                  <a:pt x="21909" y="18578"/>
                </a:lnTo>
                <a:lnTo>
                  <a:pt x="20354" y="20354"/>
                </a:lnTo>
                <a:lnTo>
                  <a:pt x="18578" y="21909"/>
                </a:lnTo>
                <a:lnTo>
                  <a:pt x="14279" y="23690"/>
                </a:lnTo>
                <a:lnTo>
                  <a:pt x="11923" y="23847"/>
                </a:lnTo>
                <a:lnTo>
                  <a:pt x="9568" y="23690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845" name="Shape 845"/>
          <p:cNvSpPr/>
          <p:nvPr/>
        </p:nvSpPr>
        <p:spPr>
          <a:xfrm>
            <a:off x="6264672" y="1954221"/>
            <a:ext cx="23980" cy="23980"/>
          </a:xfrm>
          <a:custGeom>
            <a:avLst/>
            <a:gdLst/>
            <a:ahLst/>
            <a:cxnLst/>
            <a:rect l="0" t="0" r="r" b="b"/>
            <a:pathLst>
              <a:path w="23980" h="23980">
                <a:moveTo>
                  <a:pt x="9621" y="23822"/>
                </a:moveTo>
                <a:lnTo>
                  <a:pt x="5298" y="22031"/>
                </a:lnTo>
                <a:lnTo>
                  <a:pt x="3511" y="20468"/>
                </a:lnTo>
                <a:lnTo>
                  <a:pt x="1948" y="18682"/>
                </a:lnTo>
                <a:lnTo>
                  <a:pt x="157" y="14358"/>
                </a:lnTo>
                <a:lnTo>
                  <a:pt x="0" y="11990"/>
                </a:lnTo>
                <a:lnTo>
                  <a:pt x="157" y="9621"/>
                </a:lnTo>
                <a:lnTo>
                  <a:pt x="1948" y="5298"/>
                </a:lnTo>
                <a:lnTo>
                  <a:pt x="3511" y="3511"/>
                </a:lnTo>
                <a:lnTo>
                  <a:pt x="5298" y="1948"/>
                </a:lnTo>
                <a:lnTo>
                  <a:pt x="9621" y="157"/>
                </a:lnTo>
                <a:lnTo>
                  <a:pt x="11990" y="0"/>
                </a:lnTo>
                <a:lnTo>
                  <a:pt x="14358" y="157"/>
                </a:lnTo>
                <a:lnTo>
                  <a:pt x="18682" y="1948"/>
                </a:lnTo>
                <a:lnTo>
                  <a:pt x="20468" y="3511"/>
                </a:lnTo>
                <a:lnTo>
                  <a:pt x="22031" y="5298"/>
                </a:lnTo>
                <a:lnTo>
                  <a:pt x="23822" y="9621"/>
                </a:lnTo>
                <a:lnTo>
                  <a:pt x="23980" y="11990"/>
                </a:lnTo>
                <a:lnTo>
                  <a:pt x="23822" y="14358"/>
                </a:lnTo>
                <a:lnTo>
                  <a:pt x="22031" y="18682"/>
                </a:lnTo>
                <a:lnTo>
                  <a:pt x="20468" y="20468"/>
                </a:lnTo>
                <a:lnTo>
                  <a:pt x="18682" y="22031"/>
                </a:lnTo>
                <a:lnTo>
                  <a:pt x="14358" y="23822"/>
                </a:lnTo>
                <a:lnTo>
                  <a:pt x="11990" y="23980"/>
                </a:lnTo>
                <a:lnTo>
                  <a:pt x="9621" y="23822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846" name="Shape 846"/>
          <p:cNvSpPr/>
          <p:nvPr/>
        </p:nvSpPr>
        <p:spPr>
          <a:xfrm>
            <a:off x="6297018" y="1957399"/>
            <a:ext cx="22161" cy="22161"/>
          </a:xfrm>
          <a:custGeom>
            <a:avLst/>
            <a:gdLst/>
            <a:ahLst/>
            <a:cxnLst/>
            <a:rect l="0" t="0" r="r" b="b"/>
            <a:pathLst>
              <a:path w="22161" h="22161">
                <a:moveTo>
                  <a:pt x="8891" y="22015"/>
                </a:moveTo>
                <a:lnTo>
                  <a:pt x="4896" y="20361"/>
                </a:lnTo>
                <a:lnTo>
                  <a:pt x="3245" y="18916"/>
                </a:lnTo>
                <a:lnTo>
                  <a:pt x="1800" y="17265"/>
                </a:lnTo>
                <a:lnTo>
                  <a:pt x="145" y="13270"/>
                </a:lnTo>
                <a:lnTo>
                  <a:pt x="0" y="11080"/>
                </a:lnTo>
                <a:lnTo>
                  <a:pt x="145" y="8891"/>
                </a:lnTo>
                <a:lnTo>
                  <a:pt x="1800" y="4896"/>
                </a:lnTo>
                <a:lnTo>
                  <a:pt x="3245" y="3245"/>
                </a:lnTo>
                <a:lnTo>
                  <a:pt x="4896" y="1800"/>
                </a:lnTo>
                <a:lnTo>
                  <a:pt x="8891" y="145"/>
                </a:lnTo>
                <a:lnTo>
                  <a:pt x="11080" y="0"/>
                </a:lnTo>
                <a:lnTo>
                  <a:pt x="13270" y="145"/>
                </a:lnTo>
                <a:lnTo>
                  <a:pt x="17265" y="1800"/>
                </a:lnTo>
                <a:lnTo>
                  <a:pt x="18916" y="3245"/>
                </a:lnTo>
                <a:lnTo>
                  <a:pt x="20361" y="4896"/>
                </a:lnTo>
                <a:lnTo>
                  <a:pt x="22015" y="8891"/>
                </a:lnTo>
                <a:lnTo>
                  <a:pt x="22161" y="11080"/>
                </a:lnTo>
                <a:lnTo>
                  <a:pt x="22015" y="13270"/>
                </a:lnTo>
                <a:lnTo>
                  <a:pt x="20361" y="17265"/>
                </a:lnTo>
                <a:lnTo>
                  <a:pt x="18916" y="18916"/>
                </a:lnTo>
                <a:lnTo>
                  <a:pt x="17265" y="20361"/>
                </a:lnTo>
                <a:lnTo>
                  <a:pt x="13270" y="22015"/>
                </a:lnTo>
                <a:lnTo>
                  <a:pt x="11080" y="22161"/>
                </a:lnTo>
                <a:lnTo>
                  <a:pt x="8891" y="2201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847" name="Shape 847"/>
          <p:cNvSpPr/>
          <p:nvPr/>
        </p:nvSpPr>
        <p:spPr>
          <a:xfrm>
            <a:off x="6130193" y="1950828"/>
            <a:ext cx="21733" cy="21733"/>
          </a:xfrm>
          <a:custGeom>
            <a:avLst/>
            <a:gdLst/>
            <a:ahLst/>
            <a:cxnLst/>
            <a:rect l="0" t="0" r="r" b="b"/>
            <a:pathLst>
              <a:path w="21733" h="21733">
                <a:moveTo>
                  <a:pt x="8719" y="21589"/>
                </a:moveTo>
                <a:lnTo>
                  <a:pt x="4801" y="19967"/>
                </a:lnTo>
                <a:lnTo>
                  <a:pt x="3182" y="18550"/>
                </a:lnTo>
                <a:lnTo>
                  <a:pt x="1766" y="16931"/>
                </a:lnTo>
                <a:lnTo>
                  <a:pt x="143" y="13013"/>
                </a:lnTo>
                <a:lnTo>
                  <a:pt x="0" y="10866"/>
                </a:lnTo>
                <a:lnTo>
                  <a:pt x="143" y="8719"/>
                </a:lnTo>
                <a:lnTo>
                  <a:pt x="1766" y="4801"/>
                </a:lnTo>
                <a:lnTo>
                  <a:pt x="3182" y="3182"/>
                </a:lnTo>
                <a:lnTo>
                  <a:pt x="4801" y="1766"/>
                </a:lnTo>
                <a:lnTo>
                  <a:pt x="8719" y="143"/>
                </a:lnTo>
                <a:lnTo>
                  <a:pt x="10866" y="0"/>
                </a:lnTo>
                <a:lnTo>
                  <a:pt x="13013" y="143"/>
                </a:lnTo>
                <a:lnTo>
                  <a:pt x="16931" y="1766"/>
                </a:lnTo>
                <a:lnTo>
                  <a:pt x="18550" y="3182"/>
                </a:lnTo>
                <a:lnTo>
                  <a:pt x="19967" y="4801"/>
                </a:lnTo>
                <a:lnTo>
                  <a:pt x="21589" y="8719"/>
                </a:lnTo>
                <a:lnTo>
                  <a:pt x="21733" y="10866"/>
                </a:lnTo>
                <a:lnTo>
                  <a:pt x="21589" y="13013"/>
                </a:lnTo>
                <a:lnTo>
                  <a:pt x="19967" y="16931"/>
                </a:lnTo>
                <a:lnTo>
                  <a:pt x="18550" y="18550"/>
                </a:lnTo>
                <a:lnTo>
                  <a:pt x="16931" y="19967"/>
                </a:lnTo>
                <a:lnTo>
                  <a:pt x="13013" y="21589"/>
                </a:lnTo>
                <a:lnTo>
                  <a:pt x="10866" y="21733"/>
                </a:lnTo>
                <a:lnTo>
                  <a:pt x="8719" y="21589"/>
                </a:lnTo>
                <a:close/>
              </a:path>
            </a:pathLst>
          </a:custGeom>
          <a:solidFill>
            <a:srgbClr val="8BD88B"/>
          </a:solidFill>
          <a:ln>
            <a:noFill/>
          </a:ln>
        </p:spPr>
      </p:sp>
      <p:sp>
        <p:nvSpPr>
          <p:cNvPr id="848" name="Shape 848"/>
          <p:cNvSpPr/>
          <p:nvPr/>
        </p:nvSpPr>
        <p:spPr>
          <a:xfrm>
            <a:off x="6170781" y="1953834"/>
            <a:ext cx="21960" cy="21960"/>
          </a:xfrm>
          <a:custGeom>
            <a:avLst/>
            <a:gdLst/>
            <a:ahLst/>
            <a:cxnLst/>
            <a:rect l="0" t="0" r="r" b="b"/>
            <a:pathLst>
              <a:path w="21960" h="21960">
                <a:moveTo>
                  <a:pt x="8811" y="21816"/>
                </a:moveTo>
                <a:lnTo>
                  <a:pt x="4852" y="20176"/>
                </a:lnTo>
                <a:lnTo>
                  <a:pt x="3216" y="18744"/>
                </a:lnTo>
                <a:lnTo>
                  <a:pt x="1784" y="17108"/>
                </a:lnTo>
                <a:lnTo>
                  <a:pt x="144" y="13149"/>
                </a:lnTo>
                <a:lnTo>
                  <a:pt x="0" y="10980"/>
                </a:lnTo>
                <a:lnTo>
                  <a:pt x="144" y="8811"/>
                </a:lnTo>
                <a:lnTo>
                  <a:pt x="1784" y="4852"/>
                </a:lnTo>
                <a:lnTo>
                  <a:pt x="3216" y="3216"/>
                </a:lnTo>
                <a:lnTo>
                  <a:pt x="4852" y="1784"/>
                </a:lnTo>
                <a:lnTo>
                  <a:pt x="8811" y="144"/>
                </a:lnTo>
                <a:lnTo>
                  <a:pt x="10980" y="0"/>
                </a:lnTo>
                <a:lnTo>
                  <a:pt x="13149" y="144"/>
                </a:lnTo>
                <a:lnTo>
                  <a:pt x="17108" y="1784"/>
                </a:lnTo>
                <a:lnTo>
                  <a:pt x="18744" y="3216"/>
                </a:lnTo>
                <a:lnTo>
                  <a:pt x="20176" y="4852"/>
                </a:lnTo>
                <a:lnTo>
                  <a:pt x="21816" y="8811"/>
                </a:lnTo>
                <a:lnTo>
                  <a:pt x="21960" y="10980"/>
                </a:lnTo>
                <a:lnTo>
                  <a:pt x="21816" y="13149"/>
                </a:lnTo>
                <a:lnTo>
                  <a:pt x="20176" y="17108"/>
                </a:lnTo>
                <a:lnTo>
                  <a:pt x="18744" y="18744"/>
                </a:lnTo>
                <a:lnTo>
                  <a:pt x="17108" y="20176"/>
                </a:lnTo>
                <a:lnTo>
                  <a:pt x="13149" y="21816"/>
                </a:lnTo>
                <a:lnTo>
                  <a:pt x="10980" y="21960"/>
                </a:lnTo>
                <a:lnTo>
                  <a:pt x="8811" y="21816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849" name="Shape 849"/>
          <p:cNvSpPr/>
          <p:nvPr/>
        </p:nvSpPr>
        <p:spPr>
          <a:xfrm>
            <a:off x="6199437" y="1955962"/>
            <a:ext cx="22108" cy="22108"/>
          </a:xfrm>
          <a:custGeom>
            <a:avLst/>
            <a:gdLst/>
            <a:ahLst/>
            <a:cxnLst/>
            <a:rect l="0" t="0" r="r" b="b"/>
            <a:pathLst>
              <a:path w="22108" h="22108">
                <a:moveTo>
                  <a:pt x="8870" y="21963"/>
                </a:moveTo>
                <a:lnTo>
                  <a:pt x="4884" y="20312"/>
                </a:lnTo>
                <a:lnTo>
                  <a:pt x="3237" y="18871"/>
                </a:lnTo>
                <a:lnTo>
                  <a:pt x="1796" y="17224"/>
                </a:lnTo>
                <a:lnTo>
                  <a:pt x="145" y="13238"/>
                </a:lnTo>
                <a:lnTo>
                  <a:pt x="0" y="11054"/>
                </a:lnTo>
                <a:lnTo>
                  <a:pt x="145" y="8870"/>
                </a:lnTo>
                <a:lnTo>
                  <a:pt x="1796" y="4884"/>
                </a:lnTo>
                <a:lnTo>
                  <a:pt x="3237" y="3237"/>
                </a:lnTo>
                <a:lnTo>
                  <a:pt x="4884" y="1796"/>
                </a:lnTo>
                <a:lnTo>
                  <a:pt x="8870" y="145"/>
                </a:lnTo>
                <a:lnTo>
                  <a:pt x="11054" y="0"/>
                </a:lnTo>
                <a:lnTo>
                  <a:pt x="13238" y="145"/>
                </a:lnTo>
                <a:lnTo>
                  <a:pt x="17224" y="1796"/>
                </a:lnTo>
                <a:lnTo>
                  <a:pt x="18871" y="3237"/>
                </a:lnTo>
                <a:lnTo>
                  <a:pt x="20312" y="4884"/>
                </a:lnTo>
                <a:lnTo>
                  <a:pt x="21963" y="8870"/>
                </a:lnTo>
                <a:lnTo>
                  <a:pt x="22108" y="11054"/>
                </a:lnTo>
                <a:lnTo>
                  <a:pt x="21963" y="13238"/>
                </a:lnTo>
                <a:lnTo>
                  <a:pt x="20312" y="17224"/>
                </a:lnTo>
                <a:lnTo>
                  <a:pt x="18871" y="18871"/>
                </a:lnTo>
                <a:lnTo>
                  <a:pt x="17224" y="20312"/>
                </a:lnTo>
                <a:lnTo>
                  <a:pt x="13238" y="21963"/>
                </a:lnTo>
                <a:lnTo>
                  <a:pt x="11054" y="22108"/>
                </a:lnTo>
                <a:lnTo>
                  <a:pt x="8870" y="21963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850" name="Shape 850"/>
          <p:cNvSpPr/>
          <p:nvPr/>
        </p:nvSpPr>
        <p:spPr>
          <a:xfrm>
            <a:off x="6229480" y="1958197"/>
            <a:ext cx="22254" cy="22254"/>
          </a:xfrm>
          <a:custGeom>
            <a:avLst/>
            <a:gdLst/>
            <a:ahLst/>
            <a:cxnLst/>
            <a:rect l="0" t="0" r="r" b="b"/>
            <a:pathLst>
              <a:path w="22254" h="22254">
                <a:moveTo>
                  <a:pt x="8928" y="22107"/>
                </a:moveTo>
                <a:lnTo>
                  <a:pt x="4916" y="20445"/>
                </a:lnTo>
                <a:lnTo>
                  <a:pt x="3259" y="18995"/>
                </a:lnTo>
                <a:lnTo>
                  <a:pt x="1808" y="17337"/>
                </a:lnTo>
                <a:lnTo>
                  <a:pt x="146" y="13325"/>
                </a:lnTo>
                <a:lnTo>
                  <a:pt x="0" y="11127"/>
                </a:lnTo>
                <a:lnTo>
                  <a:pt x="146" y="8928"/>
                </a:lnTo>
                <a:lnTo>
                  <a:pt x="1808" y="4916"/>
                </a:lnTo>
                <a:lnTo>
                  <a:pt x="3259" y="3259"/>
                </a:lnTo>
                <a:lnTo>
                  <a:pt x="4916" y="1808"/>
                </a:lnTo>
                <a:lnTo>
                  <a:pt x="8928" y="146"/>
                </a:lnTo>
                <a:lnTo>
                  <a:pt x="11127" y="0"/>
                </a:lnTo>
                <a:lnTo>
                  <a:pt x="13325" y="146"/>
                </a:lnTo>
                <a:lnTo>
                  <a:pt x="17337" y="1808"/>
                </a:lnTo>
                <a:lnTo>
                  <a:pt x="18995" y="3259"/>
                </a:lnTo>
                <a:lnTo>
                  <a:pt x="20445" y="4916"/>
                </a:lnTo>
                <a:lnTo>
                  <a:pt x="22107" y="8928"/>
                </a:lnTo>
                <a:lnTo>
                  <a:pt x="22254" y="11127"/>
                </a:lnTo>
                <a:lnTo>
                  <a:pt x="22107" y="13325"/>
                </a:lnTo>
                <a:lnTo>
                  <a:pt x="20445" y="17337"/>
                </a:lnTo>
                <a:lnTo>
                  <a:pt x="18995" y="18995"/>
                </a:lnTo>
                <a:lnTo>
                  <a:pt x="17337" y="20445"/>
                </a:lnTo>
                <a:lnTo>
                  <a:pt x="13325" y="22107"/>
                </a:lnTo>
                <a:lnTo>
                  <a:pt x="11127" y="22254"/>
                </a:lnTo>
                <a:lnTo>
                  <a:pt x="8928" y="22107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851" name="Shape 851"/>
          <p:cNvSpPr/>
          <p:nvPr/>
        </p:nvSpPr>
        <p:spPr>
          <a:xfrm>
            <a:off x="6276409" y="1960808"/>
            <a:ext cx="24390" cy="24390"/>
          </a:xfrm>
          <a:custGeom>
            <a:avLst/>
            <a:gdLst/>
            <a:ahLst/>
            <a:cxnLst/>
            <a:rect l="0" t="0" r="r" b="b"/>
            <a:pathLst>
              <a:path w="24390" h="24390">
                <a:moveTo>
                  <a:pt x="9785" y="24229"/>
                </a:moveTo>
                <a:lnTo>
                  <a:pt x="5388" y="22408"/>
                </a:lnTo>
                <a:lnTo>
                  <a:pt x="3571" y="20818"/>
                </a:lnTo>
                <a:lnTo>
                  <a:pt x="1981" y="19001"/>
                </a:lnTo>
                <a:lnTo>
                  <a:pt x="160" y="14604"/>
                </a:lnTo>
                <a:lnTo>
                  <a:pt x="0" y="12195"/>
                </a:lnTo>
                <a:lnTo>
                  <a:pt x="160" y="9785"/>
                </a:lnTo>
                <a:lnTo>
                  <a:pt x="1981" y="5388"/>
                </a:lnTo>
                <a:lnTo>
                  <a:pt x="3571" y="3571"/>
                </a:lnTo>
                <a:lnTo>
                  <a:pt x="5388" y="1981"/>
                </a:lnTo>
                <a:lnTo>
                  <a:pt x="9785" y="160"/>
                </a:lnTo>
                <a:lnTo>
                  <a:pt x="12195" y="0"/>
                </a:lnTo>
                <a:lnTo>
                  <a:pt x="14604" y="160"/>
                </a:lnTo>
                <a:lnTo>
                  <a:pt x="19001" y="1981"/>
                </a:lnTo>
                <a:lnTo>
                  <a:pt x="20818" y="3571"/>
                </a:lnTo>
                <a:lnTo>
                  <a:pt x="22408" y="5388"/>
                </a:lnTo>
                <a:lnTo>
                  <a:pt x="24229" y="9785"/>
                </a:lnTo>
                <a:lnTo>
                  <a:pt x="24390" y="12195"/>
                </a:lnTo>
                <a:lnTo>
                  <a:pt x="24229" y="14604"/>
                </a:lnTo>
                <a:lnTo>
                  <a:pt x="22408" y="19001"/>
                </a:lnTo>
                <a:lnTo>
                  <a:pt x="20818" y="20818"/>
                </a:lnTo>
                <a:lnTo>
                  <a:pt x="19001" y="22408"/>
                </a:lnTo>
                <a:lnTo>
                  <a:pt x="14604" y="24229"/>
                </a:lnTo>
                <a:lnTo>
                  <a:pt x="12195" y="24390"/>
                </a:lnTo>
                <a:lnTo>
                  <a:pt x="9785" y="24229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852" name="Shape 852"/>
          <p:cNvSpPr/>
          <p:nvPr/>
        </p:nvSpPr>
        <p:spPr>
          <a:xfrm>
            <a:off x="6364784" y="1967440"/>
            <a:ext cx="24697" cy="24697"/>
          </a:xfrm>
          <a:custGeom>
            <a:avLst/>
            <a:gdLst/>
            <a:ahLst/>
            <a:cxnLst/>
            <a:rect l="0" t="0" r="r" b="b"/>
            <a:pathLst>
              <a:path w="24697" h="24697">
                <a:moveTo>
                  <a:pt x="9909" y="24534"/>
                </a:moveTo>
                <a:lnTo>
                  <a:pt x="5456" y="22690"/>
                </a:lnTo>
                <a:lnTo>
                  <a:pt x="3616" y="21080"/>
                </a:lnTo>
                <a:lnTo>
                  <a:pt x="2006" y="19240"/>
                </a:lnTo>
                <a:lnTo>
                  <a:pt x="162" y="14788"/>
                </a:lnTo>
                <a:lnTo>
                  <a:pt x="0" y="12348"/>
                </a:lnTo>
                <a:lnTo>
                  <a:pt x="162" y="9909"/>
                </a:lnTo>
                <a:lnTo>
                  <a:pt x="2006" y="5456"/>
                </a:lnTo>
                <a:lnTo>
                  <a:pt x="3616" y="3616"/>
                </a:lnTo>
                <a:lnTo>
                  <a:pt x="5456" y="2006"/>
                </a:lnTo>
                <a:lnTo>
                  <a:pt x="9909" y="162"/>
                </a:lnTo>
                <a:lnTo>
                  <a:pt x="12348" y="0"/>
                </a:lnTo>
                <a:lnTo>
                  <a:pt x="14788" y="162"/>
                </a:lnTo>
                <a:lnTo>
                  <a:pt x="19240" y="2006"/>
                </a:lnTo>
                <a:lnTo>
                  <a:pt x="21080" y="3616"/>
                </a:lnTo>
                <a:lnTo>
                  <a:pt x="22690" y="5456"/>
                </a:lnTo>
                <a:lnTo>
                  <a:pt x="24534" y="9909"/>
                </a:lnTo>
                <a:lnTo>
                  <a:pt x="24697" y="12348"/>
                </a:lnTo>
                <a:lnTo>
                  <a:pt x="24534" y="14788"/>
                </a:lnTo>
                <a:lnTo>
                  <a:pt x="22690" y="19240"/>
                </a:lnTo>
                <a:lnTo>
                  <a:pt x="21080" y="21080"/>
                </a:lnTo>
                <a:lnTo>
                  <a:pt x="19240" y="22690"/>
                </a:lnTo>
                <a:lnTo>
                  <a:pt x="14788" y="24534"/>
                </a:lnTo>
                <a:lnTo>
                  <a:pt x="12348" y="24697"/>
                </a:lnTo>
                <a:lnTo>
                  <a:pt x="9909" y="2453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853" name="Shape 853"/>
          <p:cNvSpPr/>
          <p:nvPr/>
        </p:nvSpPr>
        <p:spPr>
          <a:xfrm>
            <a:off x="6066062" y="1951520"/>
            <a:ext cx="21808" cy="21808"/>
          </a:xfrm>
          <a:custGeom>
            <a:avLst/>
            <a:gdLst/>
            <a:ahLst/>
            <a:cxnLst/>
            <a:rect l="0" t="0" r="r" b="b"/>
            <a:pathLst>
              <a:path w="21808" h="21808">
                <a:moveTo>
                  <a:pt x="8750" y="21665"/>
                </a:moveTo>
                <a:lnTo>
                  <a:pt x="4818" y="20036"/>
                </a:lnTo>
                <a:lnTo>
                  <a:pt x="3193" y="18614"/>
                </a:lnTo>
                <a:lnTo>
                  <a:pt x="1772" y="16990"/>
                </a:lnTo>
                <a:lnTo>
                  <a:pt x="143" y="13058"/>
                </a:lnTo>
                <a:lnTo>
                  <a:pt x="0" y="10904"/>
                </a:lnTo>
                <a:lnTo>
                  <a:pt x="143" y="8750"/>
                </a:lnTo>
                <a:lnTo>
                  <a:pt x="1772" y="4818"/>
                </a:lnTo>
                <a:lnTo>
                  <a:pt x="3193" y="3193"/>
                </a:lnTo>
                <a:lnTo>
                  <a:pt x="4818" y="1772"/>
                </a:lnTo>
                <a:lnTo>
                  <a:pt x="8750" y="143"/>
                </a:lnTo>
                <a:lnTo>
                  <a:pt x="10904" y="0"/>
                </a:lnTo>
                <a:lnTo>
                  <a:pt x="13058" y="143"/>
                </a:lnTo>
                <a:lnTo>
                  <a:pt x="16990" y="1772"/>
                </a:lnTo>
                <a:lnTo>
                  <a:pt x="18614" y="3193"/>
                </a:lnTo>
                <a:lnTo>
                  <a:pt x="20036" y="4818"/>
                </a:lnTo>
                <a:lnTo>
                  <a:pt x="21665" y="8750"/>
                </a:lnTo>
                <a:lnTo>
                  <a:pt x="21808" y="10904"/>
                </a:lnTo>
                <a:lnTo>
                  <a:pt x="21665" y="13058"/>
                </a:lnTo>
                <a:lnTo>
                  <a:pt x="20036" y="16990"/>
                </a:lnTo>
                <a:lnTo>
                  <a:pt x="18614" y="18614"/>
                </a:lnTo>
                <a:lnTo>
                  <a:pt x="16990" y="20036"/>
                </a:lnTo>
                <a:lnTo>
                  <a:pt x="13058" y="21665"/>
                </a:lnTo>
                <a:lnTo>
                  <a:pt x="10904" y="21808"/>
                </a:lnTo>
                <a:lnTo>
                  <a:pt x="8750" y="21665"/>
                </a:lnTo>
                <a:close/>
              </a:path>
            </a:pathLst>
          </a:custGeom>
          <a:solidFill>
            <a:srgbClr val="8BD88B"/>
          </a:solidFill>
          <a:ln>
            <a:noFill/>
          </a:ln>
        </p:spPr>
      </p:sp>
      <p:sp>
        <p:nvSpPr>
          <p:cNvPr id="854" name="Shape 854"/>
          <p:cNvSpPr/>
          <p:nvPr/>
        </p:nvSpPr>
        <p:spPr>
          <a:xfrm>
            <a:off x="6104759" y="1954575"/>
            <a:ext cx="22040" cy="22040"/>
          </a:xfrm>
          <a:custGeom>
            <a:avLst/>
            <a:gdLst/>
            <a:ahLst/>
            <a:cxnLst/>
            <a:rect l="0" t="0" r="r" b="b"/>
            <a:pathLst>
              <a:path w="22040" h="22040">
                <a:moveTo>
                  <a:pt x="8843" y="21895"/>
                </a:moveTo>
                <a:lnTo>
                  <a:pt x="4869" y="20249"/>
                </a:lnTo>
                <a:lnTo>
                  <a:pt x="3227" y="18812"/>
                </a:lnTo>
                <a:lnTo>
                  <a:pt x="1790" y="17170"/>
                </a:lnTo>
                <a:lnTo>
                  <a:pt x="145" y="13197"/>
                </a:lnTo>
                <a:lnTo>
                  <a:pt x="0" y="11020"/>
                </a:lnTo>
                <a:lnTo>
                  <a:pt x="145" y="8843"/>
                </a:lnTo>
                <a:lnTo>
                  <a:pt x="1790" y="4869"/>
                </a:lnTo>
                <a:lnTo>
                  <a:pt x="3227" y="3227"/>
                </a:lnTo>
                <a:lnTo>
                  <a:pt x="4869" y="1790"/>
                </a:lnTo>
                <a:lnTo>
                  <a:pt x="8843" y="145"/>
                </a:lnTo>
                <a:lnTo>
                  <a:pt x="11020" y="0"/>
                </a:lnTo>
                <a:lnTo>
                  <a:pt x="13197" y="145"/>
                </a:lnTo>
                <a:lnTo>
                  <a:pt x="17170" y="1790"/>
                </a:lnTo>
                <a:lnTo>
                  <a:pt x="18812" y="3227"/>
                </a:lnTo>
                <a:lnTo>
                  <a:pt x="20249" y="4869"/>
                </a:lnTo>
                <a:lnTo>
                  <a:pt x="21895" y="8843"/>
                </a:lnTo>
                <a:lnTo>
                  <a:pt x="22040" y="11020"/>
                </a:lnTo>
                <a:lnTo>
                  <a:pt x="21895" y="13197"/>
                </a:lnTo>
                <a:lnTo>
                  <a:pt x="20249" y="17170"/>
                </a:lnTo>
                <a:lnTo>
                  <a:pt x="18812" y="18812"/>
                </a:lnTo>
                <a:lnTo>
                  <a:pt x="17170" y="20249"/>
                </a:lnTo>
                <a:lnTo>
                  <a:pt x="13197" y="21895"/>
                </a:lnTo>
                <a:lnTo>
                  <a:pt x="11020" y="22040"/>
                </a:lnTo>
                <a:lnTo>
                  <a:pt x="8843" y="2189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855" name="Shape 855"/>
          <p:cNvSpPr/>
          <p:nvPr/>
        </p:nvSpPr>
        <p:spPr>
          <a:xfrm>
            <a:off x="6132094" y="1956739"/>
            <a:ext cx="22191" cy="22191"/>
          </a:xfrm>
          <a:custGeom>
            <a:avLst/>
            <a:gdLst/>
            <a:ahLst/>
            <a:cxnLst/>
            <a:rect l="0" t="0" r="r" b="b"/>
            <a:pathLst>
              <a:path w="22191" h="22191">
                <a:moveTo>
                  <a:pt x="8903" y="22045"/>
                </a:moveTo>
                <a:lnTo>
                  <a:pt x="4903" y="20388"/>
                </a:lnTo>
                <a:lnTo>
                  <a:pt x="3249" y="18941"/>
                </a:lnTo>
                <a:lnTo>
                  <a:pt x="1803" y="17288"/>
                </a:lnTo>
                <a:lnTo>
                  <a:pt x="146" y="13287"/>
                </a:lnTo>
                <a:lnTo>
                  <a:pt x="0" y="11095"/>
                </a:lnTo>
                <a:lnTo>
                  <a:pt x="146" y="8903"/>
                </a:lnTo>
                <a:lnTo>
                  <a:pt x="1803" y="4903"/>
                </a:lnTo>
                <a:lnTo>
                  <a:pt x="3249" y="3249"/>
                </a:lnTo>
                <a:lnTo>
                  <a:pt x="4903" y="1803"/>
                </a:lnTo>
                <a:lnTo>
                  <a:pt x="8903" y="146"/>
                </a:lnTo>
                <a:lnTo>
                  <a:pt x="11095" y="0"/>
                </a:lnTo>
                <a:lnTo>
                  <a:pt x="13287" y="146"/>
                </a:lnTo>
                <a:lnTo>
                  <a:pt x="17288" y="1803"/>
                </a:lnTo>
                <a:lnTo>
                  <a:pt x="18941" y="3249"/>
                </a:lnTo>
                <a:lnTo>
                  <a:pt x="20388" y="4903"/>
                </a:lnTo>
                <a:lnTo>
                  <a:pt x="22045" y="8903"/>
                </a:lnTo>
                <a:lnTo>
                  <a:pt x="22191" y="11095"/>
                </a:lnTo>
                <a:lnTo>
                  <a:pt x="22045" y="13287"/>
                </a:lnTo>
                <a:lnTo>
                  <a:pt x="20388" y="17288"/>
                </a:lnTo>
                <a:lnTo>
                  <a:pt x="18941" y="18941"/>
                </a:lnTo>
                <a:lnTo>
                  <a:pt x="17288" y="20388"/>
                </a:lnTo>
                <a:lnTo>
                  <a:pt x="13287" y="22045"/>
                </a:lnTo>
                <a:lnTo>
                  <a:pt x="11095" y="22191"/>
                </a:lnTo>
                <a:lnTo>
                  <a:pt x="8903" y="22045"/>
                </a:lnTo>
                <a:close/>
              </a:path>
            </a:pathLst>
          </a:custGeom>
          <a:solidFill>
            <a:srgbClr val="89D789"/>
          </a:solidFill>
          <a:ln>
            <a:noFill/>
          </a:ln>
        </p:spPr>
      </p:sp>
      <p:sp>
        <p:nvSpPr>
          <p:cNvPr id="856" name="Shape 856"/>
          <p:cNvSpPr/>
          <p:nvPr/>
        </p:nvSpPr>
        <p:spPr>
          <a:xfrm>
            <a:off x="6160763" y="1959013"/>
            <a:ext cx="22339" cy="22339"/>
          </a:xfrm>
          <a:custGeom>
            <a:avLst/>
            <a:gdLst/>
            <a:ahLst/>
            <a:cxnLst/>
            <a:rect l="0" t="0" r="r" b="b"/>
            <a:pathLst>
              <a:path w="22339" h="22339">
                <a:moveTo>
                  <a:pt x="8963" y="22192"/>
                </a:moveTo>
                <a:lnTo>
                  <a:pt x="4935" y="20524"/>
                </a:lnTo>
                <a:lnTo>
                  <a:pt x="3271" y="19068"/>
                </a:lnTo>
                <a:lnTo>
                  <a:pt x="1815" y="17403"/>
                </a:lnTo>
                <a:lnTo>
                  <a:pt x="147" y="13376"/>
                </a:lnTo>
                <a:lnTo>
                  <a:pt x="0" y="11169"/>
                </a:lnTo>
                <a:lnTo>
                  <a:pt x="147" y="8963"/>
                </a:lnTo>
                <a:lnTo>
                  <a:pt x="1815" y="4935"/>
                </a:lnTo>
                <a:lnTo>
                  <a:pt x="3271" y="3271"/>
                </a:lnTo>
                <a:lnTo>
                  <a:pt x="4935" y="1815"/>
                </a:lnTo>
                <a:lnTo>
                  <a:pt x="8963" y="147"/>
                </a:lnTo>
                <a:lnTo>
                  <a:pt x="11169" y="0"/>
                </a:lnTo>
                <a:lnTo>
                  <a:pt x="13376" y="147"/>
                </a:lnTo>
                <a:lnTo>
                  <a:pt x="17403" y="1815"/>
                </a:lnTo>
                <a:lnTo>
                  <a:pt x="19068" y="3271"/>
                </a:lnTo>
                <a:lnTo>
                  <a:pt x="20524" y="4935"/>
                </a:lnTo>
                <a:lnTo>
                  <a:pt x="22192" y="8963"/>
                </a:lnTo>
                <a:lnTo>
                  <a:pt x="22339" y="11169"/>
                </a:lnTo>
                <a:lnTo>
                  <a:pt x="22192" y="13376"/>
                </a:lnTo>
                <a:lnTo>
                  <a:pt x="20524" y="17403"/>
                </a:lnTo>
                <a:lnTo>
                  <a:pt x="19068" y="19068"/>
                </a:lnTo>
                <a:lnTo>
                  <a:pt x="17403" y="20524"/>
                </a:lnTo>
                <a:lnTo>
                  <a:pt x="13376" y="22192"/>
                </a:lnTo>
                <a:lnTo>
                  <a:pt x="11169" y="22339"/>
                </a:lnTo>
                <a:lnTo>
                  <a:pt x="8963" y="22192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857" name="Shape 857"/>
          <p:cNvSpPr/>
          <p:nvPr/>
        </p:nvSpPr>
        <p:spPr>
          <a:xfrm>
            <a:off x="6205530" y="1961691"/>
            <a:ext cx="24473" cy="24473"/>
          </a:xfrm>
          <a:custGeom>
            <a:avLst/>
            <a:gdLst/>
            <a:ahLst/>
            <a:cxnLst/>
            <a:rect l="0" t="0" r="r" b="b"/>
            <a:pathLst>
              <a:path w="24473" h="24473">
                <a:moveTo>
                  <a:pt x="9819" y="24312"/>
                </a:moveTo>
                <a:lnTo>
                  <a:pt x="5407" y="22484"/>
                </a:lnTo>
                <a:lnTo>
                  <a:pt x="3584" y="20889"/>
                </a:lnTo>
                <a:lnTo>
                  <a:pt x="1988" y="19066"/>
                </a:lnTo>
                <a:lnTo>
                  <a:pt x="161" y="14654"/>
                </a:lnTo>
                <a:lnTo>
                  <a:pt x="0" y="12236"/>
                </a:lnTo>
                <a:lnTo>
                  <a:pt x="161" y="9819"/>
                </a:lnTo>
                <a:lnTo>
                  <a:pt x="1988" y="5407"/>
                </a:lnTo>
                <a:lnTo>
                  <a:pt x="3584" y="3584"/>
                </a:lnTo>
                <a:lnTo>
                  <a:pt x="5407" y="1988"/>
                </a:lnTo>
                <a:lnTo>
                  <a:pt x="9819" y="161"/>
                </a:lnTo>
                <a:lnTo>
                  <a:pt x="12236" y="0"/>
                </a:lnTo>
                <a:lnTo>
                  <a:pt x="14654" y="161"/>
                </a:lnTo>
                <a:lnTo>
                  <a:pt x="19066" y="1988"/>
                </a:lnTo>
                <a:lnTo>
                  <a:pt x="20889" y="3584"/>
                </a:lnTo>
                <a:lnTo>
                  <a:pt x="22484" y="5407"/>
                </a:lnTo>
                <a:lnTo>
                  <a:pt x="24312" y="9819"/>
                </a:lnTo>
                <a:lnTo>
                  <a:pt x="24473" y="12236"/>
                </a:lnTo>
                <a:lnTo>
                  <a:pt x="24312" y="14654"/>
                </a:lnTo>
                <a:lnTo>
                  <a:pt x="22484" y="19066"/>
                </a:lnTo>
                <a:lnTo>
                  <a:pt x="20889" y="20889"/>
                </a:lnTo>
                <a:lnTo>
                  <a:pt x="19066" y="22484"/>
                </a:lnTo>
                <a:lnTo>
                  <a:pt x="14654" y="24312"/>
                </a:lnTo>
                <a:lnTo>
                  <a:pt x="12236" y="24473"/>
                </a:lnTo>
                <a:lnTo>
                  <a:pt x="9819" y="24312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858" name="Shape 858"/>
          <p:cNvSpPr/>
          <p:nvPr/>
        </p:nvSpPr>
        <p:spPr>
          <a:xfrm>
            <a:off x="6254873" y="1965634"/>
            <a:ext cx="24666" cy="24666"/>
          </a:xfrm>
          <a:custGeom>
            <a:avLst/>
            <a:gdLst/>
            <a:ahLst/>
            <a:cxnLst/>
            <a:rect l="0" t="0" r="r" b="b"/>
            <a:pathLst>
              <a:path w="24666" h="24666">
                <a:moveTo>
                  <a:pt x="9896" y="24503"/>
                </a:moveTo>
                <a:lnTo>
                  <a:pt x="5449" y="22661"/>
                </a:lnTo>
                <a:lnTo>
                  <a:pt x="3612" y="21053"/>
                </a:lnTo>
                <a:lnTo>
                  <a:pt x="2004" y="19216"/>
                </a:lnTo>
                <a:lnTo>
                  <a:pt x="162" y="14769"/>
                </a:lnTo>
                <a:lnTo>
                  <a:pt x="0" y="12333"/>
                </a:lnTo>
                <a:lnTo>
                  <a:pt x="162" y="9896"/>
                </a:lnTo>
                <a:lnTo>
                  <a:pt x="2004" y="5449"/>
                </a:lnTo>
                <a:lnTo>
                  <a:pt x="3612" y="3612"/>
                </a:lnTo>
                <a:lnTo>
                  <a:pt x="5449" y="2004"/>
                </a:lnTo>
                <a:lnTo>
                  <a:pt x="9896" y="162"/>
                </a:lnTo>
                <a:lnTo>
                  <a:pt x="12333" y="0"/>
                </a:lnTo>
                <a:lnTo>
                  <a:pt x="14769" y="162"/>
                </a:lnTo>
                <a:lnTo>
                  <a:pt x="19216" y="2004"/>
                </a:lnTo>
                <a:lnTo>
                  <a:pt x="21053" y="3612"/>
                </a:lnTo>
                <a:lnTo>
                  <a:pt x="22661" y="5449"/>
                </a:lnTo>
                <a:lnTo>
                  <a:pt x="24503" y="9896"/>
                </a:lnTo>
                <a:lnTo>
                  <a:pt x="24666" y="12333"/>
                </a:lnTo>
                <a:lnTo>
                  <a:pt x="24503" y="14769"/>
                </a:lnTo>
                <a:lnTo>
                  <a:pt x="22661" y="19216"/>
                </a:lnTo>
                <a:lnTo>
                  <a:pt x="21053" y="21053"/>
                </a:lnTo>
                <a:lnTo>
                  <a:pt x="19216" y="22661"/>
                </a:lnTo>
                <a:lnTo>
                  <a:pt x="14769" y="24503"/>
                </a:lnTo>
                <a:lnTo>
                  <a:pt x="12333" y="24666"/>
                </a:lnTo>
                <a:lnTo>
                  <a:pt x="9896" y="2450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859" name="Shape 859"/>
          <p:cNvSpPr/>
          <p:nvPr/>
        </p:nvSpPr>
        <p:spPr>
          <a:xfrm>
            <a:off x="6290936" y="1969392"/>
            <a:ext cx="22899" cy="22899"/>
          </a:xfrm>
          <a:custGeom>
            <a:avLst/>
            <a:gdLst/>
            <a:ahLst/>
            <a:cxnLst/>
            <a:rect l="0" t="0" r="r" b="b"/>
            <a:pathLst>
              <a:path w="22899" h="22899">
                <a:moveTo>
                  <a:pt x="9187" y="22748"/>
                </a:moveTo>
                <a:lnTo>
                  <a:pt x="5059" y="21038"/>
                </a:lnTo>
                <a:lnTo>
                  <a:pt x="3353" y="19545"/>
                </a:lnTo>
                <a:lnTo>
                  <a:pt x="1860" y="17839"/>
                </a:lnTo>
                <a:lnTo>
                  <a:pt x="150" y="13711"/>
                </a:lnTo>
                <a:lnTo>
                  <a:pt x="0" y="11449"/>
                </a:lnTo>
                <a:lnTo>
                  <a:pt x="150" y="9187"/>
                </a:lnTo>
                <a:lnTo>
                  <a:pt x="1860" y="5059"/>
                </a:lnTo>
                <a:lnTo>
                  <a:pt x="3353" y="3353"/>
                </a:lnTo>
                <a:lnTo>
                  <a:pt x="5059" y="1860"/>
                </a:lnTo>
                <a:lnTo>
                  <a:pt x="9187" y="150"/>
                </a:lnTo>
                <a:lnTo>
                  <a:pt x="11449" y="0"/>
                </a:lnTo>
                <a:lnTo>
                  <a:pt x="13711" y="150"/>
                </a:lnTo>
                <a:lnTo>
                  <a:pt x="17839" y="1860"/>
                </a:lnTo>
                <a:lnTo>
                  <a:pt x="19545" y="3353"/>
                </a:lnTo>
                <a:lnTo>
                  <a:pt x="21038" y="5059"/>
                </a:lnTo>
                <a:lnTo>
                  <a:pt x="22748" y="9187"/>
                </a:lnTo>
                <a:lnTo>
                  <a:pt x="22899" y="11449"/>
                </a:lnTo>
                <a:lnTo>
                  <a:pt x="22748" y="13711"/>
                </a:lnTo>
                <a:lnTo>
                  <a:pt x="21038" y="17839"/>
                </a:lnTo>
                <a:lnTo>
                  <a:pt x="19545" y="19545"/>
                </a:lnTo>
                <a:lnTo>
                  <a:pt x="17839" y="21038"/>
                </a:lnTo>
                <a:lnTo>
                  <a:pt x="13711" y="22748"/>
                </a:lnTo>
                <a:lnTo>
                  <a:pt x="11449" y="22899"/>
                </a:lnTo>
                <a:lnTo>
                  <a:pt x="9187" y="22748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860" name="Shape 860"/>
          <p:cNvSpPr/>
          <p:nvPr/>
        </p:nvSpPr>
        <p:spPr>
          <a:xfrm>
            <a:off x="5967908" y="1952588"/>
            <a:ext cx="21908" cy="21908"/>
          </a:xfrm>
          <a:custGeom>
            <a:avLst/>
            <a:gdLst/>
            <a:ahLst/>
            <a:cxnLst/>
            <a:rect l="0" t="0" r="r" b="b"/>
            <a:pathLst>
              <a:path w="21908" h="21908">
                <a:moveTo>
                  <a:pt x="8790" y="21763"/>
                </a:moveTo>
                <a:lnTo>
                  <a:pt x="4840" y="20127"/>
                </a:lnTo>
                <a:lnTo>
                  <a:pt x="3208" y="18699"/>
                </a:lnTo>
                <a:lnTo>
                  <a:pt x="1780" y="17067"/>
                </a:lnTo>
                <a:lnTo>
                  <a:pt x="144" y="13118"/>
                </a:lnTo>
                <a:lnTo>
                  <a:pt x="0" y="10954"/>
                </a:lnTo>
                <a:lnTo>
                  <a:pt x="144" y="8790"/>
                </a:lnTo>
                <a:lnTo>
                  <a:pt x="1780" y="4840"/>
                </a:lnTo>
                <a:lnTo>
                  <a:pt x="3208" y="3208"/>
                </a:lnTo>
                <a:lnTo>
                  <a:pt x="4840" y="1780"/>
                </a:lnTo>
                <a:lnTo>
                  <a:pt x="8790" y="144"/>
                </a:lnTo>
                <a:lnTo>
                  <a:pt x="10954" y="0"/>
                </a:lnTo>
                <a:lnTo>
                  <a:pt x="13118" y="144"/>
                </a:lnTo>
                <a:lnTo>
                  <a:pt x="17067" y="1780"/>
                </a:lnTo>
                <a:lnTo>
                  <a:pt x="18699" y="3208"/>
                </a:lnTo>
                <a:lnTo>
                  <a:pt x="20127" y="4840"/>
                </a:lnTo>
                <a:lnTo>
                  <a:pt x="21763" y="8790"/>
                </a:lnTo>
                <a:lnTo>
                  <a:pt x="21908" y="10954"/>
                </a:lnTo>
                <a:lnTo>
                  <a:pt x="21763" y="13118"/>
                </a:lnTo>
                <a:lnTo>
                  <a:pt x="20127" y="17067"/>
                </a:lnTo>
                <a:lnTo>
                  <a:pt x="18699" y="18699"/>
                </a:lnTo>
                <a:lnTo>
                  <a:pt x="17067" y="20127"/>
                </a:lnTo>
                <a:lnTo>
                  <a:pt x="13118" y="21763"/>
                </a:lnTo>
                <a:lnTo>
                  <a:pt x="10954" y="21908"/>
                </a:lnTo>
                <a:lnTo>
                  <a:pt x="8790" y="21763"/>
                </a:lnTo>
                <a:close/>
              </a:path>
            </a:pathLst>
          </a:custGeom>
          <a:solidFill>
            <a:srgbClr val="8AD88B"/>
          </a:solidFill>
          <a:ln>
            <a:noFill/>
          </a:ln>
        </p:spPr>
      </p:sp>
      <p:sp>
        <p:nvSpPr>
          <p:cNvPr id="861" name="Shape 861"/>
          <p:cNvSpPr/>
          <p:nvPr/>
        </p:nvSpPr>
        <p:spPr>
          <a:xfrm>
            <a:off x="6003639" y="1955719"/>
            <a:ext cx="22146" cy="22146"/>
          </a:xfrm>
          <a:custGeom>
            <a:avLst/>
            <a:gdLst/>
            <a:ahLst/>
            <a:cxnLst/>
            <a:rect l="0" t="0" r="r" b="b"/>
            <a:pathLst>
              <a:path w="22146" h="22146">
                <a:moveTo>
                  <a:pt x="8885" y="22000"/>
                </a:moveTo>
                <a:lnTo>
                  <a:pt x="4893" y="20347"/>
                </a:lnTo>
                <a:lnTo>
                  <a:pt x="3243" y="18903"/>
                </a:lnTo>
                <a:lnTo>
                  <a:pt x="1799" y="17253"/>
                </a:lnTo>
                <a:lnTo>
                  <a:pt x="145" y="13260"/>
                </a:lnTo>
                <a:lnTo>
                  <a:pt x="0" y="11073"/>
                </a:lnTo>
                <a:lnTo>
                  <a:pt x="145" y="8885"/>
                </a:lnTo>
                <a:lnTo>
                  <a:pt x="1799" y="4893"/>
                </a:lnTo>
                <a:lnTo>
                  <a:pt x="3243" y="3243"/>
                </a:lnTo>
                <a:lnTo>
                  <a:pt x="4893" y="1799"/>
                </a:lnTo>
                <a:lnTo>
                  <a:pt x="8885" y="145"/>
                </a:lnTo>
                <a:lnTo>
                  <a:pt x="11073" y="0"/>
                </a:lnTo>
                <a:lnTo>
                  <a:pt x="13260" y="145"/>
                </a:lnTo>
                <a:lnTo>
                  <a:pt x="17253" y="1799"/>
                </a:lnTo>
                <a:lnTo>
                  <a:pt x="18903" y="3243"/>
                </a:lnTo>
                <a:lnTo>
                  <a:pt x="20347" y="4893"/>
                </a:lnTo>
                <a:lnTo>
                  <a:pt x="22000" y="8885"/>
                </a:lnTo>
                <a:lnTo>
                  <a:pt x="22146" y="11073"/>
                </a:lnTo>
                <a:lnTo>
                  <a:pt x="22000" y="13260"/>
                </a:lnTo>
                <a:lnTo>
                  <a:pt x="20347" y="17253"/>
                </a:lnTo>
                <a:lnTo>
                  <a:pt x="18903" y="18903"/>
                </a:lnTo>
                <a:lnTo>
                  <a:pt x="17253" y="20347"/>
                </a:lnTo>
                <a:lnTo>
                  <a:pt x="13260" y="22000"/>
                </a:lnTo>
                <a:lnTo>
                  <a:pt x="11073" y="22146"/>
                </a:lnTo>
                <a:lnTo>
                  <a:pt x="8885" y="22000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862" name="Shape 862"/>
          <p:cNvSpPr/>
          <p:nvPr/>
        </p:nvSpPr>
        <p:spPr>
          <a:xfrm>
            <a:off x="6028898" y="1957939"/>
            <a:ext cx="22301" cy="22301"/>
          </a:xfrm>
          <a:custGeom>
            <a:avLst/>
            <a:gdLst/>
            <a:ahLst/>
            <a:cxnLst/>
            <a:rect l="0" t="0" r="r" b="b"/>
            <a:pathLst>
              <a:path w="22301" h="22301">
                <a:moveTo>
                  <a:pt x="8948" y="22155"/>
                </a:moveTo>
                <a:lnTo>
                  <a:pt x="4927" y="20489"/>
                </a:lnTo>
                <a:lnTo>
                  <a:pt x="3266" y="19035"/>
                </a:lnTo>
                <a:lnTo>
                  <a:pt x="1812" y="17374"/>
                </a:lnTo>
                <a:lnTo>
                  <a:pt x="146" y="13353"/>
                </a:lnTo>
                <a:lnTo>
                  <a:pt x="0" y="11150"/>
                </a:lnTo>
                <a:lnTo>
                  <a:pt x="146" y="8948"/>
                </a:lnTo>
                <a:lnTo>
                  <a:pt x="1812" y="4927"/>
                </a:lnTo>
                <a:lnTo>
                  <a:pt x="3266" y="3266"/>
                </a:lnTo>
                <a:lnTo>
                  <a:pt x="4927" y="1812"/>
                </a:lnTo>
                <a:lnTo>
                  <a:pt x="8948" y="146"/>
                </a:lnTo>
                <a:lnTo>
                  <a:pt x="11150" y="0"/>
                </a:lnTo>
                <a:lnTo>
                  <a:pt x="13353" y="146"/>
                </a:lnTo>
                <a:lnTo>
                  <a:pt x="17374" y="1812"/>
                </a:lnTo>
                <a:lnTo>
                  <a:pt x="19035" y="3266"/>
                </a:lnTo>
                <a:lnTo>
                  <a:pt x="20489" y="4927"/>
                </a:lnTo>
                <a:lnTo>
                  <a:pt x="22155" y="8948"/>
                </a:lnTo>
                <a:lnTo>
                  <a:pt x="22301" y="11150"/>
                </a:lnTo>
                <a:lnTo>
                  <a:pt x="22155" y="13353"/>
                </a:lnTo>
                <a:lnTo>
                  <a:pt x="20489" y="17374"/>
                </a:lnTo>
                <a:lnTo>
                  <a:pt x="19035" y="19035"/>
                </a:lnTo>
                <a:lnTo>
                  <a:pt x="17374" y="20489"/>
                </a:lnTo>
                <a:lnTo>
                  <a:pt x="13353" y="22155"/>
                </a:lnTo>
                <a:lnTo>
                  <a:pt x="11150" y="22301"/>
                </a:lnTo>
                <a:lnTo>
                  <a:pt x="8948" y="22155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863" name="Shape 863"/>
          <p:cNvSpPr/>
          <p:nvPr/>
        </p:nvSpPr>
        <p:spPr>
          <a:xfrm>
            <a:off x="6055407" y="1960273"/>
            <a:ext cx="22454" cy="22454"/>
          </a:xfrm>
          <a:custGeom>
            <a:avLst/>
            <a:gdLst/>
            <a:ahLst/>
            <a:cxnLst/>
            <a:rect l="0" t="0" r="r" b="b"/>
            <a:pathLst>
              <a:path w="22454" h="22454">
                <a:moveTo>
                  <a:pt x="9009" y="22306"/>
                </a:moveTo>
                <a:lnTo>
                  <a:pt x="4961" y="20630"/>
                </a:lnTo>
                <a:lnTo>
                  <a:pt x="3288" y="19166"/>
                </a:lnTo>
                <a:lnTo>
                  <a:pt x="1824" y="17493"/>
                </a:lnTo>
                <a:lnTo>
                  <a:pt x="147" y="13445"/>
                </a:lnTo>
                <a:lnTo>
                  <a:pt x="0" y="11227"/>
                </a:lnTo>
                <a:lnTo>
                  <a:pt x="147" y="9009"/>
                </a:lnTo>
                <a:lnTo>
                  <a:pt x="1824" y="4961"/>
                </a:lnTo>
                <a:lnTo>
                  <a:pt x="3288" y="3288"/>
                </a:lnTo>
                <a:lnTo>
                  <a:pt x="4961" y="1824"/>
                </a:lnTo>
                <a:lnTo>
                  <a:pt x="9009" y="147"/>
                </a:lnTo>
                <a:lnTo>
                  <a:pt x="11227" y="0"/>
                </a:lnTo>
                <a:lnTo>
                  <a:pt x="13445" y="147"/>
                </a:lnTo>
                <a:lnTo>
                  <a:pt x="17493" y="1824"/>
                </a:lnTo>
                <a:lnTo>
                  <a:pt x="19166" y="3288"/>
                </a:lnTo>
                <a:lnTo>
                  <a:pt x="20630" y="4961"/>
                </a:lnTo>
                <a:lnTo>
                  <a:pt x="22306" y="9009"/>
                </a:lnTo>
                <a:lnTo>
                  <a:pt x="22454" y="11227"/>
                </a:lnTo>
                <a:lnTo>
                  <a:pt x="22306" y="13445"/>
                </a:lnTo>
                <a:lnTo>
                  <a:pt x="20630" y="17493"/>
                </a:lnTo>
                <a:lnTo>
                  <a:pt x="19166" y="19166"/>
                </a:lnTo>
                <a:lnTo>
                  <a:pt x="17493" y="20630"/>
                </a:lnTo>
                <a:lnTo>
                  <a:pt x="13445" y="22306"/>
                </a:lnTo>
                <a:lnTo>
                  <a:pt x="11227" y="22454"/>
                </a:lnTo>
                <a:lnTo>
                  <a:pt x="9009" y="22306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864" name="Shape 864"/>
          <p:cNvSpPr/>
          <p:nvPr/>
        </p:nvSpPr>
        <p:spPr>
          <a:xfrm>
            <a:off x="6097723" y="1964009"/>
            <a:ext cx="22677" cy="22677"/>
          </a:xfrm>
          <a:custGeom>
            <a:avLst/>
            <a:gdLst/>
            <a:ahLst/>
            <a:cxnLst/>
            <a:rect l="0" t="0" r="r" b="b"/>
            <a:pathLst>
              <a:path w="22677" h="22677">
                <a:moveTo>
                  <a:pt x="9098" y="22527"/>
                </a:moveTo>
                <a:lnTo>
                  <a:pt x="5010" y="20834"/>
                </a:lnTo>
                <a:lnTo>
                  <a:pt x="3321" y="19356"/>
                </a:lnTo>
                <a:lnTo>
                  <a:pt x="1842" y="17666"/>
                </a:lnTo>
                <a:lnTo>
                  <a:pt x="149" y="13578"/>
                </a:lnTo>
                <a:lnTo>
                  <a:pt x="0" y="11338"/>
                </a:lnTo>
                <a:lnTo>
                  <a:pt x="149" y="9098"/>
                </a:lnTo>
                <a:lnTo>
                  <a:pt x="1842" y="5010"/>
                </a:lnTo>
                <a:lnTo>
                  <a:pt x="3321" y="3321"/>
                </a:lnTo>
                <a:lnTo>
                  <a:pt x="5010" y="1842"/>
                </a:lnTo>
                <a:lnTo>
                  <a:pt x="9098" y="149"/>
                </a:lnTo>
                <a:lnTo>
                  <a:pt x="11338" y="0"/>
                </a:lnTo>
                <a:lnTo>
                  <a:pt x="13578" y="149"/>
                </a:lnTo>
                <a:lnTo>
                  <a:pt x="17666" y="1842"/>
                </a:lnTo>
                <a:lnTo>
                  <a:pt x="19356" y="3321"/>
                </a:lnTo>
                <a:lnTo>
                  <a:pt x="20834" y="5010"/>
                </a:lnTo>
                <a:lnTo>
                  <a:pt x="22527" y="9098"/>
                </a:lnTo>
                <a:lnTo>
                  <a:pt x="22677" y="11338"/>
                </a:lnTo>
                <a:lnTo>
                  <a:pt x="22527" y="13578"/>
                </a:lnTo>
                <a:lnTo>
                  <a:pt x="20834" y="17666"/>
                </a:lnTo>
                <a:lnTo>
                  <a:pt x="19356" y="19356"/>
                </a:lnTo>
                <a:lnTo>
                  <a:pt x="17666" y="20834"/>
                </a:lnTo>
                <a:lnTo>
                  <a:pt x="13578" y="22527"/>
                </a:lnTo>
                <a:lnTo>
                  <a:pt x="11338" y="22677"/>
                </a:lnTo>
                <a:lnTo>
                  <a:pt x="9098" y="22527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865" name="Shape 865"/>
          <p:cNvSpPr/>
          <p:nvPr/>
        </p:nvSpPr>
        <p:spPr>
          <a:xfrm>
            <a:off x="6143428" y="1968053"/>
            <a:ext cx="22895" cy="22895"/>
          </a:xfrm>
          <a:custGeom>
            <a:avLst/>
            <a:gdLst/>
            <a:ahLst/>
            <a:cxnLst/>
            <a:rect l="0" t="0" r="r" b="b"/>
            <a:pathLst>
              <a:path w="22895" h="22895">
                <a:moveTo>
                  <a:pt x="9186" y="22744"/>
                </a:moveTo>
                <a:lnTo>
                  <a:pt x="5058" y="21034"/>
                </a:lnTo>
                <a:lnTo>
                  <a:pt x="3352" y="19542"/>
                </a:lnTo>
                <a:lnTo>
                  <a:pt x="1860" y="17836"/>
                </a:lnTo>
                <a:lnTo>
                  <a:pt x="150" y="13709"/>
                </a:lnTo>
                <a:lnTo>
                  <a:pt x="0" y="11447"/>
                </a:lnTo>
                <a:lnTo>
                  <a:pt x="150" y="9186"/>
                </a:lnTo>
                <a:lnTo>
                  <a:pt x="1860" y="5058"/>
                </a:lnTo>
                <a:lnTo>
                  <a:pt x="3352" y="3352"/>
                </a:lnTo>
                <a:lnTo>
                  <a:pt x="5058" y="1860"/>
                </a:lnTo>
                <a:lnTo>
                  <a:pt x="9186" y="150"/>
                </a:lnTo>
                <a:lnTo>
                  <a:pt x="11447" y="0"/>
                </a:lnTo>
                <a:lnTo>
                  <a:pt x="13709" y="150"/>
                </a:lnTo>
                <a:lnTo>
                  <a:pt x="17836" y="1860"/>
                </a:lnTo>
                <a:lnTo>
                  <a:pt x="19542" y="3352"/>
                </a:lnTo>
                <a:lnTo>
                  <a:pt x="21034" y="5058"/>
                </a:lnTo>
                <a:lnTo>
                  <a:pt x="22744" y="9186"/>
                </a:lnTo>
                <a:lnTo>
                  <a:pt x="22895" y="11447"/>
                </a:lnTo>
                <a:lnTo>
                  <a:pt x="22744" y="13709"/>
                </a:lnTo>
                <a:lnTo>
                  <a:pt x="21034" y="17836"/>
                </a:lnTo>
                <a:lnTo>
                  <a:pt x="19542" y="19542"/>
                </a:lnTo>
                <a:lnTo>
                  <a:pt x="17836" y="21034"/>
                </a:lnTo>
                <a:lnTo>
                  <a:pt x="13709" y="22744"/>
                </a:lnTo>
                <a:lnTo>
                  <a:pt x="11447" y="22895"/>
                </a:lnTo>
                <a:lnTo>
                  <a:pt x="9186" y="22744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866" name="Shape 866"/>
          <p:cNvSpPr/>
          <p:nvPr/>
        </p:nvSpPr>
        <p:spPr>
          <a:xfrm>
            <a:off x="6175987" y="1970942"/>
            <a:ext cx="23035" cy="23035"/>
          </a:xfrm>
          <a:custGeom>
            <a:avLst/>
            <a:gdLst/>
            <a:ahLst/>
            <a:cxnLst/>
            <a:rect l="0" t="0" r="r" b="b"/>
            <a:pathLst>
              <a:path w="23035" h="23035">
                <a:moveTo>
                  <a:pt x="9242" y="22883"/>
                </a:moveTo>
                <a:lnTo>
                  <a:pt x="5089" y="21163"/>
                </a:lnTo>
                <a:lnTo>
                  <a:pt x="3373" y="19661"/>
                </a:lnTo>
                <a:lnTo>
                  <a:pt x="1871" y="17945"/>
                </a:lnTo>
                <a:lnTo>
                  <a:pt x="151" y="13792"/>
                </a:lnTo>
                <a:lnTo>
                  <a:pt x="0" y="11517"/>
                </a:lnTo>
                <a:lnTo>
                  <a:pt x="151" y="9242"/>
                </a:lnTo>
                <a:lnTo>
                  <a:pt x="1871" y="5089"/>
                </a:lnTo>
                <a:lnTo>
                  <a:pt x="3373" y="3373"/>
                </a:lnTo>
                <a:lnTo>
                  <a:pt x="5089" y="1871"/>
                </a:lnTo>
                <a:lnTo>
                  <a:pt x="9242" y="151"/>
                </a:lnTo>
                <a:lnTo>
                  <a:pt x="11517" y="0"/>
                </a:lnTo>
                <a:lnTo>
                  <a:pt x="13792" y="151"/>
                </a:lnTo>
                <a:lnTo>
                  <a:pt x="17945" y="1871"/>
                </a:lnTo>
                <a:lnTo>
                  <a:pt x="19661" y="3373"/>
                </a:lnTo>
                <a:lnTo>
                  <a:pt x="21163" y="5089"/>
                </a:lnTo>
                <a:lnTo>
                  <a:pt x="22883" y="9242"/>
                </a:lnTo>
                <a:lnTo>
                  <a:pt x="23035" y="11517"/>
                </a:lnTo>
                <a:lnTo>
                  <a:pt x="22883" y="13792"/>
                </a:lnTo>
                <a:lnTo>
                  <a:pt x="21163" y="17945"/>
                </a:lnTo>
                <a:lnTo>
                  <a:pt x="19661" y="19661"/>
                </a:lnTo>
                <a:lnTo>
                  <a:pt x="17945" y="21163"/>
                </a:lnTo>
                <a:lnTo>
                  <a:pt x="13792" y="22883"/>
                </a:lnTo>
                <a:lnTo>
                  <a:pt x="11517" y="23035"/>
                </a:lnTo>
                <a:lnTo>
                  <a:pt x="9242" y="22883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867" name="Shape 867"/>
          <p:cNvSpPr/>
          <p:nvPr/>
        </p:nvSpPr>
        <p:spPr>
          <a:xfrm>
            <a:off x="6228314" y="1975594"/>
            <a:ext cx="23239" cy="23239"/>
          </a:xfrm>
          <a:custGeom>
            <a:avLst/>
            <a:gdLst/>
            <a:ahLst/>
            <a:cxnLst/>
            <a:rect l="0" t="0" r="r" b="b"/>
            <a:pathLst>
              <a:path w="23239" h="23239">
                <a:moveTo>
                  <a:pt x="9324" y="23086"/>
                </a:moveTo>
                <a:lnTo>
                  <a:pt x="5134" y="21350"/>
                </a:lnTo>
                <a:lnTo>
                  <a:pt x="3403" y="19835"/>
                </a:lnTo>
                <a:lnTo>
                  <a:pt x="1888" y="18104"/>
                </a:lnTo>
                <a:lnTo>
                  <a:pt x="153" y="13915"/>
                </a:lnTo>
                <a:lnTo>
                  <a:pt x="0" y="11619"/>
                </a:lnTo>
                <a:lnTo>
                  <a:pt x="153" y="9324"/>
                </a:lnTo>
                <a:lnTo>
                  <a:pt x="1888" y="5134"/>
                </a:lnTo>
                <a:lnTo>
                  <a:pt x="3403" y="3403"/>
                </a:lnTo>
                <a:lnTo>
                  <a:pt x="5134" y="1888"/>
                </a:lnTo>
                <a:lnTo>
                  <a:pt x="9324" y="153"/>
                </a:lnTo>
                <a:lnTo>
                  <a:pt x="11619" y="0"/>
                </a:lnTo>
                <a:lnTo>
                  <a:pt x="13915" y="153"/>
                </a:lnTo>
                <a:lnTo>
                  <a:pt x="18104" y="1888"/>
                </a:lnTo>
                <a:lnTo>
                  <a:pt x="19835" y="3403"/>
                </a:lnTo>
                <a:lnTo>
                  <a:pt x="21350" y="5134"/>
                </a:lnTo>
                <a:lnTo>
                  <a:pt x="23086" y="9324"/>
                </a:lnTo>
                <a:lnTo>
                  <a:pt x="23239" y="11619"/>
                </a:lnTo>
                <a:lnTo>
                  <a:pt x="23086" y="13915"/>
                </a:lnTo>
                <a:lnTo>
                  <a:pt x="21350" y="18104"/>
                </a:lnTo>
                <a:lnTo>
                  <a:pt x="19835" y="19835"/>
                </a:lnTo>
                <a:lnTo>
                  <a:pt x="18104" y="21350"/>
                </a:lnTo>
                <a:lnTo>
                  <a:pt x="13915" y="23086"/>
                </a:lnTo>
                <a:lnTo>
                  <a:pt x="11619" y="23239"/>
                </a:lnTo>
                <a:lnTo>
                  <a:pt x="9324" y="23086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868" name="Shape 868"/>
          <p:cNvSpPr/>
          <p:nvPr/>
        </p:nvSpPr>
        <p:spPr>
          <a:xfrm>
            <a:off x="6285329" y="1980676"/>
            <a:ext cx="23432" cy="23432"/>
          </a:xfrm>
          <a:custGeom>
            <a:avLst/>
            <a:gdLst/>
            <a:ahLst/>
            <a:cxnLst/>
            <a:rect l="0" t="0" r="r" b="b"/>
            <a:pathLst>
              <a:path w="23432" h="23432">
                <a:moveTo>
                  <a:pt x="9401" y="23278"/>
                </a:moveTo>
                <a:lnTo>
                  <a:pt x="5177" y="21528"/>
                </a:lnTo>
                <a:lnTo>
                  <a:pt x="3431" y="20001"/>
                </a:lnTo>
                <a:lnTo>
                  <a:pt x="1904" y="18255"/>
                </a:lnTo>
                <a:lnTo>
                  <a:pt x="154" y="14031"/>
                </a:lnTo>
                <a:lnTo>
                  <a:pt x="0" y="11716"/>
                </a:lnTo>
                <a:lnTo>
                  <a:pt x="154" y="9401"/>
                </a:lnTo>
                <a:lnTo>
                  <a:pt x="1904" y="5177"/>
                </a:lnTo>
                <a:lnTo>
                  <a:pt x="3431" y="3431"/>
                </a:lnTo>
                <a:lnTo>
                  <a:pt x="5177" y="1904"/>
                </a:lnTo>
                <a:lnTo>
                  <a:pt x="9401" y="154"/>
                </a:lnTo>
                <a:lnTo>
                  <a:pt x="11716" y="0"/>
                </a:lnTo>
                <a:lnTo>
                  <a:pt x="14031" y="154"/>
                </a:lnTo>
                <a:lnTo>
                  <a:pt x="18255" y="1904"/>
                </a:lnTo>
                <a:lnTo>
                  <a:pt x="20001" y="3431"/>
                </a:lnTo>
                <a:lnTo>
                  <a:pt x="21528" y="5177"/>
                </a:lnTo>
                <a:lnTo>
                  <a:pt x="23278" y="9401"/>
                </a:lnTo>
                <a:lnTo>
                  <a:pt x="23432" y="11716"/>
                </a:lnTo>
                <a:lnTo>
                  <a:pt x="23278" y="14031"/>
                </a:lnTo>
                <a:lnTo>
                  <a:pt x="21528" y="18255"/>
                </a:lnTo>
                <a:lnTo>
                  <a:pt x="20001" y="20001"/>
                </a:lnTo>
                <a:lnTo>
                  <a:pt x="18255" y="21528"/>
                </a:lnTo>
                <a:lnTo>
                  <a:pt x="14031" y="23278"/>
                </a:lnTo>
                <a:lnTo>
                  <a:pt x="11716" y="23432"/>
                </a:lnTo>
                <a:lnTo>
                  <a:pt x="9401" y="2327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869" name="Shape 869"/>
          <p:cNvSpPr/>
          <p:nvPr/>
        </p:nvSpPr>
        <p:spPr>
          <a:xfrm>
            <a:off x="6367883" y="1987532"/>
            <a:ext cx="25361" cy="25361"/>
          </a:xfrm>
          <a:custGeom>
            <a:avLst/>
            <a:gdLst/>
            <a:ahLst/>
            <a:cxnLst/>
            <a:rect l="0" t="0" r="r" b="b"/>
            <a:pathLst>
              <a:path w="25361" h="25361">
                <a:moveTo>
                  <a:pt x="10175" y="25194"/>
                </a:moveTo>
                <a:lnTo>
                  <a:pt x="5603" y="23300"/>
                </a:lnTo>
                <a:lnTo>
                  <a:pt x="3714" y="21647"/>
                </a:lnTo>
                <a:lnTo>
                  <a:pt x="2060" y="19757"/>
                </a:lnTo>
                <a:lnTo>
                  <a:pt x="167" y="15185"/>
                </a:lnTo>
                <a:lnTo>
                  <a:pt x="0" y="12680"/>
                </a:lnTo>
                <a:lnTo>
                  <a:pt x="167" y="10175"/>
                </a:lnTo>
                <a:lnTo>
                  <a:pt x="2060" y="5603"/>
                </a:lnTo>
                <a:lnTo>
                  <a:pt x="3714" y="3714"/>
                </a:lnTo>
                <a:lnTo>
                  <a:pt x="5603" y="2060"/>
                </a:lnTo>
                <a:lnTo>
                  <a:pt x="10175" y="167"/>
                </a:lnTo>
                <a:lnTo>
                  <a:pt x="12680" y="0"/>
                </a:lnTo>
                <a:lnTo>
                  <a:pt x="15185" y="167"/>
                </a:lnTo>
                <a:lnTo>
                  <a:pt x="19757" y="2060"/>
                </a:lnTo>
                <a:lnTo>
                  <a:pt x="21647" y="3714"/>
                </a:lnTo>
                <a:lnTo>
                  <a:pt x="23300" y="5603"/>
                </a:lnTo>
                <a:lnTo>
                  <a:pt x="25194" y="10175"/>
                </a:lnTo>
                <a:lnTo>
                  <a:pt x="25361" y="12680"/>
                </a:lnTo>
                <a:lnTo>
                  <a:pt x="25194" y="15185"/>
                </a:lnTo>
                <a:lnTo>
                  <a:pt x="23300" y="19757"/>
                </a:lnTo>
                <a:lnTo>
                  <a:pt x="21647" y="21647"/>
                </a:lnTo>
                <a:lnTo>
                  <a:pt x="19757" y="23300"/>
                </a:lnTo>
                <a:lnTo>
                  <a:pt x="15185" y="25194"/>
                </a:lnTo>
                <a:lnTo>
                  <a:pt x="12680" y="25361"/>
                </a:lnTo>
                <a:lnTo>
                  <a:pt x="10175" y="25194"/>
                </a:lnTo>
                <a:close/>
              </a:path>
            </a:pathLst>
          </a:custGeom>
          <a:solidFill>
            <a:srgbClr val="78CD7C"/>
          </a:solidFill>
          <a:ln>
            <a:noFill/>
          </a:ln>
        </p:spPr>
      </p:sp>
      <p:sp>
        <p:nvSpPr>
          <p:cNvPr id="870" name="Shape 870"/>
          <p:cNvSpPr/>
          <p:nvPr/>
        </p:nvSpPr>
        <p:spPr>
          <a:xfrm>
            <a:off x="5867326" y="1953690"/>
            <a:ext cx="21993" cy="21993"/>
          </a:xfrm>
          <a:custGeom>
            <a:avLst/>
            <a:gdLst/>
            <a:ahLst/>
            <a:cxnLst/>
            <a:rect l="0" t="0" r="r" b="b"/>
            <a:pathLst>
              <a:path w="21993" h="21993">
                <a:moveTo>
                  <a:pt x="8824" y="21848"/>
                </a:moveTo>
                <a:lnTo>
                  <a:pt x="4859" y="20206"/>
                </a:lnTo>
                <a:lnTo>
                  <a:pt x="3220" y="18772"/>
                </a:lnTo>
                <a:lnTo>
                  <a:pt x="1787" y="17133"/>
                </a:lnTo>
                <a:lnTo>
                  <a:pt x="144" y="13168"/>
                </a:lnTo>
                <a:lnTo>
                  <a:pt x="0" y="10996"/>
                </a:lnTo>
                <a:lnTo>
                  <a:pt x="144" y="8824"/>
                </a:lnTo>
                <a:lnTo>
                  <a:pt x="1787" y="4859"/>
                </a:lnTo>
                <a:lnTo>
                  <a:pt x="3220" y="3220"/>
                </a:lnTo>
                <a:lnTo>
                  <a:pt x="4859" y="1787"/>
                </a:lnTo>
                <a:lnTo>
                  <a:pt x="8824" y="144"/>
                </a:lnTo>
                <a:lnTo>
                  <a:pt x="10996" y="0"/>
                </a:lnTo>
                <a:lnTo>
                  <a:pt x="13168" y="144"/>
                </a:lnTo>
                <a:lnTo>
                  <a:pt x="17133" y="1787"/>
                </a:lnTo>
                <a:lnTo>
                  <a:pt x="18772" y="3220"/>
                </a:lnTo>
                <a:lnTo>
                  <a:pt x="20206" y="4859"/>
                </a:lnTo>
                <a:lnTo>
                  <a:pt x="21848" y="8824"/>
                </a:lnTo>
                <a:lnTo>
                  <a:pt x="21993" y="10996"/>
                </a:lnTo>
                <a:lnTo>
                  <a:pt x="21848" y="13168"/>
                </a:lnTo>
                <a:lnTo>
                  <a:pt x="20206" y="17133"/>
                </a:lnTo>
                <a:lnTo>
                  <a:pt x="18772" y="18772"/>
                </a:lnTo>
                <a:lnTo>
                  <a:pt x="17133" y="20206"/>
                </a:lnTo>
                <a:lnTo>
                  <a:pt x="13168" y="21848"/>
                </a:lnTo>
                <a:lnTo>
                  <a:pt x="10996" y="21993"/>
                </a:lnTo>
                <a:lnTo>
                  <a:pt x="8824" y="21848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871" name="Shape 871"/>
          <p:cNvSpPr/>
          <p:nvPr/>
        </p:nvSpPr>
        <p:spPr>
          <a:xfrm>
            <a:off x="5899929" y="1956902"/>
            <a:ext cx="22236" cy="22236"/>
          </a:xfrm>
          <a:custGeom>
            <a:avLst/>
            <a:gdLst/>
            <a:ahLst/>
            <a:cxnLst/>
            <a:rect l="0" t="0" r="r" b="b"/>
            <a:pathLst>
              <a:path w="22236" h="22236">
                <a:moveTo>
                  <a:pt x="8921" y="22090"/>
                </a:moveTo>
                <a:lnTo>
                  <a:pt x="4913" y="20429"/>
                </a:lnTo>
                <a:lnTo>
                  <a:pt x="3256" y="18980"/>
                </a:lnTo>
                <a:lnTo>
                  <a:pt x="1806" y="17323"/>
                </a:lnTo>
                <a:lnTo>
                  <a:pt x="146" y="13314"/>
                </a:lnTo>
                <a:lnTo>
                  <a:pt x="0" y="11118"/>
                </a:lnTo>
                <a:lnTo>
                  <a:pt x="146" y="8921"/>
                </a:lnTo>
                <a:lnTo>
                  <a:pt x="1806" y="4913"/>
                </a:lnTo>
                <a:lnTo>
                  <a:pt x="3256" y="3256"/>
                </a:lnTo>
                <a:lnTo>
                  <a:pt x="4913" y="1806"/>
                </a:lnTo>
                <a:lnTo>
                  <a:pt x="8921" y="146"/>
                </a:lnTo>
                <a:lnTo>
                  <a:pt x="11118" y="0"/>
                </a:lnTo>
                <a:lnTo>
                  <a:pt x="13314" y="146"/>
                </a:lnTo>
                <a:lnTo>
                  <a:pt x="17323" y="1806"/>
                </a:lnTo>
                <a:lnTo>
                  <a:pt x="18980" y="3256"/>
                </a:lnTo>
                <a:lnTo>
                  <a:pt x="20429" y="4913"/>
                </a:lnTo>
                <a:lnTo>
                  <a:pt x="22090" y="8921"/>
                </a:lnTo>
                <a:lnTo>
                  <a:pt x="22236" y="11118"/>
                </a:lnTo>
                <a:lnTo>
                  <a:pt x="22090" y="13314"/>
                </a:lnTo>
                <a:lnTo>
                  <a:pt x="20429" y="17323"/>
                </a:lnTo>
                <a:lnTo>
                  <a:pt x="18980" y="18980"/>
                </a:lnTo>
                <a:lnTo>
                  <a:pt x="17323" y="20429"/>
                </a:lnTo>
                <a:lnTo>
                  <a:pt x="13314" y="22090"/>
                </a:lnTo>
                <a:lnTo>
                  <a:pt x="11118" y="22236"/>
                </a:lnTo>
                <a:lnTo>
                  <a:pt x="8921" y="22090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872" name="Shape 872"/>
          <p:cNvSpPr/>
          <p:nvPr/>
        </p:nvSpPr>
        <p:spPr>
          <a:xfrm>
            <a:off x="5922995" y="1959180"/>
            <a:ext cx="22395" cy="22395"/>
          </a:xfrm>
          <a:custGeom>
            <a:avLst/>
            <a:gdLst/>
            <a:ahLst/>
            <a:cxnLst/>
            <a:rect l="0" t="0" r="r" b="b"/>
            <a:pathLst>
              <a:path w="22395" h="22395">
                <a:moveTo>
                  <a:pt x="8985" y="22248"/>
                </a:moveTo>
                <a:lnTo>
                  <a:pt x="4948" y="20575"/>
                </a:lnTo>
                <a:lnTo>
                  <a:pt x="3279" y="19115"/>
                </a:lnTo>
                <a:lnTo>
                  <a:pt x="1819" y="17447"/>
                </a:lnTo>
                <a:lnTo>
                  <a:pt x="147" y="13409"/>
                </a:lnTo>
                <a:lnTo>
                  <a:pt x="0" y="11197"/>
                </a:lnTo>
                <a:lnTo>
                  <a:pt x="147" y="8985"/>
                </a:lnTo>
                <a:lnTo>
                  <a:pt x="1819" y="4948"/>
                </a:lnTo>
                <a:lnTo>
                  <a:pt x="3279" y="3279"/>
                </a:lnTo>
                <a:lnTo>
                  <a:pt x="4948" y="1819"/>
                </a:lnTo>
                <a:lnTo>
                  <a:pt x="8985" y="147"/>
                </a:lnTo>
                <a:lnTo>
                  <a:pt x="11197" y="0"/>
                </a:lnTo>
                <a:lnTo>
                  <a:pt x="13409" y="147"/>
                </a:lnTo>
                <a:lnTo>
                  <a:pt x="17447" y="1819"/>
                </a:lnTo>
                <a:lnTo>
                  <a:pt x="19115" y="3279"/>
                </a:lnTo>
                <a:lnTo>
                  <a:pt x="20575" y="4948"/>
                </a:lnTo>
                <a:lnTo>
                  <a:pt x="22248" y="8985"/>
                </a:lnTo>
                <a:lnTo>
                  <a:pt x="22395" y="11197"/>
                </a:lnTo>
                <a:lnTo>
                  <a:pt x="22248" y="13409"/>
                </a:lnTo>
                <a:lnTo>
                  <a:pt x="20575" y="17447"/>
                </a:lnTo>
                <a:lnTo>
                  <a:pt x="19115" y="19115"/>
                </a:lnTo>
                <a:lnTo>
                  <a:pt x="17447" y="20575"/>
                </a:lnTo>
                <a:lnTo>
                  <a:pt x="13409" y="22248"/>
                </a:lnTo>
                <a:lnTo>
                  <a:pt x="11197" y="22395"/>
                </a:lnTo>
                <a:lnTo>
                  <a:pt x="8985" y="22248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873" name="Shape 873"/>
          <p:cNvSpPr/>
          <p:nvPr/>
        </p:nvSpPr>
        <p:spPr>
          <a:xfrm>
            <a:off x="5947218" y="1961577"/>
            <a:ext cx="22552" cy="22552"/>
          </a:xfrm>
          <a:custGeom>
            <a:avLst/>
            <a:gdLst/>
            <a:ahLst/>
            <a:cxnLst/>
            <a:rect l="0" t="0" r="r" b="b"/>
            <a:pathLst>
              <a:path w="22552" h="22552">
                <a:moveTo>
                  <a:pt x="9048" y="22403"/>
                </a:moveTo>
                <a:lnTo>
                  <a:pt x="4982" y="20719"/>
                </a:lnTo>
                <a:lnTo>
                  <a:pt x="3302" y="19249"/>
                </a:lnTo>
                <a:lnTo>
                  <a:pt x="1832" y="17569"/>
                </a:lnTo>
                <a:lnTo>
                  <a:pt x="148" y="13503"/>
                </a:lnTo>
                <a:lnTo>
                  <a:pt x="0" y="11276"/>
                </a:lnTo>
                <a:lnTo>
                  <a:pt x="148" y="9048"/>
                </a:lnTo>
                <a:lnTo>
                  <a:pt x="1832" y="4982"/>
                </a:lnTo>
                <a:lnTo>
                  <a:pt x="3302" y="3302"/>
                </a:lnTo>
                <a:lnTo>
                  <a:pt x="4982" y="1832"/>
                </a:lnTo>
                <a:lnTo>
                  <a:pt x="9048" y="148"/>
                </a:lnTo>
                <a:lnTo>
                  <a:pt x="11276" y="0"/>
                </a:lnTo>
                <a:lnTo>
                  <a:pt x="13503" y="148"/>
                </a:lnTo>
                <a:lnTo>
                  <a:pt x="17569" y="1832"/>
                </a:lnTo>
                <a:lnTo>
                  <a:pt x="19249" y="3302"/>
                </a:lnTo>
                <a:lnTo>
                  <a:pt x="20719" y="4982"/>
                </a:lnTo>
                <a:lnTo>
                  <a:pt x="22403" y="9048"/>
                </a:lnTo>
                <a:lnTo>
                  <a:pt x="22552" y="11276"/>
                </a:lnTo>
                <a:lnTo>
                  <a:pt x="22403" y="13503"/>
                </a:lnTo>
                <a:lnTo>
                  <a:pt x="20719" y="17569"/>
                </a:lnTo>
                <a:lnTo>
                  <a:pt x="19249" y="19249"/>
                </a:lnTo>
                <a:lnTo>
                  <a:pt x="17569" y="20719"/>
                </a:lnTo>
                <a:lnTo>
                  <a:pt x="13503" y="22403"/>
                </a:lnTo>
                <a:lnTo>
                  <a:pt x="11276" y="22552"/>
                </a:lnTo>
                <a:lnTo>
                  <a:pt x="9048" y="2240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874" name="Shape 874"/>
          <p:cNvSpPr/>
          <p:nvPr/>
        </p:nvSpPr>
        <p:spPr>
          <a:xfrm>
            <a:off x="5985918" y="1965415"/>
            <a:ext cx="22782" cy="22782"/>
          </a:xfrm>
          <a:custGeom>
            <a:avLst/>
            <a:gdLst/>
            <a:ahLst/>
            <a:cxnLst/>
            <a:rect l="0" t="0" r="r" b="b"/>
            <a:pathLst>
              <a:path w="22782" h="22782">
                <a:moveTo>
                  <a:pt x="9141" y="22632"/>
                </a:moveTo>
                <a:lnTo>
                  <a:pt x="5033" y="20931"/>
                </a:lnTo>
                <a:lnTo>
                  <a:pt x="3336" y="19446"/>
                </a:lnTo>
                <a:lnTo>
                  <a:pt x="1851" y="17748"/>
                </a:lnTo>
                <a:lnTo>
                  <a:pt x="150" y="13641"/>
                </a:lnTo>
                <a:lnTo>
                  <a:pt x="0" y="11391"/>
                </a:lnTo>
                <a:lnTo>
                  <a:pt x="150" y="9141"/>
                </a:lnTo>
                <a:lnTo>
                  <a:pt x="1851" y="5033"/>
                </a:lnTo>
                <a:lnTo>
                  <a:pt x="3336" y="3336"/>
                </a:lnTo>
                <a:lnTo>
                  <a:pt x="5033" y="1851"/>
                </a:lnTo>
                <a:lnTo>
                  <a:pt x="9141" y="150"/>
                </a:lnTo>
                <a:lnTo>
                  <a:pt x="11391" y="0"/>
                </a:lnTo>
                <a:lnTo>
                  <a:pt x="13641" y="150"/>
                </a:lnTo>
                <a:lnTo>
                  <a:pt x="17748" y="1851"/>
                </a:lnTo>
                <a:lnTo>
                  <a:pt x="19446" y="3336"/>
                </a:lnTo>
                <a:lnTo>
                  <a:pt x="20931" y="5033"/>
                </a:lnTo>
                <a:lnTo>
                  <a:pt x="22632" y="9141"/>
                </a:lnTo>
                <a:lnTo>
                  <a:pt x="22782" y="11391"/>
                </a:lnTo>
                <a:lnTo>
                  <a:pt x="22632" y="13641"/>
                </a:lnTo>
                <a:lnTo>
                  <a:pt x="20931" y="17748"/>
                </a:lnTo>
                <a:lnTo>
                  <a:pt x="19446" y="19446"/>
                </a:lnTo>
                <a:lnTo>
                  <a:pt x="17748" y="20931"/>
                </a:lnTo>
                <a:lnTo>
                  <a:pt x="13641" y="22632"/>
                </a:lnTo>
                <a:lnTo>
                  <a:pt x="11391" y="22782"/>
                </a:lnTo>
                <a:lnTo>
                  <a:pt x="9141" y="22632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875" name="Shape 875"/>
          <p:cNvSpPr/>
          <p:nvPr/>
        </p:nvSpPr>
        <p:spPr>
          <a:xfrm>
            <a:off x="6027762" y="1969576"/>
            <a:ext cx="23008" cy="23008"/>
          </a:xfrm>
          <a:custGeom>
            <a:avLst/>
            <a:gdLst/>
            <a:ahLst/>
            <a:cxnLst/>
            <a:rect l="0" t="0" r="r" b="b"/>
            <a:pathLst>
              <a:path w="23008" h="23008">
                <a:moveTo>
                  <a:pt x="9231" y="22857"/>
                </a:moveTo>
                <a:lnTo>
                  <a:pt x="5083" y="21139"/>
                </a:lnTo>
                <a:lnTo>
                  <a:pt x="3369" y="19639"/>
                </a:lnTo>
                <a:lnTo>
                  <a:pt x="1869" y="17924"/>
                </a:lnTo>
                <a:lnTo>
                  <a:pt x="151" y="13777"/>
                </a:lnTo>
                <a:lnTo>
                  <a:pt x="0" y="11504"/>
                </a:lnTo>
                <a:lnTo>
                  <a:pt x="151" y="9231"/>
                </a:lnTo>
                <a:lnTo>
                  <a:pt x="1869" y="5083"/>
                </a:lnTo>
                <a:lnTo>
                  <a:pt x="3369" y="3369"/>
                </a:lnTo>
                <a:lnTo>
                  <a:pt x="5083" y="1869"/>
                </a:lnTo>
                <a:lnTo>
                  <a:pt x="9231" y="151"/>
                </a:lnTo>
                <a:lnTo>
                  <a:pt x="11504" y="0"/>
                </a:lnTo>
                <a:lnTo>
                  <a:pt x="13777" y="151"/>
                </a:lnTo>
                <a:lnTo>
                  <a:pt x="17924" y="1869"/>
                </a:lnTo>
                <a:lnTo>
                  <a:pt x="19639" y="3369"/>
                </a:lnTo>
                <a:lnTo>
                  <a:pt x="21139" y="5083"/>
                </a:lnTo>
                <a:lnTo>
                  <a:pt x="22857" y="9231"/>
                </a:lnTo>
                <a:lnTo>
                  <a:pt x="23008" y="11504"/>
                </a:lnTo>
                <a:lnTo>
                  <a:pt x="22857" y="13777"/>
                </a:lnTo>
                <a:lnTo>
                  <a:pt x="21139" y="17924"/>
                </a:lnTo>
                <a:lnTo>
                  <a:pt x="19639" y="19639"/>
                </a:lnTo>
                <a:lnTo>
                  <a:pt x="17924" y="21139"/>
                </a:lnTo>
                <a:lnTo>
                  <a:pt x="13777" y="22857"/>
                </a:lnTo>
                <a:lnTo>
                  <a:pt x="11504" y="23008"/>
                </a:lnTo>
                <a:lnTo>
                  <a:pt x="9231" y="22857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876" name="Shape 876"/>
          <p:cNvSpPr/>
          <p:nvPr/>
        </p:nvSpPr>
        <p:spPr>
          <a:xfrm>
            <a:off x="6057601" y="1972549"/>
            <a:ext cx="23155" cy="23155"/>
          </a:xfrm>
          <a:custGeom>
            <a:avLst/>
            <a:gdLst/>
            <a:ahLst/>
            <a:cxnLst/>
            <a:rect l="0" t="0" r="r" b="b"/>
            <a:pathLst>
              <a:path w="23155" h="23155">
                <a:moveTo>
                  <a:pt x="9290" y="23002"/>
                </a:moveTo>
                <a:lnTo>
                  <a:pt x="5116" y="21273"/>
                </a:lnTo>
                <a:lnTo>
                  <a:pt x="3391" y="19764"/>
                </a:lnTo>
                <a:lnTo>
                  <a:pt x="1881" y="18039"/>
                </a:lnTo>
                <a:lnTo>
                  <a:pt x="152" y="13864"/>
                </a:lnTo>
                <a:lnTo>
                  <a:pt x="0" y="11577"/>
                </a:lnTo>
                <a:lnTo>
                  <a:pt x="152" y="9290"/>
                </a:lnTo>
                <a:lnTo>
                  <a:pt x="1881" y="5116"/>
                </a:lnTo>
                <a:lnTo>
                  <a:pt x="3391" y="3391"/>
                </a:lnTo>
                <a:lnTo>
                  <a:pt x="5116" y="1881"/>
                </a:lnTo>
                <a:lnTo>
                  <a:pt x="9290" y="152"/>
                </a:lnTo>
                <a:lnTo>
                  <a:pt x="11577" y="0"/>
                </a:lnTo>
                <a:lnTo>
                  <a:pt x="13864" y="152"/>
                </a:lnTo>
                <a:lnTo>
                  <a:pt x="18039" y="1881"/>
                </a:lnTo>
                <a:lnTo>
                  <a:pt x="19764" y="3391"/>
                </a:lnTo>
                <a:lnTo>
                  <a:pt x="21273" y="5116"/>
                </a:lnTo>
                <a:lnTo>
                  <a:pt x="23002" y="9290"/>
                </a:lnTo>
                <a:lnTo>
                  <a:pt x="23155" y="11577"/>
                </a:lnTo>
                <a:lnTo>
                  <a:pt x="23002" y="13864"/>
                </a:lnTo>
                <a:lnTo>
                  <a:pt x="21273" y="18039"/>
                </a:lnTo>
                <a:lnTo>
                  <a:pt x="19764" y="19764"/>
                </a:lnTo>
                <a:lnTo>
                  <a:pt x="18039" y="21273"/>
                </a:lnTo>
                <a:lnTo>
                  <a:pt x="13864" y="23002"/>
                </a:lnTo>
                <a:lnTo>
                  <a:pt x="11577" y="23155"/>
                </a:lnTo>
                <a:lnTo>
                  <a:pt x="9290" y="23002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877" name="Shape 877"/>
          <p:cNvSpPr/>
          <p:nvPr/>
        </p:nvSpPr>
        <p:spPr>
          <a:xfrm>
            <a:off x="6105607" y="1977343"/>
            <a:ext cx="23369" cy="23369"/>
          </a:xfrm>
          <a:custGeom>
            <a:avLst/>
            <a:gdLst/>
            <a:ahLst/>
            <a:cxnLst/>
            <a:rect l="0" t="0" r="r" b="b"/>
            <a:pathLst>
              <a:path w="23369" h="23369">
                <a:moveTo>
                  <a:pt x="9376" y="23215"/>
                </a:moveTo>
                <a:lnTo>
                  <a:pt x="5163" y="21470"/>
                </a:lnTo>
                <a:lnTo>
                  <a:pt x="3422" y="19946"/>
                </a:lnTo>
                <a:lnTo>
                  <a:pt x="1898" y="18205"/>
                </a:lnTo>
                <a:lnTo>
                  <a:pt x="153" y="13992"/>
                </a:lnTo>
                <a:lnTo>
                  <a:pt x="0" y="11684"/>
                </a:lnTo>
                <a:lnTo>
                  <a:pt x="153" y="9376"/>
                </a:lnTo>
                <a:lnTo>
                  <a:pt x="1898" y="5163"/>
                </a:lnTo>
                <a:lnTo>
                  <a:pt x="3422" y="3422"/>
                </a:lnTo>
                <a:lnTo>
                  <a:pt x="5163" y="1898"/>
                </a:lnTo>
                <a:lnTo>
                  <a:pt x="9376" y="153"/>
                </a:lnTo>
                <a:lnTo>
                  <a:pt x="11684" y="0"/>
                </a:lnTo>
                <a:lnTo>
                  <a:pt x="13992" y="153"/>
                </a:lnTo>
                <a:lnTo>
                  <a:pt x="18205" y="1898"/>
                </a:lnTo>
                <a:lnTo>
                  <a:pt x="19946" y="3422"/>
                </a:lnTo>
                <a:lnTo>
                  <a:pt x="21470" y="5163"/>
                </a:lnTo>
                <a:lnTo>
                  <a:pt x="23215" y="9376"/>
                </a:lnTo>
                <a:lnTo>
                  <a:pt x="23369" y="11684"/>
                </a:lnTo>
                <a:lnTo>
                  <a:pt x="23215" y="13992"/>
                </a:lnTo>
                <a:lnTo>
                  <a:pt x="21470" y="18205"/>
                </a:lnTo>
                <a:lnTo>
                  <a:pt x="19946" y="19946"/>
                </a:lnTo>
                <a:lnTo>
                  <a:pt x="18205" y="21470"/>
                </a:lnTo>
                <a:lnTo>
                  <a:pt x="13992" y="23215"/>
                </a:lnTo>
                <a:lnTo>
                  <a:pt x="11684" y="23369"/>
                </a:lnTo>
                <a:lnTo>
                  <a:pt x="9376" y="23215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878" name="Shape 878"/>
          <p:cNvSpPr/>
          <p:nvPr/>
        </p:nvSpPr>
        <p:spPr>
          <a:xfrm>
            <a:off x="6157985" y="1982585"/>
            <a:ext cx="23574" cy="23574"/>
          </a:xfrm>
          <a:custGeom>
            <a:avLst/>
            <a:gdLst/>
            <a:ahLst/>
            <a:cxnLst/>
            <a:rect l="0" t="0" r="r" b="b"/>
            <a:pathLst>
              <a:path w="23574" h="23574">
                <a:moveTo>
                  <a:pt x="9458" y="23419"/>
                </a:moveTo>
                <a:lnTo>
                  <a:pt x="5208" y="21658"/>
                </a:lnTo>
                <a:lnTo>
                  <a:pt x="3452" y="20121"/>
                </a:lnTo>
                <a:lnTo>
                  <a:pt x="1915" y="18365"/>
                </a:lnTo>
                <a:lnTo>
                  <a:pt x="155" y="14115"/>
                </a:lnTo>
                <a:lnTo>
                  <a:pt x="0" y="11787"/>
                </a:lnTo>
                <a:lnTo>
                  <a:pt x="155" y="9458"/>
                </a:lnTo>
                <a:lnTo>
                  <a:pt x="1915" y="5208"/>
                </a:lnTo>
                <a:lnTo>
                  <a:pt x="3452" y="3452"/>
                </a:lnTo>
                <a:lnTo>
                  <a:pt x="5208" y="1915"/>
                </a:lnTo>
                <a:lnTo>
                  <a:pt x="9458" y="155"/>
                </a:lnTo>
                <a:lnTo>
                  <a:pt x="11787" y="0"/>
                </a:lnTo>
                <a:lnTo>
                  <a:pt x="14115" y="155"/>
                </a:lnTo>
                <a:lnTo>
                  <a:pt x="18365" y="1915"/>
                </a:lnTo>
                <a:lnTo>
                  <a:pt x="20121" y="3452"/>
                </a:lnTo>
                <a:lnTo>
                  <a:pt x="21658" y="5208"/>
                </a:lnTo>
                <a:lnTo>
                  <a:pt x="23419" y="9458"/>
                </a:lnTo>
                <a:lnTo>
                  <a:pt x="23574" y="11787"/>
                </a:lnTo>
                <a:lnTo>
                  <a:pt x="23419" y="14115"/>
                </a:lnTo>
                <a:lnTo>
                  <a:pt x="21658" y="18365"/>
                </a:lnTo>
                <a:lnTo>
                  <a:pt x="20121" y="20121"/>
                </a:lnTo>
                <a:lnTo>
                  <a:pt x="18365" y="21658"/>
                </a:lnTo>
                <a:lnTo>
                  <a:pt x="14115" y="23419"/>
                </a:lnTo>
                <a:lnTo>
                  <a:pt x="11787" y="23574"/>
                </a:lnTo>
                <a:lnTo>
                  <a:pt x="9458" y="23419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879" name="Shape 879"/>
          <p:cNvSpPr/>
          <p:nvPr/>
        </p:nvSpPr>
        <p:spPr>
          <a:xfrm>
            <a:off x="5798878" y="1954446"/>
            <a:ext cx="22041" cy="22041"/>
          </a:xfrm>
          <a:custGeom>
            <a:avLst/>
            <a:gdLst/>
            <a:ahLst/>
            <a:cxnLst/>
            <a:rect l="0" t="0" r="r" b="b"/>
            <a:pathLst>
              <a:path w="22041" h="22041">
                <a:moveTo>
                  <a:pt x="8843" y="21896"/>
                </a:moveTo>
                <a:lnTo>
                  <a:pt x="4869" y="20250"/>
                </a:lnTo>
                <a:lnTo>
                  <a:pt x="3227" y="18813"/>
                </a:lnTo>
                <a:lnTo>
                  <a:pt x="1791" y="17171"/>
                </a:lnTo>
                <a:lnTo>
                  <a:pt x="145" y="13197"/>
                </a:lnTo>
                <a:lnTo>
                  <a:pt x="0" y="11020"/>
                </a:lnTo>
                <a:lnTo>
                  <a:pt x="145" y="8843"/>
                </a:lnTo>
                <a:lnTo>
                  <a:pt x="1791" y="4869"/>
                </a:lnTo>
                <a:lnTo>
                  <a:pt x="3227" y="3227"/>
                </a:lnTo>
                <a:lnTo>
                  <a:pt x="4869" y="1791"/>
                </a:lnTo>
                <a:lnTo>
                  <a:pt x="8843" y="145"/>
                </a:lnTo>
                <a:lnTo>
                  <a:pt x="11020" y="0"/>
                </a:lnTo>
                <a:lnTo>
                  <a:pt x="13197" y="145"/>
                </a:lnTo>
                <a:lnTo>
                  <a:pt x="17171" y="1791"/>
                </a:lnTo>
                <a:lnTo>
                  <a:pt x="18813" y="3227"/>
                </a:lnTo>
                <a:lnTo>
                  <a:pt x="20250" y="4869"/>
                </a:lnTo>
                <a:lnTo>
                  <a:pt x="21896" y="8843"/>
                </a:lnTo>
                <a:lnTo>
                  <a:pt x="22041" y="11020"/>
                </a:lnTo>
                <a:lnTo>
                  <a:pt x="21896" y="13197"/>
                </a:lnTo>
                <a:lnTo>
                  <a:pt x="20250" y="17171"/>
                </a:lnTo>
                <a:lnTo>
                  <a:pt x="18813" y="18813"/>
                </a:lnTo>
                <a:lnTo>
                  <a:pt x="17171" y="20250"/>
                </a:lnTo>
                <a:lnTo>
                  <a:pt x="13197" y="21896"/>
                </a:lnTo>
                <a:lnTo>
                  <a:pt x="11020" y="22041"/>
                </a:lnTo>
                <a:lnTo>
                  <a:pt x="8843" y="2189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880" name="Shape 880"/>
          <p:cNvSpPr/>
          <p:nvPr/>
        </p:nvSpPr>
        <p:spPr>
          <a:xfrm>
            <a:off x="5829301" y="1957713"/>
            <a:ext cx="22287" cy="22287"/>
          </a:xfrm>
          <a:custGeom>
            <a:avLst/>
            <a:gdLst/>
            <a:ahLst/>
            <a:cxnLst/>
            <a:rect l="0" t="0" r="r" b="b"/>
            <a:pathLst>
              <a:path w="22287" h="22287">
                <a:moveTo>
                  <a:pt x="8942" y="22140"/>
                </a:moveTo>
                <a:lnTo>
                  <a:pt x="4924" y="20476"/>
                </a:lnTo>
                <a:lnTo>
                  <a:pt x="3263" y="19023"/>
                </a:lnTo>
                <a:lnTo>
                  <a:pt x="1811" y="17362"/>
                </a:lnTo>
                <a:lnTo>
                  <a:pt x="146" y="13344"/>
                </a:lnTo>
                <a:lnTo>
                  <a:pt x="0" y="11143"/>
                </a:lnTo>
                <a:lnTo>
                  <a:pt x="146" y="8942"/>
                </a:lnTo>
                <a:lnTo>
                  <a:pt x="1811" y="4924"/>
                </a:lnTo>
                <a:lnTo>
                  <a:pt x="3263" y="3263"/>
                </a:lnTo>
                <a:lnTo>
                  <a:pt x="4924" y="1811"/>
                </a:lnTo>
                <a:lnTo>
                  <a:pt x="8942" y="146"/>
                </a:lnTo>
                <a:lnTo>
                  <a:pt x="11143" y="0"/>
                </a:lnTo>
                <a:lnTo>
                  <a:pt x="13344" y="146"/>
                </a:lnTo>
                <a:lnTo>
                  <a:pt x="17362" y="1811"/>
                </a:lnTo>
                <a:lnTo>
                  <a:pt x="19023" y="3263"/>
                </a:lnTo>
                <a:lnTo>
                  <a:pt x="20476" y="4924"/>
                </a:lnTo>
                <a:lnTo>
                  <a:pt x="22140" y="8942"/>
                </a:lnTo>
                <a:lnTo>
                  <a:pt x="22287" y="11143"/>
                </a:lnTo>
                <a:lnTo>
                  <a:pt x="22140" y="13344"/>
                </a:lnTo>
                <a:lnTo>
                  <a:pt x="20476" y="17362"/>
                </a:lnTo>
                <a:lnTo>
                  <a:pt x="19023" y="19023"/>
                </a:lnTo>
                <a:lnTo>
                  <a:pt x="17362" y="20476"/>
                </a:lnTo>
                <a:lnTo>
                  <a:pt x="13344" y="22140"/>
                </a:lnTo>
                <a:lnTo>
                  <a:pt x="11143" y="22287"/>
                </a:lnTo>
                <a:lnTo>
                  <a:pt x="8942" y="22140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881" name="Shape 881"/>
          <p:cNvSpPr/>
          <p:nvPr/>
        </p:nvSpPr>
        <p:spPr>
          <a:xfrm>
            <a:off x="5850836" y="1960032"/>
            <a:ext cx="22448" cy="22448"/>
          </a:xfrm>
          <a:custGeom>
            <a:avLst/>
            <a:gdLst/>
            <a:ahLst/>
            <a:cxnLst/>
            <a:rect l="0" t="0" r="r" b="b"/>
            <a:pathLst>
              <a:path w="22448" h="22448">
                <a:moveTo>
                  <a:pt x="9006" y="22300"/>
                </a:moveTo>
                <a:lnTo>
                  <a:pt x="4959" y="20624"/>
                </a:lnTo>
                <a:lnTo>
                  <a:pt x="3287" y="19160"/>
                </a:lnTo>
                <a:lnTo>
                  <a:pt x="1824" y="17488"/>
                </a:lnTo>
                <a:lnTo>
                  <a:pt x="147" y="13441"/>
                </a:lnTo>
                <a:lnTo>
                  <a:pt x="0" y="11224"/>
                </a:lnTo>
                <a:lnTo>
                  <a:pt x="147" y="9006"/>
                </a:lnTo>
                <a:lnTo>
                  <a:pt x="1824" y="4959"/>
                </a:lnTo>
                <a:lnTo>
                  <a:pt x="3287" y="3287"/>
                </a:lnTo>
                <a:lnTo>
                  <a:pt x="4959" y="1824"/>
                </a:lnTo>
                <a:lnTo>
                  <a:pt x="9006" y="147"/>
                </a:lnTo>
                <a:lnTo>
                  <a:pt x="11224" y="0"/>
                </a:lnTo>
                <a:lnTo>
                  <a:pt x="13441" y="147"/>
                </a:lnTo>
                <a:lnTo>
                  <a:pt x="17488" y="1824"/>
                </a:lnTo>
                <a:lnTo>
                  <a:pt x="19160" y="3287"/>
                </a:lnTo>
                <a:lnTo>
                  <a:pt x="20624" y="4959"/>
                </a:lnTo>
                <a:lnTo>
                  <a:pt x="22300" y="9006"/>
                </a:lnTo>
                <a:lnTo>
                  <a:pt x="22448" y="11224"/>
                </a:lnTo>
                <a:lnTo>
                  <a:pt x="22300" y="13441"/>
                </a:lnTo>
                <a:lnTo>
                  <a:pt x="20624" y="17488"/>
                </a:lnTo>
                <a:lnTo>
                  <a:pt x="19160" y="19160"/>
                </a:lnTo>
                <a:lnTo>
                  <a:pt x="17488" y="20624"/>
                </a:lnTo>
                <a:lnTo>
                  <a:pt x="13441" y="22300"/>
                </a:lnTo>
                <a:lnTo>
                  <a:pt x="11224" y="22448"/>
                </a:lnTo>
                <a:lnTo>
                  <a:pt x="9006" y="22300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882" name="Shape 882"/>
          <p:cNvSpPr/>
          <p:nvPr/>
        </p:nvSpPr>
        <p:spPr>
          <a:xfrm>
            <a:off x="5873460" y="1962471"/>
            <a:ext cx="22607" cy="22607"/>
          </a:xfrm>
          <a:custGeom>
            <a:avLst/>
            <a:gdLst/>
            <a:ahLst/>
            <a:cxnLst/>
            <a:rect l="0" t="0" r="r" b="b"/>
            <a:pathLst>
              <a:path w="22607" h="22607">
                <a:moveTo>
                  <a:pt x="9070" y="22458"/>
                </a:moveTo>
                <a:lnTo>
                  <a:pt x="4995" y="20770"/>
                </a:lnTo>
                <a:lnTo>
                  <a:pt x="3310" y="19296"/>
                </a:lnTo>
                <a:lnTo>
                  <a:pt x="1837" y="17612"/>
                </a:lnTo>
                <a:lnTo>
                  <a:pt x="148" y="13536"/>
                </a:lnTo>
                <a:lnTo>
                  <a:pt x="0" y="11303"/>
                </a:lnTo>
                <a:lnTo>
                  <a:pt x="148" y="9070"/>
                </a:lnTo>
                <a:lnTo>
                  <a:pt x="1837" y="4995"/>
                </a:lnTo>
                <a:lnTo>
                  <a:pt x="3310" y="3310"/>
                </a:lnTo>
                <a:lnTo>
                  <a:pt x="4995" y="1837"/>
                </a:lnTo>
                <a:lnTo>
                  <a:pt x="9070" y="148"/>
                </a:lnTo>
                <a:lnTo>
                  <a:pt x="11303" y="0"/>
                </a:lnTo>
                <a:lnTo>
                  <a:pt x="13536" y="148"/>
                </a:lnTo>
                <a:lnTo>
                  <a:pt x="17612" y="1837"/>
                </a:lnTo>
                <a:lnTo>
                  <a:pt x="19296" y="3310"/>
                </a:lnTo>
                <a:lnTo>
                  <a:pt x="20770" y="4995"/>
                </a:lnTo>
                <a:lnTo>
                  <a:pt x="22458" y="9070"/>
                </a:lnTo>
                <a:lnTo>
                  <a:pt x="22607" y="11303"/>
                </a:lnTo>
                <a:lnTo>
                  <a:pt x="22458" y="13536"/>
                </a:lnTo>
                <a:lnTo>
                  <a:pt x="20770" y="17612"/>
                </a:lnTo>
                <a:lnTo>
                  <a:pt x="19296" y="19296"/>
                </a:lnTo>
                <a:lnTo>
                  <a:pt x="17612" y="20770"/>
                </a:lnTo>
                <a:lnTo>
                  <a:pt x="13536" y="22458"/>
                </a:lnTo>
                <a:lnTo>
                  <a:pt x="11303" y="22607"/>
                </a:lnTo>
                <a:lnTo>
                  <a:pt x="9070" y="22458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883" name="Shape 883"/>
          <p:cNvSpPr/>
          <p:nvPr/>
        </p:nvSpPr>
        <p:spPr>
          <a:xfrm>
            <a:off x="5909629" y="1966381"/>
            <a:ext cx="22841" cy="22841"/>
          </a:xfrm>
          <a:custGeom>
            <a:avLst/>
            <a:gdLst/>
            <a:ahLst/>
            <a:cxnLst/>
            <a:rect l="0" t="0" r="r" b="b"/>
            <a:pathLst>
              <a:path w="22841" h="22841">
                <a:moveTo>
                  <a:pt x="9164" y="22691"/>
                </a:moveTo>
                <a:lnTo>
                  <a:pt x="5046" y="20985"/>
                </a:lnTo>
                <a:lnTo>
                  <a:pt x="3345" y="19496"/>
                </a:lnTo>
                <a:lnTo>
                  <a:pt x="1856" y="17795"/>
                </a:lnTo>
                <a:lnTo>
                  <a:pt x="150" y="13677"/>
                </a:lnTo>
                <a:lnTo>
                  <a:pt x="0" y="11420"/>
                </a:lnTo>
                <a:lnTo>
                  <a:pt x="150" y="9164"/>
                </a:lnTo>
                <a:lnTo>
                  <a:pt x="1856" y="5046"/>
                </a:lnTo>
                <a:lnTo>
                  <a:pt x="3345" y="3345"/>
                </a:lnTo>
                <a:lnTo>
                  <a:pt x="5046" y="1856"/>
                </a:lnTo>
                <a:lnTo>
                  <a:pt x="9164" y="150"/>
                </a:lnTo>
                <a:lnTo>
                  <a:pt x="11420" y="0"/>
                </a:lnTo>
                <a:lnTo>
                  <a:pt x="13677" y="150"/>
                </a:lnTo>
                <a:lnTo>
                  <a:pt x="17795" y="1856"/>
                </a:lnTo>
                <a:lnTo>
                  <a:pt x="19496" y="3345"/>
                </a:lnTo>
                <a:lnTo>
                  <a:pt x="20985" y="5046"/>
                </a:lnTo>
                <a:lnTo>
                  <a:pt x="22691" y="9164"/>
                </a:lnTo>
                <a:lnTo>
                  <a:pt x="22841" y="11420"/>
                </a:lnTo>
                <a:lnTo>
                  <a:pt x="22691" y="13677"/>
                </a:lnTo>
                <a:lnTo>
                  <a:pt x="20985" y="17795"/>
                </a:lnTo>
                <a:lnTo>
                  <a:pt x="19496" y="19496"/>
                </a:lnTo>
                <a:lnTo>
                  <a:pt x="17795" y="20985"/>
                </a:lnTo>
                <a:lnTo>
                  <a:pt x="13677" y="22691"/>
                </a:lnTo>
                <a:lnTo>
                  <a:pt x="11420" y="22841"/>
                </a:lnTo>
                <a:lnTo>
                  <a:pt x="9164" y="22691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884" name="Shape 884"/>
          <p:cNvSpPr/>
          <p:nvPr/>
        </p:nvSpPr>
        <p:spPr>
          <a:xfrm>
            <a:off x="5948766" y="1970622"/>
            <a:ext cx="23072" cy="23072"/>
          </a:xfrm>
          <a:custGeom>
            <a:avLst/>
            <a:gdLst/>
            <a:ahLst/>
            <a:cxnLst/>
            <a:rect l="0" t="0" r="r" b="b"/>
            <a:pathLst>
              <a:path w="23072" h="23072">
                <a:moveTo>
                  <a:pt x="9257" y="22920"/>
                </a:moveTo>
                <a:lnTo>
                  <a:pt x="5097" y="21197"/>
                </a:lnTo>
                <a:lnTo>
                  <a:pt x="3378" y="19693"/>
                </a:lnTo>
                <a:lnTo>
                  <a:pt x="1874" y="17974"/>
                </a:lnTo>
                <a:lnTo>
                  <a:pt x="151" y="13815"/>
                </a:lnTo>
                <a:lnTo>
                  <a:pt x="0" y="11536"/>
                </a:lnTo>
                <a:lnTo>
                  <a:pt x="151" y="9257"/>
                </a:lnTo>
                <a:lnTo>
                  <a:pt x="1874" y="5097"/>
                </a:lnTo>
                <a:lnTo>
                  <a:pt x="3378" y="3378"/>
                </a:lnTo>
                <a:lnTo>
                  <a:pt x="5097" y="1874"/>
                </a:lnTo>
                <a:lnTo>
                  <a:pt x="9257" y="151"/>
                </a:lnTo>
                <a:lnTo>
                  <a:pt x="11536" y="0"/>
                </a:lnTo>
                <a:lnTo>
                  <a:pt x="13815" y="151"/>
                </a:lnTo>
                <a:lnTo>
                  <a:pt x="17974" y="1874"/>
                </a:lnTo>
                <a:lnTo>
                  <a:pt x="19693" y="3378"/>
                </a:lnTo>
                <a:lnTo>
                  <a:pt x="21197" y="5097"/>
                </a:lnTo>
                <a:lnTo>
                  <a:pt x="22920" y="9257"/>
                </a:lnTo>
                <a:lnTo>
                  <a:pt x="23072" y="11536"/>
                </a:lnTo>
                <a:lnTo>
                  <a:pt x="22920" y="13815"/>
                </a:lnTo>
                <a:lnTo>
                  <a:pt x="21197" y="17974"/>
                </a:lnTo>
                <a:lnTo>
                  <a:pt x="19693" y="19693"/>
                </a:lnTo>
                <a:lnTo>
                  <a:pt x="17974" y="21197"/>
                </a:lnTo>
                <a:lnTo>
                  <a:pt x="13815" y="22920"/>
                </a:lnTo>
                <a:lnTo>
                  <a:pt x="11536" y="23072"/>
                </a:lnTo>
                <a:lnTo>
                  <a:pt x="9257" y="22920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885" name="Shape 885"/>
          <p:cNvSpPr/>
          <p:nvPr/>
        </p:nvSpPr>
        <p:spPr>
          <a:xfrm>
            <a:off x="5976692" y="1973655"/>
            <a:ext cx="23223" cy="23223"/>
          </a:xfrm>
          <a:custGeom>
            <a:avLst/>
            <a:gdLst/>
            <a:ahLst/>
            <a:cxnLst/>
            <a:rect l="0" t="0" r="r" b="b"/>
            <a:pathLst>
              <a:path w="23223" h="23223">
                <a:moveTo>
                  <a:pt x="9317" y="23070"/>
                </a:moveTo>
                <a:lnTo>
                  <a:pt x="5131" y="21335"/>
                </a:lnTo>
                <a:lnTo>
                  <a:pt x="3400" y="19822"/>
                </a:lnTo>
                <a:lnTo>
                  <a:pt x="1887" y="18091"/>
                </a:lnTo>
                <a:lnTo>
                  <a:pt x="152" y="13905"/>
                </a:lnTo>
                <a:lnTo>
                  <a:pt x="0" y="11611"/>
                </a:lnTo>
                <a:lnTo>
                  <a:pt x="152" y="9317"/>
                </a:lnTo>
                <a:lnTo>
                  <a:pt x="1887" y="5131"/>
                </a:lnTo>
                <a:lnTo>
                  <a:pt x="3400" y="3400"/>
                </a:lnTo>
                <a:lnTo>
                  <a:pt x="5131" y="1887"/>
                </a:lnTo>
                <a:lnTo>
                  <a:pt x="9317" y="152"/>
                </a:lnTo>
                <a:lnTo>
                  <a:pt x="11611" y="0"/>
                </a:lnTo>
                <a:lnTo>
                  <a:pt x="13905" y="152"/>
                </a:lnTo>
                <a:lnTo>
                  <a:pt x="18091" y="1887"/>
                </a:lnTo>
                <a:lnTo>
                  <a:pt x="19822" y="3400"/>
                </a:lnTo>
                <a:lnTo>
                  <a:pt x="21335" y="5131"/>
                </a:lnTo>
                <a:lnTo>
                  <a:pt x="23070" y="9317"/>
                </a:lnTo>
                <a:lnTo>
                  <a:pt x="23223" y="11611"/>
                </a:lnTo>
                <a:lnTo>
                  <a:pt x="23070" y="13905"/>
                </a:lnTo>
                <a:lnTo>
                  <a:pt x="21335" y="18091"/>
                </a:lnTo>
                <a:lnTo>
                  <a:pt x="19822" y="19822"/>
                </a:lnTo>
                <a:lnTo>
                  <a:pt x="18091" y="21335"/>
                </a:lnTo>
                <a:lnTo>
                  <a:pt x="13905" y="23070"/>
                </a:lnTo>
                <a:lnTo>
                  <a:pt x="11611" y="23223"/>
                </a:lnTo>
                <a:lnTo>
                  <a:pt x="9317" y="23070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886" name="Shape 886"/>
          <p:cNvSpPr/>
          <p:nvPr/>
        </p:nvSpPr>
        <p:spPr>
          <a:xfrm>
            <a:off x="6021654" y="1978547"/>
            <a:ext cx="23443" cy="23443"/>
          </a:xfrm>
          <a:custGeom>
            <a:avLst/>
            <a:gdLst/>
            <a:ahLst/>
            <a:cxnLst/>
            <a:rect l="0" t="0" r="r" b="b"/>
            <a:pathLst>
              <a:path w="23443" h="23443">
                <a:moveTo>
                  <a:pt x="9406" y="23289"/>
                </a:moveTo>
                <a:lnTo>
                  <a:pt x="5179" y="21538"/>
                </a:lnTo>
                <a:lnTo>
                  <a:pt x="3433" y="20010"/>
                </a:lnTo>
                <a:lnTo>
                  <a:pt x="1904" y="18263"/>
                </a:lnTo>
                <a:lnTo>
                  <a:pt x="154" y="14037"/>
                </a:lnTo>
                <a:lnTo>
                  <a:pt x="0" y="11721"/>
                </a:lnTo>
                <a:lnTo>
                  <a:pt x="154" y="9406"/>
                </a:lnTo>
                <a:lnTo>
                  <a:pt x="1904" y="5179"/>
                </a:lnTo>
                <a:lnTo>
                  <a:pt x="3433" y="3433"/>
                </a:lnTo>
                <a:lnTo>
                  <a:pt x="5179" y="1904"/>
                </a:lnTo>
                <a:lnTo>
                  <a:pt x="9406" y="154"/>
                </a:lnTo>
                <a:lnTo>
                  <a:pt x="11721" y="0"/>
                </a:lnTo>
                <a:lnTo>
                  <a:pt x="14037" y="154"/>
                </a:lnTo>
                <a:lnTo>
                  <a:pt x="18263" y="1904"/>
                </a:lnTo>
                <a:lnTo>
                  <a:pt x="20010" y="3433"/>
                </a:lnTo>
                <a:lnTo>
                  <a:pt x="21538" y="5179"/>
                </a:lnTo>
                <a:lnTo>
                  <a:pt x="23289" y="9406"/>
                </a:lnTo>
                <a:lnTo>
                  <a:pt x="23443" y="11721"/>
                </a:lnTo>
                <a:lnTo>
                  <a:pt x="23289" y="14037"/>
                </a:lnTo>
                <a:lnTo>
                  <a:pt x="21538" y="18263"/>
                </a:lnTo>
                <a:lnTo>
                  <a:pt x="20010" y="20010"/>
                </a:lnTo>
                <a:lnTo>
                  <a:pt x="18263" y="21538"/>
                </a:lnTo>
                <a:lnTo>
                  <a:pt x="14037" y="23289"/>
                </a:lnTo>
                <a:lnTo>
                  <a:pt x="11721" y="23443"/>
                </a:lnTo>
                <a:lnTo>
                  <a:pt x="9406" y="23289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887" name="Shape 887"/>
          <p:cNvSpPr/>
          <p:nvPr/>
        </p:nvSpPr>
        <p:spPr>
          <a:xfrm>
            <a:off x="6070756" y="1983902"/>
            <a:ext cx="23656" cy="23656"/>
          </a:xfrm>
          <a:custGeom>
            <a:avLst/>
            <a:gdLst/>
            <a:ahLst/>
            <a:cxnLst/>
            <a:rect l="0" t="0" r="r" b="b"/>
            <a:pathLst>
              <a:path w="23656" h="23656">
                <a:moveTo>
                  <a:pt x="9491" y="23500"/>
                </a:moveTo>
                <a:lnTo>
                  <a:pt x="5226" y="21734"/>
                </a:lnTo>
                <a:lnTo>
                  <a:pt x="3464" y="20191"/>
                </a:lnTo>
                <a:lnTo>
                  <a:pt x="1922" y="18429"/>
                </a:lnTo>
                <a:lnTo>
                  <a:pt x="155" y="14164"/>
                </a:lnTo>
                <a:lnTo>
                  <a:pt x="0" y="11828"/>
                </a:lnTo>
                <a:lnTo>
                  <a:pt x="155" y="9491"/>
                </a:lnTo>
                <a:lnTo>
                  <a:pt x="1922" y="5226"/>
                </a:lnTo>
                <a:lnTo>
                  <a:pt x="3464" y="3464"/>
                </a:lnTo>
                <a:lnTo>
                  <a:pt x="5226" y="1922"/>
                </a:lnTo>
                <a:lnTo>
                  <a:pt x="9491" y="155"/>
                </a:lnTo>
                <a:lnTo>
                  <a:pt x="11828" y="0"/>
                </a:lnTo>
                <a:lnTo>
                  <a:pt x="14164" y="155"/>
                </a:lnTo>
                <a:lnTo>
                  <a:pt x="18429" y="1922"/>
                </a:lnTo>
                <a:lnTo>
                  <a:pt x="20191" y="3464"/>
                </a:lnTo>
                <a:lnTo>
                  <a:pt x="21734" y="5226"/>
                </a:lnTo>
                <a:lnTo>
                  <a:pt x="23500" y="9491"/>
                </a:lnTo>
                <a:lnTo>
                  <a:pt x="23656" y="11828"/>
                </a:lnTo>
                <a:lnTo>
                  <a:pt x="23500" y="14164"/>
                </a:lnTo>
                <a:lnTo>
                  <a:pt x="21734" y="18429"/>
                </a:lnTo>
                <a:lnTo>
                  <a:pt x="20191" y="20191"/>
                </a:lnTo>
                <a:lnTo>
                  <a:pt x="18429" y="21734"/>
                </a:lnTo>
                <a:lnTo>
                  <a:pt x="14164" y="23500"/>
                </a:lnTo>
                <a:lnTo>
                  <a:pt x="11828" y="23656"/>
                </a:lnTo>
                <a:lnTo>
                  <a:pt x="9491" y="23500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888" name="Shape 888"/>
          <p:cNvSpPr/>
          <p:nvPr/>
        </p:nvSpPr>
        <p:spPr>
          <a:xfrm>
            <a:off x="6106081" y="1987761"/>
            <a:ext cx="23793" cy="23793"/>
          </a:xfrm>
          <a:custGeom>
            <a:avLst/>
            <a:gdLst/>
            <a:ahLst/>
            <a:cxnLst/>
            <a:rect l="0" t="0" r="r" b="b"/>
            <a:pathLst>
              <a:path w="23793" h="23793">
                <a:moveTo>
                  <a:pt x="9546" y="23636"/>
                </a:moveTo>
                <a:lnTo>
                  <a:pt x="5257" y="21859"/>
                </a:lnTo>
                <a:lnTo>
                  <a:pt x="3484" y="20308"/>
                </a:lnTo>
                <a:lnTo>
                  <a:pt x="1933" y="18536"/>
                </a:lnTo>
                <a:lnTo>
                  <a:pt x="156" y="14246"/>
                </a:lnTo>
                <a:lnTo>
                  <a:pt x="0" y="11896"/>
                </a:lnTo>
                <a:lnTo>
                  <a:pt x="156" y="9546"/>
                </a:lnTo>
                <a:lnTo>
                  <a:pt x="1933" y="5257"/>
                </a:lnTo>
                <a:lnTo>
                  <a:pt x="3484" y="3484"/>
                </a:lnTo>
                <a:lnTo>
                  <a:pt x="5257" y="1933"/>
                </a:lnTo>
                <a:lnTo>
                  <a:pt x="9546" y="156"/>
                </a:lnTo>
                <a:lnTo>
                  <a:pt x="11896" y="0"/>
                </a:lnTo>
                <a:lnTo>
                  <a:pt x="14246" y="156"/>
                </a:lnTo>
                <a:lnTo>
                  <a:pt x="18536" y="1933"/>
                </a:lnTo>
                <a:lnTo>
                  <a:pt x="20308" y="3484"/>
                </a:lnTo>
                <a:lnTo>
                  <a:pt x="21859" y="5257"/>
                </a:lnTo>
                <a:lnTo>
                  <a:pt x="23636" y="9546"/>
                </a:lnTo>
                <a:lnTo>
                  <a:pt x="23793" y="11896"/>
                </a:lnTo>
                <a:lnTo>
                  <a:pt x="23636" y="14246"/>
                </a:lnTo>
                <a:lnTo>
                  <a:pt x="21859" y="18536"/>
                </a:lnTo>
                <a:lnTo>
                  <a:pt x="20308" y="20308"/>
                </a:lnTo>
                <a:lnTo>
                  <a:pt x="18536" y="21859"/>
                </a:lnTo>
                <a:lnTo>
                  <a:pt x="14246" y="23636"/>
                </a:lnTo>
                <a:lnTo>
                  <a:pt x="11896" y="23793"/>
                </a:lnTo>
                <a:lnTo>
                  <a:pt x="9546" y="23636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889" name="Shape 889"/>
          <p:cNvSpPr/>
          <p:nvPr/>
        </p:nvSpPr>
        <p:spPr>
          <a:xfrm>
            <a:off x="6143715" y="1991879"/>
            <a:ext cx="23925" cy="23925"/>
          </a:xfrm>
          <a:custGeom>
            <a:avLst/>
            <a:gdLst/>
            <a:ahLst/>
            <a:cxnLst/>
            <a:rect l="0" t="0" r="r" b="b"/>
            <a:pathLst>
              <a:path w="23925" h="23925">
                <a:moveTo>
                  <a:pt x="9599" y="23767"/>
                </a:moveTo>
                <a:lnTo>
                  <a:pt x="5286" y="21980"/>
                </a:lnTo>
                <a:lnTo>
                  <a:pt x="3503" y="20421"/>
                </a:lnTo>
                <a:lnTo>
                  <a:pt x="1944" y="18638"/>
                </a:lnTo>
                <a:lnTo>
                  <a:pt x="157" y="14325"/>
                </a:lnTo>
                <a:lnTo>
                  <a:pt x="0" y="11962"/>
                </a:lnTo>
                <a:lnTo>
                  <a:pt x="157" y="9599"/>
                </a:lnTo>
                <a:lnTo>
                  <a:pt x="1944" y="5286"/>
                </a:lnTo>
                <a:lnTo>
                  <a:pt x="3503" y="3503"/>
                </a:lnTo>
                <a:lnTo>
                  <a:pt x="5286" y="1944"/>
                </a:lnTo>
                <a:lnTo>
                  <a:pt x="9599" y="157"/>
                </a:lnTo>
                <a:lnTo>
                  <a:pt x="11962" y="0"/>
                </a:lnTo>
                <a:lnTo>
                  <a:pt x="14325" y="157"/>
                </a:lnTo>
                <a:lnTo>
                  <a:pt x="18638" y="1944"/>
                </a:lnTo>
                <a:lnTo>
                  <a:pt x="20421" y="3503"/>
                </a:lnTo>
                <a:lnTo>
                  <a:pt x="21980" y="5286"/>
                </a:lnTo>
                <a:lnTo>
                  <a:pt x="23767" y="9599"/>
                </a:lnTo>
                <a:lnTo>
                  <a:pt x="23925" y="11962"/>
                </a:lnTo>
                <a:lnTo>
                  <a:pt x="23767" y="14325"/>
                </a:lnTo>
                <a:lnTo>
                  <a:pt x="21980" y="18638"/>
                </a:lnTo>
                <a:lnTo>
                  <a:pt x="20421" y="20421"/>
                </a:lnTo>
                <a:lnTo>
                  <a:pt x="18638" y="21980"/>
                </a:lnTo>
                <a:lnTo>
                  <a:pt x="14325" y="23767"/>
                </a:lnTo>
                <a:lnTo>
                  <a:pt x="11962" y="23925"/>
                </a:lnTo>
                <a:lnTo>
                  <a:pt x="9599" y="23767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890" name="Shape 890"/>
          <p:cNvSpPr/>
          <p:nvPr/>
        </p:nvSpPr>
        <p:spPr>
          <a:xfrm>
            <a:off x="5694045" y="1955611"/>
            <a:ext cx="22098" cy="22098"/>
          </a:xfrm>
          <a:custGeom>
            <a:avLst/>
            <a:gdLst/>
            <a:ahLst/>
            <a:cxnLst/>
            <a:rect l="0" t="0" r="r" b="b"/>
            <a:pathLst>
              <a:path w="22098" h="22098">
                <a:moveTo>
                  <a:pt x="8866" y="21953"/>
                </a:moveTo>
                <a:lnTo>
                  <a:pt x="4882" y="20303"/>
                </a:lnTo>
                <a:lnTo>
                  <a:pt x="3236" y="18862"/>
                </a:lnTo>
                <a:lnTo>
                  <a:pt x="1795" y="17216"/>
                </a:lnTo>
                <a:lnTo>
                  <a:pt x="145" y="13232"/>
                </a:lnTo>
                <a:lnTo>
                  <a:pt x="0" y="11049"/>
                </a:lnTo>
                <a:lnTo>
                  <a:pt x="145" y="8866"/>
                </a:lnTo>
                <a:lnTo>
                  <a:pt x="1795" y="4882"/>
                </a:lnTo>
                <a:lnTo>
                  <a:pt x="3236" y="3236"/>
                </a:lnTo>
                <a:lnTo>
                  <a:pt x="4882" y="1795"/>
                </a:lnTo>
                <a:lnTo>
                  <a:pt x="8866" y="145"/>
                </a:lnTo>
                <a:lnTo>
                  <a:pt x="11049" y="0"/>
                </a:lnTo>
                <a:lnTo>
                  <a:pt x="13232" y="145"/>
                </a:lnTo>
                <a:lnTo>
                  <a:pt x="17216" y="1795"/>
                </a:lnTo>
                <a:lnTo>
                  <a:pt x="18862" y="3236"/>
                </a:lnTo>
                <a:lnTo>
                  <a:pt x="20303" y="4882"/>
                </a:lnTo>
                <a:lnTo>
                  <a:pt x="21953" y="8866"/>
                </a:lnTo>
                <a:lnTo>
                  <a:pt x="22098" y="11049"/>
                </a:lnTo>
                <a:lnTo>
                  <a:pt x="21953" y="13232"/>
                </a:lnTo>
                <a:lnTo>
                  <a:pt x="20303" y="17216"/>
                </a:lnTo>
                <a:lnTo>
                  <a:pt x="18862" y="18862"/>
                </a:lnTo>
                <a:lnTo>
                  <a:pt x="17216" y="20303"/>
                </a:lnTo>
                <a:lnTo>
                  <a:pt x="13232" y="21953"/>
                </a:lnTo>
                <a:lnTo>
                  <a:pt x="11049" y="22098"/>
                </a:lnTo>
                <a:lnTo>
                  <a:pt x="8866" y="21953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891" name="Shape 891"/>
          <p:cNvSpPr/>
          <p:nvPr/>
        </p:nvSpPr>
        <p:spPr>
          <a:xfrm>
            <a:off x="5721048" y="1958965"/>
            <a:ext cx="22347" cy="22347"/>
          </a:xfrm>
          <a:custGeom>
            <a:avLst/>
            <a:gdLst/>
            <a:ahLst/>
            <a:cxnLst/>
            <a:rect l="0" t="0" r="r" b="b"/>
            <a:pathLst>
              <a:path w="22347" h="22347">
                <a:moveTo>
                  <a:pt x="8966" y="22200"/>
                </a:moveTo>
                <a:lnTo>
                  <a:pt x="4937" y="20531"/>
                </a:lnTo>
                <a:lnTo>
                  <a:pt x="3272" y="19074"/>
                </a:lnTo>
                <a:lnTo>
                  <a:pt x="1815" y="17409"/>
                </a:lnTo>
                <a:lnTo>
                  <a:pt x="147" y="13381"/>
                </a:lnTo>
                <a:lnTo>
                  <a:pt x="0" y="11173"/>
                </a:lnTo>
                <a:lnTo>
                  <a:pt x="147" y="8966"/>
                </a:lnTo>
                <a:lnTo>
                  <a:pt x="1815" y="4937"/>
                </a:lnTo>
                <a:lnTo>
                  <a:pt x="3272" y="3272"/>
                </a:lnTo>
                <a:lnTo>
                  <a:pt x="4937" y="1815"/>
                </a:lnTo>
                <a:lnTo>
                  <a:pt x="8966" y="147"/>
                </a:lnTo>
                <a:lnTo>
                  <a:pt x="11173" y="0"/>
                </a:lnTo>
                <a:lnTo>
                  <a:pt x="13381" y="147"/>
                </a:lnTo>
                <a:lnTo>
                  <a:pt x="17409" y="1815"/>
                </a:lnTo>
                <a:lnTo>
                  <a:pt x="19074" y="3272"/>
                </a:lnTo>
                <a:lnTo>
                  <a:pt x="20531" y="4937"/>
                </a:lnTo>
                <a:lnTo>
                  <a:pt x="22200" y="8966"/>
                </a:lnTo>
                <a:lnTo>
                  <a:pt x="22347" y="11173"/>
                </a:lnTo>
                <a:lnTo>
                  <a:pt x="22200" y="13381"/>
                </a:lnTo>
                <a:lnTo>
                  <a:pt x="20531" y="17409"/>
                </a:lnTo>
                <a:lnTo>
                  <a:pt x="19074" y="19074"/>
                </a:lnTo>
                <a:lnTo>
                  <a:pt x="17409" y="20531"/>
                </a:lnTo>
                <a:lnTo>
                  <a:pt x="13381" y="22200"/>
                </a:lnTo>
                <a:lnTo>
                  <a:pt x="11173" y="22347"/>
                </a:lnTo>
                <a:lnTo>
                  <a:pt x="8966" y="22200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892" name="Shape 892"/>
          <p:cNvSpPr/>
          <p:nvPr/>
        </p:nvSpPr>
        <p:spPr>
          <a:xfrm>
            <a:off x="5740177" y="1961346"/>
            <a:ext cx="22511" cy="22511"/>
          </a:xfrm>
          <a:custGeom>
            <a:avLst/>
            <a:gdLst/>
            <a:ahLst/>
            <a:cxnLst/>
            <a:rect l="0" t="0" r="r" b="b"/>
            <a:pathLst>
              <a:path w="22511" h="22511">
                <a:moveTo>
                  <a:pt x="9032" y="22363"/>
                </a:moveTo>
                <a:lnTo>
                  <a:pt x="4973" y="20682"/>
                </a:lnTo>
                <a:lnTo>
                  <a:pt x="3296" y="19214"/>
                </a:lnTo>
                <a:lnTo>
                  <a:pt x="1829" y="17537"/>
                </a:lnTo>
                <a:lnTo>
                  <a:pt x="148" y="13479"/>
                </a:lnTo>
                <a:lnTo>
                  <a:pt x="0" y="11255"/>
                </a:lnTo>
                <a:lnTo>
                  <a:pt x="148" y="9032"/>
                </a:lnTo>
                <a:lnTo>
                  <a:pt x="1829" y="4973"/>
                </a:lnTo>
                <a:lnTo>
                  <a:pt x="3296" y="3296"/>
                </a:lnTo>
                <a:lnTo>
                  <a:pt x="4973" y="1829"/>
                </a:lnTo>
                <a:lnTo>
                  <a:pt x="9032" y="148"/>
                </a:lnTo>
                <a:lnTo>
                  <a:pt x="11255" y="0"/>
                </a:lnTo>
                <a:lnTo>
                  <a:pt x="13479" y="148"/>
                </a:lnTo>
                <a:lnTo>
                  <a:pt x="17537" y="1829"/>
                </a:lnTo>
                <a:lnTo>
                  <a:pt x="19214" y="3296"/>
                </a:lnTo>
                <a:lnTo>
                  <a:pt x="20682" y="4973"/>
                </a:lnTo>
                <a:lnTo>
                  <a:pt x="22363" y="9032"/>
                </a:lnTo>
                <a:lnTo>
                  <a:pt x="22511" y="11255"/>
                </a:lnTo>
                <a:lnTo>
                  <a:pt x="22363" y="13479"/>
                </a:lnTo>
                <a:lnTo>
                  <a:pt x="20682" y="17537"/>
                </a:lnTo>
                <a:lnTo>
                  <a:pt x="19214" y="19214"/>
                </a:lnTo>
                <a:lnTo>
                  <a:pt x="17537" y="20682"/>
                </a:lnTo>
                <a:lnTo>
                  <a:pt x="13479" y="22363"/>
                </a:lnTo>
                <a:lnTo>
                  <a:pt x="11255" y="22511"/>
                </a:lnTo>
                <a:lnTo>
                  <a:pt x="9032" y="2236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893" name="Shape 893"/>
          <p:cNvSpPr/>
          <p:nvPr/>
        </p:nvSpPr>
        <p:spPr>
          <a:xfrm>
            <a:off x="5760288" y="1963854"/>
            <a:ext cx="22673" cy="22673"/>
          </a:xfrm>
          <a:custGeom>
            <a:avLst/>
            <a:gdLst/>
            <a:ahLst/>
            <a:cxnLst/>
            <a:rect l="0" t="0" r="r" b="b"/>
            <a:pathLst>
              <a:path w="22673" h="22673">
                <a:moveTo>
                  <a:pt x="9097" y="22524"/>
                </a:moveTo>
                <a:lnTo>
                  <a:pt x="5009" y="20831"/>
                </a:lnTo>
                <a:lnTo>
                  <a:pt x="3320" y="19353"/>
                </a:lnTo>
                <a:lnTo>
                  <a:pt x="1842" y="17663"/>
                </a:lnTo>
                <a:lnTo>
                  <a:pt x="149" y="13576"/>
                </a:lnTo>
                <a:lnTo>
                  <a:pt x="0" y="11336"/>
                </a:lnTo>
                <a:lnTo>
                  <a:pt x="149" y="9097"/>
                </a:lnTo>
                <a:lnTo>
                  <a:pt x="1842" y="5009"/>
                </a:lnTo>
                <a:lnTo>
                  <a:pt x="3320" y="3320"/>
                </a:lnTo>
                <a:lnTo>
                  <a:pt x="5009" y="1842"/>
                </a:lnTo>
                <a:lnTo>
                  <a:pt x="9097" y="149"/>
                </a:lnTo>
                <a:lnTo>
                  <a:pt x="11336" y="0"/>
                </a:lnTo>
                <a:lnTo>
                  <a:pt x="13576" y="149"/>
                </a:lnTo>
                <a:lnTo>
                  <a:pt x="17663" y="1842"/>
                </a:lnTo>
                <a:lnTo>
                  <a:pt x="19353" y="3320"/>
                </a:lnTo>
                <a:lnTo>
                  <a:pt x="20831" y="5009"/>
                </a:lnTo>
                <a:lnTo>
                  <a:pt x="22524" y="9097"/>
                </a:lnTo>
                <a:lnTo>
                  <a:pt x="22673" y="11336"/>
                </a:lnTo>
                <a:lnTo>
                  <a:pt x="22524" y="13576"/>
                </a:lnTo>
                <a:lnTo>
                  <a:pt x="20831" y="17663"/>
                </a:lnTo>
                <a:lnTo>
                  <a:pt x="19353" y="19353"/>
                </a:lnTo>
                <a:lnTo>
                  <a:pt x="17663" y="20831"/>
                </a:lnTo>
                <a:lnTo>
                  <a:pt x="13576" y="22524"/>
                </a:lnTo>
                <a:lnTo>
                  <a:pt x="11336" y="22673"/>
                </a:lnTo>
                <a:lnTo>
                  <a:pt x="9097" y="22524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894" name="Shape 894"/>
          <p:cNvSpPr/>
          <p:nvPr/>
        </p:nvSpPr>
        <p:spPr>
          <a:xfrm>
            <a:off x="5792467" y="1967875"/>
            <a:ext cx="22913" cy="22913"/>
          </a:xfrm>
          <a:custGeom>
            <a:avLst/>
            <a:gdLst/>
            <a:ahLst/>
            <a:cxnLst/>
            <a:rect l="0" t="0" r="r" b="b"/>
            <a:pathLst>
              <a:path w="22913" h="22913">
                <a:moveTo>
                  <a:pt x="9193" y="22762"/>
                </a:moveTo>
                <a:lnTo>
                  <a:pt x="5062" y="21051"/>
                </a:lnTo>
                <a:lnTo>
                  <a:pt x="3355" y="19557"/>
                </a:lnTo>
                <a:lnTo>
                  <a:pt x="1861" y="17850"/>
                </a:lnTo>
                <a:lnTo>
                  <a:pt x="150" y="13719"/>
                </a:lnTo>
                <a:lnTo>
                  <a:pt x="0" y="11456"/>
                </a:lnTo>
                <a:lnTo>
                  <a:pt x="150" y="9193"/>
                </a:lnTo>
                <a:lnTo>
                  <a:pt x="1861" y="5062"/>
                </a:lnTo>
                <a:lnTo>
                  <a:pt x="3355" y="3355"/>
                </a:lnTo>
                <a:lnTo>
                  <a:pt x="5062" y="1861"/>
                </a:lnTo>
                <a:lnTo>
                  <a:pt x="9193" y="150"/>
                </a:lnTo>
                <a:lnTo>
                  <a:pt x="11456" y="0"/>
                </a:lnTo>
                <a:lnTo>
                  <a:pt x="13719" y="150"/>
                </a:lnTo>
                <a:lnTo>
                  <a:pt x="17850" y="1861"/>
                </a:lnTo>
                <a:lnTo>
                  <a:pt x="19557" y="3355"/>
                </a:lnTo>
                <a:lnTo>
                  <a:pt x="21051" y="5062"/>
                </a:lnTo>
                <a:lnTo>
                  <a:pt x="22762" y="9193"/>
                </a:lnTo>
                <a:lnTo>
                  <a:pt x="22913" y="11456"/>
                </a:lnTo>
                <a:lnTo>
                  <a:pt x="22762" y="13719"/>
                </a:lnTo>
                <a:lnTo>
                  <a:pt x="21051" y="17850"/>
                </a:lnTo>
                <a:lnTo>
                  <a:pt x="19557" y="19557"/>
                </a:lnTo>
                <a:lnTo>
                  <a:pt x="17850" y="21051"/>
                </a:lnTo>
                <a:lnTo>
                  <a:pt x="13719" y="22762"/>
                </a:lnTo>
                <a:lnTo>
                  <a:pt x="11456" y="22913"/>
                </a:lnTo>
                <a:lnTo>
                  <a:pt x="9193" y="22762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895" name="Shape 895"/>
          <p:cNvSpPr/>
          <p:nvPr/>
        </p:nvSpPr>
        <p:spPr>
          <a:xfrm>
            <a:off x="5827329" y="1972242"/>
            <a:ext cx="23149" cy="23149"/>
          </a:xfrm>
          <a:custGeom>
            <a:avLst/>
            <a:gdLst/>
            <a:ahLst/>
            <a:cxnLst/>
            <a:rect l="0" t="0" r="r" b="b"/>
            <a:pathLst>
              <a:path w="23149" h="23149">
                <a:moveTo>
                  <a:pt x="9288" y="22997"/>
                </a:moveTo>
                <a:lnTo>
                  <a:pt x="5114" y="21268"/>
                </a:lnTo>
                <a:lnTo>
                  <a:pt x="3390" y="19759"/>
                </a:lnTo>
                <a:lnTo>
                  <a:pt x="1881" y="18034"/>
                </a:lnTo>
                <a:lnTo>
                  <a:pt x="152" y="13861"/>
                </a:lnTo>
                <a:lnTo>
                  <a:pt x="0" y="11574"/>
                </a:lnTo>
                <a:lnTo>
                  <a:pt x="152" y="9288"/>
                </a:lnTo>
                <a:lnTo>
                  <a:pt x="1881" y="5114"/>
                </a:lnTo>
                <a:lnTo>
                  <a:pt x="3390" y="3390"/>
                </a:lnTo>
                <a:lnTo>
                  <a:pt x="5114" y="1881"/>
                </a:lnTo>
                <a:lnTo>
                  <a:pt x="9288" y="152"/>
                </a:lnTo>
                <a:lnTo>
                  <a:pt x="11574" y="0"/>
                </a:lnTo>
                <a:lnTo>
                  <a:pt x="13861" y="152"/>
                </a:lnTo>
                <a:lnTo>
                  <a:pt x="18034" y="1881"/>
                </a:lnTo>
                <a:lnTo>
                  <a:pt x="19759" y="3390"/>
                </a:lnTo>
                <a:lnTo>
                  <a:pt x="21268" y="5114"/>
                </a:lnTo>
                <a:lnTo>
                  <a:pt x="22997" y="9288"/>
                </a:lnTo>
                <a:lnTo>
                  <a:pt x="23149" y="11574"/>
                </a:lnTo>
                <a:lnTo>
                  <a:pt x="22997" y="13861"/>
                </a:lnTo>
                <a:lnTo>
                  <a:pt x="21268" y="18034"/>
                </a:lnTo>
                <a:lnTo>
                  <a:pt x="19759" y="19759"/>
                </a:lnTo>
                <a:lnTo>
                  <a:pt x="18034" y="21268"/>
                </a:lnTo>
                <a:lnTo>
                  <a:pt x="13861" y="22997"/>
                </a:lnTo>
                <a:lnTo>
                  <a:pt x="11574" y="23149"/>
                </a:lnTo>
                <a:lnTo>
                  <a:pt x="9288" y="22997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896" name="Shape 896"/>
          <p:cNvSpPr/>
          <p:nvPr/>
        </p:nvSpPr>
        <p:spPr>
          <a:xfrm>
            <a:off x="5852229" y="1975366"/>
            <a:ext cx="23305" cy="23305"/>
          </a:xfrm>
          <a:custGeom>
            <a:avLst/>
            <a:gdLst/>
            <a:ahLst/>
            <a:cxnLst/>
            <a:rect l="0" t="0" r="r" b="b"/>
            <a:pathLst>
              <a:path w="23305" h="23305">
                <a:moveTo>
                  <a:pt x="9350" y="23151"/>
                </a:moveTo>
                <a:lnTo>
                  <a:pt x="5149" y="21411"/>
                </a:lnTo>
                <a:lnTo>
                  <a:pt x="3412" y="19892"/>
                </a:lnTo>
                <a:lnTo>
                  <a:pt x="1893" y="18156"/>
                </a:lnTo>
                <a:lnTo>
                  <a:pt x="153" y="13954"/>
                </a:lnTo>
                <a:lnTo>
                  <a:pt x="0" y="11652"/>
                </a:lnTo>
                <a:lnTo>
                  <a:pt x="153" y="9350"/>
                </a:lnTo>
                <a:lnTo>
                  <a:pt x="1893" y="5149"/>
                </a:lnTo>
                <a:lnTo>
                  <a:pt x="3412" y="3412"/>
                </a:lnTo>
                <a:lnTo>
                  <a:pt x="5149" y="1893"/>
                </a:lnTo>
                <a:lnTo>
                  <a:pt x="9350" y="153"/>
                </a:lnTo>
                <a:lnTo>
                  <a:pt x="11652" y="0"/>
                </a:lnTo>
                <a:lnTo>
                  <a:pt x="13954" y="153"/>
                </a:lnTo>
                <a:lnTo>
                  <a:pt x="18156" y="1893"/>
                </a:lnTo>
                <a:lnTo>
                  <a:pt x="19892" y="3412"/>
                </a:lnTo>
                <a:lnTo>
                  <a:pt x="21411" y="5149"/>
                </a:lnTo>
                <a:lnTo>
                  <a:pt x="23151" y="9350"/>
                </a:lnTo>
                <a:lnTo>
                  <a:pt x="23305" y="11652"/>
                </a:lnTo>
                <a:lnTo>
                  <a:pt x="23151" y="13954"/>
                </a:lnTo>
                <a:lnTo>
                  <a:pt x="21411" y="18156"/>
                </a:lnTo>
                <a:lnTo>
                  <a:pt x="19892" y="19892"/>
                </a:lnTo>
                <a:lnTo>
                  <a:pt x="18156" y="21411"/>
                </a:lnTo>
                <a:lnTo>
                  <a:pt x="13954" y="23151"/>
                </a:lnTo>
                <a:lnTo>
                  <a:pt x="11652" y="23305"/>
                </a:lnTo>
                <a:lnTo>
                  <a:pt x="9350" y="2315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897" name="Shape 897"/>
          <p:cNvSpPr/>
          <p:nvPr/>
        </p:nvSpPr>
        <p:spPr>
          <a:xfrm>
            <a:off x="5892366" y="1980413"/>
            <a:ext cx="23533" cy="23533"/>
          </a:xfrm>
          <a:custGeom>
            <a:avLst/>
            <a:gdLst/>
            <a:ahLst/>
            <a:cxnLst/>
            <a:rect l="0" t="0" r="r" b="b"/>
            <a:pathLst>
              <a:path w="23533" h="23533">
                <a:moveTo>
                  <a:pt x="9442" y="23378"/>
                </a:moveTo>
                <a:lnTo>
                  <a:pt x="5199" y="21621"/>
                </a:lnTo>
                <a:lnTo>
                  <a:pt x="3446" y="20087"/>
                </a:lnTo>
                <a:lnTo>
                  <a:pt x="1912" y="18333"/>
                </a:lnTo>
                <a:lnTo>
                  <a:pt x="154" y="14091"/>
                </a:lnTo>
                <a:lnTo>
                  <a:pt x="0" y="11766"/>
                </a:lnTo>
                <a:lnTo>
                  <a:pt x="154" y="9442"/>
                </a:lnTo>
                <a:lnTo>
                  <a:pt x="1912" y="5199"/>
                </a:lnTo>
                <a:lnTo>
                  <a:pt x="3446" y="3446"/>
                </a:lnTo>
                <a:lnTo>
                  <a:pt x="5199" y="1912"/>
                </a:lnTo>
                <a:lnTo>
                  <a:pt x="9442" y="154"/>
                </a:lnTo>
                <a:lnTo>
                  <a:pt x="11766" y="0"/>
                </a:lnTo>
                <a:lnTo>
                  <a:pt x="14091" y="154"/>
                </a:lnTo>
                <a:lnTo>
                  <a:pt x="18333" y="1912"/>
                </a:lnTo>
                <a:lnTo>
                  <a:pt x="20087" y="3446"/>
                </a:lnTo>
                <a:lnTo>
                  <a:pt x="21621" y="5199"/>
                </a:lnTo>
                <a:lnTo>
                  <a:pt x="23378" y="9442"/>
                </a:lnTo>
                <a:lnTo>
                  <a:pt x="23533" y="11766"/>
                </a:lnTo>
                <a:lnTo>
                  <a:pt x="23378" y="14091"/>
                </a:lnTo>
                <a:lnTo>
                  <a:pt x="21621" y="18333"/>
                </a:lnTo>
                <a:lnTo>
                  <a:pt x="20087" y="20087"/>
                </a:lnTo>
                <a:lnTo>
                  <a:pt x="18333" y="21621"/>
                </a:lnTo>
                <a:lnTo>
                  <a:pt x="14091" y="23378"/>
                </a:lnTo>
                <a:lnTo>
                  <a:pt x="11766" y="23533"/>
                </a:lnTo>
                <a:lnTo>
                  <a:pt x="9442" y="2337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898" name="Shape 898"/>
          <p:cNvSpPr/>
          <p:nvPr/>
        </p:nvSpPr>
        <p:spPr>
          <a:xfrm>
            <a:off x="5936260" y="1985943"/>
            <a:ext cx="23757" cy="23757"/>
          </a:xfrm>
          <a:custGeom>
            <a:avLst/>
            <a:gdLst/>
            <a:ahLst/>
            <a:cxnLst/>
            <a:rect l="0" t="0" r="r" b="b"/>
            <a:pathLst>
              <a:path w="23757" h="23757">
                <a:moveTo>
                  <a:pt x="9532" y="23601"/>
                </a:moveTo>
                <a:lnTo>
                  <a:pt x="5249" y="21827"/>
                </a:lnTo>
                <a:lnTo>
                  <a:pt x="3479" y="20278"/>
                </a:lnTo>
                <a:lnTo>
                  <a:pt x="1930" y="18508"/>
                </a:lnTo>
                <a:lnTo>
                  <a:pt x="156" y="14225"/>
                </a:lnTo>
                <a:lnTo>
                  <a:pt x="0" y="11878"/>
                </a:lnTo>
                <a:lnTo>
                  <a:pt x="156" y="9532"/>
                </a:lnTo>
                <a:lnTo>
                  <a:pt x="1930" y="5249"/>
                </a:lnTo>
                <a:lnTo>
                  <a:pt x="3479" y="3479"/>
                </a:lnTo>
                <a:lnTo>
                  <a:pt x="5249" y="1930"/>
                </a:lnTo>
                <a:lnTo>
                  <a:pt x="9532" y="156"/>
                </a:lnTo>
                <a:lnTo>
                  <a:pt x="11878" y="0"/>
                </a:lnTo>
                <a:lnTo>
                  <a:pt x="14225" y="156"/>
                </a:lnTo>
                <a:lnTo>
                  <a:pt x="18508" y="1930"/>
                </a:lnTo>
                <a:lnTo>
                  <a:pt x="20278" y="3479"/>
                </a:lnTo>
                <a:lnTo>
                  <a:pt x="21827" y="5249"/>
                </a:lnTo>
                <a:lnTo>
                  <a:pt x="23601" y="9532"/>
                </a:lnTo>
                <a:lnTo>
                  <a:pt x="23757" y="11878"/>
                </a:lnTo>
                <a:lnTo>
                  <a:pt x="23601" y="14225"/>
                </a:lnTo>
                <a:lnTo>
                  <a:pt x="21827" y="18508"/>
                </a:lnTo>
                <a:lnTo>
                  <a:pt x="20278" y="20278"/>
                </a:lnTo>
                <a:lnTo>
                  <a:pt x="18508" y="21827"/>
                </a:lnTo>
                <a:lnTo>
                  <a:pt x="14225" y="23601"/>
                </a:lnTo>
                <a:lnTo>
                  <a:pt x="11878" y="23757"/>
                </a:lnTo>
                <a:lnTo>
                  <a:pt x="9532" y="2360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899" name="Shape 899"/>
          <p:cNvSpPr/>
          <p:nvPr/>
        </p:nvSpPr>
        <p:spPr>
          <a:xfrm>
            <a:off x="5967879" y="1989934"/>
            <a:ext cx="23902" cy="23902"/>
          </a:xfrm>
          <a:custGeom>
            <a:avLst/>
            <a:gdLst/>
            <a:ahLst/>
            <a:cxnLst/>
            <a:rect l="0" t="0" r="r" b="b"/>
            <a:pathLst>
              <a:path w="23902" h="23902">
                <a:moveTo>
                  <a:pt x="9590" y="23745"/>
                </a:moveTo>
                <a:lnTo>
                  <a:pt x="5281" y="21960"/>
                </a:lnTo>
                <a:lnTo>
                  <a:pt x="3500" y="20402"/>
                </a:lnTo>
                <a:lnTo>
                  <a:pt x="1942" y="18621"/>
                </a:lnTo>
                <a:lnTo>
                  <a:pt x="157" y="14312"/>
                </a:lnTo>
                <a:lnTo>
                  <a:pt x="0" y="11951"/>
                </a:lnTo>
                <a:lnTo>
                  <a:pt x="157" y="9590"/>
                </a:lnTo>
                <a:lnTo>
                  <a:pt x="1942" y="5281"/>
                </a:lnTo>
                <a:lnTo>
                  <a:pt x="3500" y="3500"/>
                </a:lnTo>
                <a:lnTo>
                  <a:pt x="5281" y="1942"/>
                </a:lnTo>
                <a:lnTo>
                  <a:pt x="9590" y="157"/>
                </a:lnTo>
                <a:lnTo>
                  <a:pt x="11951" y="0"/>
                </a:lnTo>
                <a:lnTo>
                  <a:pt x="14312" y="157"/>
                </a:lnTo>
                <a:lnTo>
                  <a:pt x="18621" y="1942"/>
                </a:lnTo>
                <a:lnTo>
                  <a:pt x="20402" y="3500"/>
                </a:lnTo>
                <a:lnTo>
                  <a:pt x="21960" y="5281"/>
                </a:lnTo>
                <a:lnTo>
                  <a:pt x="23745" y="9590"/>
                </a:lnTo>
                <a:lnTo>
                  <a:pt x="23902" y="11951"/>
                </a:lnTo>
                <a:lnTo>
                  <a:pt x="23745" y="14312"/>
                </a:lnTo>
                <a:lnTo>
                  <a:pt x="21960" y="18621"/>
                </a:lnTo>
                <a:lnTo>
                  <a:pt x="20402" y="20402"/>
                </a:lnTo>
                <a:lnTo>
                  <a:pt x="18621" y="21960"/>
                </a:lnTo>
                <a:lnTo>
                  <a:pt x="14312" y="23745"/>
                </a:lnTo>
                <a:lnTo>
                  <a:pt x="11951" y="23902"/>
                </a:lnTo>
                <a:lnTo>
                  <a:pt x="9590" y="23745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900" name="Shape 900"/>
          <p:cNvSpPr/>
          <p:nvPr/>
        </p:nvSpPr>
        <p:spPr>
          <a:xfrm>
            <a:off x="6019319" y="1996437"/>
            <a:ext cx="24113" cy="24113"/>
          </a:xfrm>
          <a:custGeom>
            <a:avLst/>
            <a:gdLst/>
            <a:ahLst/>
            <a:cxnLst/>
            <a:rect l="0" t="0" r="r" b="b"/>
            <a:pathLst>
              <a:path w="24113" h="24113">
                <a:moveTo>
                  <a:pt x="9675" y="23954"/>
                </a:moveTo>
                <a:lnTo>
                  <a:pt x="5327" y="22154"/>
                </a:lnTo>
                <a:lnTo>
                  <a:pt x="3531" y="20582"/>
                </a:lnTo>
                <a:lnTo>
                  <a:pt x="1959" y="18785"/>
                </a:lnTo>
                <a:lnTo>
                  <a:pt x="158" y="14438"/>
                </a:lnTo>
                <a:lnTo>
                  <a:pt x="0" y="12056"/>
                </a:lnTo>
                <a:lnTo>
                  <a:pt x="158" y="9675"/>
                </a:lnTo>
                <a:lnTo>
                  <a:pt x="1959" y="5327"/>
                </a:lnTo>
                <a:lnTo>
                  <a:pt x="3531" y="3531"/>
                </a:lnTo>
                <a:lnTo>
                  <a:pt x="5327" y="1959"/>
                </a:lnTo>
                <a:lnTo>
                  <a:pt x="9675" y="158"/>
                </a:lnTo>
                <a:lnTo>
                  <a:pt x="12056" y="0"/>
                </a:lnTo>
                <a:lnTo>
                  <a:pt x="14438" y="158"/>
                </a:lnTo>
                <a:lnTo>
                  <a:pt x="18785" y="1959"/>
                </a:lnTo>
                <a:lnTo>
                  <a:pt x="20582" y="3531"/>
                </a:lnTo>
                <a:lnTo>
                  <a:pt x="22154" y="5327"/>
                </a:lnTo>
                <a:lnTo>
                  <a:pt x="23954" y="9675"/>
                </a:lnTo>
                <a:lnTo>
                  <a:pt x="24113" y="12056"/>
                </a:lnTo>
                <a:lnTo>
                  <a:pt x="23954" y="14438"/>
                </a:lnTo>
                <a:lnTo>
                  <a:pt x="22154" y="18785"/>
                </a:lnTo>
                <a:lnTo>
                  <a:pt x="20582" y="20582"/>
                </a:lnTo>
                <a:lnTo>
                  <a:pt x="18785" y="22154"/>
                </a:lnTo>
                <a:lnTo>
                  <a:pt x="14438" y="23954"/>
                </a:lnTo>
                <a:lnTo>
                  <a:pt x="12056" y="24113"/>
                </a:lnTo>
                <a:lnTo>
                  <a:pt x="9675" y="23954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901" name="Shape 901"/>
          <p:cNvSpPr/>
          <p:nvPr/>
        </p:nvSpPr>
        <p:spPr>
          <a:xfrm>
            <a:off x="6076258" y="2003651"/>
            <a:ext cx="24313" cy="24313"/>
          </a:xfrm>
          <a:custGeom>
            <a:avLst/>
            <a:gdLst/>
            <a:ahLst/>
            <a:cxnLst/>
            <a:rect l="0" t="0" r="r" b="b"/>
            <a:pathLst>
              <a:path w="24313" h="24313">
                <a:moveTo>
                  <a:pt x="9755" y="24153"/>
                </a:moveTo>
                <a:lnTo>
                  <a:pt x="5372" y="22338"/>
                </a:lnTo>
                <a:lnTo>
                  <a:pt x="3560" y="20753"/>
                </a:lnTo>
                <a:lnTo>
                  <a:pt x="1975" y="18941"/>
                </a:lnTo>
                <a:lnTo>
                  <a:pt x="160" y="14558"/>
                </a:lnTo>
                <a:lnTo>
                  <a:pt x="0" y="12156"/>
                </a:lnTo>
                <a:lnTo>
                  <a:pt x="160" y="9755"/>
                </a:lnTo>
                <a:lnTo>
                  <a:pt x="1975" y="5372"/>
                </a:lnTo>
                <a:lnTo>
                  <a:pt x="3560" y="3560"/>
                </a:lnTo>
                <a:lnTo>
                  <a:pt x="5372" y="1975"/>
                </a:lnTo>
                <a:lnTo>
                  <a:pt x="9755" y="160"/>
                </a:lnTo>
                <a:lnTo>
                  <a:pt x="12156" y="0"/>
                </a:lnTo>
                <a:lnTo>
                  <a:pt x="14558" y="160"/>
                </a:lnTo>
                <a:lnTo>
                  <a:pt x="18941" y="1975"/>
                </a:lnTo>
                <a:lnTo>
                  <a:pt x="20753" y="3560"/>
                </a:lnTo>
                <a:lnTo>
                  <a:pt x="22338" y="5372"/>
                </a:lnTo>
                <a:lnTo>
                  <a:pt x="24153" y="9755"/>
                </a:lnTo>
                <a:lnTo>
                  <a:pt x="24313" y="12156"/>
                </a:lnTo>
                <a:lnTo>
                  <a:pt x="24153" y="14558"/>
                </a:lnTo>
                <a:lnTo>
                  <a:pt x="22338" y="18941"/>
                </a:lnTo>
                <a:lnTo>
                  <a:pt x="20753" y="20753"/>
                </a:lnTo>
                <a:lnTo>
                  <a:pt x="18941" y="22338"/>
                </a:lnTo>
                <a:lnTo>
                  <a:pt x="14558" y="24153"/>
                </a:lnTo>
                <a:lnTo>
                  <a:pt x="12156" y="24313"/>
                </a:lnTo>
                <a:lnTo>
                  <a:pt x="9755" y="24153"/>
                </a:lnTo>
                <a:close/>
              </a:path>
            </a:pathLst>
          </a:custGeom>
          <a:solidFill>
            <a:srgbClr val="7DD181"/>
          </a:solidFill>
          <a:ln>
            <a:noFill/>
          </a:ln>
        </p:spPr>
      </p:sp>
      <p:sp>
        <p:nvSpPr>
          <p:cNvPr id="902" name="Shape 902"/>
          <p:cNvSpPr/>
          <p:nvPr/>
        </p:nvSpPr>
        <p:spPr>
          <a:xfrm>
            <a:off x="6064593" y="2009891"/>
            <a:ext cx="24484" cy="24484"/>
          </a:xfrm>
          <a:custGeom>
            <a:avLst/>
            <a:gdLst/>
            <a:ahLst/>
            <a:cxnLst/>
            <a:rect l="0" t="0" r="r" b="b"/>
            <a:pathLst>
              <a:path w="24484" h="24484">
                <a:moveTo>
                  <a:pt x="9823" y="24323"/>
                </a:moveTo>
                <a:lnTo>
                  <a:pt x="5409" y="22494"/>
                </a:lnTo>
                <a:lnTo>
                  <a:pt x="3585" y="20898"/>
                </a:lnTo>
                <a:lnTo>
                  <a:pt x="1989" y="19074"/>
                </a:lnTo>
                <a:lnTo>
                  <a:pt x="161" y="14660"/>
                </a:lnTo>
                <a:lnTo>
                  <a:pt x="0" y="12242"/>
                </a:lnTo>
                <a:lnTo>
                  <a:pt x="161" y="9823"/>
                </a:lnTo>
                <a:lnTo>
                  <a:pt x="1989" y="5409"/>
                </a:lnTo>
                <a:lnTo>
                  <a:pt x="3585" y="3585"/>
                </a:lnTo>
                <a:lnTo>
                  <a:pt x="5409" y="1989"/>
                </a:lnTo>
                <a:lnTo>
                  <a:pt x="9823" y="161"/>
                </a:lnTo>
                <a:lnTo>
                  <a:pt x="12242" y="0"/>
                </a:lnTo>
                <a:lnTo>
                  <a:pt x="14660" y="161"/>
                </a:lnTo>
                <a:lnTo>
                  <a:pt x="19074" y="1989"/>
                </a:lnTo>
                <a:lnTo>
                  <a:pt x="20898" y="3585"/>
                </a:lnTo>
                <a:lnTo>
                  <a:pt x="22494" y="5409"/>
                </a:lnTo>
                <a:lnTo>
                  <a:pt x="24323" y="9823"/>
                </a:lnTo>
                <a:lnTo>
                  <a:pt x="24484" y="12242"/>
                </a:lnTo>
                <a:lnTo>
                  <a:pt x="24323" y="14660"/>
                </a:lnTo>
                <a:lnTo>
                  <a:pt x="22494" y="19074"/>
                </a:lnTo>
                <a:lnTo>
                  <a:pt x="20898" y="20898"/>
                </a:lnTo>
                <a:lnTo>
                  <a:pt x="19074" y="22494"/>
                </a:lnTo>
                <a:lnTo>
                  <a:pt x="14660" y="24323"/>
                </a:lnTo>
                <a:lnTo>
                  <a:pt x="12242" y="24484"/>
                </a:lnTo>
                <a:lnTo>
                  <a:pt x="9823" y="24323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903" name="Shape 903"/>
          <p:cNvSpPr/>
          <p:nvPr/>
        </p:nvSpPr>
        <p:spPr>
          <a:xfrm>
            <a:off x="6107501" y="2015641"/>
            <a:ext cx="24603" cy="24603"/>
          </a:xfrm>
          <a:custGeom>
            <a:avLst/>
            <a:gdLst/>
            <a:ahLst/>
            <a:cxnLst/>
            <a:rect l="0" t="0" r="r" b="b"/>
            <a:pathLst>
              <a:path w="24603" h="24603">
                <a:moveTo>
                  <a:pt x="9871" y="24441"/>
                </a:moveTo>
                <a:lnTo>
                  <a:pt x="5436" y="22604"/>
                </a:lnTo>
                <a:lnTo>
                  <a:pt x="3603" y="21000"/>
                </a:lnTo>
                <a:lnTo>
                  <a:pt x="1999" y="19167"/>
                </a:lnTo>
                <a:lnTo>
                  <a:pt x="162" y="14732"/>
                </a:lnTo>
                <a:lnTo>
                  <a:pt x="0" y="12301"/>
                </a:lnTo>
                <a:lnTo>
                  <a:pt x="162" y="9871"/>
                </a:lnTo>
                <a:lnTo>
                  <a:pt x="1999" y="5436"/>
                </a:lnTo>
                <a:lnTo>
                  <a:pt x="3603" y="3603"/>
                </a:lnTo>
                <a:lnTo>
                  <a:pt x="5436" y="1999"/>
                </a:lnTo>
                <a:lnTo>
                  <a:pt x="9871" y="162"/>
                </a:lnTo>
                <a:lnTo>
                  <a:pt x="12301" y="0"/>
                </a:lnTo>
                <a:lnTo>
                  <a:pt x="14732" y="162"/>
                </a:lnTo>
                <a:lnTo>
                  <a:pt x="19167" y="1999"/>
                </a:lnTo>
                <a:lnTo>
                  <a:pt x="21000" y="3603"/>
                </a:lnTo>
                <a:lnTo>
                  <a:pt x="22604" y="5436"/>
                </a:lnTo>
                <a:lnTo>
                  <a:pt x="24441" y="9871"/>
                </a:lnTo>
                <a:lnTo>
                  <a:pt x="24603" y="12301"/>
                </a:lnTo>
                <a:lnTo>
                  <a:pt x="24441" y="14732"/>
                </a:lnTo>
                <a:lnTo>
                  <a:pt x="22604" y="19167"/>
                </a:lnTo>
                <a:lnTo>
                  <a:pt x="21000" y="21000"/>
                </a:lnTo>
                <a:lnTo>
                  <a:pt x="19167" y="22604"/>
                </a:lnTo>
                <a:lnTo>
                  <a:pt x="14732" y="24441"/>
                </a:lnTo>
                <a:lnTo>
                  <a:pt x="12301" y="24603"/>
                </a:lnTo>
                <a:lnTo>
                  <a:pt x="9871" y="24441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904" name="Shape 904"/>
          <p:cNvSpPr/>
          <p:nvPr/>
        </p:nvSpPr>
        <p:spPr>
          <a:xfrm>
            <a:off x="5586531" y="1956816"/>
            <a:ext cx="22136" cy="22136"/>
          </a:xfrm>
          <a:custGeom>
            <a:avLst/>
            <a:gdLst/>
            <a:ahLst/>
            <a:cxnLst/>
            <a:rect l="0" t="0" r="r" b="b"/>
            <a:pathLst>
              <a:path w="22136" h="22136">
                <a:moveTo>
                  <a:pt x="8881" y="21990"/>
                </a:moveTo>
                <a:lnTo>
                  <a:pt x="4891" y="20337"/>
                </a:lnTo>
                <a:lnTo>
                  <a:pt x="3241" y="18894"/>
                </a:lnTo>
                <a:lnTo>
                  <a:pt x="1798" y="17245"/>
                </a:lnTo>
                <a:lnTo>
                  <a:pt x="145" y="13254"/>
                </a:lnTo>
                <a:lnTo>
                  <a:pt x="0" y="11068"/>
                </a:lnTo>
                <a:lnTo>
                  <a:pt x="145" y="8881"/>
                </a:lnTo>
                <a:lnTo>
                  <a:pt x="1798" y="4891"/>
                </a:lnTo>
                <a:lnTo>
                  <a:pt x="3241" y="3241"/>
                </a:lnTo>
                <a:lnTo>
                  <a:pt x="4891" y="1798"/>
                </a:lnTo>
                <a:lnTo>
                  <a:pt x="8881" y="145"/>
                </a:lnTo>
                <a:lnTo>
                  <a:pt x="11068" y="0"/>
                </a:lnTo>
                <a:lnTo>
                  <a:pt x="13254" y="145"/>
                </a:lnTo>
                <a:lnTo>
                  <a:pt x="17245" y="1798"/>
                </a:lnTo>
                <a:lnTo>
                  <a:pt x="18894" y="3241"/>
                </a:lnTo>
                <a:lnTo>
                  <a:pt x="20337" y="4891"/>
                </a:lnTo>
                <a:lnTo>
                  <a:pt x="21990" y="8881"/>
                </a:lnTo>
                <a:lnTo>
                  <a:pt x="22136" y="11068"/>
                </a:lnTo>
                <a:lnTo>
                  <a:pt x="21990" y="13254"/>
                </a:lnTo>
                <a:lnTo>
                  <a:pt x="20337" y="17245"/>
                </a:lnTo>
                <a:lnTo>
                  <a:pt x="18894" y="18894"/>
                </a:lnTo>
                <a:lnTo>
                  <a:pt x="17245" y="20337"/>
                </a:lnTo>
                <a:lnTo>
                  <a:pt x="13254" y="21990"/>
                </a:lnTo>
                <a:lnTo>
                  <a:pt x="11068" y="22136"/>
                </a:lnTo>
                <a:lnTo>
                  <a:pt x="8881" y="21990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905" name="Shape 905"/>
          <p:cNvSpPr/>
          <p:nvPr/>
        </p:nvSpPr>
        <p:spPr>
          <a:xfrm>
            <a:off x="5609923" y="1960260"/>
            <a:ext cx="22388" cy="22388"/>
          </a:xfrm>
          <a:custGeom>
            <a:avLst/>
            <a:gdLst/>
            <a:ahLst/>
            <a:cxnLst/>
            <a:rect l="0" t="0" r="r" b="b"/>
            <a:pathLst>
              <a:path w="22388" h="22388">
                <a:moveTo>
                  <a:pt x="8982" y="22241"/>
                </a:moveTo>
                <a:lnTo>
                  <a:pt x="4946" y="20569"/>
                </a:lnTo>
                <a:lnTo>
                  <a:pt x="3278" y="19109"/>
                </a:lnTo>
                <a:lnTo>
                  <a:pt x="1819" y="17441"/>
                </a:lnTo>
                <a:lnTo>
                  <a:pt x="147" y="13405"/>
                </a:lnTo>
                <a:lnTo>
                  <a:pt x="0" y="11194"/>
                </a:lnTo>
                <a:lnTo>
                  <a:pt x="147" y="8982"/>
                </a:lnTo>
                <a:lnTo>
                  <a:pt x="1819" y="4946"/>
                </a:lnTo>
                <a:lnTo>
                  <a:pt x="3278" y="3278"/>
                </a:lnTo>
                <a:lnTo>
                  <a:pt x="4946" y="1819"/>
                </a:lnTo>
                <a:lnTo>
                  <a:pt x="8982" y="147"/>
                </a:lnTo>
                <a:lnTo>
                  <a:pt x="11194" y="0"/>
                </a:lnTo>
                <a:lnTo>
                  <a:pt x="13405" y="147"/>
                </a:lnTo>
                <a:lnTo>
                  <a:pt x="17441" y="1819"/>
                </a:lnTo>
                <a:lnTo>
                  <a:pt x="19109" y="3278"/>
                </a:lnTo>
                <a:lnTo>
                  <a:pt x="20569" y="4946"/>
                </a:lnTo>
                <a:lnTo>
                  <a:pt x="22241" y="8982"/>
                </a:lnTo>
                <a:lnTo>
                  <a:pt x="22388" y="11194"/>
                </a:lnTo>
                <a:lnTo>
                  <a:pt x="22241" y="13405"/>
                </a:lnTo>
                <a:lnTo>
                  <a:pt x="20569" y="17441"/>
                </a:lnTo>
                <a:lnTo>
                  <a:pt x="19109" y="19109"/>
                </a:lnTo>
                <a:lnTo>
                  <a:pt x="17441" y="20569"/>
                </a:lnTo>
                <a:lnTo>
                  <a:pt x="13405" y="22241"/>
                </a:lnTo>
                <a:lnTo>
                  <a:pt x="11194" y="22388"/>
                </a:lnTo>
                <a:lnTo>
                  <a:pt x="8982" y="22241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906" name="Shape 906"/>
          <p:cNvSpPr/>
          <p:nvPr/>
        </p:nvSpPr>
        <p:spPr>
          <a:xfrm>
            <a:off x="5626509" y="1962707"/>
            <a:ext cx="22554" cy="22554"/>
          </a:xfrm>
          <a:custGeom>
            <a:avLst/>
            <a:gdLst/>
            <a:ahLst/>
            <a:cxnLst/>
            <a:rect l="0" t="0" r="r" b="b"/>
            <a:pathLst>
              <a:path w="22554" h="22554">
                <a:moveTo>
                  <a:pt x="9049" y="22405"/>
                </a:moveTo>
                <a:lnTo>
                  <a:pt x="4983" y="20721"/>
                </a:lnTo>
                <a:lnTo>
                  <a:pt x="3303" y="19251"/>
                </a:lnTo>
                <a:lnTo>
                  <a:pt x="1832" y="17571"/>
                </a:lnTo>
                <a:lnTo>
                  <a:pt x="148" y="13504"/>
                </a:lnTo>
                <a:lnTo>
                  <a:pt x="0" y="11277"/>
                </a:lnTo>
                <a:lnTo>
                  <a:pt x="148" y="9049"/>
                </a:lnTo>
                <a:lnTo>
                  <a:pt x="1832" y="4983"/>
                </a:lnTo>
                <a:lnTo>
                  <a:pt x="3303" y="3303"/>
                </a:lnTo>
                <a:lnTo>
                  <a:pt x="4983" y="1832"/>
                </a:lnTo>
                <a:lnTo>
                  <a:pt x="9049" y="148"/>
                </a:lnTo>
                <a:lnTo>
                  <a:pt x="11277" y="0"/>
                </a:lnTo>
                <a:lnTo>
                  <a:pt x="13504" y="148"/>
                </a:lnTo>
                <a:lnTo>
                  <a:pt x="17571" y="1832"/>
                </a:lnTo>
                <a:lnTo>
                  <a:pt x="19251" y="3303"/>
                </a:lnTo>
                <a:lnTo>
                  <a:pt x="20721" y="4983"/>
                </a:lnTo>
                <a:lnTo>
                  <a:pt x="22405" y="9049"/>
                </a:lnTo>
                <a:lnTo>
                  <a:pt x="22554" y="11277"/>
                </a:lnTo>
                <a:lnTo>
                  <a:pt x="22405" y="13504"/>
                </a:lnTo>
                <a:lnTo>
                  <a:pt x="20721" y="17571"/>
                </a:lnTo>
                <a:lnTo>
                  <a:pt x="19251" y="19251"/>
                </a:lnTo>
                <a:lnTo>
                  <a:pt x="17571" y="20721"/>
                </a:lnTo>
                <a:lnTo>
                  <a:pt x="13504" y="22405"/>
                </a:lnTo>
                <a:lnTo>
                  <a:pt x="11277" y="22554"/>
                </a:lnTo>
                <a:lnTo>
                  <a:pt x="9049" y="22405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907" name="Shape 907"/>
          <p:cNvSpPr/>
          <p:nvPr/>
        </p:nvSpPr>
        <p:spPr>
          <a:xfrm>
            <a:off x="5643958" y="1965286"/>
            <a:ext cx="22718" cy="22718"/>
          </a:xfrm>
          <a:custGeom>
            <a:avLst/>
            <a:gdLst/>
            <a:ahLst/>
            <a:cxnLst/>
            <a:rect l="0" t="0" r="r" b="b"/>
            <a:pathLst>
              <a:path w="22718" h="22718">
                <a:moveTo>
                  <a:pt x="9115" y="22569"/>
                </a:moveTo>
                <a:lnTo>
                  <a:pt x="5019" y="20872"/>
                </a:lnTo>
                <a:lnTo>
                  <a:pt x="3327" y="19391"/>
                </a:lnTo>
                <a:lnTo>
                  <a:pt x="1846" y="17699"/>
                </a:lnTo>
                <a:lnTo>
                  <a:pt x="149" y="13603"/>
                </a:lnTo>
                <a:lnTo>
                  <a:pt x="0" y="11359"/>
                </a:lnTo>
                <a:lnTo>
                  <a:pt x="149" y="9115"/>
                </a:lnTo>
                <a:lnTo>
                  <a:pt x="1846" y="5019"/>
                </a:lnTo>
                <a:lnTo>
                  <a:pt x="3327" y="3327"/>
                </a:lnTo>
                <a:lnTo>
                  <a:pt x="5019" y="1846"/>
                </a:lnTo>
                <a:lnTo>
                  <a:pt x="9115" y="149"/>
                </a:lnTo>
                <a:lnTo>
                  <a:pt x="11359" y="0"/>
                </a:lnTo>
                <a:lnTo>
                  <a:pt x="13603" y="149"/>
                </a:lnTo>
                <a:lnTo>
                  <a:pt x="17699" y="1846"/>
                </a:lnTo>
                <a:lnTo>
                  <a:pt x="19391" y="3327"/>
                </a:lnTo>
                <a:lnTo>
                  <a:pt x="20872" y="5019"/>
                </a:lnTo>
                <a:lnTo>
                  <a:pt x="22569" y="9115"/>
                </a:lnTo>
                <a:lnTo>
                  <a:pt x="22718" y="11359"/>
                </a:lnTo>
                <a:lnTo>
                  <a:pt x="22569" y="13603"/>
                </a:lnTo>
                <a:lnTo>
                  <a:pt x="20872" y="17699"/>
                </a:lnTo>
                <a:lnTo>
                  <a:pt x="19391" y="19391"/>
                </a:lnTo>
                <a:lnTo>
                  <a:pt x="17699" y="20872"/>
                </a:lnTo>
                <a:lnTo>
                  <a:pt x="13603" y="22569"/>
                </a:lnTo>
                <a:lnTo>
                  <a:pt x="11359" y="22718"/>
                </a:lnTo>
                <a:lnTo>
                  <a:pt x="9115" y="22569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908" name="Shape 908"/>
          <p:cNvSpPr/>
          <p:nvPr/>
        </p:nvSpPr>
        <p:spPr>
          <a:xfrm>
            <a:off x="5671905" y="1969425"/>
            <a:ext cx="22962" cy="22962"/>
          </a:xfrm>
          <a:custGeom>
            <a:avLst/>
            <a:gdLst/>
            <a:ahLst/>
            <a:cxnLst/>
            <a:rect l="0" t="0" r="r" b="b"/>
            <a:pathLst>
              <a:path w="22962" h="22962">
                <a:moveTo>
                  <a:pt x="9213" y="22810"/>
                </a:moveTo>
                <a:lnTo>
                  <a:pt x="5073" y="21096"/>
                </a:lnTo>
                <a:lnTo>
                  <a:pt x="3362" y="19599"/>
                </a:lnTo>
                <a:lnTo>
                  <a:pt x="1865" y="17888"/>
                </a:lnTo>
                <a:lnTo>
                  <a:pt x="151" y="13749"/>
                </a:lnTo>
                <a:lnTo>
                  <a:pt x="0" y="11481"/>
                </a:lnTo>
                <a:lnTo>
                  <a:pt x="151" y="9213"/>
                </a:lnTo>
                <a:lnTo>
                  <a:pt x="1865" y="5073"/>
                </a:lnTo>
                <a:lnTo>
                  <a:pt x="3362" y="3362"/>
                </a:lnTo>
                <a:lnTo>
                  <a:pt x="5073" y="1865"/>
                </a:lnTo>
                <a:lnTo>
                  <a:pt x="9213" y="151"/>
                </a:lnTo>
                <a:lnTo>
                  <a:pt x="11481" y="0"/>
                </a:lnTo>
                <a:lnTo>
                  <a:pt x="13749" y="151"/>
                </a:lnTo>
                <a:lnTo>
                  <a:pt x="17888" y="1865"/>
                </a:lnTo>
                <a:lnTo>
                  <a:pt x="19599" y="3362"/>
                </a:lnTo>
                <a:lnTo>
                  <a:pt x="21096" y="5073"/>
                </a:lnTo>
                <a:lnTo>
                  <a:pt x="22810" y="9213"/>
                </a:lnTo>
                <a:lnTo>
                  <a:pt x="22962" y="11481"/>
                </a:lnTo>
                <a:lnTo>
                  <a:pt x="22810" y="13749"/>
                </a:lnTo>
                <a:lnTo>
                  <a:pt x="21096" y="17888"/>
                </a:lnTo>
                <a:lnTo>
                  <a:pt x="19599" y="19599"/>
                </a:lnTo>
                <a:lnTo>
                  <a:pt x="17888" y="21096"/>
                </a:lnTo>
                <a:lnTo>
                  <a:pt x="13749" y="22810"/>
                </a:lnTo>
                <a:lnTo>
                  <a:pt x="11481" y="22962"/>
                </a:lnTo>
                <a:lnTo>
                  <a:pt x="9213" y="22810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909" name="Shape 909"/>
          <p:cNvSpPr/>
          <p:nvPr/>
        </p:nvSpPr>
        <p:spPr>
          <a:xfrm>
            <a:off x="5702218" y="1973923"/>
            <a:ext cx="23203" cy="23203"/>
          </a:xfrm>
          <a:custGeom>
            <a:avLst/>
            <a:gdLst/>
            <a:ahLst/>
            <a:cxnLst/>
            <a:rect l="0" t="0" r="r" b="b"/>
            <a:pathLst>
              <a:path w="23203" h="23203">
                <a:moveTo>
                  <a:pt x="9309" y="23050"/>
                </a:moveTo>
                <a:lnTo>
                  <a:pt x="5126" y="21318"/>
                </a:lnTo>
                <a:lnTo>
                  <a:pt x="3398" y="19805"/>
                </a:lnTo>
                <a:lnTo>
                  <a:pt x="1885" y="18076"/>
                </a:lnTo>
                <a:lnTo>
                  <a:pt x="152" y="13893"/>
                </a:lnTo>
                <a:lnTo>
                  <a:pt x="0" y="11601"/>
                </a:lnTo>
                <a:lnTo>
                  <a:pt x="152" y="9309"/>
                </a:lnTo>
                <a:lnTo>
                  <a:pt x="1885" y="5126"/>
                </a:lnTo>
                <a:lnTo>
                  <a:pt x="3398" y="3398"/>
                </a:lnTo>
                <a:lnTo>
                  <a:pt x="5126" y="1885"/>
                </a:lnTo>
                <a:lnTo>
                  <a:pt x="9309" y="152"/>
                </a:lnTo>
                <a:lnTo>
                  <a:pt x="11601" y="0"/>
                </a:lnTo>
                <a:lnTo>
                  <a:pt x="13893" y="152"/>
                </a:lnTo>
                <a:lnTo>
                  <a:pt x="18076" y="1885"/>
                </a:lnTo>
                <a:lnTo>
                  <a:pt x="19805" y="3398"/>
                </a:lnTo>
                <a:lnTo>
                  <a:pt x="21318" y="5126"/>
                </a:lnTo>
                <a:lnTo>
                  <a:pt x="23050" y="9309"/>
                </a:lnTo>
                <a:lnTo>
                  <a:pt x="23203" y="11601"/>
                </a:lnTo>
                <a:lnTo>
                  <a:pt x="23050" y="13893"/>
                </a:lnTo>
                <a:lnTo>
                  <a:pt x="21318" y="18076"/>
                </a:lnTo>
                <a:lnTo>
                  <a:pt x="19805" y="19805"/>
                </a:lnTo>
                <a:lnTo>
                  <a:pt x="18076" y="21318"/>
                </a:lnTo>
                <a:lnTo>
                  <a:pt x="13893" y="23050"/>
                </a:lnTo>
                <a:lnTo>
                  <a:pt x="11601" y="23203"/>
                </a:lnTo>
                <a:lnTo>
                  <a:pt x="9309" y="23050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910" name="Shape 910"/>
          <p:cNvSpPr/>
          <p:nvPr/>
        </p:nvSpPr>
        <p:spPr>
          <a:xfrm>
            <a:off x="5723893" y="1977145"/>
            <a:ext cx="23362" cy="23362"/>
          </a:xfrm>
          <a:custGeom>
            <a:avLst/>
            <a:gdLst/>
            <a:ahLst/>
            <a:cxnLst/>
            <a:rect l="0" t="0" r="r" b="b"/>
            <a:pathLst>
              <a:path w="23362" h="23362">
                <a:moveTo>
                  <a:pt x="9373" y="23208"/>
                </a:moveTo>
                <a:lnTo>
                  <a:pt x="5161" y="21464"/>
                </a:lnTo>
                <a:lnTo>
                  <a:pt x="3421" y="19941"/>
                </a:lnTo>
                <a:lnTo>
                  <a:pt x="1898" y="18200"/>
                </a:lnTo>
                <a:lnTo>
                  <a:pt x="153" y="13988"/>
                </a:lnTo>
                <a:lnTo>
                  <a:pt x="0" y="11681"/>
                </a:lnTo>
                <a:lnTo>
                  <a:pt x="153" y="9373"/>
                </a:lnTo>
                <a:lnTo>
                  <a:pt x="1898" y="5161"/>
                </a:lnTo>
                <a:lnTo>
                  <a:pt x="3421" y="3421"/>
                </a:lnTo>
                <a:lnTo>
                  <a:pt x="5161" y="1898"/>
                </a:lnTo>
                <a:lnTo>
                  <a:pt x="9373" y="153"/>
                </a:lnTo>
                <a:lnTo>
                  <a:pt x="11681" y="0"/>
                </a:lnTo>
                <a:lnTo>
                  <a:pt x="13988" y="153"/>
                </a:lnTo>
                <a:lnTo>
                  <a:pt x="18200" y="1898"/>
                </a:lnTo>
                <a:lnTo>
                  <a:pt x="19941" y="3421"/>
                </a:lnTo>
                <a:lnTo>
                  <a:pt x="21464" y="5161"/>
                </a:lnTo>
                <a:lnTo>
                  <a:pt x="23208" y="9373"/>
                </a:lnTo>
                <a:lnTo>
                  <a:pt x="23362" y="11681"/>
                </a:lnTo>
                <a:lnTo>
                  <a:pt x="23208" y="13988"/>
                </a:lnTo>
                <a:lnTo>
                  <a:pt x="21464" y="18200"/>
                </a:lnTo>
                <a:lnTo>
                  <a:pt x="19941" y="19941"/>
                </a:lnTo>
                <a:lnTo>
                  <a:pt x="18200" y="21464"/>
                </a:lnTo>
                <a:lnTo>
                  <a:pt x="13988" y="23208"/>
                </a:lnTo>
                <a:lnTo>
                  <a:pt x="11681" y="23362"/>
                </a:lnTo>
                <a:lnTo>
                  <a:pt x="9373" y="23208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911" name="Shape 911"/>
          <p:cNvSpPr/>
          <p:nvPr/>
        </p:nvSpPr>
        <p:spPr>
          <a:xfrm>
            <a:off x="5758871" y="1982355"/>
            <a:ext cx="23598" cy="23598"/>
          </a:xfrm>
          <a:custGeom>
            <a:avLst/>
            <a:gdLst/>
            <a:ahLst/>
            <a:cxnLst/>
            <a:rect l="0" t="0" r="r" b="b"/>
            <a:pathLst>
              <a:path w="23598" h="23598">
                <a:moveTo>
                  <a:pt x="9468" y="23442"/>
                </a:moveTo>
                <a:lnTo>
                  <a:pt x="5213" y="21680"/>
                </a:lnTo>
                <a:lnTo>
                  <a:pt x="3455" y="20142"/>
                </a:lnTo>
                <a:lnTo>
                  <a:pt x="1917" y="18384"/>
                </a:lnTo>
                <a:lnTo>
                  <a:pt x="155" y="14129"/>
                </a:lnTo>
                <a:lnTo>
                  <a:pt x="0" y="11799"/>
                </a:lnTo>
                <a:lnTo>
                  <a:pt x="155" y="9468"/>
                </a:lnTo>
                <a:lnTo>
                  <a:pt x="1917" y="5213"/>
                </a:lnTo>
                <a:lnTo>
                  <a:pt x="3455" y="3455"/>
                </a:lnTo>
                <a:lnTo>
                  <a:pt x="5213" y="1917"/>
                </a:lnTo>
                <a:lnTo>
                  <a:pt x="9468" y="155"/>
                </a:lnTo>
                <a:lnTo>
                  <a:pt x="11799" y="0"/>
                </a:lnTo>
                <a:lnTo>
                  <a:pt x="14129" y="155"/>
                </a:lnTo>
                <a:lnTo>
                  <a:pt x="18384" y="1917"/>
                </a:lnTo>
                <a:lnTo>
                  <a:pt x="20142" y="3455"/>
                </a:lnTo>
                <a:lnTo>
                  <a:pt x="21680" y="5213"/>
                </a:lnTo>
                <a:lnTo>
                  <a:pt x="23442" y="9468"/>
                </a:lnTo>
                <a:lnTo>
                  <a:pt x="23598" y="11799"/>
                </a:lnTo>
                <a:lnTo>
                  <a:pt x="23442" y="14129"/>
                </a:lnTo>
                <a:lnTo>
                  <a:pt x="21680" y="18384"/>
                </a:lnTo>
                <a:lnTo>
                  <a:pt x="20142" y="20142"/>
                </a:lnTo>
                <a:lnTo>
                  <a:pt x="18384" y="21680"/>
                </a:lnTo>
                <a:lnTo>
                  <a:pt x="14129" y="23442"/>
                </a:lnTo>
                <a:lnTo>
                  <a:pt x="11799" y="23598"/>
                </a:lnTo>
                <a:lnTo>
                  <a:pt x="9468" y="23442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912" name="Shape 912"/>
          <p:cNvSpPr/>
          <p:nvPr/>
        </p:nvSpPr>
        <p:spPr>
          <a:xfrm>
            <a:off x="5797181" y="1988071"/>
            <a:ext cx="23829" cy="23829"/>
          </a:xfrm>
          <a:custGeom>
            <a:avLst/>
            <a:gdLst/>
            <a:ahLst/>
            <a:cxnLst/>
            <a:rect l="0" t="0" r="r" b="b"/>
            <a:pathLst>
              <a:path w="23829" h="23829">
                <a:moveTo>
                  <a:pt x="9561" y="23672"/>
                </a:moveTo>
                <a:lnTo>
                  <a:pt x="5265" y="21893"/>
                </a:lnTo>
                <a:lnTo>
                  <a:pt x="3489" y="20340"/>
                </a:lnTo>
                <a:lnTo>
                  <a:pt x="1936" y="18564"/>
                </a:lnTo>
                <a:lnTo>
                  <a:pt x="156" y="14268"/>
                </a:lnTo>
                <a:lnTo>
                  <a:pt x="0" y="11914"/>
                </a:lnTo>
                <a:lnTo>
                  <a:pt x="156" y="9561"/>
                </a:lnTo>
                <a:lnTo>
                  <a:pt x="1936" y="5265"/>
                </a:lnTo>
                <a:lnTo>
                  <a:pt x="3489" y="3489"/>
                </a:lnTo>
                <a:lnTo>
                  <a:pt x="5265" y="1936"/>
                </a:lnTo>
                <a:lnTo>
                  <a:pt x="9561" y="156"/>
                </a:lnTo>
                <a:lnTo>
                  <a:pt x="11914" y="0"/>
                </a:lnTo>
                <a:lnTo>
                  <a:pt x="14268" y="156"/>
                </a:lnTo>
                <a:lnTo>
                  <a:pt x="18564" y="1936"/>
                </a:lnTo>
                <a:lnTo>
                  <a:pt x="20340" y="3489"/>
                </a:lnTo>
                <a:lnTo>
                  <a:pt x="21893" y="5265"/>
                </a:lnTo>
                <a:lnTo>
                  <a:pt x="23672" y="9561"/>
                </a:lnTo>
                <a:lnTo>
                  <a:pt x="23829" y="11914"/>
                </a:lnTo>
                <a:lnTo>
                  <a:pt x="23672" y="14268"/>
                </a:lnTo>
                <a:lnTo>
                  <a:pt x="21893" y="18564"/>
                </a:lnTo>
                <a:lnTo>
                  <a:pt x="20340" y="20340"/>
                </a:lnTo>
                <a:lnTo>
                  <a:pt x="18564" y="21893"/>
                </a:lnTo>
                <a:lnTo>
                  <a:pt x="14268" y="23672"/>
                </a:lnTo>
                <a:lnTo>
                  <a:pt x="11914" y="23829"/>
                </a:lnTo>
                <a:lnTo>
                  <a:pt x="9561" y="2367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913" name="Shape 913"/>
          <p:cNvSpPr/>
          <p:nvPr/>
        </p:nvSpPr>
        <p:spPr>
          <a:xfrm>
            <a:off x="5824814" y="1992201"/>
            <a:ext cx="23982" cy="23982"/>
          </a:xfrm>
          <a:custGeom>
            <a:avLst/>
            <a:gdLst/>
            <a:ahLst/>
            <a:cxnLst/>
            <a:rect l="0" t="0" r="r" b="b"/>
            <a:pathLst>
              <a:path w="23982" h="23982">
                <a:moveTo>
                  <a:pt x="9622" y="23824"/>
                </a:moveTo>
                <a:lnTo>
                  <a:pt x="5298" y="22033"/>
                </a:lnTo>
                <a:lnTo>
                  <a:pt x="3512" y="20469"/>
                </a:lnTo>
                <a:lnTo>
                  <a:pt x="1948" y="18683"/>
                </a:lnTo>
                <a:lnTo>
                  <a:pt x="157" y="14359"/>
                </a:lnTo>
                <a:lnTo>
                  <a:pt x="0" y="11991"/>
                </a:lnTo>
                <a:lnTo>
                  <a:pt x="157" y="9622"/>
                </a:lnTo>
                <a:lnTo>
                  <a:pt x="1948" y="5298"/>
                </a:lnTo>
                <a:lnTo>
                  <a:pt x="3512" y="3512"/>
                </a:lnTo>
                <a:lnTo>
                  <a:pt x="5298" y="1948"/>
                </a:lnTo>
                <a:lnTo>
                  <a:pt x="9622" y="157"/>
                </a:lnTo>
                <a:lnTo>
                  <a:pt x="11991" y="0"/>
                </a:lnTo>
                <a:lnTo>
                  <a:pt x="14359" y="157"/>
                </a:lnTo>
                <a:lnTo>
                  <a:pt x="18683" y="1948"/>
                </a:lnTo>
                <a:lnTo>
                  <a:pt x="20469" y="3512"/>
                </a:lnTo>
                <a:lnTo>
                  <a:pt x="22033" y="5298"/>
                </a:lnTo>
                <a:lnTo>
                  <a:pt x="23824" y="9622"/>
                </a:lnTo>
                <a:lnTo>
                  <a:pt x="23982" y="11991"/>
                </a:lnTo>
                <a:lnTo>
                  <a:pt x="23824" y="14359"/>
                </a:lnTo>
                <a:lnTo>
                  <a:pt x="22033" y="18683"/>
                </a:lnTo>
                <a:lnTo>
                  <a:pt x="20469" y="20469"/>
                </a:lnTo>
                <a:lnTo>
                  <a:pt x="18683" y="22033"/>
                </a:lnTo>
                <a:lnTo>
                  <a:pt x="14359" y="23824"/>
                </a:lnTo>
                <a:lnTo>
                  <a:pt x="11991" y="23982"/>
                </a:lnTo>
                <a:lnTo>
                  <a:pt x="9622" y="23824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914" name="Shape 914"/>
          <p:cNvSpPr/>
          <p:nvPr/>
        </p:nvSpPr>
        <p:spPr>
          <a:xfrm>
            <a:off x="5869835" y="1998939"/>
            <a:ext cx="24206" cy="24206"/>
          </a:xfrm>
          <a:custGeom>
            <a:avLst/>
            <a:gdLst/>
            <a:ahLst/>
            <a:cxnLst/>
            <a:rect l="0" t="0" r="r" b="b"/>
            <a:pathLst>
              <a:path w="24206" h="24206">
                <a:moveTo>
                  <a:pt x="9712" y="24046"/>
                </a:moveTo>
                <a:lnTo>
                  <a:pt x="5348" y="22239"/>
                </a:lnTo>
                <a:lnTo>
                  <a:pt x="3544" y="20661"/>
                </a:lnTo>
                <a:lnTo>
                  <a:pt x="1966" y="18857"/>
                </a:lnTo>
                <a:lnTo>
                  <a:pt x="159" y="14494"/>
                </a:lnTo>
                <a:lnTo>
                  <a:pt x="0" y="12103"/>
                </a:lnTo>
                <a:lnTo>
                  <a:pt x="159" y="9712"/>
                </a:lnTo>
                <a:lnTo>
                  <a:pt x="1966" y="5348"/>
                </a:lnTo>
                <a:lnTo>
                  <a:pt x="3544" y="3544"/>
                </a:lnTo>
                <a:lnTo>
                  <a:pt x="5348" y="1966"/>
                </a:lnTo>
                <a:lnTo>
                  <a:pt x="9712" y="159"/>
                </a:lnTo>
                <a:lnTo>
                  <a:pt x="12103" y="0"/>
                </a:lnTo>
                <a:lnTo>
                  <a:pt x="14494" y="159"/>
                </a:lnTo>
                <a:lnTo>
                  <a:pt x="18857" y="1966"/>
                </a:lnTo>
                <a:lnTo>
                  <a:pt x="20661" y="3544"/>
                </a:lnTo>
                <a:lnTo>
                  <a:pt x="22239" y="5348"/>
                </a:lnTo>
                <a:lnTo>
                  <a:pt x="24046" y="9712"/>
                </a:lnTo>
                <a:lnTo>
                  <a:pt x="24206" y="12103"/>
                </a:lnTo>
                <a:lnTo>
                  <a:pt x="24046" y="14494"/>
                </a:lnTo>
                <a:lnTo>
                  <a:pt x="22239" y="18857"/>
                </a:lnTo>
                <a:lnTo>
                  <a:pt x="20661" y="20661"/>
                </a:lnTo>
                <a:lnTo>
                  <a:pt x="18857" y="22239"/>
                </a:lnTo>
                <a:lnTo>
                  <a:pt x="14494" y="24046"/>
                </a:lnTo>
                <a:lnTo>
                  <a:pt x="12103" y="24206"/>
                </a:lnTo>
                <a:lnTo>
                  <a:pt x="9712" y="24046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915" name="Shape 915"/>
          <p:cNvSpPr/>
          <p:nvPr/>
        </p:nvSpPr>
        <p:spPr>
          <a:xfrm>
            <a:off x="5919763" y="2006425"/>
            <a:ext cx="24423" cy="24423"/>
          </a:xfrm>
          <a:custGeom>
            <a:avLst/>
            <a:gdLst/>
            <a:ahLst/>
            <a:cxnLst/>
            <a:rect l="0" t="0" r="r" b="b"/>
            <a:pathLst>
              <a:path w="24423" h="24423">
                <a:moveTo>
                  <a:pt x="9799" y="24262"/>
                </a:moveTo>
                <a:lnTo>
                  <a:pt x="5396" y="22439"/>
                </a:lnTo>
                <a:lnTo>
                  <a:pt x="3576" y="20847"/>
                </a:lnTo>
                <a:lnTo>
                  <a:pt x="1984" y="19027"/>
                </a:lnTo>
                <a:lnTo>
                  <a:pt x="160" y="14624"/>
                </a:lnTo>
                <a:lnTo>
                  <a:pt x="0" y="12211"/>
                </a:lnTo>
                <a:lnTo>
                  <a:pt x="160" y="9799"/>
                </a:lnTo>
                <a:lnTo>
                  <a:pt x="1984" y="5396"/>
                </a:lnTo>
                <a:lnTo>
                  <a:pt x="3576" y="3576"/>
                </a:lnTo>
                <a:lnTo>
                  <a:pt x="5396" y="1984"/>
                </a:lnTo>
                <a:lnTo>
                  <a:pt x="9799" y="160"/>
                </a:lnTo>
                <a:lnTo>
                  <a:pt x="12211" y="0"/>
                </a:lnTo>
                <a:lnTo>
                  <a:pt x="14624" y="160"/>
                </a:lnTo>
                <a:lnTo>
                  <a:pt x="19027" y="1984"/>
                </a:lnTo>
                <a:lnTo>
                  <a:pt x="20847" y="3576"/>
                </a:lnTo>
                <a:lnTo>
                  <a:pt x="22439" y="5396"/>
                </a:lnTo>
                <a:lnTo>
                  <a:pt x="24262" y="9799"/>
                </a:lnTo>
                <a:lnTo>
                  <a:pt x="24423" y="12211"/>
                </a:lnTo>
                <a:lnTo>
                  <a:pt x="24262" y="14624"/>
                </a:lnTo>
                <a:lnTo>
                  <a:pt x="22439" y="19027"/>
                </a:lnTo>
                <a:lnTo>
                  <a:pt x="20847" y="20847"/>
                </a:lnTo>
                <a:lnTo>
                  <a:pt x="19027" y="22439"/>
                </a:lnTo>
                <a:lnTo>
                  <a:pt x="14624" y="24262"/>
                </a:lnTo>
                <a:lnTo>
                  <a:pt x="12211" y="24423"/>
                </a:lnTo>
                <a:lnTo>
                  <a:pt x="9799" y="24262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916" name="Shape 916"/>
          <p:cNvSpPr/>
          <p:nvPr/>
        </p:nvSpPr>
        <p:spPr>
          <a:xfrm>
            <a:off x="5956185" y="2011894"/>
            <a:ext cx="24563" cy="24563"/>
          </a:xfrm>
          <a:custGeom>
            <a:avLst/>
            <a:gdLst/>
            <a:ahLst/>
            <a:cxnLst/>
            <a:rect l="0" t="0" r="r" b="b"/>
            <a:pathLst>
              <a:path w="24563" h="24563">
                <a:moveTo>
                  <a:pt x="9855" y="24401"/>
                </a:moveTo>
                <a:lnTo>
                  <a:pt x="5427" y="22567"/>
                </a:lnTo>
                <a:lnTo>
                  <a:pt x="3597" y="20966"/>
                </a:lnTo>
                <a:lnTo>
                  <a:pt x="1996" y="19136"/>
                </a:lnTo>
                <a:lnTo>
                  <a:pt x="161" y="14707"/>
                </a:lnTo>
                <a:lnTo>
                  <a:pt x="0" y="12281"/>
                </a:lnTo>
                <a:lnTo>
                  <a:pt x="161" y="9855"/>
                </a:lnTo>
                <a:lnTo>
                  <a:pt x="1996" y="5427"/>
                </a:lnTo>
                <a:lnTo>
                  <a:pt x="3597" y="3597"/>
                </a:lnTo>
                <a:lnTo>
                  <a:pt x="5427" y="1996"/>
                </a:lnTo>
                <a:lnTo>
                  <a:pt x="9855" y="161"/>
                </a:lnTo>
                <a:lnTo>
                  <a:pt x="12281" y="0"/>
                </a:lnTo>
                <a:lnTo>
                  <a:pt x="14707" y="161"/>
                </a:lnTo>
                <a:lnTo>
                  <a:pt x="19136" y="1996"/>
                </a:lnTo>
                <a:lnTo>
                  <a:pt x="20966" y="3597"/>
                </a:lnTo>
                <a:lnTo>
                  <a:pt x="22567" y="5427"/>
                </a:lnTo>
                <a:lnTo>
                  <a:pt x="24401" y="9855"/>
                </a:lnTo>
                <a:lnTo>
                  <a:pt x="24563" y="12281"/>
                </a:lnTo>
                <a:lnTo>
                  <a:pt x="24401" y="14707"/>
                </a:lnTo>
                <a:lnTo>
                  <a:pt x="22567" y="19136"/>
                </a:lnTo>
                <a:lnTo>
                  <a:pt x="20966" y="20966"/>
                </a:lnTo>
                <a:lnTo>
                  <a:pt x="19136" y="22567"/>
                </a:lnTo>
                <a:lnTo>
                  <a:pt x="14707" y="24401"/>
                </a:lnTo>
                <a:lnTo>
                  <a:pt x="12281" y="24563"/>
                </a:lnTo>
                <a:lnTo>
                  <a:pt x="9855" y="2440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917" name="Shape 917"/>
          <p:cNvSpPr/>
          <p:nvPr/>
        </p:nvSpPr>
        <p:spPr>
          <a:xfrm>
            <a:off x="5995460" y="2017799"/>
            <a:ext cx="24696" cy="24696"/>
          </a:xfrm>
          <a:custGeom>
            <a:avLst/>
            <a:gdLst/>
            <a:ahLst/>
            <a:cxnLst/>
            <a:rect l="0" t="0" r="r" b="b"/>
            <a:pathLst>
              <a:path w="24696" h="24696">
                <a:moveTo>
                  <a:pt x="9908" y="24533"/>
                </a:moveTo>
                <a:lnTo>
                  <a:pt x="5456" y="22689"/>
                </a:lnTo>
                <a:lnTo>
                  <a:pt x="3616" y="21079"/>
                </a:lnTo>
                <a:lnTo>
                  <a:pt x="2006" y="19239"/>
                </a:lnTo>
                <a:lnTo>
                  <a:pt x="162" y="14787"/>
                </a:lnTo>
                <a:lnTo>
                  <a:pt x="0" y="12348"/>
                </a:lnTo>
                <a:lnTo>
                  <a:pt x="162" y="9908"/>
                </a:lnTo>
                <a:lnTo>
                  <a:pt x="2006" y="5456"/>
                </a:lnTo>
                <a:lnTo>
                  <a:pt x="3616" y="3616"/>
                </a:lnTo>
                <a:lnTo>
                  <a:pt x="5456" y="2006"/>
                </a:lnTo>
                <a:lnTo>
                  <a:pt x="9908" y="162"/>
                </a:lnTo>
                <a:lnTo>
                  <a:pt x="12348" y="0"/>
                </a:lnTo>
                <a:lnTo>
                  <a:pt x="14787" y="162"/>
                </a:lnTo>
                <a:lnTo>
                  <a:pt x="19239" y="2006"/>
                </a:lnTo>
                <a:lnTo>
                  <a:pt x="21079" y="3616"/>
                </a:lnTo>
                <a:lnTo>
                  <a:pt x="22689" y="5456"/>
                </a:lnTo>
                <a:lnTo>
                  <a:pt x="24533" y="9908"/>
                </a:lnTo>
                <a:lnTo>
                  <a:pt x="24696" y="12348"/>
                </a:lnTo>
                <a:lnTo>
                  <a:pt x="24533" y="14787"/>
                </a:lnTo>
                <a:lnTo>
                  <a:pt x="22689" y="19239"/>
                </a:lnTo>
                <a:lnTo>
                  <a:pt x="21079" y="21079"/>
                </a:lnTo>
                <a:lnTo>
                  <a:pt x="19239" y="22689"/>
                </a:lnTo>
                <a:lnTo>
                  <a:pt x="14787" y="24533"/>
                </a:lnTo>
                <a:lnTo>
                  <a:pt x="12348" y="24696"/>
                </a:lnTo>
                <a:lnTo>
                  <a:pt x="9908" y="2453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918" name="Shape 918"/>
          <p:cNvSpPr/>
          <p:nvPr/>
        </p:nvSpPr>
        <p:spPr>
          <a:xfrm>
            <a:off x="6060502" y="2027596"/>
            <a:ext cx="24873" cy="24873"/>
          </a:xfrm>
          <a:custGeom>
            <a:avLst/>
            <a:gdLst/>
            <a:ahLst/>
            <a:cxnLst/>
            <a:rect l="0" t="0" r="r" b="b"/>
            <a:pathLst>
              <a:path w="24873" h="24873">
                <a:moveTo>
                  <a:pt x="9979" y="24709"/>
                </a:moveTo>
                <a:lnTo>
                  <a:pt x="5495" y="22851"/>
                </a:lnTo>
                <a:lnTo>
                  <a:pt x="3642" y="21230"/>
                </a:lnTo>
                <a:lnTo>
                  <a:pt x="2021" y="19377"/>
                </a:lnTo>
                <a:lnTo>
                  <a:pt x="163" y="14893"/>
                </a:lnTo>
                <a:lnTo>
                  <a:pt x="0" y="12436"/>
                </a:lnTo>
                <a:lnTo>
                  <a:pt x="163" y="9979"/>
                </a:lnTo>
                <a:lnTo>
                  <a:pt x="2021" y="5495"/>
                </a:lnTo>
                <a:lnTo>
                  <a:pt x="3642" y="3642"/>
                </a:lnTo>
                <a:lnTo>
                  <a:pt x="5495" y="2021"/>
                </a:lnTo>
                <a:lnTo>
                  <a:pt x="9979" y="163"/>
                </a:lnTo>
                <a:lnTo>
                  <a:pt x="12436" y="0"/>
                </a:lnTo>
                <a:lnTo>
                  <a:pt x="14893" y="163"/>
                </a:lnTo>
                <a:lnTo>
                  <a:pt x="19377" y="2021"/>
                </a:lnTo>
                <a:lnTo>
                  <a:pt x="21230" y="3642"/>
                </a:lnTo>
                <a:lnTo>
                  <a:pt x="22851" y="5495"/>
                </a:lnTo>
                <a:lnTo>
                  <a:pt x="24709" y="9979"/>
                </a:lnTo>
                <a:lnTo>
                  <a:pt x="24873" y="12436"/>
                </a:lnTo>
                <a:lnTo>
                  <a:pt x="24709" y="14893"/>
                </a:lnTo>
                <a:lnTo>
                  <a:pt x="22851" y="19377"/>
                </a:lnTo>
                <a:lnTo>
                  <a:pt x="21230" y="21230"/>
                </a:lnTo>
                <a:lnTo>
                  <a:pt x="19377" y="22851"/>
                </a:lnTo>
                <a:lnTo>
                  <a:pt x="14893" y="24709"/>
                </a:lnTo>
                <a:lnTo>
                  <a:pt x="12436" y="24873"/>
                </a:lnTo>
                <a:lnTo>
                  <a:pt x="9979" y="24709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919" name="Shape 919"/>
          <p:cNvSpPr/>
          <p:nvPr/>
        </p:nvSpPr>
        <p:spPr>
          <a:xfrm>
            <a:off x="6134215" y="2038735"/>
            <a:ext cx="24989" cy="24989"/>
          </a:xfrm>
          <a:custGeom>
            <a:avLst/>
            <a:gdLst/>
            <a:ahLst/>
            <a:cxnLst/>
            <a:rect l="0" t="0" r="r" b="b"/>
            <a:pathLst>
              <a:path w="24989" h="24989">
                <a:moveTo>
                  <a:pt x="10026" y="24824"/>
                </a:moveTo>
                <a:lnTo>
                  <a:pt x="5521" y="22958"/>
                </a:lnTo>
                <a:lnTo>
                  <a:pt x="3659" y="21329"/>
                </a:lnTo>
                <a:lnTo>
                  <a:pt x="2030" y="19468"/>
                </a:lnTo>
                <a:lnTo>
                  <a:pt x="164" y="14963"/>
                </a:lnTo>
                <a:lnTo>
                  <a:pt x="0" y="12494"/>
                </a:lnTo>
                <a:lnTo>
                  <a:pt x="164" y="10026"/>
                </a:lnTo>
                <a:lnTo>
                  <a:pt x="2030" y="5521"/>
                </a:lnTo>
                <a:lnTo>
                  <a:pt x="3659" y="3659"/>
                </a:lnTo>
                <a:lnTo>
                  <a:pt x="5521" y="2030"/>
                </a:lnTo>
                <a:lnTo>
                  <a:pt x="10026" y="164"/>
                </a:lnTo>
                <a:lnTo>
                  <a:pt x="12494" y="0"/>
                </a:lnTo>
                <a:lnTo>
                  <a:pt x="14963" y="164"/>
                </a:lnTo>
                <a:lnTo>
                  <a:pt x="19468" y="2030"/>
                </a:lnTo>
                <a:lnTo>
                  <a:pt x="21329" y="3659"/>
                </a:lnTo>
                <a:lnTo>
                  <a:pt x="22958" y="5521"/>
                </a:lnTo>
                <a:lnTo>
                  <a:pt x="24824" y="10026"/>
                </a:lnTo>
                <a:lnTo>
                  <a:pt x="24989" y="12494"/>
                </a:lnTo>
                <a:lnTo>
                  <a:pt x="24824" y="14963"/>
                </a:lnTo>
                <a:lnTo>
                  <a:pt x="22958" y="19468"/>
                </a:lnTo>
                <a:lnTo>
                  <a:pt x="21329" y="21329"/>
                </a:lnTo>
                <a:lnTo>
                  <a:pt x="19468" y="22958"/>
                </a:lnTo>
                <a:lnTo>
                  <a:pt x="14963" y="24824"/>
                </a:lnTo>
                <a:lnTo>
                  <a:pt x="12494" y="24989"/>
                </a:lnTo>
                <a:lnTo>
                  <a:pt x="10026" y="24824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920" name="Shape 920"/>
          <p:cNvSpPr/>
          <p:nvPr/>
        </p:nvSpPr>
        <p:spPr>
          <a:xfrm>
            <a:off x="6189078" y="2047057"/>
            <a:ext cx="25002" cy="25002"/>
          </a:xfrm>
          <a:custGeom>
            <a:avLst/>
            <a:gdLst/>
            <a:ahLst/>
            <a:cxnLst/>
            <a:rect l="0" t="0" r="r" b="b"/>
            <a:pathLst>
              <a:path w="25002" h="25002">
                <a:moveTo>
                  <a:pt x="10031" y="24838"/>
                </a:moveTo>
                <a:lnTo>
                  <a:pt x="5524" y="22971"/>
                </a:lnTo>
                <a:lnTo>
                  <a:pt x="3661" y="21341"/>
                </a:lnTo>
                <a:lnTo>
                  <a:pt x="2031" y="19478"/>
                </a:lnTo>
                <a:lnTo>
                  <a:pt x="164" y="14971"/>
                </a:lnTo>
                <a:lnTo>
                  <a:pt x="0" y="12501"/>
                </a:lnTo>
                <a:lnTo>
                  <a:pt x="164" y="10031"/>
                </a:lnTo>
                <a:lnTo>
                  <a:pt x="2031" y="5524"/>
                </a:lnTo>
                <a:lnTo>
                  <a:pt x="3661" y="3661"/>
                </a:lnTo>
                <a:lnTo>
                  <a:pt x="5524" y="2031"/>
                </a:lnTo>
                <a:lnTo>
                  <a:pt x="10031" y="164"/>
                </a:lnTo>
                <a:lnTo>
                  <a:pt x="12501" y="0"/>
                </a:lnTo>
                <a:lnTo>
                  <a:pt x="14971" y="164"/>
                </a:lnTo>
                <a:lnTo>
                  <a:pt x="19478" y="2031"/>
                </a:lnTo>
                <a:lnTo>
                  <a:pt x="21341" y="3661"/>
                </a:lnTo>
                <a:lnTo>
                  <a:pt x="22971" y="5524"/>
                </a:lnTo>
                <a:lnTo>
                  <a:pt x="24838" y="10031"/>
                </a:lnTo>
                <a:lnTo>
                  <a:pt x="25002" y="12501"/>
                </a:lnTo>
                <a:lnTo>
                  <a:pt x="24838" y="14971"/>
                </a:lnTo>
                <a:lnTo>
                  <a:pt x="22971" y="19478"/>
                </a:lnTo>
                <a:lnTo>
                  <a:pt x="21341" y="21341"/>
                </a:lnTo>
                <a:lnTo>
                  <a:pt x="19478" y="22971"/>
                </a:lnTo>
                <a:lnTo>
                  <a:pt x="14971" y="24838"/>
                </a:lnTo>
                <a:lnTo>
                  <a:pt x="12501" y="25002"/>
                </a:lnTo>
                <a:lnTo>
                  <a:pt x="10031" y="24838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921" name="Shape 921"/>
          <p:cNvSpPr/>
          <p:nvPr/>
        </p:nvSpPr>
        <p:spPr>
          <a:xfrm>
            <a:off x="6280783" y="2060272"/>
            <a:ext cx="26663" cy="26663"/>
          </a:xfrm>
          <a:custGeom>
            <a:avLst/>
            <a:gdLst/>
            <a:ahLst/>
            <a:cxnLst/>
            <a:rect l="0" t="0" r="r" b="b"/>
            <a:pathLst>
              <a:path w="26663" h="26663">
                <a:moveTo>
                  <a:pt x="10698" y="26487"/>
                </a:moveTo>
                <a:lnTo>
                  <a:pt x="5891" y="24496"/>
                </a:lnTo>
                <a:lnTo>
                  <a:pt x="3904" y="22758"/>
                </a:lnTo>
                <a:lnTo>
                  <a:pt x="2166" y="20772"/>
                </a:lnTo>
                <a:lnTo>
                  <a:pt x="175" y="15965"/>
                </a:lnTo>
                <a:lnTo>
                  <a:pt x="0" y="13331"/>
                </a:lnTo>
                <a:lnTo>
                  <a:pt x="175" y="10698"/>
                </a:lnTo>
                <a:lnTo>
                  <a:pt x="2166" y="5891"/>
                </a:lnTo>
                <a:lnTo>
                  <a:pt x="3904" y="3904"/>
                </a:lnTo>
                <a:lnTo>
                  <a:pt x="5891" y="2166"/>
                </a:lnTo>
                <a:lnTo>
                  <a:pt x="10698" y="175"/>
                </a:lnTo>
                <a:lnTo>
                  <a:pt x="13331" y="0"/>
                </a:lnTo>
                <a:lnTo>
                  <a:pt x="15965" y="175"/>
                </a:lnTo>
                <a:lnTo>
                  <a:pt x="20772" y="2166"/>
                </a:lnTo>
                <a:lnTo>
                  <a:pt x="22758" y="3904"/>
                </a:lnTo>
                <a:lnTo>
                  <a:pt x="24496" y="5891"/>
                </a:lnTo>
                <a:lnTo>
                  <a:pt x="26487" y="10698"/>
                </a:lnTo>
                <a:lnTo>
                  <a:pt x="26663" y="13331"/>
                </a:lnTo>
                <a:lnTo>
                  <a:pt x="26487" y="15965"/>
                </a:lnTo>
                <a:lnTo>
                  <a:pt x="24496" y="20772"/>
                </a:lnTo>
                <a:lnTo>
                  <a:pt x="22758" y="22758"/>
                </a:lnTo>
                <a:lnTo>
                  <a:pt x="20772" y="24496"/>
                </a:lnTo>
                <a:lnTo>
                  <a:pt x="15965" y="26487"/>
                </a:lnTo>
                <a:lnTo>
                  <a:pt x="13331" y="26663"/>
                </a:lnTo>
                <a:lnTo>
                  <a:pt x="10698" y="26487"/>
                </a:lnTo>
                <a:close/>
              </a:path>
            </a:pathLst>
          </a:custGeom>
          <a:solidFill>
            <a:srgbClr val="70C976"/>
          </a:solidFill>
          <a:ln>
            <a:noFill/>
          </a:ln>
        </p:spPr>
      </p:sp>
      <p:sp>
        <p:nvSpPr>
          <p:cNvPr id="922" name="Shape 922"/>
          <p:cNvSpPr/>
          <p:nvPr/>
        </p:nvSpPr>
        <p:spPr>
          <a:xfrm>
            <a:off x="5513314" y="1957642"/>
            <a:ext cx="22152" cy="22152"/>
          </a:xfrm>
          <a:custGeom>
            <a:avLst/>
            <a:gdLst/>
            <a:ahLst/>
            <a:cxnLst/>
            <a:rect l="0" t="0" r="r" b="b"/>
            <a:pathLst>
              <a:path w="22152" h="22152">
                <a:moveTo>
                  <a:pt x="8888" y="22006"/>
                </a:moveTo>
                <a:lnTo>
                  <a:pt x="4894" y="20352"/>
                </a:lnTo>
                <a:lnTo>
                  <a:pt x="3244" y="18908"/>
                </a:lnTo>
                <a:lnTo>
                  <a:pt x="1800" y="17258"/>
                </a:lnTo>
                <a:lnTo>
                  <a:pt x="145" y="13264"/>
                </a:lnTo>
                <a:lnTo>
                  <a:pt x="0" y="11076"/>
                </a:lnTo>
                <a:lnTo>
                  <a:pt x="145" y="8888"/>
                </a:lnTo>
                <a:lnTo>
                  <a:pt x="1800" y="4894"/>
                </a:lnTo>
                <a:lnTo>
                  <a:pt x="3244" y="3244"/>
                </a:lnTo>
                <a:lnTo>
                  <a:pt x="4894" y="1800"/>
                </a:lnTo>
                <a:lnTo>
                  <a:pt x="8888" y="145"/>
                </a:lnTo>
                <a:lnTo>
                  <a:pt x="11076" y="0"/>
                </a:lnTo>
                <a:lnTo>
                  <a:pt x="13264" y="145"/>
                </a:lnTo>
                <a:lnTo>
                  <a:pt x="17258" y="1800"/>
                </a:lnTo>
                <a:lnTo>
                  <a:pt x="18908" y="3244"/>
                </a:lnTo>
                <a:lnTo>
                  <a:pt x="20352" y="4894"/>
                </a:lnTo>
                <a:lnTo>
                  <a:pt x="22006" y="8888"/>
                </a:lnTo>
                <a:lnTo>
                  <a:pt x="22152" y="11076"/>
                </a:lnTo>
                <a:lnTo>
                  <a:pt x="22006" y="13264"/>
                </a:lnTo>
                <a:lnTo>
                  <a:pt x="20352" y="17258"/>
                </a:lnTo>
                <a:lnTo>
                  <a:pt x="18908" y="18908"/>
                </a:lnTo>
                <a:lnTo>
                  <a:pt x="17258" y="20352"/>
                </a:lnTo>
                <a:lnTo>
                  <a:pt x="13264" y="22006"/>
                </a:lnTo>
                <a:lnTo>
                  <a:pt x="11076" y="22152"/>
                </a:lnTo>
                <a:lnTo>
                  <a:pt x="8888" y="2200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923" name="Shape 923"/>
          <p:cNvSpPr/>
          <p:nvPr/>
        </p:nvSpPr>
        <p:spPr>
          <a:xfrm>
            <a:off x="5534188" y="1961148"/>
            <a:ext cx="22405" cy="22405"/>
          </a:xfrm>
          <a:custGeom>
            <a:avLst/>
            <a:gdLst/>
            <a:ahLst/>
            <a:cxnLst/>
            <a:rect l="0" t="0" r="r" b="b"/>
            <a:pathLst>
              <a:path w="22405" h="22405">
                <a:moveTo>
                  <a:pt x="8989" y="22257"/>
                </a:moveTo>
                <a:lnTo>
                  <a:pt x="4950" y="20584"/>
                </a:lnTo>
                <a:lnTo>
                  <a:pt x="3281" y="19123"/>
                </a:lnTo>
                <a:lnTo>
                  <a:pt x="1820" y="17454"/>
                </a:lnTo>
                <a:lnTo>
                  <a:pt x="147" y="13415"/>
                </a:lnTo>
                <a:lnTo>
                  <a:pt x="0" y="11202"/>
                </a:lnTo>
                <a:lnTo>
                  <a:pt x="147" y="8989"/>
                </a:lnTo>
                <a:lnTo>
                  <a:pt x="1820" y="4950"/>
                </a:lnTo>
                <a:lnTo>
                  <a:pt x="3281" y="3281"/>
                </a:lnTo>
                <a:lnTo>
                  <a:pt x="4950" y="1820"/>
                </a:lnTo>
                <a:lnTo>
                  <a:pt x="8989" y="147"/>
                </a:lnTo>
                <a:lnTo>
                  <a:pt x="11202" y="0"/>
                </a:lnTo>
                <a:lnTo>
                  <a:pt x="13415" y="147"/>
                </a:lnTo>
                <a:lnTo>
                  <a:pt x="17454" y="1820"/>
                </a:lnTo>
                <a:lnTo>
                  <a:pt x="19123" y="3281"/>
                </a:lnTo>
                <a:lnTo>
                  <a:pt x="20584" y="4950"/>
                </a:lnTo>
                <a:lnTo>
                  <a:pt x="22257" y="8989"/>
                </a:lnTo>
                <a:lnTo>
                  <a:pt x="22405" y="11202"/>
                </a:lnTo>
                <a:lnTo>
                  <a:pt x="22257" y="13415"/>
                </a:lnTo>
                <a:lnTo>
                  <a:pt x="20584" y="17454"/>
                </a:lnTo>
                <a:lnTo>
                  <a:pt x="19123" y="19123"/>
                </a:lnTo>
                <a:lnTo>
                  <a:pt x="17454" y="20584"/>
                </a:lnTo>
                <a:lnTo>
                  <a:pt x="13415" y="22257"/>
                </a:lnTo>
                <a:lnTo>
                  <a:pt x="11202" y="22405"/>
                </a:lnTo>
                <a:lnTo>
                  <a:pt x="8989" y="22257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924" name="Shape 924"/>
          <p:cNvSpPr/>
          <p:nvPr/>
        </p:nvSpPr>
        <p:spPr>
          <a:xfrm>
            <a:off x="5548997" y="1963641"/>
            <a:ext cx="22571" cy="22571"/>
          </a:xfrm>
          <a:custGeom>
            <a:avLst/>
            <a:gdLst/>
            <a:ahLst/>
            <a:cxnLst/>
            <a:rect l="0" t="0" r="r" b="b"/>
            <a:pathLst>
              <a:path w="22571" h="22571">
                <a:moveTo>
                  <a:pt x="9056" y="22423"/>
                </a:moveTo>
                <a:lnTo>
                  <a:pt x="4987" y="20737"/>
                </a:lnTo>
                <a:lnTo>
                  <a:pt x="3305" y="19266"/>
                </a:lnTo>
                <a:lnTo>
                  <a:pt x="1834" y="17584"/>
                </a:lnTo>
                <a:lnTo>
                  <a:pt x="148" y="13515"/>
                </a:lnTo>
                <a:lnTo>
                  <a:pt x="0" y="11285"/>
                </a:lnTo>
                <a:lnTo>
                  <a:pt x="148" y="9056"/>
                </a:lnTo>
                <a:lnTo>
                  <a:pt x="1834" y="4987"/>
                </a:lnTo>
                <a:lnTo>
                  <a:pt x="3305" y="3305"/>
                </a:lnTo>
                <a:lnTo>
                  <a:pt x="4987" y="1834"/>
                </a:lnTo>
                <a:lnTo>
                  <a:pt x="9056" y="148"/>
                </a:lnTo>
                <a:lnTo>
                  <a:pt x="11285" y="0"/>
                </a:lnTo>
                <a:lnTo>
                  <a:pt x="13515" y="148"/>
                </a:lnTo>
                <a:lnTo>
                  <a:pt x="17584" y="1834"/>
                </a:lnTo>
                <a:lnTo>
                  <a:pt x="19266" y="3305"/>
                </a:lnTo>
                <a:lnTo>
                  <a:pt x="20737" y="4987"/>
                </a:lnTo>
                <a:lnTo>
                  <a:pt x="22423" y="9056"/>
                </a:lnTo>
                <a:lnTo>
                  <a:pt x="22571" y="11285"/>
                </a:lnTo>
                <a:lnTo>
                  <a:pt x="22423" y="13515"/>
                </a:lnTo>
                <a:lnTo>
                  <a:pt x="20737" y="17584"/>
                </a:lnTo>
                <a:lnTo>
                  <a:pt x="19266" y="19266"/>
                </a:lnTo>
                <a:lnTo>
                  <a:pt x="17584" y="20737"/>
                </a:lnTo>
                <a:lnTo>
                  <a:pt x="13515" y="22423"/>
                </a:lnTo>
                <a:lnTo>
                  <a:pt x="11285" y="22571"/>
                </a:lnTo>
                <a:lnTo>
                  <a:pt x="9056" y="2242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925" name="Shape 925"/>
          <p:cNvSpPr/>
          <p:nvPr/>
        </p:nvSpPr>
        <p:spPr>
          <a:xfrm>
            <a:off x="5564585" y="1966269"/>
            <a:ext cx="22737" cy="22737"/>
          </a:xfrm>
          <a:custGeom>
            <a:avLst/>
            <a:gdLst/>
            <a:ahLst/>
            <a:cxnLst/>
            <a:rect l="0" t="0" r="r" b="b"/>
            <a:pathLst>
              <a:path w="22737" h="22737">
                <a:moveTo>
                  <a:pt x="9122" y="22587"/>
                </a:moveTo>
                <a:lnTo>
                  <a:pt x="5023" y="20889"/>
                </a:lnTo>
                <a:lnTo>
                  <a:pt x="3329" y="19407"/>
                </a:lnTo>
                <a:lnTo>
                  <a:pt x="1847" y="17713"/>
                </a:lnTo>
                <a:lnTo>
                  <a:pt x="149" y="13614"/>
                </a:lnTo>
                <a:lnTo>
                  <a:pt x="0" y="11368"/>
                </a:lnTo>
                <a:lnTo>
                  <a:pt x="149" y="9122"/>
                </a:lnTo>
                <a:lnTo>
                  <a:pt x="1847" y="5023"/>
                </a:lnTo>
                <a:lnTo>
                  <a:pt x="3329" y="3329"/>
                </a:lnTo>
                <a:lnTo>
                  <a:pt x="5023" y="1847"/>
                </a:lnTo>
                <a:lnTo>
                  <a:pt x="9122" y="149"/>
                </a:lnTo>
                <a:lnTo>
                  <a:pt x="11368" y="0"/>
                </a:lnTo>
                <a:lnTo>
                  <a:pt x="13614" y="149"/>
                </a:lnTo>
                <a:lnTo>
                  <a:pt x="17713" y="1847"/>
                </a:lnTo>
                <a:lnTo>
                  <a:pt x="19407" y="3329"/>
                </a:lnTo>
                <a:lnTo>
                  <a:pt x="20889" y="5023"/>
                </a:lnTo>
                <a:lnTo>
                  <a:pt x="22587" y="9122"/>
                </a:lnTo>
                <a:lnTo>
                  <a:pt x="22737" y="11368"/>
                </a:lnTo>
                <a:lnTo>
                  <a:pt x="22587" y="13614"/>
                </a:lnTo>
                <a:lnTo>
                  <a:pt x="20889" y="17713"/>
                </a:lnTo>
                <a:lnTo>
                  <a:pt x="19407" y="19407"/>
                </a:lnTo>
                <a:lnTo>
                  <a:pt x="17713" y="20889"/>
                </a:lnTo>
                <a:lnTo>
                  <a:pt x="13614" y="22587"/>
                </a:lnTo>
                <a:lnTo>
                  <a:pt x="11368" y="22737"/>
                </a:lnTo>
                <a:lnTo>
                  <a:pt x="9122" y="22587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926" name="Shape 926"/>
          <p:cNvSpPr/>
          <p:nvPr/>
        </p:nvSpPr>
        <p:spPr>
          <a:xfrm>
            <a:off x="5589567" y="1970489"/>
            <a:ext cx="22981" cy="22981"/>
          </a:xfrm>
          <a:custGeom>
            <a:avLst/>
            <a:gdLst/>
            <a:ahLst/>
            <a:cxnLst/>
            <a:rect l="0" t="0" r="r" b="b"/>
            <a:pathLst>
              <a:path w="22981" h="22981">
                <a:moveTo>
                  <a:pt x="9220" y="22830"/>
                </a:moveTo>
                <a:lnTo>
                  <a:pt x="5077" y="21114"/>
                </a:lnTo>
                <a:lnTo>
                  <a:pt x="3365" y="19616"/>
                </a:lnTo>
                <a:lnTo>
                  <a:pt x="1867" y="17904"/>
                </a:lnTo>
                <a:lnTo>
                  <a:pt x="151" y="13760"/>
                </a:lnTo>
                <a:lnTo>
                  <a:pt x="0" y="11490"/>
                </a:lnTo>
                <a:lnTo>
                  <a:pt x="151" y="9220"/>
                </a:lnTo>
                <a:lnTo>
                  <a:pt x="1867" y="5077"/>
                </a:lnTo>
                <a:lnTo>
                  <a:pt x="3365" y="3365"/>
                </a:lnTo>
                <a:lnTo>
                  <a:pt x="5077" y="1867"/>
                </a:lnTo>
                <a:lnTo>
                  <a:pt x="9220" y="151"/>
                </a:lnTo>
                <a:lnTo>
                  <a:pt x="11490" y="0"/>
                </a:lnTo>
                <a:lnTo>
                  <a:pt x="13760" y="151"/>
                </a:lnTo>
                <a:lnTo>
                  <a:pt x="17904" y="1867"/>
                </a:lnTo>
                <a:lnTo>
                  <a:pt x="19616" y="3365"/>
                </a:lnTo>
                <a:lnTo>
                  <a:pt x="21114" y="5077"/>
                </a:lnTo>
                <a:lnTo>
                  <a:pt x="22830" y="9220"/>
                </a:lnTo>
                <a:lnTo>
                  <a:pt x="22981" y="11490"/>
                </a:lnTo>
                <a:lnTo>
                  <a:pt x="22830" y="13760"/>
                </a:lnTo>
                <a:lnTo>
                  <a:pt x="21114" y="17904"/>
                </a:lnTo>
                <a:lnTo>
                  <a:pt x="19616" y="19616"/>
                </a:lnTo>
                <a:lnTo>
                  <a:pt x="17904" y="21114"/>
                </a:lnTo>
                <a:lnTo>
                  <a:pt x="13760" y="22830"/>
                </a:lnTo>
                <a:lnTo>
                  <a:pt x="11490" y="22981"/>
                </a:lnTo>
                <a:lnTo>
                  <a:pt x="9220" y="22830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927" name="Shape 927"/>
          <p:cNvSpPr/>
          <p:nvPr/>
        </p:nvSpPr>
        <p:spPr>
          <a:xfrm>
            <a:off x="5616687" y="1975080"/>
            <a:ext cx="23225" cy="23225"/>
          </a:xfrm>
          <a:custGeom>
            <a:avLst/>
            <a:gdLst/>
            <a:ahLst/>
            <a:cxnLst/>
            <a:rect l="0" t="0" r="r" b="b"/>
            <a:pathLst>
              <a:path w="23225" h="23225">
                <a:moveTo>
                  <a:pt x="9318" y="23072"/>
                </a:moveTo>
                <a:lnTo>
                  <a:pt x="5131" y="21338"/>
                </a:lnTo>
                <a:lnTo>
                  <a:pt x="3401" y="19824"/>
                </a:lnTo>
                <a:lnTo>
                  <a:pt x="1887" y="18093"/>
                </a:lnTo>
                <a:lnTo>
                  <a:pt x="152" y="13906"/>
                </a:lnTo>
                <a:lnTo>
                  <a:pt x="0" y="11612"/>
                </a:lnTo>
                <a:lnTo>
                  <a:pt x="152" y="9318"/>
                </a:lnTo>
                <a:lnTo>
                  <a:pt x="1887" y="5131"/>
                </a:lnTo>
                <a:lnTo>
                  <a:pt x="3401" y="3401"/>
                </a:lnTo>
                <a:lnTo>
                  <a:pt x="5131" y="1887"/>
                </a:lnTo>
                <a:lnTo>
                  <a:pt x="9318" y="152"/>
                </a:lnTo>
                <a:lnTo>
                  <a:pt x="11612" y="0"/>
                </a:lnTo>
                <a:lnTo>
                  <a:pt x="13906" y="152"/>
                </a:lnTo>
                <a:lnTo>
                  <a:pt x="18093" y="1887"/>
                </a:lnTo>
                <a:lnTo>
                  <a:pt x="19824" y="3401"/>
                </a:lnTo>
                <a:lnTo>
                  <a:pt x="21338" y="5131"/>
                </a:lnTo>
                <a:lnTo>
                  <a:pt x="23072" y="9318"/>
                </a:lnTo>
                <a:lnTo>
                  <a:pt x="23225" y="11612"/>
                </a:lnTo>
                <a:lnTo>
                  <a:pt x="23072" y="13906"/>
                </a:lnTo>
                <a:lnTo>
                  <a:pt x="21338" y="18093"/>
                </a:lnTo>
                <a:lnTo>
                  <a:pt x="19824" y="19824"/>
                </a:lnTo>
                <a:lnTo>
                  <a:pt x="18093" y="21338"/>
                </a:lnTo>
                <a:lnTo>
                  <a:pt x="13906" y="23072"/>
                </a:lnTo>
                <a:lnTo>
                  <a:pt x="11612" y="23225"/>
                </a:lnTo>
                <a:lnTo>
                  <a:pt x="9318" y="2307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928" name="Shape 928"/>
          <p:cNvSpPr/>
          <p:nvPr/>
        </p:nvSpPr>
        <p:spPr>
          <a:xfrm>
            <a:off x="5636093" y="1978371"/>
            <a:ext cx="23385" cy="23385"/>
          </a:xfrm>
          <a:custGeom>
            <a:avLst/>
            <a:gdLst/>
            <a:ahLst/>
            <a:cxnLst/>
            <a:rect l="0" t="0" r="r" b="b"/>
            <a:pathLst>
              <a:path w="23385" h="23385">
                <a:moveTo>
                  <a:pt x="9382" y="23231"/>
                </a:moveTo>
                <a:lnTo>
                  <a:pt x="5167" y="21485"/>
                </a:lnTo>
                <a:lnTo>
                  <a:pt x="3424" y="19960"/>
                </a:lnTo>
                <a:lnTo>
                  <a:pt x="1900" y="18218"/>
                </a:lnTo>
                <a:lnTo>
                  <a:pt x="154" y="14002"/>
                </a:lnTo>
                <a:lnTo>
                  <a:pt x="0" y="11692"/>
                </a:lnTo>
                <a:lnTo>
                  <a:pt x="154" y="9382"/>
                </a:lnTo>
                <a:lnTo>
                  <a:pt x="1900" y="5167"/>
                </a:lnTo>
                <a:lnTo>
                  <a:pt x="3424" y="3424"/>
                </a:lnTo>
                <a:lnTo>
                  <a:pt x="5167" y="1900"/>
                </a:lnTo>
                <a:lnTo>
                  <a:pt x="9382" y="154"/>
                </a:lnTo>
                <a:lnTo>
                  <a:pt x="11692" y="0"/>
                </a:lnTo>
                <a:lnTo>
                  <a:pt x="14002" y="154"/>
                </a:lnTo>
                <a:lnTo>
                  <a:pt x="18218" y="1900"/>
                </a:lnTo>
                <a:lnTo>
                  <a:pt x="19960" y="3424"/>
                </a:lnTo>
                <a:lnTo>
                  <a:pt x="21485" y="5167"/>
                </a:lnTo>
                <a:lnTo>
                  <a:pt x="23231" y="9382"/>
                </a:lnTo>
                <a:lnTo>
                  <a:pt x="23385" y="11692"/>
                </a:lnTo>
                <a:lnTo>
                  <a:pt x="23231" y="14002"/>
                </a:lnTo>
                <a:lnTo>
                  <a:pt x="21485" y="18218"/>
                </a:lnTo>
                <a:lnTo>
                  <a:pt x="19960" y="19960"/>
                </a:lnTo>
                <a:lnTo>
                  <a:pt x="18218" y="21485"/>
                </a:lnTo>
                <a:lnTo>
                  <a:pt x="14002" y="23231"/>
                </a:lnTo>
                <a:lnTo>
                  <a:pt x="11692" y="23385"/>
                </a:lnTo>
                <a:lnTo>
                  <a:pt x="9382" y="23231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929" name="Shape 929"/>
          <p:cNvSpPr/>
          <p:nvPr/>
        </p:nvSpPr>
        <p:spPr>
          <a:xfrm>
            <a:off x="5667435" y="1983694"/>
            <a:ext cx="23623" cy="23623"/>
          </a:xfrm>
          <a:custGeom>
            <a:avLst/>
            <a:gdLst/>
            <a:ahLst/>
            <a:cxnLst/>
            <a:rect l="0" t="0" r="r" b="b"/>
            <a:pathLst>
              <a:path w="23623" h="23623">
                <a:moveTo>
                  <a:pt x="9478" y="23467"/>
                </a:moveTo>
                <a:lnTo>
                  <a:pt x="5219" y="21703"/>
                </a:lnTo>
                <a:lnTo>
                  <a:pt x="3459" y="20163"/>
                </a:lnTo>
                <a:lnTo>
                  <a:pt x="1919" y="18403"/>
                </a:lnTo>
                <a:lnTo>
                  <a:pt x="155" y="14145"/>
                </a:lnTo>
                <a:lnTo>
                  <a:pt x="0" y="11811"/>
                </a:lnTo>
                <a:lnTo>
                  <a:pt x="155" y="9478"/>
                </a:lnTo>
                <a:lnTo>
                  <a:pt x="1919" y="5219"/>
                </a:lnTo>
                <a:lnTo>
                  <a:pt x="3459" y="3459"/>
                </a:lnTo>
                <a:lnTo>
                  <a:pt x="5219" y="1919"/>
                </a:lnTo>
                <a:lnTo>
                  <a:pt x="9478" y="155"/>
                </a:lnTo>
                <a:lnTo>
                  <a:pt x="11811" y="0"/>
                </a:lnTo>
                <a:lnTo>
                  <a:pt x="14145" y="155"/>
                </a:lnTo>
                <a:lnTo>
                  <a:pt x="18403" y="1919"/>
                </a:lnTo>
                <a:lnTo>
                  <a:pt x="20163" y="3459"/>
                </a:lnTo>
                <a:lnTo>
                  <a:pt x="21703" y="5219"/>
                </a:lnTo>
                <a:lnTo>
                  <a:pt x="23467" y="9478"/>
                </a:lnTo>
                <a:lnTo>
                  <a:pt x="23623" y="11811"/>
                </a:lnTo>
                <a:lnTo>
                  <a:pt x="23467" y="14145"/>
                </a:lnTo>
                <a:lnTo>
                  <a:pt x="21703" y="18403"/>
                </a:lnTo>
                <a:lnTo>
                  <a:pt x="20163" y="20163"/>
                </a:lnTo>
                <a:lnTo>
                  <a:pt x="18403" y="21703"/>
                </a:lnTo>
                <a:lnTo>
                  <a:pt x="14145" y="23467"/>
                </a:lnTo>
                <a:lnTo>
                  <a:pt x="11811" y="23623"/>
                </a:lnTo>
                <a:lnTo>
                  <a:pt x="9478" y="23467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930" name="Shape 930"/>
          <p:cNvSpPr/>
          <p:nvPr/>
        </p:nvSpPr>
        <p:spPr>
          <a:xfrm>
            <a:off x="5701798" y="1989540"/>
            <a:ext cx="23859" cy="23859"/>
          </a:xfrm>
          <a:custGeom>
            <a:avLst/>
            <a:gdLst/>
            <a:ahLst/>
            <a:cxnLst/>
            <a:rect l="0" t="0" r="r" b="b"/>
            <a:pathLst>
              <a:path w="23859" h="23859">
                <a:moveTo>
                  <a:pt x="9572" y="23702"/>
                </a:moveTo>
                <a:lnTo>
                  <a:pt x="5271" y="21920"/>
                </a:lnTo>
                <a:lnTo>
                  <a:pt x="3494" y="20365"/>
                </a:lnTo>
                <a:lnTo>
                  <a:pt x="1938" y="18587"/>
                </a:lnTo>
                <a:lnTo>
                  <a:pt x="157" y="14286"/>
                </a:lnTo>
                <a:lnTo>
                  <a:pt x="0" y="11929"/>
                </a:lnTo>
                <a:lnTo>
                  <a:pt x="157" y="9572"/>
                </a:lnTo>
                <a:lnTo>
                  <a:pt x="1938" y="5271"/>
                </a:lnTo>
                <a:lnTo>
                  <a:pt x="3494" y="3494"/>
                </a:lnTo>
                <a:lnTo>
                  <a:pt x="5271" y="1938"/>
                </a:lnTo>
                <a:lnTo>
                  <a:pt x="9572" y="157"/>
                </a:lnTo>
                <a:lnTo>
                  <a:pt x="11929" y="0"/>
                </a:lnTo>
                <a:lnTo>
                  <a:pt x="14286" y="157"/>
                </a:lnTo>
                <a:lnTo>
                  <a:pt x="18587" y="1938"/>
                </a:lnTo>
                <a:lnTo>
                  <a:pt x="20365" y="3494"/>
                </a:lnTo>
                <a:lnTo>
                  <a:pt x="21920" y="5271"/>
                </a:lnTo>
                <a:lnTo>
                  <a:pt x="23702" y="9572"/>
                </a:lnTo>
                <a:lnTo>
                  <a:pt x="23859" y="11929"/>
                </a:lnTo>
                <a:lnTo>
                  <a:pt x="23702" y="14286"/>
                </a:lnTo>
                <a:lnTo>
                  <a:pt x="21920" y="18587"/>
                </a:lnTo>
                <a:lnTo>
                  <a:pt x="20365" y="20365"/>
                </a:lnTo>
                <a:lnTo>
                  <a:pt x="18587" y="21920"/>
                </a:lnTo>
                <a:lnTo>
                  <a:pt x="14286" y="23702"/>
                </a:lnTo>
                <a:lnTo>
                  <a:pt x="11929" y="23859"/>
                </a:lnTo>
                <a:lnTo>
                  <a:pt x="9572" y="2370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931" name="Shape 931"/>
          <p:cNvSpPr/>
          <p:nvPr/>
        </p:nvSpPr>
        <p:spPr>
          <a:xfrm>
            <a:off x="5726607" y="1993768"/>
            <a:ext cx="24014" cy="24014"/>
          </a:xfrm>
          <a:custGeom>
            <a:avLst/>
            <a:gdLst/>
            <a:ahLst/>
            <a:cxnLst/>
            <a:rect l="0" t="0" r="r" b="b"/>
            <a:pathLst>
              <a:path w="24014" h="24014">
                <a:moveTo>
                  <a:pt x="9635" y="23856"/>
                </a:moveTo>
                <a:lnTo>
                  <a:pt x="5305" y="22063"/>
                </a:lnTo>
                <a:lnTo>
                  <a:pt x="3516" y="20497"/>
                </a:lnTo>
                <a:lnTo>
                  <a:pt x="1951" y="18708"/>
                </a:lnTo>
                <a:lnTo>
                  <a:pt x="158" y="14379"/>
                </a:lnTo>
                <a:lnTo>
                  <a:pt x="0" y="12007"/>
                </a:lnTo>
                <a:lnTo>
                  <a:pt x="158" y="9635"/>
                </a:lnTo>
                <a:lnTo>
                  <a:pt x="1951" y="5305"/>
                </a:lnTo>
                <a:lnTo>
                  <a:pt x="3516" y="3516"/>
                </a:lnTo>
                <a:lnTo>
                  <a:pt x="5305" y="1951"/>
                </a:lnTo>
                <a:lnTo>
                  <a:pt x="9635" y="158"/>
                </a:lnTo>
                <a:lnTo>
                  <a:pt x="12007" y="0"/>
                </a:lnTo>
                <a:lnTo>
                  <a:pt x="14379" y="158"/>
                </a:lnTo>
                <a:lnTo>
                  <a:pt x="18708" y="1951"/>
                </a:lnTo>
                <a:lnTo>
                  <a:pt x="20497" y="3516"/>
                </a:lnTo>
                <a:lnTo>
                  <a:pt x="22063" y="5305"/>
                </a:lnTo>
                <a:lnTo>
                  <a:pt x="23856" y="9635"/>
                </a:lnTo>
                <a:lnTo>
                  <a:pt x="24014" y="12007"/>
                </a:lnTo>
                <a:lnTo>
                  <a:pt x="23856" y="14379"/>
                </a:lnTo>
                <a:lnTo>
                  <a:pt x="22063" y="18708"/>
                </a:lnTo>
                <a:lnTo>
                  <a:pt x="20497" y="20497"/>
                </a:lnTo>
                <a:lnTo>
                  <a:pt x="18708" y="22063"/>
                </a:lnTo>
                <a:lnTo>
                  <a:pt x="14379" y="23856"/>
                </a:lnTo>
                <a:lnTo>
                  <a:pt x="12007" y="24014"/>
                </a:lnTo>
                <a:lnTo>
                  <a:pt x="9635" y="23856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932" name="Shape 932"/>
          <p:cNvSpPr/>
          <p:nvPr/>
        </p:nvSpPr>
        <p:spPr>
          <a:xfrm>
            <a:off x="5767069" y="2000672"/>
            <a:ext cx="24244" cy="24244"/>
          </a:xfrm>
          <a:custGeom>
            <a:avLst/>
            <a:gdLst/>
            <a:ahLst/>
            <a:cxnLst/>
            <a:rect l="0" t="0" r="r" b="b"/>
            <a:pathLst>
              <a:path w="24244" h="24244">
                <a:moveTo>
                  <a:pt x="9727" y="24084"/>
                </a:moveTo>
                <a:lnTo>
                  <a:pt x="5356" y="22274"/>
                </a:lnTo>
                <a:lnTo>
                  <a:pt x="3550" y="20693"/>
                </a:lnTo>
                <a:lnTo>
                  <a:pt x="1970" y="18887"/>
                </a:lnTo>
                <a:lnTo>
                  <a:pt x="159" y="14516"/>
                </a:lnTo>
                <a:lnTo>
                  <a:pt x="0" y="12122"/>
                </a:lnTo>
                <a:lnTo>
                  <a:pt x="159" y="9727"/>
                </a:lnTo>
                <a:lnTo>
                  <a:pt x="1970" y="5356"/>
                </a:lnTo>
                <a:lnTo>
                  <a:pt x="3550" y="3550"/>
                </a:lnTo>
                <a:lnTo>
                  <a:pt x="5356" y="1970"/>
                </a:lnTo>
                <a:lnTo>
                  <a:pt x="9727" y="159"/>
                </a:lnTo>
                <a:lnTo>
                  <a:pt x="12122" y="0"/>
                </a:lnTo>
                <a:lnTo>
                  <a:pt x="14516" y="159"/>
                </a:lnTo>
                <a:lnTo>
                  <a:pt x="18887" y="1970"/>
                </a:lnTo>
                <a:lnTo>
                  <a:pt x="20693" y="3550"/>
                </a:lnTo>
                <a:lnTo>
                  <a:pt x="22274" y="5356"/>
                </a:lnTo>
                <a:lnTo>
                  <a:pt x="24084" y="9727"/>
                </a:lnTo>
                <a:lnTo>
                  <a:pt x="24244" y="12122"/>
                </a:lnTo>
                <a:lnTo>
                  <a:pt x="24084" y="14516"/>
                </a:lnTo>
                <a:lnTo>
                  <a:pt x="22274" y="18887"/>
                </a:lnTo>
                <a:lnTo>
                  <a:pt x="20693" y="20693"/>
                </a:lnTo>
                <a:lnTo>
                  <a:pt x="18887" y="22274"/>
                </a:lnTo>
                <a:lnTo>
                  <a:pt x="14516" y="24084"/>
                </a:lnTo>
                <a:lnTo>
                  <a:pt x="12122" y="24244"/>
                </a:lnTo>
                <a:lnTo>
                  <a:pt x="9727" y="24084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933" name="Shape 933"/>
          <p:cNvSpPr/>
          <p:nvPr/>
        </p:nvSpPr>
        <p:spPr>
          <a:xfrm>
            <a:off x="5811999" y="2008350"/>
            <a:ext cx="24471" cy="24471"/>
          </a:xfrm>
          <a:custGeom>
            <a:avLst/>
            <a:gdLst/>
            <a:ahLst/>
            <a:cxnLst/>
            <a:rect l="0" t="0" r="r" b="b"/>
            <a:pathLst>
              <a:path w="24471" h="24471">
                <a:moveTo>
                  <a:pt x="9818" y="24309"/>
                </a:moveTo>
                <a:lnTo>
                  <a:pt x="5406" y="22482"/>
                </a:lnTo>
                <a:lnTo>
                  <a:pt x="3583" y="20887"/>
                </a:lnTo>
                <a:lnTo>
                  <a:pt x="1988" y="19064"/>
                </a:lnTo>
                <a:lnTo>
                  <a:pt x="161" y="14652"/>
                </a:lnTo>
                <a:lnTo>
                  <a:pt x="0" y="12235"/>
                </a:lnTo>
                <a:lnTo>
                  <a:pt x="161" y="9818"/>
                </a:lnTo>
                <a:lnTo>
                  <a:pt x="1988" y="5406"/>
                </a:lnTo>
                <a:lnTo>
                  <a:pt x="3583" y="3583"/>
                </a:lnTo>
                <a:lnTo>
                  <a:pt x="5406" y="1988"/>
                </a:lnTo>
                <a:lnTo>
                  <a:pt x="9818" y="161"/>
                </a:lnTo>
                <a:lnTo>
                  <a:pt x="12235" y="0"/>
                </a:lnTo>
                <a:lnTo>
                  <a:pt x="14652" y="161"/>
                </a:lnTo>
                <a:lnTo>
                  <a:pt x="19064" y="1988"/>
                </a:lnTo>
                <a:lnTo>
                  <a:pt x="20887" y="3583"/>
                </a:lnTo>
                <a:lnTo>
                  <a:pt x="22482" y="5406"/>
                </a:lnTo>
                <a:lnTo>
                  <a:pt x="24309" y="9818"/>
                </a:lnTo>
                <a:lnTo>
                  <a:pt x="24471" y="12235"/>
                </a:lnTo>
                <a:lnTo>
                  <a:pt x="24309" y="14652"/>
                </a:lnTo>
                <a:lnTo>
                  <a:pt x="22482" y="19064"/>
                </a:lnTo>
                <a:lnTo>
                  <a:pt x="20887" y="20887"/>
                </a:lnTo>
                <a:lnTo>
                  <a:pt x="19064" y="22482"/>
                </a:lnTo>
                <a:lnTo>
                  <a:pt x="14652" y="24309"/>
                </a:lnTo>
                <a:lnTo>
                  <a:pt x="12235" y="24471"/>
                </a:lnTo>
                <a:lnTo>
                  <a:pt x="9818" y="24309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934" name="Shape 934"/>
          <p:cNvSpPr/>
          <p:nvPr/>
        </p:nvSpPr>
        <p:spPr>
          <a:xfrm>
            <a:off x="5844813" y="2013965"/>
            <a:ext cx="24619" cy="24619"/>
          </a:xfrm>
          <a:custGeom>
            <a:avLst/>
            <a:gdLst/>
            <a:ahLst/>
            <a:cxnLst/>
            <a:rect l="0" t="0" r="r" b="b"/>
            <a:pathLst>
              <a:path w="24619" h="24619">
                <a:moveTo>
                  <a:pt x="9877" y="24457"/>
                </a:moveTo>
                <a:lnTo>
                  <a:pt x="5439" y="22618"/>
                </a:lnTo>
                <a:lnTo>
                  <a:pt x="3605" y="21013"/>
                </a:lnTo>
                <a:lnTo>
                  <a:pt x="2000" y="19179"/>
                </a:lnTo>
                <a:lnTo>
                  <a:pt x="162" y="14741"/>
                </a:lnTo>
                <a:lnTo>
                  <a:pt x="0" y="12309"/>
                </a:lnTo>
                <a:lnTo>
                  <a:pt x="162" y="9877"/>
                </a:lnTo>
                <a:lnTo>
                  <a:pt x="2000" y="5439"/>
                </a:lnTo>
                <a:lnTo>
                  <a:pt x="3605" y="3605"/>
                </a:lnTo>
                <a:lnTo>
                  <a:pt x="5439" y="2000"/>
                </a:lnTo>
                <a:lnTo>
                  <a:pt x="9877" y="162"/>
                </a:lnTo>
                <a:lnTo>
                  <a:pt x="12309" y="0"/>
                </a:lnTo>
                <a:lnTo>
                  <a:pt x="14741" y="162"/>
                </a:lnTo>
                <a:lnTo>
                  <a:pt x="19179" y="2000"/>
                </a:lnTo>
                <a:lnTo>
                  <a:pt x="21013" y="3605"/>
                </a:lnTo>
                <a:lnTo>
                  <a:pt x="22618" y="5439"/>
                </a:lnTo>
                <a:lnTo>
                  <a:pt x="24457" y="9877"/>
                </a:lnTo>
                <a:lnTo>
                  <a:pt x="24619" y="12309"/>
                </a:lnTo>
                <a:lnTo>
                  <a:pt x="24457" y="14741"/>
                </a:lnTo>
                <a:lnTo>
                  <a:pt x="22618" y="19179"/>
                </a:lnTo>
                <a:lnTo>
                  <a:pt x="21013" y="21013"/>
                </a:lnTo>
                <a:lnTo>
                  <a:pt x="19179" y="22618"/>
                </a:lnTo>
                <a:lnTo>
                  <a:pt x="14741" y="24457"/>
                </a:lnTo>
                <a:lnTo>
                  <a:pt x="12309" y="24619"/>
                </a:lnTo>
                <a:lnTo>
                  <a:pt x="9877" y="24457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935" name="Shape 935"/>
          <p:cNvSpPr/>
          <p:nvPr/>
        </p:nvSpPr>
        <p:spPr>
          <a:xfrm>
            <a:off x="5880234" y="2020032"/>
            <a:ext cx="24763" cy="24763"/>
          </a:xfrm>
          <a:custGeom>
            <a:avLst/>
            <a:gdLst/>
            <a:ahLst/>
            <a:cxnLst/>
            <a:rect l="0" t="0" r="r" b="b"/>
            <a:pathLst>
              <a:path w="24763" h="24763">
                <a:moveTo>
                  <a:pt x="9935" y="24600"/>
                </a:moveTo>
                <a:lnTo>
                  <a:pt x="5471" y="22751"/>
                </a:lnTo>
                <a:lnTo>
                  <a:pt x="3626" y="21137"/>
                </a:lnTo>
                <a:lnTo>
                  <a:pt x="2012" y="19292"/>
                </a:lnTo>
                <a:lnTo>
                  <a:pt x="163" y="14827"/>
                </a:lnTo>
                <a:lnTo>
                  <a:pt x="0" y="12381"/>
                </a:lnTo>
                <a:lnTo>
                  <a:pt x="163" y="9935"/>
                </a:lnTo>
                <a:lnTo>
                  <a:pt x="2012" y="5471"/>
                </a:lnTo>
                <a:lnTo>
                  <a:pt x="3626" y="3626"/>
                </a:lnTo>
                <a:lnTo>
                  <a:pt x="5471" y="2012"/>
                </a:lnTo>
                <a:lnTo>
                  <a:pt x="9935" y="163"/>
                </a:lnTo>
                <a:lnTo>
                  <a:pt x="12381" y="0"/>
                </a:lnTo>
                <a:lnTo>
                  <a:pt x="14827" y="163"/>
                </a:lnTo>
                <a:lnTo>
                  <a:pt x="19292" y="2012"/>
                </a:lnTo>
                <a:lnTo>
                  <a:pt x="21137" y="3626"/>
                </a:lnTo>
                <a:lnTo>
                  <a:pt x="22751" y="5471"/>
                </a:lnTo>
                <a:lnTo>
                  <a:pt x="24600" y="9935"/>
                </a:lnTo>
                <a:lnTo>
                  <a:pt x="24763" y="12381"/>
                </a:lnTo>
                <a:lnTo>
                  <a:pt x="24600" y="14827"/>
                </a:lnTo>
                <a:lnTo>
                  <a:pt x="22751" y="19292"/>
                </a:lnTo>
                <a:lnTo>
                  <a:pt x="21137" y="21137"/>
                </a:lnTo>
                <a:lnTo>
                  <a:pt x="19292" y="22751"/>
                </a:lnTo>
                <a:lnTo>
                  <a:pt x="14827" y="24600"/>
                </a:lnTo>
                <a:lnTo>
                  <a:pt x="12381" y="24763"/>
                </a:lnTo>
                <a:lnTo>
                  <a:pt x="9935" y="24600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936" name="Shape 936"/>
          <p:cNvSpPr/>
          <p:nvPr/>
        </p:nvSpPr>
        <p:spPr>
          <a:xfrm>
            <a:off x="5938975" y="2030109"/>
            <a:ext cx="24968" cy="24968"/>
          </a:xfrm>
          <a:custGeom>
            <a:avLst/>
            <a:gdLst/>
            <a:ahLst/>
            <a:cxnLst/>
            <a:rect l="0" t="0" r="r" b="b"/>
            <a:pathLst>
              <a:path w="24968" h="24968">
                <a:moveTo>
                  <a:pt x="10017" y="24803"/>
                </a:moveTo>
                <a:lnTo>
                  <a:pt x="5516" y="22939"/>
                </a:lnTo>
                <a:lnTo>
                  <a:pt x="3656" y="21311"/>
                </a:lnTo>
                <a:lnTo>
                  <a:pt x="2028" y="19451"/>
                </a:lnTo>
                <a:lnTo>
                  <a:pt x="164" y="14950"/>
                </a:lnTo>
                <a:lnTo>
                  <a:pt x="0" y="12484"/>
                </a:lnTo>
                <a:lnTo>
                  <a:pt x="164" y="10017"/>
                </a:lnTo>
                <a:lnTo>
                  <a:pt x="2028" y="5516"/>
                </a:lnTo>
                <a:lnTo>
                  <a:pt x="3656" y="3656"/>
                </a:lnTo>
                <a:lnTo>
                  <a:pt x="5516" y="2028"/>
                </a:lnTo>
                <a:lnTo>
                  <a:pt x="10017" y="164"/>
                </a:lnTo>
                <a:lnTo>
                  <a:pt x="12484" y="0"/>
                </a:lnTo>
                <a:lnTo>
                  <a:pt x="14950" y="164"/>
                </a:lnTo>
                <a:lnTo>
                  <a:pt x="19451" y="2028"/>
                </a:lnTo>
                <a:lnTo>
                  <a:pt x="21311" y="3656"/>
                </a:lnTo>
                <a:lnTo>
                  <a:pt x="22939" y="5516"/>
                </a:lnTo>
                <a:lnTo>
                  <a:pt x="24803" y="10017"/>
                </a:lnTo>
                <a:lnTo>
                  <a:pt x="24968" y="12484"/>
                </a:lnTo>
                <a:lnTo>
                  <a:pt x="24803" y="14950"/>
                </a:lnTo>
                <a:lnTo>
                  <a:pt x="22939" y="19451"/>
                </a:lnTo>
                <a:lnTo>
                  <a:pt x="21311" y="21311"/>
                </a:lnTo>
                <a:lnTo>
                  <a:pt x="19451" y="22939"/>
                </a:lnTo>
                <a:lnTo>
                  <a:pt x="14950" y="24803"/>
                </a:lnTo>
                <a:lnTo>
                  <a:pt x="12484" y="24968"/>
                </a:lnTo>
                <a:lnTo>
                  <a:pt x="10017" y="24803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937" name="Shape 937"/>
          <p:cNvSpPr/>
          <p:nvPr/>
        </p:nvSpPr>
        <p:spPr>
          <a:xfrm>
            <a:off x="6005672" y="2041580"/>
            <a:ext cx="25128" cy="25128"/>
          </a:xfrm>
          <a:custGeom>
            <a:avLst/>
            <a:gdLst/>
            <a:ahLst/>
            <a:cxnLst/>
            <a:rect l="0" t="0" r="r" b="b"/>
            <a:pathLst>
              <a:path w="25128" h="25128">
                <a:moveTo>
                  <a:pt x="10082" y="24963"/>
                </a:moveTo>
                <a:lnTo>
                  <a:pt x="5552" y="23086"/>
                </a:lnTo>
                <a:lnTo>
                  <a:pt x="3680" y="21448"/>
                </a:lnTo>
                <a:lnTo>
                  <a:pt x="2041" y="19576"/>
                </a:lnTo>
                <a:lnTo>
                  <a:pt x="165" y="15046"/>
                </a:lnTo>
                <a:lnTo>
                  <a:pt x="0" y="12564"/>
                </a:lnTo>
                <a:lnTo>
                  <a:pt x="165" y="10082"/>
                </a:lnTo>
                <a:lnTo>
                  <a:pt x="2041" y="5552"/>
                </a:lnTo>
                <a:lnTo>
                  <a:pt x="3680" y="3680"/>
                </a:lnTo>
                <a:lnTo>
                  <a:pt x="5552" y="2041"/>
                </a:lnTo>
                <a:lnTo>
                  <a:pt x="10082" y="165"/>
                </a:lnTo>
                <a:lnTo>
                  <a:pt x="12564" y="0"/>
                </a:lnTo>
                <a:lnTo>
                  <a:pt x="15046" y="165"/>
                </a:lnTo>
                <a:lnTo>
                  <a:pt x="19576" y="2041"/>
                </a:lnTo>
                <a:lnTo>
                  <a:pt x="21448" y="3680"/>
                </a:lnTo>
                <a:lnTo>
                  <a:pt x="23086" y="5552"/>
                </a:lnTo>
                <a:lnTo>
                  <a:pt x="24963" y="10082"/>
                </a:lnTo>
                <a:lnTo>
                  <a:pt x="25128" y="12564"/>
                </a:lnTo>
                <a:lnTo>
                  <a:pt x="24963" y="15046"/>
                </a:lnTo>
                <a:lnTo>
                  <a:pt x="23086" y="19576"/>
                </a:lnTo>
                <a:lnTo>
                  <a:pt x="21448" y="21448"/>
                </a:lnTo>
                <a:lnTo>
                  <a:pt x="19576" y="23086"/>
                </a:lnTo>
                <a:lnTo>
                  <a:pt x="15046" y="24963"/>
                </a:lnTo>
                <a:lnTo>
                  <a:pt x="12564" y="25128"/>
                </a:lnTo>
                <a:lnTo>
                  <a:pt x="10082" y="24963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938" name="Shape 938"/>
          <p:cNvSpPr/>
          <p:nvPr/>
        </p:nvSpPr>
        <p:spPr>
          <a:xfrm>
            <a:off x="6055416" y="2050176"/>
            <a:ext cx="25150" cy="25150"/>
          </a:xfrm>
          <a:custGeom>
            <a:avLst/>
            <a:gdLst/>
            <a:ahLst/>
            <a:cxnLst/>
            <a:rect l="0" t="0" r="r" b="b"/>
            <a:pathLst>
              <a:path w="25150" h="25150">
                <a:moveTo>
                  <a:pt x="10091" y="24985"/>
                </a:moveTo>
                <a:lnTo>
                  <a:pt x="5556" y="23107"/>
                </a:lnTo>
                <a:lnTo>
                  <a:pt x="3683" y="21467"/>
                </a:lnTo>
                <a:lnTo>
                  <a:pt x="2043" y="19593"/>
                </a:lnTo>
                <a:lnTo>
                  <a:pt x="165" y="15059"/>
                </a:lnTo>
                <a:lnTo>
                  <a:pt x="0" y="12575"/>
                </a:lnTo>
                <a:lnTo>
                  <a:pt x="165" y="10091"/>
                </a:lnTo>
                <a:lnTo>
                  <a:pt x="2043" y="5556"/>
                </a:lnTo>
                <a:lnTo>
                  <a:pt x="3683" y="3683"/>
                </a:lnTo>
                <a:lnTo>
                  <a:pt x="5556" y="2043"/>
                </a:lnTo>
                <a:lnTo>
                  <a:pt x="10091" y="165"/>
                </a:lnTo>
                <a:lnTo>
                  <a:pt x="12575" y="0"/>
                </a:lnTo>
                <a:lnTo>
                  <a:pt x="15059" y="165"/>
                </a:lnTo>
                <a:lnTo>
                  <a:pt x="19593" y="2043"/>
                </a:lnTo>
                <a:lnTo>
                  <a:pt x="21467" y="3683"/>
                </a:lnTo>
                <a:lnTo>
                  <a:pt x="23107" y="5556"/>
                </a:lnTo>
                <a:lnTo>
                  <a:pt x="24985" y="10091"/>
                </a:lnTo>
                <a:lnTo>
                  <a:pt x="25150" y="12575"/>
                </a:lnTo>
                <a:lnTo>
                  <a:pt x="24985" y="15059"/>
                </a:lnTo>
                <a:lnTo>
                  <a:pt x="23107" y="19593"/>
                </a:lnTo>
                <a:lnTo>
                  <a:pt x="21467" y="21467"/>
                </a:lnTo>
                <a:lnTo>
                  <a:pt x="19593" y="23107"/>
                </a:lnTo>
                <a:lnTo>
                  <a:pt x="15059" y="24985"/>
                </a:lnTo>
                <a:lnTo>
                  <a:pt x="12575" y="25150"/>
                </a:lnTo>
                <a:lnTo>
                  <a:pt x="10091" y="2498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939" name="Shape 939"/>
          <p:cNvSpPr/>
          <p:nvPr/>
        </p:nvSpPr>
        <p:spPr>
          <a:xfrm>
            <a:off x="6139560" y="2064784"/>
            <a:ext cx="25021" cy="25021"/>
          </a:xfrm>
          <a:custGeom>
            <a:avLst/>
            <a:gdLst/>
            <a:ahLst/>
            <a:cxnLst/>
            <a:rect l="0" t="0" r="r" b="b"/>
            <a:pathLst>
              <a:path w="25021" h="25021">
                <a:moveTo>
                  <a:pt x="10039" y="24857"/>
                </a:moveTo>
                <a:lnTo>
                  <a:pt x="5528" y="22988"/>
                </a:lnTo>
                <a:lnTo>
                  <a:pt x="3664" y="21357"/>
                </a:lnTo>
                <a:lnTo>
                  <a:pt x="2033" y="19493"/>
                </a:lnTo>
                <a:lnTo>
                  <a:pt x="164" y="14982"/>
                </a:lnTo>
                <a:lnTo>
                  <a:pt x="0" y="12510"/>
                </a:lnTo>
                <a:lnTo>
                  <a:pt x="164" y="10039"/>
                </a:lnTo>
                <a:lnTo>
                  <a:pt x="2033" y="5528"/>
                </a:lnTo>
                <a:lnTo>
                  <a:pt x="3664" y="3664"/>
                </a:lnTo>
                <a:lnTo>
                  <a:pt x="5528" y="2033"/>
                </a:lnTo>
                <a:lnTo>
                  <a:pt x="10039" y="164"/>
                </a:lnTo>
                <a:lnTo>
                  <a:pt x="12510" y="0"/>
                </a:lnTo>
                <a:lnTo>
                  <a:pt x="14982" y="164"/>
                </a:lnTo>
                <a:lnTo>
                  <a:pt x="19493" y="2033"/>
                </a:lnTo>
                <a:lnTo>
                  <a:pt x="21357" y="3664"/>
                </a:lnTo>
                <a:lnTo>
                  <a:pt x="22988" y="5528"/>
                </a:lnTo>
                <a:lnTo>
                  <a:pt x="24857" y="10039"/>
                </a:lnTo>
                <a:lnTo>
                  <a:pt x="25021" y="12510"/>
                </a:lnTo>
                <a:lnTo>
                  <a:pt x="24857" y="14982"/>
                </a:lnTo>
                <a:lnTo>
                  <a:pt x="22988" y="19493"/>
                </a:lnTo>
                <a:lnTo>
                  <a:pt x="21357" y="21357"/>
                </a:lnTo>
                <a:lnTo>
                  <a:pt x="19493" y="22988"/>
                </a:lnTo>
                <a:lnTo>
                  <a:pt x="14982" y="24857"/>
                </a:lnTo>
                <a:lnTo>
                  <a:pt x="12510" y="25021"/>
                </a:lnTo>
                <a:lnTo>
                  <a:pt x="10039" y="24857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940" name="Shape 940"/>
          <p:cNvSpPr/>
          <p:nvPr/>
        </p:nvSpPr>
        <p:spPr>
          <a:xfrm>
            <a:off x="6237557" y="2081817"/>
            <a:ext cx="24824" cy="24824"/>
          </a:xfrm>
          <a:custGeom>
            <a:avLst/>
            <a:gdLst/>
            <a:ahLst/>
            <a:cxnLst/>
            <a:rect l="0" t="0" r="r" b="b"/>
            <a:pathLst>
              <a:path w="24824" h="24824">
                <a:moveTo>
                  <a:pt x="9960" y="24661"/>
                </a:moveTo>
                <a:lnTo>
                  <a:pt x="5484" y="22807"/>
                </a:lnTo>
                <a:lnTo>
                  <a:pt x="3635" y="21189"/>
                </a:lnTo>
                <a:lnTo>
                  <a:pt x="2017" y="19339"/>
                </a:lnTo>
                <a:lnTo>
                  <a:pt x="163" y="14864"/>
                </a:lnTo>
                <a:lnTo>
                  <a:pt x="0" y="12412"/>
                </a:lnTo>
                <a:lnTo>
                  <a:pt x="163" y="9960"/>
                </a:lnTo>
                <a:lnTo>
                  <a:pt x="2017" y="5484"/>
                </a:lnTo>
                <a:lnTo>
                  <a:pt x="3635" y="3635"/>
                </a:lnTo>
                <a:lnTo>
                  <a:pt x="5484" y="2017"/>
                </a:lnTo>
                <a:lnTo>
                  <a:pt x="9960" y="163"/>
                </a:lnTo>
                <a:lnTo>
                  <a:pt x="12412" y="0"/>
                </a:lnTo>
                <a:lnTo>
                  <a:pt x="14864" y="163"/>
                </a:lnTo>
                <a:lnTo>
                  <a:pt x="19339" y="2017"/>
                </a:lnTo>
                <a:lnTo>
                  <a:pt x="21189" y="3635"/>
                </a:lnTo>
                <a:lnTo>
                  <a:pt x="22807" y="5484"/>
                </a:lnTo>
                <a:lnTo>
                  <a:pt x="24661" y="9960"/>
                </a:lnTo>
                <a:lnTo>
                  <a:pt x="24824" y="12412"/>
                </a:lnTo>
                <a:lnTo>
                  <a:pt x="24661" y="14864"/>
                </a:lnTo>
                <a:lnTo>
                  <a:pt x="22807" y="19339"/>
                </a:lnTo>
                <a:lnTo>
                  <a:pt x="21189" y="21189"/>
                </a:lnTo>
                <a:lnTo>
                  <a:pt x="19339" y="22807"/>
                </a:lnTo>
                <a:lnTo>
                  <a:pt x="14864" y="24661"/>
                </a:lnTo>
                <a:lnTo>
                  <a:pt x="12412" y="24824"/>
                </a:lnTo>
                <a:lnTo>
                  <a:pt x="9960" y="24661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941" name="Shape 941"/>
          <p:cNvSpPr/>
          <p:nvPr/>
        </p:nvSpPr>
        <p:spPr>
          <a:xfrm>
            <a:off x="6311470" y="2093933"/>
            <a:ext cx="26445" cy="26445"/>
          </a:xfrm>
          <a:custGeom>
            <a:avLst/>
            <a:gdLst/>
            <a:ahLst/>
            <a:cxnLst/>
            <a:rect l="0" t="0" r="r" b="b"/>
            <a:pathLst>
              <a:path w="26445" h="26445">
                <a:moveTo>
                  <a:pt x="10610" y="26271"/>
                </a:moveTo>
                <a:lnTo>
                  <a:pt x="5843" y="24296"/>
                </a:lnTo>
                <a:lnTo>
                  <a:pt x="3872" y="22572"/>
                </a:lnTo>
                <a:lnTo>
                  <a:pt x="2148" y="20602"/>
                </a:lnTo>
                <a:lnTo>
                  <a:pt x="174" y="15835"/>
                </a:lnTo>
                <a:lnTo>
                  <a:pt x="0" y="13222"/>
                </a:lnTo>
                <a:lnTo>
                  <a:pt x="174" y="10610"/>
                </a:lnTo>
                <a:lnTo>
                  <a:pt x="2148" y="5843"/>
                </a:lnTo>
                <a:lnTo>
                  <a:pt x="3872" y="3872"/>
                </a:lnTo>
                <a:lnTo>
                  <a:pt x="5843" y="2148"/>
                </a:lnTo>
                <a:lnTo>
                  <a:pt x="10610" y="174"/>
                </a:lnTo>
                <a:lnTo>
                  <a:pt x="13222" y="0"/>
                </a:lnTo>
                <a:lnTo>
                  <a:pt x="15835" y="174"/>
                </a:lnTo>
                <a:lnTo>
                  <a:pt x="20602" y="2148"/>
                </a:lnTo>
                <a:lnTo>
                  <a:pt x="22572" y="3872"/>
                </a:lnTo>
                <a:lnTo>
                  <a:pt x="24296" y="5843"/>
                </a:lnTo>
                <a:lnTo>
                  <a:pt x="26271" y="10610"/>
                </a:lnTo>
                <a:lnTo>
                  <a:pt x="26445" y="13222"/>
                </a:lnTo>
                <a:lnTo>
                  <a:pt x="26271" y="15835"/>
                </a:lnTo>
                <a:lnTo>
                  <a:pt x="24296" y="20602"/>
                </a:lnTo>
                <a:lnTo>
                  <a:pt x="22572" y="22572"/>
                </a:lnTo>
                <a:lnTo>
                  <a:pt x="20602" y="24296"/>
                </a:lnTo>
                <a:lnTo>
                  <a:pt x="15835" y="26271"/>
                </a:lnTo>
                <a:lnTo>
                  <a:pt x="13222" y="26445"/>
                </a:lnTo>
                <a:lnTo>
                  <a:pt x="10610" y="26271"/>
                </a:lnTo>
                <a:close/>
              </a:path>
            </a:pathLst>
          </a:custGeom>
          <a:solidFill>
            <a:srgbClr val="71CA77"/>
          </a:solidFill>
          <a:ln>
            <a:noFill/>
          </a:ln>
        </p:spPr>
      </p:sp>
      <p:sp>
        <p:nvSpPr>
          <p:cNvPr id="942" name="Shape 942"/>
          <p:cNvSpPr/>
          <p:nvPr/>
        </p:nvSpPr>
        <p:spPr>
          <a:xfrm>
            <a:off x="5438827" y="1958487"/>
            <a:ext cx="22159" cy="22159"/>
          </a:xfrm>
          <a:custGeom>
            <a:avLst/>
            <a:gdLst/>
            <a:ahLst/>
            <a:cxnLst/>
            <a:rect l="0" t="0" r="r" b="b"/>
            <a:pathLst>
              <a:path w="22159" h="22159">
                <a:moveTo>
                  <a:pt x="8890" y="22013"/>
                </a:moveTo>
                <a:lnTo>
                  <a:pt x="4896" y="20358"/>
                </a:lnTo>
                <a:lnTo>
                  <a:pt x="3245" y="18914"/>
                </a:lnTo>
                <a:lnTo>
                  <a:pt x="1800" y="17263"/>
                </a:lnTo>
                <a:lnTo>
                  <a:pt x="145" y="13268"/>
                </a:lnTo>
                <a:lnTo>
                  <a:pt x="0" y="11079"/>
                </a:lnTo>
                <a:lnTo>
                  <a:pt x="145" y="8890"/>
                </a:lnTo>
                <a:lnTo>
                  <a:pt x="1800" y="4896"/>
                </a:lnTo>
                <a:lnTo>
                  <a:pt x="3245" y="3245"/>
                </a:lnTo>
                <a:lnTo>
                  <a:pt x="4896" y="1800"/>
                </a:lnTo>
                <a:lnTo>
                  <a:pt x="8890" y="145"/>
                </a:lnTo>
                <a:lnTo>
                  <a:pt x="11079" y="0"/>
                </a:lnTo>
                <a:lnTo>
                  <a:pt x="13268" y="145"/>
                </a:lnTo>
                <a:lnTo>
                  <a:pt x="17263" y="1800"/>
                </a:lnTo>
                <a:lnTo>
                  <a:pt x="18914" y="3245"/>
                </a:lnTo>
                <a:lnTo>
                  <a:pt x="20358" y="4896"/>
                </a:lnTo>
                <a:lnTo>
                  <a:pt x="22013" y="8890"/>
                </a:lnTo>
                <a:lnTo>
                  <a:pt x="22159" y="11079"/>
                </a:lnTo>
                <a:lnTo>
                  <a:pt x="22013" y="13268"/>
                </a:lnTo>
                <a:lnTo>
                  <a:pt x="20358" y="17263"/>
                </a:lnTo>
                <a:lnTo>
                  <a:pt x="18914" y="18914"/>
                </a:lnTo>
                <a:lnTo>
                  <a:pt x="17263" y="20358"/>
                </a:lnTo>
                <a:lnTo>
                  <a:pt x="13268" y="22013"/>
                </a:lnTo>
                <a:lnTo>
                  <a:pt x="11079" y="22159"/>
                </a:lnTo>
                <a:lnTo>
                  <a:pt x="8890" y="22013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943" name="Shape 943"/>
          <p:cNvSpPr/>
          <p:nvPr/>
        </p:nvSpPr>
        <p:spPr>
          <a:xfrm>
            <a:off x="5457089" y="1962058"/>
            <a:ext cx="22412" cy="22412"/>
          </a:xfrm>
          <a:custGeom>
            <a:avLst/>
            <a:gdLst/>
            <a:ahLst/>
            <a:cxnLst/>
            <a:rect l="0" t="0" r="r" b="b"/>
            <a:pathLst>
              <a:path w="22412" h="22412">
                <a:moveTo>
                  <a:pt x="8992" y="22265"/>
                </a:moveTo>
                <a:lnTo>
                  <a:pt x="4952" y="20591"/>
                </a:lnTo>
                <a:lnTo>
                  <a:pt x="3282" y="19130"/>
                </a:lnTo>
                <a:lnTo>
                  <a:pt x="1821" y="17460"/>
                </a:lnTo>
                <a:lnTo>
                  <a:pt x="147" y="13420"/>
                </a:lnTo>
                <a:lnTo>
                  <a:pt x="0" y="11206"/>
                </a:lnTo>
                <a:lnTo>
                  <a:pt x="147" y="8992"/>
                </a:lnTo>
                <a:lnTo>
                  <a:pt x="1821" y="4952"/>
                </a:lnTo>
                <a:lnTo>
                  <a:pt x="3282" y="3282"/>
                </a:lnTo>
                <a:lnTo>
                  <a:pt x="4952" y="1821"/>
                </a:lnTo>
                <a:lnTo>
                  <a:pt x="8992" y="147"/>
                </a:lnTo>
                <a:lnTo>
                  <a:pt x="11206" y="0"/>
                </a:lnTo>
                <a:lnTo>
                  <a:pt x="13420" y="147"/>
                </a:lnTo>
                <a:lnTo>
                  <a:pt x="17460" y="1821"/>
                </a:lnTo>
                <a:lnTo>
                  <a:pt x="19130" y="3282"/>
                </a:lnTo>
                <a:lnTo>
                  <a:pt x="20591" y="4952"/>
                </a:lnTo>
                <a:lnTo>
                  <a:pt x="22265" y="8992"/>
                </a:lnTo>
                <a:lnTo>
                  <a:pt x="22412" y="11206"/>
                </a:lnTo>
                <a:lnTo>
                  <a:pt x="22265" y="13420"/>
                </a:lnTo>
                <a:lnTo>
                  <a:pt x="20591" y="17460"/>
                </a:lnTo>
                <a:lnTo>
                  <a:pt x="19130" y="19130"/>
                </a:lnTo>
                <a:lnTo>
                  <a:pt x="17460" y="20591"/>
                </a:lnTo>
                <a:lnTo>
                  <a:pt x="13420" y="22265"/>
                </a:lnTo>
                <a:lnTo>
                  <a:pt x="11206" y="22412"/>
                </a:lnTo>
                <a:lnTo>
                  <a:pt x="8992" y="22265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944" name="Shape 944"/>
          <p:cNvSpPr/>
          <p:nvPr/>
        </p:nvSpPr>
        <p:spPr>
          <a:xfrm>
            <a:off x="5470053" y="1964598"/>
            <a:ext cx="22579" cy="22579"/>
          </a:xfrm>
          <a:custGeom>
            <a:avLst/>
            <a:gdLst/>
            <a:ahLst/>
            <a:cxnLst/>
            <a:rect l="0" t="0" r="r" b="b"/>
            <a:pathLst>
              <a:path w="22579" h="22579">
                <a:moveTo>
                  <a:pt x="9059" y="22431"/>
                </a:moveTo>
                <a:lnTo>
                  <a:pt x="4988" y="20744"/>
                </a:lnTo>
                <a:lnTo>
                  <a:pt x="3306" y="19273"/>
                </a:lnTo>
                <a:lnTo>
                  <a:pt x="1834" y="17590"/>
                </a:lnTo>
                <a:lnTo>
                  <a:pt x="148" y="13520"/>
                </a:lnTo>
                <a:lnTo>
                  <a:pt x="0" y="11289"/>
                </a:lnTo>
                <a:lnTo>
                  <a:pt x="148" y="9059"/>
                </a:lnTo>
                <a:lnTo>
                  <a:pt x="1834" y="4988"/>
                </a:lnTo>
                <a:lnTo>
                  <a:pt x="3306" y="3306"/>
                </a:lnTo>
                <a:lnTo>
                  <a:pt x="4988" y="1834"/>
                </a:lnTo>
                <a:lnTo>
                  <a:pt x="9059" y="148"/>
                </a:lnTo>
                <a:lnTo>
                  <a:pt x="11289" y="0"/>
                </a:lnTo>
                <a:lnTo>
                  <a:pt x="13520" y="148"/>
                </a:lnTo>
                <a:lnTo>
                  <a:pt x="17590" y="1834"/>
                </a:lnTo>
                <a:lnTo>
                  <a:pt x="19273" y="3306"/>
                </a:lnTo>
                <a:lnTo>
                  <a:pt x="20744" y="4988"/>
                </a:lnTo>
                <a:lnTo>
                  <a:pt x="22431" y="9059"/>
                </a:lnTo>
                <a:lnTo>
                  <a:pt x="22579" y="11289"/>
                </a:lnTo>
                <a:lnTo>
                  <a:pt x="22431" y="13520"/>
                </a:lnTo>
                <a:lnTo>
                  <a:pt x="20744" y="17590"/>
                </a:lnTo>
                <a:lnTo>
                  <a:pt x="19273" y="19273"/>
                </a:lnTo>
                <a:lnTo>
                  <a:pt x="17590" y="20744"/>
                </a:lnTo>
                <a:lnTo>
                  <a:pt x="13520" y="22431"/>
                </a:lnTo>
                <a:lnTo>
                  <a:pt x="11289" y="22579"/>
                </a:lnTo>
                <a:lnTo>
                  <a:pt x="9059" y="22431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945" name="Shape 945"/>
          <p:cNvSpPr/>
          <p:nvPr/>
        </p:nvSpPr>
        <p:spPr>
          <a:xfrm>
            <a:off x="5483707" y="1967277"/>
            <a:ext cx="22745" cy="22745"/>
          </a:xfrm>
          <a:custGeom>
            <a:avLst/>
            <a:gdLst/>
            <a:ahLst/>
            <a:cxnLst/>
            <a:rect l="0" t="0" r="r" b="b"/>
            <a:pathLst>
              <a:path w="22745" h="22745">
                <a:moveTo>
                  <a:pt x="9126" y="22595"/>
                </a:moveTo>
                <a:lnTo>
                  <a:pt x="5025" y="20897"/>
                </a:lnTo>
                <a:lnTo>
                  <a:pt x="3330" y="19414"/>
                </a:lnTo>
                <a:lnTo>
                  <a:pt x="1848" y="17719"/>
                </a:lnTo>
                <a:lnTo>
                  <a:pt x="149" y="13619"/>
                </a:lnTo>
                <a:lnTo>
                  <a:pt x="0" y="11372"/>
                </a:lnTo>
                <a:lnTo>
                  <a:pt x="149" y="9126"/>
                </a:lnTo>
                <a:lnTo>
                  <a:pt x="1848" y="5025"/>
                </a:lnTo>
                <a:lnTo>
                  <a:pt x="3330" y="3330"/>
                </a:lnTo>
                <a:lnTo>
                  <a:pt x="5025" y="1848"/>
                </a:lnTo>
                <a:lnTo>
                  <a:pt x="9126" y="149"/>
                </a:lnTo>
                <a:lnTo>
                  <a:pt x="11372" y="0"/>
                </a:lnTo>
                <a:lnTo>
                  <a:pt x="13619" y="149"/>
                </a:lnTo>
                <a:lnTo>
                  <a:pt x="17719" y="1848"/>
                </a:lnTo>
                <a:lnTo>
                  <a:pt x="19414" y="3330"/>
                </a:lnTo>
                <a:lnTo>
                  <a:pt x="20897" y="5025"/>
                </a:lnTo>
                <a:lnTo>
                  <a:pt x="22595" y="9126"/>
                </a:lnTo>
                <a:lnTo>
                  <a:pt x="22745" y="11372"/>
                </a:lnTo>
                <a:lnTo>
                  <a:pt x="22595" y="13619"/>
                </a:lnTo>
                <a:lnTo>
                  <a:pt x="20897" y="17719"/>
                </a:lnTo>
                <a:lnTo>
                  <a:pt x="19414" y="19414"/>
                </a:lnTo>
                <a:lnTo>
                  <a:pt x="17719" y="20897"/>
                </a:lnTo>
                <a:lnTo>
                  <a:pt x="13619" y="22595"/>
                </a:lnTo>
                <a:lnTo>
                  <a:pt x="11372" y="22745"/>
                </a:lnTo>
                <a:lnTo>
                  <a:pt x="9126" y="22595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946" name="Shape 946"/>
          <p:cNvSpPr/>
          <p:nvPr/>
        </p:nvSpPr>
        <p:spPr>
          <a:xfrm>
            <a:off x="5505604" y="1971581"/>
            <a:ext cx="22991" cy="22991"/>
          </a:xfrm>
          <a:custGeom>
            <a:avLst/>
            <a:gdLst/>
            <a:ahLst/>
            <a:cxnLst/>
            <a:rect l="0" t="0" r="r" b="b"/>
            <a:pathLst>
              <a:path w="22991" h="22991">
                <a:moveTo>
                  <a:pt x="9224" y="22840"/>
                </a:moveTo>
                <a:lnTo>
                  <a:pt x="5079" y="21123"/>
                </a:lnTo>
                <a:lnTo>
                  <a:pt x="3367" y="19624"/>
                </a:lnTo>
                <a:lnTo>
                  <a:pt x="1868" y="17911"/>
                </a:lnTo>
                <a:lnTo>
                  <a:pt x="151" y="13766"/>
                </a:lnTo>
                <a:lnTo>
                  <a:pt x="0" y="11495"/>
                </a:lnTo>
                <a:lnTo>
                  <a:pt x="151" y="9224"/>
                </a:lnTo>
                <a:lnTo>
                  <a:pt x="1868" y="5079"/>
                </a:lnTo>
                <a:lnTo>
                  <a:pt x="3367" y="3367"/>
                </a:lnTo>
                <a:lnTo>
                  <a:pt x="5079" y="1868"/>
                </a:lnTo>
                <a:lnTo>
                  <a:pt x="9224" y="151"/>
                </a:lnTo>
                <a:lnTo>
                  <a:pt x="11495" y="0"/>
                </a:lnTo>
                <a:lnTo>
                  <a:pt x="13766" y="151"/>
                </a:lnTo>
                <a:lnTo>
                  <a:pt x="17911" y="1868"/>
                </a:lnTo>
                <a:lnTo>
                  <a:pt x="19624" y="3367"/>
                </a:lnTo>
                <a:lnTo>
                  <a:pt x="21123" y="5079"/>
                </a:lnTo>
                <a:lnTo>
                  <a:pt x="22840" y="9224"/>
                </a:lnTo>
                <a:lnTo>
                  <a:pt x="22991" y="11495"/>
                </a:lnTo>
                <a:lnTo>
                  <a:pt x="22840" y="13766"/>
                </a:lnTo>
                <a:lnTo>
                  <a:pt x="21123" y="17911"/>
                </a:lnTo>
                <a:lnTo>
                  <a:pt x="19624" y="19624"/>
                </a:lnTo>
                <a:lnTo>
                  <a:pt x="17911" y="21123"/>
                </a:lnTo>
                <a:lnTo>
                  <a:pt x="13766" y="22840"/>
                </a:lnTo>
                <a:lnTo>
                  <a:pt x="11495" y="22991"/>
                </a:lnTo>
                <a:lnTo>
                  <a:pt x="9224" y="22840"/>
                </a:lnTo>
                <a:close/>
              </a:path>
            </a:pathLst>
          </a:custGeom>
          <a:solidFill>
            <a:srgbClr val="85D486"/>
          </a:solidFill>
          <a:ln>
            <a:noFill/>
          </a:ln>
        </p:spPr>
      </p:sp>
      <p:sp>
        <p:nvSpPr>
          <p:cNvPr id="947" name="Shape 947"/>
          <p:cNvSpPr/>
          <p:nvPr/>
        </p:nvSpPr>
        <p:spPr>
          <a:xfrm>
            <a:off x="5529395" y="1976267"/>
            <a:ext cx="23235" cy="23235"/>
          </a:xfrm>
          <a:custGeom>
            <a:avLst/>
            <a:gdLst/>
            <a:ahLst/>
            <a:cxnLst/>
            <a:rect l="0" t="0" r="r" b="b"/>
            <a:pathLst>
              <a:path w="23235" h="23235">
                <a:moveTo>
                  <a:pt x="9322" y="23082"/>
                </a:moveTo>
                <a:lnTo>
                  <a:pt x="5133" y="21347"/>
                </a:lnTo>
                <a:lnTo>
                  <a:pt x="3402" y="19832"/>
                </a:lnTo>
                <a:lnTo>
                  <a:pt x="1888" y="18101"/>
                </a:lnTo>
                <a:lnTo>
                  <a:pt x="153" y="13912"/>
                </a:lnTo>
                <a:lnTo>
                  <a:pt x="0" y="11617"/>
                </a:lnTo>
                <a:lnTo>
                  <a:pt x="153" y="9322"/>
                </a:lnTo>
                <a:lnTo>
                  <a:pt x="1888" y="5133"/>
                </a:lnTo>
                <a:lnTo>
                  <a:pt x="3402" y="3402"/>
                </a:lnTo>
                <a:lnTo>
                  <a:pt x="5133" y="1888"/>
                </a:lnTo>
                <a:lnTo>
                  <a:pt x="9322" y="153"/>
                </a:lnTo>
                <a:lnTo>
                  <a:pt x="11617" y="0"/>
                </a:lnTo>
                <a:lnTo>
                  <a:pt x="13912" y="153"/>
                </a:lnTo>
                <a:lnTo>
                  <a:pt x="18101" y="1888"/>
                </a:lnTo>
                <a:lnTo>
                  <a:pt x="19832" y="3402"/>
                </a:lnTo>
                <a:lnTo>
                  <a:pt x="21347" y="5133"/>
                </a:lnTo>
                <a:lnTo>
                  <a:pt x="23082" y="9322"/>
                </a:lnTo>
                <a:lnTo>
                  <a:pt x="23235" y="11617"/>
                </a:lnTo>
                <a:lnTo>
                  <a:pt x="23082" y="13912"/>
                </a:lnTo>
                <a:lnTo>
                  <a:pt x="21347" y="18101"/>
                </a:lnTo>
                <a:lnTo>
                  <a:pt x="19832" y="19832"/>
                </a:lnTo>
                <a:lnTo>
                  <a:pt x="18101" y="21347"/>
                </a:lnTo>
                <a:lnTo>
                  <a:pt x="13912" y="23082"/>
                </a:lnTo>
                <a:lnTo>
                  <a:pt x="11617" y="23235"/>
                </a:lnTo>
                <a:lnTo>
                  <a:pt x="9322" y="2308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948" name="Shape 948"/>
          <p:cNvSpPr/>
          <p:nvPr/>
        </p:nvSpPr>
        <p:spPr>
          <a:xfrm>
            <a:off x="5546433" y="1979628"/>
            <a:ext cx="23396" cy="23396"/>
          </a:xfrm>
          <a:custGeom>
            <a:avLst/>
            <a:gdLst/>
            <a:ahLst/>
            <a:cxnLst/>
            <a:rect l="0" t="0" r="r" b="b"/>
            <a:pathLst>
              <a:path w="23396" h="23396">
                <a:moveTo>
                  <a:pt x="9387" y="23242"/>
                </a:moveTo>
                <a:lnTo>
                  <a:pt x="5169" y="21495"/>
                </a:lnTo>
                <a:lnTo>
                  <a:pt x="3426" y="19970"/>
                </a:lnTo>
                <a:lnTo>
                  <a:pt x="1901" y="18227"/>
                </a:lnTo>
                <a:lnTo>
                  <a:pt x="154" y="14009"/>
                </a:lnTo>
                <a:lnTo>
                  <a:pt x="0" y="11698"/>
                </a:lnTo>
                <a:lnTo>
                  <a:pt x="154" y="9387"/>
                </a:lnTo>
                <a:lnTo>
                  <a:pt x="1901" y="5169"/>
                </a:lnTo>
                <a:lnTo>
                  <a:pt x="3426" y="3426"/>
                </a:lnTo>
                <a:lnTo>
                  <a:pt x="5169" y="1901"/>
                </a:lnTo>
                <a:lnTo>
                  <a:pt x="9387" y="154"/>
                </a:lnTo>
                <a:lnTo>
                  <a:pt x="11698" y="0"/>
                </a:lnTo>
                <a:lnTo>
                  <a:pt x="14009" y="154"/>
                </a:lnTo>
                <a:lnTo>
                  <a:pt x="18227" y="1901"/>
                </a:lnTo>
                <a:lnTo>
                  <a:pt x="19970" y="3426"/>
                </a:lnTo>
                <a:lnTo>
                  <a:pt x="21495" y="5169"/>
                </a:lnTo>
                <a:lnTo>
                  <a:pt x="23242" y="9387"/>
                </a:lnTo>
                <a:lnTo>
                  <a:pt x="23396" y="11698"/>
                </a:lnTo>
                <a:lnTo>
                  <a:pt x="23242" y="14009"/>
                </a:lnTo>
                <a:lnTo>
                  <a:pt x="21495" y="18227"/>
                </a:lnTo>
                <a:lnTo>
                  <a:pt x="19970" y="19970"/>
                </a:lnTo>
                <a:lnTo>
                  <a:pt x="18227" y="21495"/>
                </a:lnTo>
                <a:lnTo>
                  <a:pt x="14009" y="23242"/>
                </a:lnTo>
                <a:lnTo>
                  <a:pt x="11698" y="23396"/>
                </a:lnTo>
                <a:lnTo>
                  <a:pt x="9387" y="23242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949" name="Shape 949"/>
          <p:cNvSpPr/>
          <p:nvPr/>
        </p:nvSpPr>
        <p:spPr>
          <a:xfrm>
            <a:off x="5573972" y="1985070"/>
            <a:ext cx="23635" cy="23635"/>
          </a:xfrm>
          <a:custGeom>
            <a:avLst/>
            <a:gdLst/>
            <a:ahLst/>
            <a:cxnLst/>
            <a:rect l="0" t="0" r="r" b="b"/>
            <a:pathLst>
              <a:path w="23635" h="23635">
                <a:moveTo>
                  <a:pt x="9483" y="23479"/>
                </a:moveTo>
                <a:lnTo>
                  <a:pt x="5222" y="21714"/>
                </a:lnTo>
                <a:lnTo>
                  <a:pt x="3461" y="20174"/>
                </a:lnTo>
                <a:lnTo>
                  <a:pt x="1920" y="18413"/>
                </a:lnTo>
                <a:lnTo>
                  <a:pt x="155" y="14152"/>
                </a:lnTo>
                <a:lnTo>
                  <a:pt x="0" y="11817"/>
                </a:lnTo>
                <a:lnTo>
                  <a:pt x="155" y="9483"/>
                </a:lnTo>
                <a:lnTo>
                  <a:pt x="1920" y="5222"/>
                </a:lnTo>
                <a:lnTo>
                  <a:pt x="3461" y="3461"/>
                </a:lnTo>
                <a:lnTo>
                  <a:pt x="5222" y="1920"/>
                </a:lnTo>
                <a:lnTo>
                  <a:pt x="9483" y="155"/>
                </a:lnTo>
                <a:lnTo>
                  <a:pt x="11817" y="0"/>
                </a:lnTo>
                <a:lnTo>
                  <a:pt x="14152" y="155"/>
                </a:lnTo>
                <a:lnTo>
                  <a:pt x="18413" y="1920"/>
                </a:lnTo>
                <a:lnTo>
                  <a:pt x="20174" y="3461"/>
                </a:lnTo>
                <a:lnTo>
                  <a:pt x="21714" y="5222"/>
                </a:lnTo>
                <a:lnTo>
                  <a:pt x="23479" y="9483"/>
                </a:lnTo>
                <a:lnTo>
                  <a:pt x="23635" y="11817"/>
                </a:lnTo>
                <a:lnTo>
                  <a:pt x="23479" y="14152"/>
                </a:lnTo>
                <a:lnTo>
                  <a:pt x="21714" y="18413"/>
                </a:lnTo>
                <a:lnTo>
                  <a:pt x="20174" y="20174"/>
                </a:lnTo>
                <a:lnTo>
                  <a:pt x="18413" y="21714"/>
                </a:lnTo>
                <a:lnTo>
                  <a:pt x="14152" y="23479"/>
                </a:lnTo>
                <a:lnTo>
                  <a:pt x="11817" y="23635"/>
                </a:lnTo>
                <a:lnTo>
                  <a:pt x="9483" y="23479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950" name="Shape 950"/>
          <p:cNvSpPr/>
          <p:nvPr/>
        </p:nvSpPr>
        <p:spPr>
          <a:xfrm>
            <a:off x="5604199" y="1991052"/>
            <a:ext cx="23873" cy="23873"/>
          </a:xfrm>
          <a:custGeom>
            <a:avLst/>
            <a:gdLst/>
            <a:ahLst/>
            <a:cxnLst/>
            <a:rect l="0" t="0" r="r" b="b"/>
            <a:pathLst>
              <a:path w="23873" h="23873">
                <a:moveTo>
                  <a:pt x="9578" y="23715"/>
                </a:moveTo>
                <a:lnTo>
                  <a:pt x="5274" y="21933"/>
                </a:lnTo>
                <a:lnTo>
                  <a:pt x="3496" y="20376"/>
                </a:lnTo>
                <a:lnTo>
                  <a:pt x="1939" y="18598"/>
                </a:lnTo>
                <a:lnTo>
                  <a:pt x="157" y="14294"/>
                </a:lnTo>
                <a:lnTo>
                  <a:pt x="0" y="11936"/>
                </a:lnTo>
                <a:lnTo>
                  <a:pt x="157" y="9578"/>
                </a:lnTo>
                <a:lnTo>
                  <a:pt x="1939" y="5274"/>
                </a:lnTo>
                <a:lnTo>
                  <a:pt x="3496" y="3496"/>
                </a:lnTo>
                <a:lnTo>
                  <a:pt x="5274" y="1939"/>
                </a:lnTo>
                <a:lnTo>
                  <a:pt x="9578" y="157"/>
                </a:lnTo>
                <a:lnTo>
                  <a:pt x="11936" y="0"/>
                </a:lnTo>
                <a:lnTo>
                  <a:pt x="14294" y="157"/>
                </a:lnTo>
                <a:lnTo>
                  <a:pt x="18598" y="1939"/>
                </a:lnTo>
                <a:lnTo>
                  <a:pt x="20376" y="3496"/>
                </a:lnTo>
                <a:lnTo>
                  <a:pt x="21933" y="5274"/>
                </a:lnTo>
                <a:lnTo>
                  <a:pt x="23715" y="9578"/>
                </a:lnTo>
                <a:lnTo>
                  <a:pt x="23873" y="11936"/>
                </a:lnTo>
                <a:lnTo>
                  <a:pt x="23715" y="14294"/>
                </a:lnTo>
                <a:lnTo>
                  <a:pt x="21933" y="18598"/>
                </a:lnTo>
                <a:lnTo>
                  <a:pt x="20376" y="20376"/>
                </a:lnTo>
                <a:lnTo>
                  <a:pt x="18598" y="21933"/>
                </a:lnTo>
                <a:lnTo>
                  <a:pt x="14294" y="23715"/>
                </a:lnTo>
                <a:lnTo>
                  <a:pt x="11936" y="23873"/>
                </a:lnTo>
                <a:lnTo>
                  <a:pt x="9578" y="23715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951" name="Shape 951"/>
          <p:cNvSpPr/>
          <p:nvPr/>
        </p:nvSpPr>
        <p:spPr>
          <a:xfrm>
            <a:off x="5626042" y="1995382"/>
            <a:ext cx="24029" cy="24029"/>
          </a:xfrm>
          <a:custGeom>
            <a:avLst/>
            <a:gdLst/>
            <a:ahLst/>
            <a:cxnLst/>
            <a:rect l="0" t="0" r="r" b="b"/>
            <a:pathLst>
              <a:path w="24029" h="24029">
                <a:moveTo>
                  <a:pt x="9641" y="23871"/>
                </a:moveTo>
                <a:lnTo>
                  <a:pt x="5309" y="22077"/>
                </a:lnTo>
                <a:lnTo>
                  <a:pt x="3519" y="20510"/>
                </a:lnTo>
                <a:lnTo>
                  <a:pt x="1952" y="18720"/>
                </a:lnTo>
                <a:lnTo>
                  <a:pt x="158" y="14388"/>
                </a:lnTo>
                <a:lnTo>
                  <a:pt x="0" y="12014"/>
                </a:lnTo>
                <a:lnTo>
                  <a:pt x="158" y="9641"/>
                </a:lnTo>
                <a:lnTo>
                  <a:pt x="1952" y="5309"/>
                </a:lnTo>
                <a:lnTo>
                  <a:pt x="3519" y="3519"/>
                </a:lnTo>
                <a:lnTo>
                  <a:pt x="5309" y="1952"/>
                </a:lnTo>
                <a:lnTo>
                  <a:pt x="9641" y="158"/>
                </a:lnTo>
                <a:lnTo>
                  <a:pt x="12014" y="0"/>
                </a:lnTo>
                <a:lnTo>
                  <a:pt x="14388" y="158"/>
                </a:lnTo>
                <a:lnTo>
                  <a:pt x="18720" y="1952"/>
                </a:lnTo>
                <a:lnTo>
                  <a:pt x="20510" y="3519"/>
                </a:lnTo>
                <a:lnTo>
                  <a:pt x="22077" y="5309"/>
                </a:lnTo>
                <a:lnTo>
                  <a:pt x="23871" y="9641"/>
                </a:lnTo>
                <a:lnTo>
                  <a:pt x="24029" y="12014"/>
                </a:lnTo>
                <a:lnTo>
                  <a:pt x="23871" y="14388"/>
                </a:lnTo>
                <a:lnTo>
                  <a:pt x="22077" y="18720"/>
                </a:lnTo>
                <a:lnTo>
                  <a:pt x="20510" y="20510"/>
                </a:lnTo>
                <a:lnTo>
                  <a:pt x="18720" y="22077"/>
                </a:lnTo>
                <a:lnTo>
                  <a:pt x="14388" y="23871"/>
                </a:lnTo>
                <a:lnTo>
                  <a:pt x="12014" y="24029"/>
                </a:lnTo>
                <a:lnTo>
                  <a:pt x="9641" y="23871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952" name="Shape 952"/>
          <p:cNvSpPr/>
          <p:nvPr/>
        </p:nvSpPr>
        <p:spPr>
          <a:xfrm>
            <a:off x="5661705" y="2002459"/>
            <a:ext cx="24262" cy="24262"/>
          </a:xfrm>
          <a:custGeom>
            <a:avLst/>
            <a:gdLst/>
            <a:ahLst/>
            <a:cxnLst/>
            <a:rect l="0" t="0" r="r" b="b"/>
            <a:pathLst>
              <a:path w="24262" h="24262">
                <a:moveTo>
                  <a:pt x="9734" y="24102"/>
                </a:moveTo>
                <a:lnTo>
                  <a:pt x="5360" y="22290"/>
                </a:lnTo>
                <a:lnTo>
                  <a:pt x="3553" y="20709"/>
                </a:lnTo>
                <a:lnTo>
                  <a:pt x="1971" y="18901"/>
                </a:lnTo>
                <a:lnTo>
                  <a:pt x="159" y="14527"/>
                </a:lnTo>
                <a:lnTo>
                  <a:pt x="0" y="12131"/>
                </a:lnTo>
                <a:lnTo>
                  <a:pt x="159" y="9734"/>
                </a:lnTo>
                <a:lnTo>
                  <a:pt x="1971" y="5360"/>
                </a:lnTo>
                <a:lnTo>
                  <a:pt x="3553" y="3553"/>
                </a:lnTo>
                <a:lnTo>
                  <a:pt x="5360" y="1971"/>
                </a:lnTo>
                <a:lnTo>
                  <a:pt x="9734" y="159"/>
                </a:lnTo>
                <a:lnTo>
                  <a:pt x="12131" y="0"/>
                </a:lnTo>
                <a:lnTo>
                  <a:pt x="14527" y="159"/>
                </a:lnTo>
                <a:lnTo>
                  <a:pt x="18901" y="1971"/>
                </a:lnTo>
                <a:lnTo>
                  <a:pt x="20709" y="3553"/>
                </a:lnTo>
                <a:lnTo>
                  <a:pt x="22290" y="5360"/>
                </a:lnTo>
                <a:lnTo>
                  <a:pt x="24102" y="9734"/>
                </a:lnTo>
                <a:lnTo>
                  <a:pt x="24262" y="12131"/>
                </a:lnTo>
                <a:lnTo>
                  <a:pt x="24102" y="14527"/>
                </a:lnTo>
                <a:lnTo>
                  <a:pt x="22290" y="18901"/>
                </a:lnTo>
                <a:lnTo>
                  <a:pt x="20709" y="20709"/>
                </a:lnTo>
                <a:lnTo>
                  <a:pt x="18901" y="22290"/>
                </a:lnTo>
                <a:lnTo>
                  <a:pt x="14527" y="24102"/>
                </a:lnTo>
                <a:lnTo>
                  <a:pt x="12131" y="24262"/>
                </a:lnTo>
                <a:lnTo>
                  <a:pt x="9734" y="24102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953" name="Shape 953"/>
          <p:cNvSpPr/>
          <p:nvPr/>
        </p:nvSpPr>
        <p:spPr>
          <a:xfrm>
            <a:off x="5701359" y="2010339"/>
            <a:ext cx="24493" cy="24493"/>
          </a:xfrm>
          <a:custGeom>
            <a:avLst/>
            <a:gdLst/>
            <a:ahLst/>
            <a:cxnLst/>
            <a:rect l="0" t="0" r="r" b="b"/>
            <a:pathLst>
              <a:path w="24493" h="24493">
                <a:moveTo>
                  <a:pt x="9827" y="24332"/>
                </a:moveTo>
                <a:lnTo>
                  <a:pt x="5411" y="22503"/>
                </a:lnTo>
                <a:lnTo>
                  <a:pt x="3587" y="20906"/>
                </a:lnTo>
                <a:lnTo>
                  <a:pt x="1990" y="19081"/>
                </a:lnTo>
                <a:lnTo>
                  <a:pt x="161" y="14666"/>
                </a:lnTo>
                <a:lnTo>
                  <a:pt x="0" y="12246"/>
                </a:lnTo>
                <a:lnTo>
                  <a:pt x="161" y="9827"/>
                </a:lnTo>
                <a:lnTo>
                  <a:pt x="1990" y="5411"/>
                </a:lnTo>
                <a:lnTo>
                  <a:pt x="3587" y="3587"/>
                </a:lnTo>
                <a:lnTo>
                  <a:pt x="5411" y="1990"/>
                </a:lnTo>
                <a:lnTo>
                  <a:pt x="9827" y="161"/>
                </a:lnTo>
                <a:lnTo>
                  <a:pt x="12246" y="0"/>
                </a:lnTo>
                <a:lnTo>
                  <a:pt x="14666" y="161"/>
                </a:lnTo>
                <a:lnTo>
                  <a:pt x="19081" y="1990"/>
                </a:lnTo>
                <a:lnTo>
                  <a:pt x="20906" y="3587"/>
                </a:lnTo>
                <a:lnTo>
                  <a:pt x="22503" y="5411"/>
                </a:lnTo>
                <a:lnTo>
                  <a:pt x="24332" y="9827"/>
                </a:lnTo>
                <a:lnTo>
                  <a:pt x="24493" y="12246"/>
                </a:lnTo>
                <a:lnTo>
                  <a:pt x="24332" y="14666"/>
                </a:lnTo>
                <a:lnTo>
                  <a:pt x="22503" y="19081"/>
                </a:lnTo>
                <a:lnTo>
                  <a:pt x="20906" y="20906"/>
                </a:lnTo>
                <a:lnTo>
                  <a:pt x="19081" y="22503"/>
                </a:lnTo>
                <a:lnTo>
                  <a:pt x="14666" y="24332"/>
                </a:lnTo>
                <a:lnTo>
                  <a:pt x="12246" y="24493"/>
                </a:lnTo>
                <a:lnTo>
                  <a:pt x="9827" y="24332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954" name="Shape 954"/>
          <p:cNvSpPr/>
          <p:nvPr/>
        </p:nvSpPr>
        <p:spPr>
          <a:xfrm>
            <a:off x="5730356" y="2016109"/>
            <a:ext cx="24646" cy="24646"/>
          </a:xfrm>
          <a:custGeom>
            <a:avLst/>
            <a:gdLst/>
            <a:ahLst/>
            <a:cxnLst/>
            <a:rect l="0" t="0" r="r" b="b"/>
            <a:pathLst>
              <a:path w="24646" h="24646">
                <a:moveTo>
                  <a:pt x="9888" y="24483"/>
                </a:moveTo>
                <a:lnTo>
                  <a:pt x="5445" y="22643"/>
                </a:lnTo>
                <a:lnTo>
                  <a:pt x="3609" y="21036"/>
                </a:lnTo>
                <a:lnTo>
                  <a:pt x="2002" y="19200"/>
                </a:lnTo>
                <a:lnTo>
                  <a:pt x="162" y="14757"/>
                </a:lnTo>
                <a:lnTo>
                  <a:pt x="0" y="12323"/>
                </a:lnTo>
                <a:lnTo>
                  <a:pt x="162" y="9888"/>
                </a:lnTo>
                <a:lnTo>
                  <a:pt x="2002" y="5445"/>
                </a:lnTo>
                <a:lnTo>
                  <a:pt x="3609" y="3609"/>
                </a:lnTo>
                <a:lnTo>
                  <a:pt x="5445" y="2002"/>
                </a:lnTo>
                <a:lnTo>
                  <a:pt x="9888" y="162"/>
                </a:lnTo>
                <a:lnTo>
                  <a:pt x="12323" y="0"/>
                </a:lnTo>
                <a:lnTo>
                  <a:pt x="14757" y="162"/>
                </a:lnTo>
                <a:lnTo>
                  <a:pt x="19200" y="2002"/>
                </a:lnTo>
                <a:lnTo>
                  <a:pt x="21036" y="3609"/>
                </a:lnTo>
                <a:lnTo>
                  <a:pt x="22643" y="5445"/>
                </a:lnTo>
                <a:lnTo>
                  <a:pt x="24483" y="9888"/>
                </a:lnTo>
                <a:lnTo>
                  <a:pt x="24646" y="12323"/>
                </a:lnTo>
                <a:lnTo>
                  <a:pt x="24483" y="14757"/>
                </a:lnTo>
                <a:lnTo>
                  <a:pt x="22643" y="19200"/>
                </a:lnTo>
                <a:lnTo>
                  <a:pt x="21036" y="21036"/>
                </a:lnTo>
                <a:lnTo>
                  <a:pt x="19200" y="22643"/>
                </a:lnTo>
                <a:lnTo>
                  <a:pt x="14757" y="24483"/>
                </a:lnTo>
                <a:lnTo>
                  <a:pt x="12323" y="24646"/>
                </a:lnTo>
                <a:lnTo>
                  <a:pt x="9888" y="24483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955" name="Shape 955"/>
          <p:cNvSpPr/>
          <p:nvPr/>
        </p:nvSpPr>
        <p:spPr>
          <a:xfrm>
            <a:off x="5761690" y="2022348"/>
            <a:ext cx="24797" cy="24797"/>
          </a:xfrm>
          <a:custGeom>
            <a:avLst/>
            <a:gdLst/>
            <a:ahLst/>
            <a:cxnLst/>
            <a:rect l="0" t="0" r="r" b="b"/>
            <a:pathLst>
              <a:path w="24797" h="24797">
                <a:moveTo>
                  <a:pt x="9949" y="24634"/>
                </a:moveTo>
                <a:lnTo>
                  <a:pt x="5478" y="22782"/>
                </a:lnTo>
                <a:lnTo>
                  <a:pt x="3631" y="21166"/>
                </a:lnTo>
                <a:lnTo>
                  <a:pt x="2015" y="19318"/>
                </a:lnTo>
                <a:lnTo>
                  <a:pt x="163" y="14848"/>
                </a:lnTo>
                <a:lnTo>
                  <a:pt x="0" y="12398"/>
                </a:lnTo>
                <a:lnTo>
                  <a:pt x="163" y="9949"/>
                </a:lnTo>
                <a:lnTo>
                  <a:pt x="2015" y="5478"/>
                </a:lnTo>
                <a:lnTo>
                  <a:pt x="3631" y="3631"/>
                </a:lnTo>
                <a:lnTo>
                  <a:pt x="5478" y="2015"/>
                </a:lnTo>
                <a:lnTo>
                  <a:pt x="9949" y="163"/>
                </a:lnTo>
                <a:lnTo>
                  <a:pt x="12398" y="0"/>
                </a:lnTo>
                <a:lnTo>
                  <a:pt x="14848" y="163"/>
                </a:lnTo>
                <a:lnTo>
                  <a:pt x="19318" y="2015"/>
                </a:lnTo>
                <a:lnTo>
                  <a:pt x="21166" y="3631"/>
                </a:lnTo>
                <a:lnTo>
                  <a:pt x="22782" y="5478"/>
                </a:lnTo>
                <a:lnTo>
                  <a:pt x="24634" y="9949"/>
                </a:lnTo>
                <a:lnTo>
                  <a:pt x="24797" y="12398"/>
                </a:lnTo>
                <a:lnTo>
                  <a:pt x="24634" y="14848"/>
                </a:lnTo>
                <a:lnTo>
                  <a:pt x="22782" y="19318"/>
                </a:lnTo>
                <a:lnTo>
                  <a:pt x="21166" y="21166"/>
                </a:lnTo>
                <a:lnTo>
                  <a:pt x="19318" y="22782"/>
                </a:lnTo>
                <a:lnTo>
                  <a:pt x="14848" y="24634"/>
                </a:lnTo>
                <a:lnTo>
                  <a:pt x="12398" y="24797"/>
                </a:lnTo>
                <a:lnTo>
                  <a:pt x="9949" y="2463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956" name="Shape 956"/>
          <p:cNvSpPr/>
          <p:nvPr/>
        </p:nvSpPr>
        <p:spPr>
          <a:xfrm>
            <a:off x="5813727" y="2032722"/>
            <a:ext cx="25021" cy="25021"/>
          </a:xfrm>
          <a:custGeom>
            <a:avLst/>
            <a:gdLst/>
            <a:ahLst/>
            <a:cxnLst/>
            <a:rect l="0" t="0" r="r" b="b"/>
            <a:pathLst>
              <a:path w="25021" h="25021">
                <a:moveTo>
                  <a:pt x="10039" y="24856"/>
                </a:moveTo>
                <a:lnTo>
                  <a:pt x="5528" y="22988"/>
                </a:lnTo>
                <a:lnTo>
                  <a:pt x="3664" y="21357"/>
                </a:lnTo>
                <a:lnTo>
                  <a:pt x="2033" y="19493"/>
                </a:lnTo>
                <a:lnTo>
                  <a:pt x="164" y="14982"/>
                </a:lnTo>
                <a:lnTo>
                  <a:pt x="0" y="12510"/>
                </a:lnTo>
                <a:lnTo>
                  <a:pt x="164" y="10039"/>
                </a:lnTo>
                <a:lnTo>
                  <a:pt x="2033" y="5528"/>
                </a:lnTo>
                <a:lnTo>
                  <a:pt x="3664" y="3664"/>
                </a:lnTo>
                <a:lnTo>
                  <a:pt x="5528" y="2033"/>
                </a:lnTo>
                <a:lnTo>
                  <a:pt x="10039" y="164"/>
                </a:lnTo>
                <a:lnTo>
                  <a:pt x="12510" y="0"/>
                </a:lnTo>
                <a:lnTo>
                  <a:pt x="14982" y="164"/>
                </a:lnTo>
                <a:lnTo>
                  <a:pt x="19493" y="2033"/>
                </a:lnTo>
                <a:lnTo>
                  <a:pt x="21357" y="3664"/>
                </a:lnTo>
                <a:lnTo>
                  <a:pt x="22988" y="5528"/>
                </a:lnTo>
                <a:lnTo>
                  <a:pt x="24856" y="10039"/>
                </a:lnTo>
                <a:lnTo>
                  <a:pt x="25021" y="12510"/>
                </a:lnTo>
                <a:lnTo>
                  <a:pt x="24856" y="14982"/>
                </a:lnTo>
                <a:lnTo>
                  <a:pt x="22988" y="19493"/>
                </a:lnTo>
                <a:lnTo>
                  <a:pt x="21357" y="21357"/>
                </a:lnTo>
                <a:lnTo>
                  <a:pt x="19493" y="22988"/>
                </a:lnTo>
                <a:lnTo>
                  <a:pt x="14982" y="24856"/>
                </a:lnTo>
                <a:lnTo>
                  <a:pt x="12510" y="25021"/>
                </a:lnTo>
                <a:lnTo>
                  <a:pt x="10039" y="24856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957" name="Shape 957"/>
          <p:cNvSpPr/>
          <p:nvPr/>
        </p:nvSpPr>
        <p:spPr>
          <a:xfrm>
            <a:off x="5872915" y="2044535"/>
            <a:ext cx="25238" cy="25238"/>
          </a:xfrm>
          <a:custGeom>
            <a:avLst/>
            <a:gdLst/>
            <a:ahLst/>
            <a:cxnLst/>
            <a:rect l="0" t="0" r="r" b="b"/>
            <a:pathLst>
              <a:path w="25238" h="25238">
                <a:moveTo>
                  <a:pt x="10126" y="25071"/>
                </a:moveTo>
                <a:lnTo>
                  <a:pt x="5576" y="23187"/>
                </a:lnTo>
                <a:lnTo>
                  <a:pt x="3696" y="21542"/>
                </a:lnTo>
                <a:lnTo>
                  <a:pt x="2050" y="19661"/>
                </a:lnTo>
                <a:lnTo>
                  <a:pt x="166" y="15111"/>
                </a:lnTo>
                <a:lnTo>
                  <a:pt x="0" y="12619"/>
                </a:lnTo>
                <a:lnTo>
                  <a:pt x="166" y="10126"/>
                </a:lnTo>
                <a:lnTo>
                  <a:pt x="2050" y="5576"/>
                </a:lnTo>
                <a:lnTo>
                  <a:pt x="3696" y="3696"/>
                </a:lnTo>
                <a:lnTo>
                  <a:pt x="5576" y="2050"/>
                </a:lnTo>
                <a:lnTo>
                  <a:pt x="10126" y="166"/>
                </a:lnTo>
                <a:lnTo>
                  <a:pt x="12619" y="0"/>
                </a:lnTo>
                <a:lnTo>
                  <a:pt x="15111" y="166"/>
                </a:lnTo>
                <a:lnTo>
                  <a:pt x="19661" y="2050"/>
                </a:lnTo>
                <a:lnTo>
                  <a:pt x="21542" y="3696"/>
                </a:lnTo>
                <a:lnTo>
                  <a:pt x="23187" y="5576"/>
                </a:lnTo>
                <a:lnTo>
                  <a:pt x="25071" y="10126"/>
                </a:lnTo>
                <a:lnTo>
                  <a:pt x="25238" y="12619"/>
                </a:lnTo>
                <a:lnTo>
                  <a:pt x="25071" y="15111"/>
                </a:lnTo>
                <a:lnTo>
                  <a:pt x="23187" y="19661"/>
                </a:lnTo>
                <a:lnTo>
                  <a:pt x="21542" y="21542"/>
                </a:lnTo>
                <a:lnTo>
                  <a:pt x="19661" y="23187"/>
                </a:lnTo>
                <a:lnTo>
                  <a:pt x="15111" y="25071"/>
                </a:lnTo>
                <a:lnTo>
                  <a:pt x="12619" y="25238"/>
                </a:lnTo>
                <a:lnTo>
                  <a:pt x="10126" y="25071"/>
                </a:lnTo>
                <a:close/>
              </a:path>
            </a:pathLst>
          </a:custGeom>
          <a:solidFill>
            <a:srgbClr val="78CE7D"/>
          </a:solidFill>
          <a:ln>
            <a:noFill/>
          </a:ln>
        </p:spPr>
      </p:sp>
      <p:sp>
        <p:nvSpPr>
          <p:cNvPr id="958" name="Shape 958"/>
          <p:cNvSpPr/>
          <p:nvPr/>
        </p:nvSpPr>
        <p:spPr>
          <a:xfrm>
            <a:off x="5917151" y="2053409"/>
            <a:ext cx="25289" cy="25289"/>
          </a:xfrm>
          <a:custGeom>
            <a:avLst/>
            <a:gdLst/>
            <a:ahLst/>
            <a:cxnLst/>
            <a:rect l="0" t="0" r="r" b="b"/>
            <a:pathLst>
              <a:path w="25289" h="25289">
                <a:moveTo>
                  <a:pt x="10146" y="25122"/>
                </a:moveTo>
                <a:lnTo>
                  <a:pt x="5587" y="23234"/>
                </a:lnTo>
                <a:lnTo>
                  <a:pt x="3703" y="21585"/>
                </a:lnTo>
                <a:lnTo>
                  <a:pt x="2054" y="19701"/>
                </a:lnTo>
                <a:lnTo>
                  <a:pt x="166" y="15142"/>
                </a:lnTo>
                <a:lnTo>
                  <a:pt x="0" y="12644"/>
                </a:lnTo>
                <a:lnTo>
                  <a:pt x="166" y="10146"/>
                </a:lnTo>
                <a:lnTo>
                  <a:pt x="2054" y="5587"/>
                </a:lnTo>
                <a:lnTo>
                  <a:pt x="3703" y="3703"/>
                </a:lnTo>
                <a:lnTo>
                  <a:pt x="5587" y="2054"/>
                </a:lnTo>
                <a:lnTo>
                  <a:pt x="10146" y="166"/>
                </a:lnTo>
                <a:lnTo>
                  <a:pt x="12644" y="0"/>
                </a:lnTo>
                <a:lnTo>
                  <a:pt x="15142" y="166"/>
                </a:lnTo>
                <a:lnTo>
                  <a:pt x="19701" y="2054"/>
                </a:lnTo>
                <a:lnTo>
                  <a:pt x="21585" y="3703"/>
                </a:lnTo>
                <a:lnTo>
                  <a:pt x="23234" y="5587"/>
                </a:lnTo>
                <a:lnTo>
                  <a:pt x="25122" y="10146"/>
                </a:lnTo>
                <a:lnTo>
                  <a:pt x="25289" y="12644"/>
                </a:lnTo>
                <a:lnTo>
                  <a:pt x="25122" y="15142"/>
                </a:lnTo>
                <a:lnTo>
                  <a:pt x="23234" y="19701"/>
                </a:lnTo>
                <a:lnTo>
                  <a:pt x="21585" y="21585"/>
                </a:lnTo>
                <a:lnTo>
                  <a:pt x="19701" y="23234"/>
                </a:lnTo>
                <a:lnTo>
                  <a:pt x="15142" y="25122"/>
                </a:lnTo>
                <a:lnTo>
                  <a:pt x="12644" y="25289"/>
                </a:lnTo>
                <a:lnTo>
                  <a:pt x="10146" y="25122"/>
                </a:lnTo>
                <a:close/>
              </a:path>
            </a:pathLst>
          </a:custGeom>
          <a:solidFill>
            <a:srgbClr val="78CD7C"/>
          </a:solidFill>
          <a:ln>
            <a:noFill/>
          </a:ln>
        </p:spPr>
      </p:sp>
      <p:sp>
        <p:nvSpPr>
          <p:cNvPr id="959" name="Shape 959"/>
          <p:cNvSpPr/>
          <p:nvPr/>
        </p:nvSpPr>
        <p:spPr>
          <a:xfrm>
            <a:off x="5992204" y="2068581"/>
            <a:ext cx="25085" cy="25085"/>
          </a:xfrm>
          <a:custGeom>
            <a:avLst/>
            <a:gdLst/>
            <a:ahLst/>
            <a:cxnLst/>
            <a:rect l="0" t="0" r="r" b="b"/>
            <a:pathLst>
              <a:path w="25085" h="25085">
                <a:moveTo>
                  <a:pt x="10064" y="24920"/>
                </a:moveTo>
                <a:lnTo>
                  <a:pt x="5542" y="23047"/>
                </a:lnTo>
                <a:lnTo>
                  <a:pt x="3673" y="21411"/>
                </a:lnTo>
                <a:lnTo>
                  <a:pt x="2038" y="19542"/>
                </a:lnTo>
                <a:lnTo>
                  <a:pt x="165" y="15020"/>
                </a:lnTo>
                <a:lnTo>
                  <a:pt x="0" y="12542"/>
                </a:lnTo>
                <a:lnTo>
                  <a:pt x="165" y="10064"/>
                </a:lnTo>
                <a:lnTo>
                  <a:pt x="2038" y="5542"/>
                </a:lnTo>
                <a:lnTo>
                  <a:pt x="3673" y="3673"/>
                </a:lnTo>
                <a:lnTo>
                  <a:pt x="5542" y="2038"/>
                </a:lnTo>
                <a:lnTo>
                  <a:pt x="10064" y="165"/>
                </a:lnTo>
                <a:lnTo>
                  <a:pt x="12542" y="0"/>
                </a:lnTo>
                <a:lnTo>
                  <a:pt x="15020" y="165"/>
                </a:lnTo>
                <a:lnTo>
                  <a:pt x="19542" y="2038"/>
                </a:lnTo>
                <a:lnTo>
                  <a:pt x="21411" y="3673"/>
                </a:lnTo>
                <a:lnTo>
                  <a:pt x="23047" y="5542"/>
                </a:lnTo>
                <a:lnTo>
                  <a:pt x="24920" y="10064"/>
                </a:lnTo>
                <a:lnTo>
                  <a:pt x="25085" y="12542"/>
                </a:lnTo>
                <a:lnTo>
                  <a:pt x="24920" y="15020"/>
                </a:lnTo>
                <a:lnTo>
                  <a:pt x="23047" y="19542"/>
                </a:lnTo>
                <a:lnTo>
                  <a:pt x="21411" y="21411"/>
                </a:lnTo>
                <a:lnTo>
                  <a:pt x="19542" y="23047"/>
                </a:lnTo>
                <a:lnTo>
                  <a:pt x="15020" y="24920"/>
                </a:lnTo>
                <a:lnTo>
                  <a:pt x="12542" y="25085"/>
                </a:lnTo>
                <a:lnTo>
                  <a:pt x="10064" y="24920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960" name="Shape 960"/>
          <p:cNvSpPr/>
          <p:nvPr/>
        </p:nvSpPr>
        <p:spPr>
          <a:xfrm>
            <a:off x="6079835" y="2086289"/>
            <a:ext cx="24862" cy="24862"/>
          </a:xfrm>
          <a:custGeom>
            <a:avLst/>
            <a:gdLst/>
            <a:ahLst/>
            <a:cxnLst/>
            <a:rect l="0" t="0" r="r" b="b"/>
            <a:pathLst>
              <a:path w="24862" h="24862">
                <a:moveTo>
                  <a:pt x="9975" y="24698"/>
                </a:moveTo>
                <a:lnTo>
                  <a:pt x="5493" y="22842"/>
                </a:lnTo>
                <a:lnTo>
                  <a:pt x="3641" y="21221"/>
                </a:lnTo>
                <a:lnTo>
                  <a:pt x="2020" y="19369"/>
                </a:lnTo>
                <a:lnTo>
                  <a:pt x="163" y="14886"/>
                </a:lnTo>
                <a:lnTo>
                  <a:pt x="0" y="12431"/>
                </a:lnTo>
                <a:lnTo>
                  <a:pt x="163" y="9975"/>
                </a:lnTo>
                <a:lnTo>
                  <a:pt x="2020" y="5493"/>
                </a:lnTo>
                <a:lnTo>
                  <a:pt x="3641" y="3641"/>
                </a:lnTo>
                <a:lnTo>
                  <a:pt x="5493" y="2020"/>
                </a:lnTo>
                <a:lnTo>
                  <a:pt x="9975" y="163"/>
                </a:lnTo>
                <a:lnTo>
                  <a:pt x="12431" y="0"/>
                </a:lnTo>
                <a:lnTo>
                  <a:pt x="14886" y="163"/>
                </a:lnTo>
                <a:lnTo>
                  <a:pt x="19369" y="2020"/>
                </a:lnTo>
                <a:lnTo>
                  <a:pt x="21221" y="3641"/>
                </a:lnTo>
                <a:lnTo>
                  <a:pt x="22842" y="5493"/>
                </a:lnTo>
                <a:lnTo>
                  <a:pt x="24698" y="9975"/>
                </a:lnTo>
                <a:lnTo>
                  <a:pt x="24862" y="12431"/>
                </a:lnTo>
                <a:lnTo>
                  <a:pt x="24698" y="14886"/>
                </a:lnTo>
                <a:lnTo>
                  <a:pt x="22842" y="19369"/>
                </a:lnTo>
                <a:lnTo>
                  <a:pt x="21221" y="21221"/>
                </a:lnTo>
                <a:lnTo>
                  <a:pt x="19369" y="22842"/>
                </a:lnTo>
                <a:lnTo>
                  <a:pt x="14886" y="24698"/>
                </a:lnTo>
                <a:lnTo>
                  <a:pt x="12431" y="24862"/>
                </a:lnTo>
                <a:lnTo>
                  <a:pt x="9975" y="24698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961" name="Shape 961"/>
          <p:cNvSpPr/>
          <p:nvPr/>
        </p:nvSpPr>
        <p:spPr>
          <a:xfrm>
            <a:off x="6146892" y="2099832"/>
            <a:ext cx="24711" cy="24711"/>
          </a:xfrm>
          <a:custGeom>
            <a:avLst/>
            <a:gdLst/>
            <a:ahLst/>
            <a:cxnLst/>
            <a:rect l="0" t="0" r="r" b="b"/>
            <a:pathLst>
              <a:path w="24711" h="24711">
                <a:moveTo>
                  <a:pt x="9914" y="24548"/>
                </a:moveTo>
                <a:lnTo>
                  <a:pt x="5459" y="22703"/>
                </a:lnTo>
                <a:lnTo>
                  <a:pt x="3618" y="21092"/>
                </a:lnTo>
                <a:lnTo>
                  <a:pt x="2008" y="19251"/>
                </a:lnTo>
                <a:lnTo>
                  <a:pt x="162" y="14796"/>
                </a:lnTo>
                <a:lnTo>
                  <a:pt x="0" y="12355"/>
                </a:lnTo>
                <a:lnTo>
                  <a:pt x="162" y="9914"/>
                </a:lnTo>
                <a:lnTo>
                  <a:pt x="2008" y="5459"/>
                </a:lnTo>
                <a:lnTo>
                  <a:pt x="3618" y="3618"/>
                </a:lnTo>
                <a:lnTo>
                  <a:pt x="5459" y="2008"/>
                </a:lnTo>
                <a:lnTo>
                  <a:pt x="9914" y="162"/>
                </a:lnTo>
                <a:lnTo>
                  <a:pt x="12355" y="0"/>
                </a:lnTo>
                <a:lnTo>
                  <a:pt x="14796" y="162"/>
                </a:lnTo>
                <a:lnTo>
                  <a:pt x="19251" y="2008"/>
                </a:lnTo>
                <a:lnTo>
                  <a:pt x="21092" y="3618"/>
                </a:lnTo>
                <a:lnTo>
                  <a:pt x="22703" y="5459"/>
                </a:lnTo>
                <a:lnTo>
                  <a:pt x="24548" y="9914"/>
                </a:lnTo>
                <a:lnTo>
                  <a:pt x="24711" y="12355"/>
                </a:lnTo>
                <a:lnTo>
                  <a:pt x="24548" y="14796"/>
                </a:lnTo>
                <a:lnTo>
                  <a:pt x="22703" y="19251"/>
                </a:lnTo>
                <a:lnTo>
                  <a:pt x="21092" y="21092"/>
                </a:lnTo>
                <a:lnTo>
                  <a:pt x="19251" y="22703"/>
                </a:lnTo>
                <a:lnTo>
                  <a:pt x="14796" y="24548"/>
                </a:lnTo>
                <a:lnTo>
                  <a:pt x="12355" y="24711"/>
                </a:lnTo>
                <a:lnTo>
                  <a:pt x="9914" y="24548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962" name="Shape 962"/>
          <p:cNvSpPr/>
          <p:nvPr/>
        </p:nvSpPr>
        <p:spPr>
          <a:xfrm>
            <a:off x="6263798" y="2123429"/>
            <a:ext cx="24482" cy="24482"/>
          </a:xfrm>
          <a:custGeom>
            <a:avLst/>
            <a:gdLst/>
            <a:ahLst/>
            <a:cxnLst/>
            <a:rect l="0" t="0" r="r" b="b"/>
            <a:pathLst>
              <a:path w="24482" h="24482">
                <a:moveTo>
                  <a:pt x="9823" y="24321"/>
                </a:moveTo>
                <a:lnTo>
                  <a:pt x="5409" y="22493"/>
                </a:lnTo>
                <a:lnTo>
                  <a:pt x="3585" y="20897"/>
                </a:lnTo>
                <a:lnTo>
                  <a:pt x="1989" y="19073"/>
                </a:lnTo>
                <a:lnTo>
                  <a:pt x="161" y="14659"/>
                </a:lnTo>
                <a:lnTo>
                  <a:pt x="0" y="12241"/>
                </a:lnTo>
                <a:lnTo>
                  <a:pt x="161" y="9823"/>
                </a:lnTo>
                <a:lnTo>
                  <a:pt x="1989" y="5409"/>
                </a:lnTo>
                <a:lnTo>
                  <a:pt x="3585" y="3585"/>
                </a:lnTo>
                <a:lnTo>
                  <a:pt x="5409" y="1989"/>
                </a:lnTo>
                <a:lnTo>
                  <a:pt x="9823" y="161"/>
                </a:lnTo>
                <a:lnTo>
                  <a:pt x="12241" y="0"/>
                </a:lnTo>
                <a:lnTo>
                  <a:pt x="14659" y="161"/>
                </a:lnTo>
                <a:lnTo>
                  <a:pt x="19073" y="1989"/>
                </a:lnTo>
                <a:lnTo>
                  <a:pt x="20897" y="3585"/>
                </a:lnTo>
                <a:lnTo>
                  <a:pt x="22493" y="5409"/>
                </a:lnTo>
                <a:lnTo>
                  <a:pt x="24321" y="9823"/>
                </a:lnTo>
                <a:lnTo>
                  <a:pt x="24482" y="12241"/>
                </a:lnTo>
                <a:lnTo>
                  <a:pt x="24321" y="14659"/>
                </a:lnTo>
                <a:lnTo>
                  <a:pt x="22493" y="19073"/>
                </a:lnTo>
                <a:lnTo>
                  <a:pt x="20897" y="20897"/>
                </a:lnTo>
                <a:lnTo>
                  <a:pt x="19073" y="22493"/>
                </a:lnTo>
                <a:lnTo>
                  <a:pt x="14659" y="24321"/>
                </a:lnTo>
                <a:lnTo>
                  <a:pt x="12241" y="24482"/>
                </a:lnTo>
                <a:lnTo>
                  <a:pt x="9823" y="24321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963" name="Shape 963"/>
          <p:cNvSpPr/>
          <p:nvPr/>
        </p:nvSpPr>
        <p:spPr>
          <a:xfrm>
            <a:off x="5324639" y="1959790"/>
            <a:ext cx="22154" cy="22154"/>
          </a:xfrm>
          <a:custGeom>
            <a:avLst/>
            <a:gdLst/>
            <a:ahLst/>
            <a:cxnLst/>
            <a:rect l="0" t="0" r="r" b="b"/>
            <a:pathLst>
              <a:path w="22154" h="22154">
                <a:moveTo>
                  <a:pt x="8888" y="22008"/>
                </a:moveTo>
                <a:lnTo>
                  <a:pt x="4894" y="20354"/>
                </a:lnTo>
                <a:lnTo>
                  <a:pt x="3244" y="18909"/>
                </a:lnTo>
                <a:lnTo>
                  <a:pt x="1800" y="17259"/>
                </a:lnTo>
                <a:lnTo>
                  <a:pt x="145" y="13265"/>
                </a:lnTo>
                <a:lnTo>
                  <a:pt x="0" y="11077"/>
                </a:lnTo>
                <a:lnTo>
                  <a:pt x="145" y="8888"/>
                </a:lnTo>
                <a:lnTo>
                  <a:pt x="1800" y="4894"/>
                </a:lnTo>
                <a:lnTo>
                  <a:pt x="3244" y="3244"/>
                </a:lnTo>
                <a:lnTo>
                  <a:pt x="4894" y="1800"/>
                </a:lnTo>
                <a:lnTo>
                  <a:pt x="8888" y="145"/>
                </a:lnTo>
                <a:lnTo>
                  <a:pt x="11077" y="0"/>
                </a:lnTo>
                <a:lnTo>
                  <a:pt x="13265" y="145"/>
                </a:lnTo>
                <a:lnTo>
                  <a:pt x="17259" y="1800"/>
                </a:lnTo>
                <a:lnTo>
                  <a:pt x="18909" y="3244"/>
                </a:lnTo>
                <a:lnTo>
                  <a:pt x="20354" y="4894"/>
                </a:lnTo>
                <a:lnTo>
                  <a:pt x="22008" y="8888"/>
                </a:lnTo>
                <a:lnTo>
                  <a:pt x="22154" y="11077"/>
                </a:lnTo>
                <a:lnTo>
                  <a:pt x="22008" y="13265"/>
                </a:lnTo>
                <a:lnTo>
                  <a:pt x="20354" y="17259"/>
                </a:lnTo>
                <a:lnTo>
                  <a:pt x="18909" y="18909"/>
                </a:lnTo>
                <a:lnTo>
                  <a:pt x="17259" y="20354"/>
                </a:lnTo>
                <a:lnTo>
                  <a:pt x="13265" y="22008"/>
                </a:lnTo>
                <a:lnTo>
                  <a:pt x="11077" y="22154"/>
                </a:lnTo>
                <a:lnTo>
                  <a:pt x="8888" y="22008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964" name="Shape 964"/>
          <p:cNvSpPr/>
          <p:nvPr/>
        </p:nvSpPr>
        <p:spPr>
          <a:xfrm>
            <a:off x="5338802" y="1963462"/>
            <a:ext cx="22406" cy="22406"/>
          </a:xfrm>
          <a:custGeom>
            <a:avLst/>
            <a:gdLst/>
            <a:ahLst/>
            <a:cxnLst/>
            <a:rect l="0" t="0" r="r" b="b"/>
            <a:pathLst>
              <a:path w="22406" h="22406">
                <a:moveTo>
                  <a:pt x="8990" y="22259"/>
                </a:moveTo>
                <a:lnTo>
                  <a:pt x="4950" y="20586"/>
                </a:lnTo>
                <a:lnTo>
                  <a:pt x="3281" y="19125"/>
                </a:lnTo>
                <a:lnTo>
                  <a:pt x="1820" y="17456"/>
                </a:lnTo>
                <a:lnTo>
                  <a:pt x="147" y="13416"/>
                </a:lnTo>
                <a:lnTo>
                  <a:pt x="0" y="11203"/>
                </a:lnTo>
                <a:lnTo>
                  <a:pt x="147" y="8990"/>
                </a:lnTo>
                <a:lnTo>
                  <a:pt x="1820" y="4950"/>
                </a:lnTo>
                <a:lnTo>
                  <a:pt x="3281" y="3281"/>
                </a:lnTo>
                <a:lnTo>
                  <a:pt x="4950" y="1820"/>
                </a:lnTo>
                <a:lnTo>
                  <a:pt x="8990" y="147"/>
                </a:lnTo>
                <a:lnTo>
                  <a:pt x="11203" y="0"/>
                </a:lnTo>
                <a:lnTo>
                  <a:pt x="13416" y="147"/>
                </a:lnTo>
                <a:lnTo>
                  <a:pt x="17456" y="1820"/>
                </a:lnTo>
                <a:lnTo>
                  <a:pt x="19125" y="3281"/>
                </a:lnTo>
                <a:lnTo>
                  <a:pt x="20586" y="4950"/>
                </a:lnTo>
                <a:lnTo>
                  <a:pt x="22259" y="8990"/>
                </a:lnTo>
                <a:lnTo>
                  <a:pt x="22406" y="11203"/>
                </a:lnTo>
                <a:lnTo>
                  <a:pt x="22259" y="13416"/>
                </a:lnTo>
                <a:lnTo>
                  <a:pt x="20586" y="17456"/>
                </a:lnTo>
                <a:lnTo>
                  <a:pt x="19125" y="19125"/>
                </a:lnTo>
                <a:lnTo>
                  <a:pt x="17456" y="20586"/>
                </a:lnTo>
                <a:lnTo>
                  <a:pt x="13416" y="22259"/>
                </a:lnTo>
                <a:lnTo>
                  <a:pt x="11203" y="22406"/>
                </a:lnTo>
                <a:lnTo>
                  <a:pt x="8990" y="2225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965" name="Shape 965"/>
          <p:cNvSpPr/>
          <p:nvPr/>
        </p:nvSpPr>
        <p:spPr>
          <a:xfrm>
            <a:off x="5348865" y="1966075"/>
            <a:ext cx="22574" cy="22574"/>
          </a:xfrm>
          <a:custGeom>
            <a:avLst/>
            <a:gdLst/>
            <a:ahLst/>
            <a:cxnLst/>
            <a:rect l="0" t="0" r="r" b="b"/>
            <a:pathLst>
              <a:path w="22574" h="22574">
                <a:moveTo>
                  <a:pt x="9057" y="22425"/>
                </a:moveTo>
                <a:lnTo>
                  <a:pt x="4987" y="20739"/>
                </a:lnTo>
                <a:lnTo>
                  <a:pt x="3305" y="19268"/>
                </a:lnTo>
                <a:lnTo>
                  <a:pt x="1834" y="17586"/>
                </a:lnTo>
                <a:lnTo>
                  <a:pt x="148" y="13516"/>
                </a:lnTo>
                <a:lnTo>
                  <a:pt x="0" y="11287"/>
                </a:lnTo>
                <a:lnTo>
                  <a:pt x="148" y="9057"/>
                </a:lnTo>
                <a:lnTo>
                  <a:pt x="1834" y="4987"/>
                </a:lnTo>
                <a:lnTo>
                  <a:pt x="3305" y="3305"/>
                </a:lnTo>
                <a:lnTo>
                  <a:pt x="4987" y="1834"/>
                </a:lnTo>
                <a:lnTo>
                  <a:pt x="9057" y="148"/>
                </a:lnTo>
                <a:lnTo>
                  <a:pt x="11287" y="0"/>
                </a:lnTo>
                <a:lnTo>
                  <a:pt x="13516" y="148"/>
                </a:lnTo>
                <a:lnTo>
                  <a:pt x="17586" y="1834"/>
                </a:lnTo>
                <a:lnTo>
                  <a:pt x="19268" y="3305"/>
                </a:lnTo>
                <a:lnTo>
                  <a:pt x="20739" y="4987"/>
                </a:lnTo>
                <a:lnTo>
                  <a:pt x="22425" y="9057"/>
                </a:lnTo>
                <a:lnTo>
                  <a:pt x="22574" y="11287"/>
                </a:lnTo>
                <a:lnTo>
                  <a:pt x="22425" y="13516"/>
                </a:lnTo>
                <a:lnTo>
                  <a:pt x="20739" y="17586"/>
                </a:lnTo>
                <a:lnTo>
                  <a:pt x="19268" y="19268"/>
                </a:lnTo>
                <a:lnTo>
                  <a:pt x="17586" y="20739"/>
                </a:lnTo>
                <a:lnTo>
                  <a:pt x="13516" y="22425"/>
                </a:lnTo>
                <a:lnTo>
                  <a:pt x="11287" y="22574"/>
                </a:lnTo>
                <a:lnTo>
                  <a:pt x="9057" y="22425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966" name="Shape 966"/>
          <p:cNvSpPr/>
          <p:nvPr/>
        </p:nvSpPr>
        <p:spPr>
          <a:xfrm>
            <a:off x="5359473" y="1968834"/>
            <a:ext cx="22738" cy="22738"/>
          </a:xfrm>
          <a:custGeom>
            <a:avLst/>
            <a:gdLst/>
            <a:ahLst/>
            <a:cxnLst/>
            <a:rect l="0" t="0" r="r" b="b"/>
            <a:pathLst>
              <a:path w="22738" h="22738">
                <a:moveTo>
                  <a:pt x="9123" y="22589"/>
                </a:moveTo>
                <a:lnTo>
                  <a:pt x="5024" y="20891"/>
                </a:lnTo>
                <a:lnTo>
                  <a:pt x="3330" y="19408"/>
                </a:lnTo>
                <a:lnTo>
                  <a:pt x="1847" y="17714"/>
                </a:lnTo>
                <a:lnTo>
                  <a:pt x="149" y="13615"/>
                </a:lnTo>
                <a:lnTo>
                  <a:pt x="0" y="11369"/>
                </a:lnTo>
                <a:lnTo>
                  <a:pt x="149" y="9123"/>
                </a:lnTo>
                <a:lnTo>
                  <a:pt x="1847" y="5024"/>
                </a:lnTo>
                <a:lnTo>
                  <a:pt x="3330" y="3330"/>
                </a:lnTo>
                <a:lnTo>
                  <a:pt x="5024" y="1847"/>
                </a:lnTo>
                <a:lnTo>
                  <a:pt x="9123" y="149"/>
                </a:lnTo>
                <a:lnTo>
                  <a:pt x="11369" y="0"/>
                </a:lnTo>
                <a:lnTo>
                  <a:pt x="13615" y="149"/>
                </a:lnTo>
                <a:lnTo>
                  <a:pt x="17714" y="1847"/>
                </a:lnTo>
                <a:lnTo>
                  <a:pt x="19408" y="3330"/>
                </a:lnTo>
                <a:lnTo>
                  <a:pt x="20891" y="5024"/>
                </a:lnTo>
                <a:lnTo>
                  <a:pt x="22589" y="9123"/>
                </a:lnTo>
                <a:lnTo>
                  <a:pt x="22738" y="11369"/>
                </a:lnTo>
                <a:lnTo>
                  <a:pt x="22589" y="13615"/>
                </a:lnTo>
                <a:lnTo>
                  <a:pt x="20891" y="17714"/>
                </a:lnTo>
                <a:lnTo>
                  <a:pt x="19408" y="19408"/>
                </a:lnTo>
                <a:lnTo>
                  <a:pt x="17714" y="20891"/>
                </a:lnTo>
                <a:lnTo>
                  <a:pt x="13615" y="22589"/>
                </a:lnTo>
                <a:lnTo>
                  <a:pt x="11369" y="22738"/>
                </a:lnTo>
                <a:lnTo>
                  <a:pt x="9123" y="22589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967" name="Shape 967"/>
          <p:cNvSpPr/>
          <p:nvPr/>
        </p:nvSpPr>
        <p:spPr>
          <a:xfrm>
            <a:off x="5376504" y="1973270"/>
            <a:ext cx="22984" cy="22984"/>
          </a:xfrm>
          <a:custGeom>
            <a:avLst/>
            <a:gdLst/>
            <a:ahLst/>
            <a:cxnLst/>
            <a:rect l="0" t="0" r="r" b="b"/>
            <a:pathLst>
              <a:path w="22984" h="22984">
                <a:moveTo>
                  <a:pt x="9222" y="22833"/>
                </a:moveTo>
                <a:lnTo>
                  <a:pt x="5078" y="21117"/>
                </a:lnTo>
                <a:lnTo>
                  <a:pt x="3366" y="19618"/>
                </a:lnTo>
                <a:lnTo>
                  <a:pt x="1867" y="17906"/>
                </a:lnTo>
                <a:lnTo>
                  <a:pt x="151" y="13762"/>
                </a:lnTo>
                <a:lnTo>
                  <a:pt x="0" y="11492"/>
                </a:lnTo>
                <a:lnTo>
                  <a:pt x="151" y="9222"/>
                </a:lnTo>
                <a:lnTo>
                  <a:pt x="1867" y="5078"/>
                </a:lnTo>
                <a:lnTo>
                  <a:pt x="3366" y="3366"/>
                </a:lnTo>
                <a:lnTo>
                  <a:pt x="5078" y="1867"/>
                </a:lnTo>
                <a:lnTo>
                  <a:pt x="9222" y="151"/>
                </a:lnTo>
                <a:lnTo>
                  <a:pt x="11492" y="0"/>
                </a:lnTo>
                <a:lnTo>
                  <a:pt x="13762" y="151"/>
                </a:lnTo>
                <a:lnTo>
                  <a:pt x="17906" y="1867"/>
                </a:lnTo>
                <a:lnTo>
                  <a:pt x="19618" y="3366"/>
                </a:lnTo>
                <a:lnTo>
                  <a:pt x="21117" y="5078"/>
                </a:lnTo>
                <a:lnTo>
                  <a:pt x="22833" y="9222"/>
                </a:lnTo>
                <a:lnTo>
                  <a:pt x="22984" y="11492"/>
                </a:lnTo>
                <a:lnTo>
                  <a:pt x="22833" y="13762"/>
                </a:lnTo>
                <a:lnTo>
                  <a:pt x="21117" y="17906"/>
                </a:lnTo>
                <a:lnTo>
                  <a:pt x="19618" y="19618"/>
                </a:lnTo>
                <a:lnTo>
                  <a:pt x="17906" y="21117"/>
                </a:lnTo>
                <a:lnTo>
                  <a:pt x="13762" y="22833"/>
                </a:lnTo>
                <a:lnTo>
                  <a:pt x="11492" y="22984"/>
                </a:lnTo>
                <a:lnTo>
                  <a:pt x="9222" y="22833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968" name="Shape 968"/>
          <p:cNvSpPr/>
          <p:nvPr/>
        </p:nvSpPr>
        <p:spPr>
          <a:xfrm>
            <a:off x="5395035" y="1978106"/>
            <a:ext cx="23227" cy="23227"/>
          </a:xfrm>
          <a:custGeom>
            <a:avLst/>
            <a:gdLst/>
            <a:ahLst/>
            <a:cxnLst/>
            <a:rect l="0" t="0" r="r" b="b"/>
            <a:pathLst>
              <a:path w="23227" h="23227">
                <a:moveTo>
                  <a:pt x="9319" y="23074"/>
                </a:moveTo>
                <a:lnTo>
                  <a:pt x="5131" y="21339"/>
                </a:lnTo>
                <a:lnTo>
                  <a:pt x="3401" y="19825"/>
                </a:lnTo>
                <a:lnTo>
                  <a:pt x="1887" y="18095"/>
                </a:lnTo>
                <a:lnTo>
                  <a:pt x="152" y="13907"/>
                </a:lnTo>
                <a:lnTo>
                  <a:pt x="0" y="11613"/>
                </a:lnTo>
                <a:lnTo>
                  <a:pt x="152" y="9319"/>
                </a:lnTo>
                <a:lnTo>
                  <a:pt x="1887" y="5131"/>
                </a:lnTo>
                <a:lnTo>
                  <a:pt x="3401" y="3401"/>
                </a:lnTo>
                <a:lnTo>
                  <a:pt x="5131" y="1887"/>
                </a:lnTo>
                <a:lnTo>
                  <a:pt x="9319" y="152"/>
                </a:lnTo>
                <a:lnTo>
                  <a:pt x="11613" y="0"/>
                </a:lnTo>
                <a:lnTo>
                  <a:pt x="13907" y="152"/>
                </a:lnTo>
                <a:lnTo>
                  <a:pt x="18095" y="1887"/>
                </a:lnTo>
                <a:lnTo>
                  <a:pt x="19825" y="3401"/>
                </a:lnTo>
                <a:lnTo>
                  <a:pt x="21339" y="5131"/>
                </a:lnTo>
                <a:lnTo>
                  <a:pt x="23074" y="9319"/>
                </a:lnTo>
                <a:lnTo>
                  <a:pt x="23227" y="11613"/>
                </a:lnTo>
                <a:lnTo>
                  <a:pt x="23074" y="13907"/>
                </a:lnTo>
                <a:lnTo>
                  <a:pt x="21339" y="18095"/>
                </a:lnTo>
                <a:lnTo>
                  <a:pt x="19825" y="19825"/>
                </a:lnTo>
                <a:lnTo>
                  <a:pt x="18095" y="21339"/>
                </a:lnTo>
                <a:lnTo>
                  <a:pt x="13907" y="23074"/>
                </a:lnTo>
                <a:lnTo>
                  <a:pt x="11613" y="23227"/>
                </a:lnTo>
                <a:lnTo>
                  <a:pt x="9319" y="23074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969" name="Shape 969"/>
          <p:cNvSpPr/>
          <p:nvPr/>
        </p:nvSpPr>
        <p:spPr>
          <a:xfrm>
            <a:off x="5408321" y="1981578"/>
            <a:ext cx="23389" cy="23389"/>
          </a:xfrm>
          <a:custGeom>
            <a:avLst/>
            <a:gdLst/>
            <a:ahLst/>
            <a:cxnLst/>
            <a:rect l="0" t="0" r="r" b="b"/>
            <a:pathLst>
              <a:path w="23389" h="23389">
                <a:moveTo>
                  <a:pt x="9384" y="23234"/>
                </a:moveTo>
                <a:lnTo>
                  <a:pt x="5167" y="21488"/>
                </a:lnTo>
                <a:lnTo>
                  <a:pt x="3425" y="19963"/>
                </a:lnTo>
                <a:lnTo>
                  <a:pt x="1900" y="18221"/>
                </a:lnTo>
                <a:lnTo>
                  <a:pt x="154" y="14004"/>
                </a:lnTo>
                <a:lnTo>
                  <a:pt x="0" y="11694"/>
                </a:lnTo>
                <a:lnTo>
                  <a:pt x="154" y="9384"/>
                </a:lnTo>
                <a:lnTo>
                  <a:pt x="1900" y="5167"/>
                </a:lnTo>
                <a:lnTo>
                  <a:pt x="3425" y="3425"/>
                </a:lnTo>
                <a:lnTo>
                  <a:pt x="5167" y="1900"/>
                </a:lnTo>
                <a:lnTo>
                  <a:pt x="9384" y="154"/>
                </a:lnTo>
                <a:lnTo>
                  <a:pt x="11694" y="0"/>
                </a:lnTo>
                <a:lnTo>
                  <a:pt x="14004" y="154"/>
                </a:lnTo>
                <a:lnTo>
                  <a:pt x="18221" y="1900"/>
                </a:lnTo>
                <a:lnTo>
                  <a:pt x="19963" y="3425"/>
                </a:lnTo>
                <a:lnTo>
                  <a:pt x="21488" y="5167"/>
                </a:lnTo>
                <a:lnTo>
                  <a:pt x="23234" y="9384"/>
                </a:lnTo>
                <a:lnTo>
                  <a:pt x="23389" y="11694"/>
                </a:lnTo>
                <a:lnTo>
                  <a:pt x="23234" y="14004"/>
                </a:lnTo>
                <a:lnTo>
                  <a:pt x="21488" y="18221"/>
                </a:lnTo>
                <a:lnTo>
                  <a:pt x="19963" y="19963"/>
                </a:lnTo>
                <a:lnTo>
                  <a:pt x="18221" y="21488"/>
                </a:lnTo>
                <a:lnTo>
                  <a:pt x="14004" y="23234"/>
                </a:lnTo>
                <a:lnTo>
                  <a:pt x="11694" y="23389"/>
                </a:lnTo>
                <a:lnTo>
                  <a:pt x="9384" y="23234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970" name="Shape 970"/>
          <p:cNvSpPr/>
          <p:nvPr/>
        </p:nvSpPr>
        <p:spPr>
          <a:xfrm>
            <a:off x="5429826" y="1987206"/>
            <a:ext cx="23627" cy="23627"/>
          </a:xfrm>
          <a:custGeom>
            <a:avLst/>
            <a:gdLst/>
            <a:ahLst/>
            <a:cxnLst/>
            <a:rect l="0" t="0" r="r" b="b"/>
            <a:pathLst>
              <a:path w="23627" h="23627">
                <a:moveTo>
                  <a:pt x="9479" y="23472"/>
                </a:moveTo>
                <a:lnTo>
                  <a:pt x="5220" y="21707"/>
                </a:lnTo>
                <a:lnTo>
                  <a:pt x="3460" y="20167"/>
                </a:lnTo>
                <a:lnTo>
                  <a:pt x="1919" y="18407"/>
                </a:lnTo>
                <a:lnTo>
                  <a:pt x="155" y="14147"/>
                </a:lnTo>
                <a:lnTo>
                  <a:pt x="0" y="11813"/>
                </a:lnTo>
                <a:lnTo>
                  <a:pt x="155" y="9479"/>
                </a:lnTo>
                <a:lnTo>
                  <a:pt x="1919" y="5220"/>
                </a:lnTo>
                <a:lnTo>
                  <a:pt x="3460" y="3460"/>
                </a:lnTo>
                <a:lnTo>
                  <a:pt x="5220" y="1919"/>
                </a:lnTo>
                <a:lnTo>
                  <a:pt x="9479" y="155"/>
                </a:lnTo>
                <a:lnTo>
                  <a:pt x="11813" y="0"/>
                </a:lnTo>
                <a:lnTo>
                  <a:pt x="14147" y="155"/>
                </a:lnTo>
                <a:lnTo>
                  <a:pt x="18407" y="1919"/>
                </a:lnTo>
                <a:lnTo>
                  <a:pt x="20167" y="3460"/>
                </a:lnTo>
                <a:lnTo>
                  <a:pt x="21707" y="5220"/>
                </a:lnTo>
                <a:lnTo>
                  <a:pt x="23472" y="9479"/>
                </a:lnTo>
                <a:lnTo>
                  <a:pt x="23627" y="11813"/>
                </a:lnTo>
                <a:lnTo>
                  <a:pt x="23472" y="14147"/>
                </a:lnTo>
                <a:lnTo>
                  <a:pt x="21707" y="18407"/>
                </a:lnTo>
                <a:lnTo>
                  <a:pt x="20167" y="20167"/>
                </a:lnTo>
                <a:lnTo>
                  <a:pt x="18407" y="21707"/>
                </a:lnTo>
                <a:lnTo>
                  <a:pt x="14147" y="23472"/>
                </a:lnTo>
                <a:lnTo>
                  <a:pt x="11813" y="23627"/>
                </a:lnTo>
                <a:lnTo>
                  <a:pt x="9479" y="23472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971" name="Shape 971"/>
          <p:cNvSpPr/>
          <p:nvPr/>
        </p:nvSpPr>
        <p:spPr>
          <a:xfrm>
            <a:off x="5453469" y="1993403"/>
            <a:ext cx="23863" cy="23863"/>
          </a:xfrm>
          <a:custGeom>
            <a:avLst/>
            <a:gdLst/>
            <a:ahLst/>
            <a:cxnLst/>
            <a:rect l="0" t="0" r="r" b="b"/>
            <a:pathLst>
              <a:path w="23863" h="23863">
                <a:moveTo>
                  <a:pt x="9574" y="23706"/>
                </a:moveTo>
                <a:lnTo>
                  <a:pt x="5272" y="21924"/>
                </a:lnTo>
                <a:lnTo>
                  <a:pt x="3494" y="20368"/>
                </a:lnTo>
                <a:lnTo>
                  <a:pt x="1939" y="18590"/>
                </a:lnTo>
                <a:lnTo>
                  <a:pt x="157" y="14288"/>
                </a:lnTo>
                <a:lnTo>
                  <a:pt x="0" y="11931"/>
                </a:lnTo>
                <a:lnTo>
                  <a:pt x="157" y="9574"/>
                </a:lnTo>
                <a:lnTo>
                  <a:pt x="1939" y="5272"/>
                </a:lnTo>
                <a:lnTo>
                  <a:pt x="3494" y="3494"/>
                </a:lnTo>
                <a:lnTo>
                  <a:pt x="5272" y="1939"/>
                </a:lnTo>
                <a:lnTo>
                  <a:pt x="9574" y="157"/>
                </a:lnTo>
                <a:lnTo>
                  <a:pt x="11931" y="0"/>
                </a:lnTo>
                <a:lnTo>
                  <a:pt x="14288" y="157"/>
                </a:lnTo>
                <a:lnTo>
                  <a:pt x="18590" y="1939"/>
                </a:lnTo>
                <a:lnTo>
                  <a:pt x="20368" y="3494"/>
                </a:lnTo>
                <a:lnTo>
                  <a:pt x="21924" y="5272"/>
                </a:lnTo>
                <a:lnTo>
                  <a:pt x="23706" y="9574"/>
                </a:lnTo>
                <a:lnTo>
                  <a:pt x="23863" y="11931"/>
                </a:lnTo>
                <a:lnTo>
                  <a:pt x="23706" y="14288"/>
                </a:lnTo>
                <a:lnTo>
                  <a:pt x="21924" y="18590"/>
                </a:lnTo>
                <a:lnTo>
                  <a:pt x="20368" y="20368"/>
                </a:lnTo>
                <a:lnTo>
                  <a:pt x="18590" y="21924"/>
                </a:lnTo>
                <a:lnTo>
                  <a:pt x="14288" y="23706"/>
                </a:lnTo>
                <a:lnTo>
                  <a:pt x="11931" y="23863"/>
                </a:lnTo>
                <a:lnTo>
                  <a:pt x="9574" y="23706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972" name="Shape 972"/>
          <p:cNvSpPr/>
          <p:nvPr/>
        </p:nvSpPr>
        <p:spPr>
          <a:xfrm>
            <a:off x="5470582" y="1997894"/>
            <a:ext cx="24018" cy="24018"/>
          </a:xfrm>
          <a:custGeom>
            <a:avLst/>
            <a:gdLst/>
            <a:ahLst/>
            <a:cxnLst/>
            <a:rect l="0" t="0" r="r" b="b"/>
            <a:pathLst>
              <a:path w="24018" h="24018">
                <a:moveTo>
                  <a:pt x="9636" y="23860"/>
                </a:moveTo>
                <a:lnTo>
                  <a:pt x="5306" y="22066"/>
                </a:lnTo>
                <a:lnTo>
                  <a:pt x="3517" y="20501"/>
                </a:lnTo>
                <a:lnTo>
                  <a:pt x="1951" y="18711"/>
                </a:lnTo>
                <a:lnTo>
                  <a:pt x="158" y="14381"/>
                </a:lnTo>
                <a:lnTo>
                  <a:pt x="0" y="12009"/>
                </a:lnTo>
                <a:lnTo>
                  <a:pt x="158" y="9636"/>
                </a:lnTo>
                <a:lnTo>
                  <a:pt x="1951" y="5306"/>
                </a:lnTo>
                <a:lnTo>
                  <a:pt x="3517" y="3517"/>
                </a:lnTo>
                <a:lnTo>
                  <a:pt x="5306" y="1951"/>
                </a:lnTo>
                <a:lnTo>
                  <a:pt x="9636" y="158"/>
                </a:lnTo>
                <a:lnTo>
                  <a:pt x="12009" y="0"/>
                </a:lnTo>
                <a:lnTo>
                  <a:pt x="14381" y="158"/>
                </a:lnTo>
                <a:lnTo>
                  <a:pt x="18711" y="1951"/>
                </a:lnTo>
                <a:lnTo>
                  <a:pt x="20501" y="3517"/>
                </a:lnTo>
                <a:lnTo>
                  <a:pt x="22066" y="5306"/>
                </a:lnTo>
                <a:lnTo>
                  <a:pt x="23860" y="9636"/>
                </a:lnTo>
                <a:lnTo>
                  <a:pt x="24018" y="12009"/>
                </a:lnTo>
                <a:lnTo>
                  <a:pt x="23860" y="14381"/>
                </a:lnTo>
                <a:lnTo>
                  <a:pt x="22066" y="18711"/>
                </a:lnTo>
                <a:lnTo>
                  <a:pt x="20501" y="20501"/>
                </a:lnTo>
                <a:lnTo>
                  <a:pt x="18711" y="22066"/>
                </a:lnTo>
                <a:lnTo>
                  <a:pt x="14381" y="23860"/>
                </a:lnTo>
                <a:lnTo>
                  <a:pt x="12009" y="24018"/>
                </a:lnTo>
                <a:lnTo>
                  <a:pt x="9636" y="23860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973" name="Shape 973"/>
          <p:cNvSpPr/>
          <p:nvPr/>
        </p:nvSpPr>
        <p:spPr>
          <a:xfrm>
            <a:off x="5498567" y="2005247"/>
            <a:ext cx="24248" cy="24248"/>
          </a:xfrm>
          <a:custGeom>
            <a:avLst/>
            <a:gdLst/>
            <a:ahLst/>
            <a:cxnLst/>
            <a:rect l="0" t="0" r="r" b="b"/>
            <a:pathLst>
              <a:path w="24248" h="24248">
                <a:moveTo>
                  <a:pt x="9729" y="24089"/>
                </a:moveTo>
                <a:lnTo>
                  <a:pt x="5357" y="22278"/>
                </a:lnTo>
                <a:lnTo>
                  <a:pt x="3551" y="20697"/>
                </a:lnTo>
                <a:lnTo>
                  <a:pt x="1970" y="18891"/>
                </a:lnTo>
                <a:lnTo>
                  <a:pt x="159" y="14519"/>
                </a:lnTo>
                <a:lnTo>
                  <a:pt x="0" y="12124"/>
                </a:lnTo>
                <a:lnTo>
                  <a:pt x="159" y="9729"/>
                </a:lnTo>
                <a:lnTo>
                  <a:pt x="1970" y="5357"/>
                </a:lnTo>
                <a:lnTo>
                  <a:pt x="3551" y="3551"/>
                </a:lnTo>
                <a:lnTo>
                  <a:pt x="5357" y="1970"/>
                </a:lnTo>
                <a:lnTo>
                  <a:pt x="9729" y="159"/>
                </a:lnTo>
                <a:lnTo>
                  <a:pt x="12124" y="0"/>
                </a:lnTo>
                <a:lnTo>
                  <a:pt x="14519" y="159"/>
                </a:lnTo>
                <a:lnTo>
                  <a:pt x="18891" y="1970"/>
                </a:lnTo>
                <a:lnTo>
                  <a:pt x="20697" y="3551"/>
                </a:lnTo>
                <a:lnTo>
                  <a:pt x="22278" y="5357"/>
                </a:lnTo>
                <a:lnTo>
                  <a:pt x="24089" y="9729"/>
                </a:lnTo>
                <a:lnTo>
                  <a:pt x="24248" y="12124"/>
                </a:lnTo>
                <a:lnTo>
                  <a:pt x="24089" y="14519"/>
                </a:lnTo>
                <a:lnTo>
                  <a:pt x="22278" y="18891"/>
                </a:lnTo>
                <a:lnTo>
                  <a:pt x="20697" y="20697"/>
                </a:lnTo>
                <a:lnTo>
                  <a:pt x="18891" y="22278"/>
                </a:lnTo>
                <a:lnTo>
                  <a:pt x="14519" y="24089"/>
                </a:lnTo>
                <a:lnTo>
                  <a:pt x="12124" y="24248"/>
                </a:lnTo>
                <a:lnTo>
                  <a:pt x="9729" y="24089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974" name="Shape 974"/>
          <p:cNvSpPr/>
          <p:nvPr/>
        </p:nvSpPr>
        <p:spPr>
          <a:xfrm>
            <a:off x="5529751" y="2013452"/>
            <a:ext cx="24477" cy="24477"/>
          </a:xfrm>
          <a:custGeom>
            <a:avLst/>
            <a:gdLst/>
            <a:ahLst/>
            <a:cxnLst/>
            <a:rect l="0" t="0" r="r" b="b"/>
            <a:pathLst>
              <a:path w="24477" h="24477">
                <a:moveTo>
                  <a:pt x="9821" y="24316"/>
                </a:moveTo>
                <a:lnTo>
                  <a:pt x="5408" y="22488"/>
                </a:lnTo>
                <a:lnTo>
                  <a:pt x="3584" y="20893"/>
                </a:lnTo>
                <a:lnTo>
                  <a:pt x="1989" y="19069"/>
                </a:lnTo>
                <a:lnTo>
                  <a:pt x="161" y="14656"/>
                </a:lnTo>
                <a:lnTo>
                  <a:pt x="0" y="12238"/>
                </a:lnTo>
                <a:lnTo>
                  <a:pt x="161" y="9821"/>
                </a:lnTo>
                <a:lnTo>
                  <a:pt x="1989" y="5408"/>
                </a:lnTo>
                <a:lnTo>
                  <a:pt x="3584" y="3584"/>
                </a:lnTo>
                <a:lnTo>
                  <a:pt x="5408" y="1989"/>
                </a:lnTo>
                <a:lnTo>
                  <a:pt x="9821" y="161"/>
                </a:lnTo>
                <a:lnTo>
                  <a:pt x="12238" y="0"/>
                </a:lnTo>
                <a:lnTo>
                  <a:pt x="14656" y="161"/>
                </a:lnTo>
                <a:lnTo>
                  <a:pt x="19069" y="1989"/>
                </a:lnTo>
                <a:lnTo>
                  <a:pt x="20893" y="3584"/>
                </a:lnTo>
                <a:lnTo>
                  <a:pt x="22488" y="5408"/>
                </a:lnTo>
                <a:lnTo>
                  <a:pt x="24316" y="9821"/>
                </a:lnTo>
                <a:lnTo>
                  <a:pt x="24477" y="12238"/>
                </a:lnTo>
                <a:lnTo>
                  <a:pt x="24316" y="14656"/>
                </a:lnTo>
                <a:lnTo>
                  <a:pt x="22488" y="19069"/>
                </a:lnTo>
                <a:lnTo>
                  <a:pt x="20893" y="20893"/>
                </a:lnTo>
                <a:lnTo>
                  <a:pt x="19069" y="22488"/>
                </a:lnTo>
                <a:lnTo>
                  <a:pt x="14656" y="24316"/>
                </a:lnTo>
                <a:lnTo>
                  <a:pt x="12238" y="24477"/>
                </a:lnTo>
                <a:lnTo>
                  <a:pt x="9821" y="2431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975" name="Shape 975"/>
          <p:cNvSpPr/>
          <p:nvPr/>
        </p:nvSpPr>
        <p:spPr>
          <a:xfrm>
            <a:off x="5552600" y="2019469"/>
            <a:ext cx="24627" cy="24627"/>
          </a:xfrm>
          <a:custGeom>
            <a:avLst/>
            <a:gdLst/>
            <a:ahLst/>
            <a:cxnLst/>
            <a:rect l="0" t="0" r="r" b="b"/>
            <a:pathLst>
              <a:path w="24627" h="24627">
                <a:moveTo>
                  <a:pt x="9881" y="24465"/>
                </a:moveTo>
                <a:lnTo>
                  <a:pt x="5441" y="22626"/>
                </a:lnTo>
                <a:lnTo>
                  <a:pt x="3606" y="21020"/>
                </a:lnTo>
                <a:lnTo>
                  <a:pt x="2001" y="19185"/>
                </a:lnTo>
                <a:lnTo>
                  <a:pt x="162" y="14746"/>
                </a:lnTo>
                <a:lnTo>
                  <a:pt x="0" y="12313"/>
                </a:lnTo>
                <a:lnTo>
                  <a:pt x="162" y="9881"/>
                </a:lnTo>
                <a:lnTo>
                  <a:pt x="2001" y="5441"/>
                </a:lnTo>
                <a:lnTo>
                  <a:pt x="3606" y="3606"/>
                </a:lnTo>
                <a:lnTo>
                  <a:pt x="5441" y="2001"/>
                </a:lnTo>
                <a:lnTo>
                  <a:pt x="9881" y="162"/>
                </a:lnTo>
                <a:lnTo>
                  <a:pt x="12313" y="0"/>
                </a:lnTo>
                <a:lnTo>
                  <a:pt x="14746" y="162"/>
                </a:lnTo>
                <a:lnTo>
                  <a:pt x="19185" y="2001"/>
                </a:lnTo>
                <a:lnTo>
                  <a:pt x="21020" y="3606"/>
                </a:lnTo>
                <a:lnTo>
                  <a:pt x="22626" y="5441"/>
                </a:lnTo>
                <a:lnTo>
                  <a:pt x="24465" y="9881"/>
                </a:lnTo>
                <a:lnTo>
                  <a:pt x="24627" y="12313"/>
                </a:lnTo>
                <a:lnTo>
                  <a:pt x="24465" y="14746"/>
                </a:lnTo>
                <a:lnTo>
                  <a:pt x="22626" y="19185"/>
                </a:lnTo>
                <a:lnTo>
                  <a:pt x="21020" y="21020"/>
                </a:lnTo>
                <a:lnTo>
                  <a:pt x="19185" y="22626"/>
                </a:lnTo>
                <a:lnTo>
                  <a:pt x="14746" y="24465"/>
                </a:lnTo>
                <a:lnTo>
                  <a:pt x="12313" y="24627"/>
                </a:lnTo>
                <a:lnTo>
                  <a:pt x="9881" y="24465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976" name="Shape 976"/>
          <p:cNvSpPr/>
          <p:nvPr/>
        </p:nvSpPr>
        <p:spPr>
          <a:xfrm>
            <a:off x="5577333" y="2025989"/>
            <a:ext cx="24773" cy="24773"/>
          </a:xfrm>
          <a:custGeom>
            <a:avLst/>
            <a:gdLst/>
            <a:ahLst/>
            <a:cxnLst/>
            <a:rect l="0" t="0" r="r" b="b"/>
            <a:pathLst>
              <a:path w="24773" h="24773">
                <a:moveTo>
                  <a:pt x="9939" y="24610"/>
                </a:moveTo>
                <a:lnTo>
                  <a:pt x="5473" y="22760"/>
                </a:lnTo>
                <a:lnTo>
                  <a:pt x="3628" y="21145"/>
                </a:lnTo>
                <a:lnTo>
                  <a:pt x="2013" y="19300"/>
                </a:lnTo>
                <a:lnTo>
                  <a:pt x="163" y="14834"/>
                </a:lnTo>
                <a:lnTo>
                  <a:pt x="0" y="12386"/>
                </a:lnTo>
                <a:lnTo>
                  <a:pt x="163" y="9939"/>
                </a:lnTo>
                <a:lnTo>
                  <a:pt x="2013" y="5473"/>
                </a:lnTo>
                <a:lnTo>
                  <a:pt x="3628" y="3628"/>
                </a:lnTo>
                <a:lnTo>
                  <a:pt x="5473" y="2013"/>
                </a:lnTo>
                <a:lnTo>
                  <a:pt x="9939" y="163"/>
                </a:lnTo>
                <a:lnTo>
                  <a:pt x="12386" y="0"/>
                </a:lnTo>
                <a:lnTo>
                  <a:pt x="14834" y="163"/>
                </a:lnTo>
                <a:lnTo>
                  <a:pt x="19300" y="2013"/>
                </a:lnTo>
                <a:lnTo>
                  <a:pt x="21145" y="3628"/>
                </a:lnTo>
                <a:lnTo>
                  <a:pt x="22760" y="5473"/>
                </a:lnTo>
                <a:lnTo>
                  <a:pt x="24610" y="9939"/>
                </a:lnTo>
                <a:lnTo>
                  <a:pt x="24773" y="12386"/>
                </a:lnTo>
                <a:lnTo>
                  <a:pt x="24610" y="14834"/>
                </a:lnTo>
                <a:lnTo>
                  <a:pt x="22760" y="19300"/>
                </a:lnTo>
                <a:lnTo>
                  <a:pt x="21145" y="21145"/>
                </a:lnTo>
                <a:lnTo>
                  <a:pt x="19300" y="22760"/>
                </a:lnTo>
                <a:lnTo>
                  <a:pt x="14834" y="24610"/>
                </a:lnTo>
                <a:lnTo>
                  <a:pt x="12386" y="24773"/>
                </a:lnTo>
                <a:lnTo>
                  <a:pt x="9939" y="24610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977" name="Shape 977"/>
          <p:cNvSpPr/>
          <p:nvPr/>
        </p:nvSpPr>
        <p:spPr>
          <a:xfrm>
            <a:off x="5618509" y="2036855"/>
            <a:ext cx="24983" cy="24983"/>
          </a:xfrm>
          <a:custGeom>
            <a:avLst/>
            <a:gdLst/>
            <a:ahLst/>
            <a:cxnLst/>
            <a:rect l="0" t="0" r="r" b="b"/>
            <a:pathLst>
              <a:path w="24983" h="24983">
                <a:moveTo>
                  <a:pt x="10024" y="24819"/>
                </a:moveTo>
                <a:lnTo>
                  <a:pt x="5520" y="22953"/>
                </a:lnTo>
                <a:lnTo>
                  <a:pt x="3658" y="21325"/>
                </a:lnTo>
                <a:lnTo>
                  <a:pt x="2030" y="19463"/>
                </a:lnTo>
                <a:lnTo>
                  <a:pt x="164" y="14959"/>
                </a:lnTo>
                <a:lnTo>
                  <a:pt x="0" y="12491"/>
                </a:lnTo>
                <a:lnTo>
                  <a:pt x="164" y="10024"/>
                </a:lnTo>
                <a:lnTo>
                  <a:pt x="2030" y="5520"/>
                </a:lnTo>
                <a:lnTo>
                  <a:pt x="3658" y="3658"/>
                </a:lnTo>
                <a:lnTo>
                  <a:pt x="5520" y="2030"/>
                </a:lnTo>
                <a:lnTo>
                  <a:pt x="10024" y="164"/>
                </a:lnTo>
                <a:lnTo>
                  <a:pt x="12491" y="0"/>
                </a:lnTo>
                <a:lnTo>
                  <a:pt x="14959" y="164"/>
                </a:lnTo>
                <a:lnTo>
                  <a:pt x="19463" y="2030"/>
                </a:lnTo>
                <a:lnTo>
                  <a:pt x="21325" y="3658"/>
                </a:lnTo>
                <a:lnTo>
                  <a:pt x="22953" y="5520"/>
                </a:lnTo>
                <a:lnTo>
                  <a:pt x="24819" y="10024"/>
                </a:lnTo>
                <a:lnTo>
                  <a:pt x="24983" y="12491"/>
                </a:lnTo>
                <a:lnTo>
                  <a:pt x="24819" y="14959"/>
                </a:lnTo>
                <a:lnTo>
                  <a:pt x="22953" y="19463"/>
                </a:lnTo>
                <a:lnTo>
                  <a:pt x="21325" y="21325"/>
                </a:lnTo>
                <a:lnTo>
                  <a:pt x="19463" y="22953"/>
                </a:lnTo>
                <a:lnTo>
                  <a:pt x="14959" y="24819"/>
                </a:lnTo>
                <a:lnTo>
                  <a:pt x="12491" y="24983"/>
                </a:lnTo>
                <a:lnTo>
                  <a:pt x="10024" y="24819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978" name="Shape 978"/>
          <p:cNvSpPr/>
          <p:nvPr/>
        </p:nvSpPr>
        <p:spPr>
          <a:xfrm>
            <a:off x="5665504" y="2049283"/>
            <a:ext cx="25155" cy="25155"/>
          </a:xfrm>
          <a:custGeom>
            <a:avLst/>
            <a:gdLst/>
            <a:ahLst/>
            <a:cxnLst/>
            <a:rect l="0" t="0" r="r" b="b"/>
            <a:pathLst>
              <a:path w="25155" h="25155">
                <a:moveTo>
                  <a:pt x="10092" y="24989"/>
                </a:moveTo>
                <a:lnTo>
                  <a:pt x="5557" y="23111"/>
                </a:lnTo>
                <a:lnTo>
                  <a:pt x="3683" y="21471"/>
                </a:lnTo>
                <a:lnTo>
                  <a:pt x="2044" y="19597"/>
                </a:lnTo>
                <a:lnTo>
                  <a:pt x="165" y="15062"/>
                </a:lnTo>
                <a:lnTo>
                  <a:pt x="0" y="12577"/>
                </a:lnTo>
                <a:lnTo>
                  <a:pt x="165" y="10092"/>
                </a:lnTo>
                <a:lnTo>
                  <a:pt x="2044" y="5557"/>
                </a:lnTo>
                <a:lnTo>
                  <a:pt x="3683" y="3683"/>
                </a:lnTo>
                <a:lnTo>
                  <a:pt x="5557" y="2044"/>
                </a:lnTo>
                <a:lnTo>
                  <a:pt x="10092" y="165"/>
                </a:lnTo>
                <a:lnTo>
                  <a:pt x="12577" y="0"/>
                </a:lnTo>
                <a:lnTo>
                  <a:pt x="15062" y="165"/>
                </a:lnTo>
                <a:lnTo>
                  <a:pt x="19597" y="2044"/>
                </a:lnTo>
                <a:lnTo>
                  <a:pt x="21471" y="3683"/>
                </a:lnTo>
                <a:lnTo>
                  <a:pt x="23111" y="5557"/>
                </a:lnTo>
                <a:lnTo>
                  <a:pt x="24989" y="10092"/>
                </a:lnTo>
                <a:lnTo>
                  <a:pt x="25155" y="12577"/>
                </a:lnTo>
                <a:lnTo>
                  <a:pt x="24989" y="15062"/>
                </a:lnTo>
                <a:lnTo>
                  <a:pt x="23111" y="19597"/>
                </a:lnTo>
                <a:lnTo>
                  <a:pt x="21471" y="21471"/>
                </a:lnTo>
                <a:lnTo>
                  <a:pt x="19597" y="23111"/>
                </a:lnTo>
                <a:lnTo>
                  <a:pt x="15062" y="24989"/>
                </a:lnTo>
                <a:lnTo>
                  <a:pt x="12577" y="25155"/>
                </a:lnTo>
                <a:lnTo>
                  <a:pt x="10092" y="24989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979" name="Shape 979"/>
          <p:cNvSpPr/>
          <p:nvPr/>
        </p:nvSpPr>
        <p:spPr>
          <a:xfrm>
            <a:off x="5700734" y="2058637"/>
            <a:ext cx="25181" cy="25181"/>
          </a:xfrm>
          <a:custGeom>
            <a:avLst/>
            <a:gdLst/>
            <a:ahLst/>
            <a:cxnLst/>
            <a:rect l="0" t="0" r="r" b="b"/>
            <a:pathLst>
              <a:path w="25181" h="25181">
                <a:moveTo>
                  <a:pt x="10103" y="25015"/>
                </a:moveTo>
                <a:lnTo>
                  <a:pt x="5563" y="23134"/>
                </a:lnTo>
                <a:lnTo>
                  <a:pt x="3687" y="21493"/>
                </a:lnTo>
                <a:lnTo>
                  <a:pt x="2046" y="19617"/>
                </a:lnTo>
                <a:lnTo>
                  <a:pt x="165" y="15077"/>
                </a:lnTo>
                <a:lnTo>
                  <a:pt x="0" y="12590"/>
                </a:lnTo>
                <a:lnTo>
                  <a:pt x="165" y="10103"/>
                </a:lnTo>
                <a:lnTo>
                  <a:pt x="2046" y="5563"/>
                </a:lnTo>
                <a:lnTo>
                  <a:pt x="3687" y="3687"/>
                </a:lnTo>
                <a:lnTo>
                  <a:pt x="5563" y="2046"/>
                </a:lnTo>
                <a:lnTo>
                  <a:pt x="10103" y="165"/>
                </a:lnTo>
                <a:lnTo>
                  <a:pt x="12590" y="0"/>
                </a:lnTo>
                <a:lnTo>
                  <a:pt x="15077" y="165"/>
                </a:lnTo>
                <a:lnTo>
                  <a:pt x="19617" y="2046"/>
                </a:lnTo>
                <a:lnTo>
                  <a:pt x="21493" y="3687"/>
                </a:lnTo>
                <a:lnTo>
                  <a:pt x="23134" y="5563"/>
                </a:lnTo>
                <a:lnTo>
                  <a:pt x="25015" y="10103"/>
                </a:lnTo>
                <a:lnTo>
                  <a:pt x="25181" y="12590"/>
                </a:lnTo>
                <a:lnTo>
                  <a:pt x="25015" y="15077"/>
                </a:lnTo>
                <a:lnTo>
                  <a:pt x="23134" y="19617"/>
                </a:lnTo>
                <a:lnTo>
                  <a:pt x="21493" y="21493"/>
                </a:lnTo>
                <a:lnTo>
                  <a:pt x="19617" y="23134"/>
                </a:lnTo>
                <a:lnTo>
                  <a:pt x="15077" y="25015"/>
                </a:lnTo>
                <a:lnTo>
                  <a:pt x="12590" y="25181"/>
                </a:lnTo>
                <a:lnTo>
                  <a:pt x="10103" y="2501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980" name="Shape 980"/>
          <p:cNvSpPr/>
          <p:nvPr/>
        </p:nvSpPr>
        <p:spPr>
          <a:xfrm>
            <a:off x="5760680" y="2074621"/>
            <a:ext cx="25039" cy="25039"/>
          </a:xfrm>
          <a:custGeom>
            <a:avLst/>
            <a:gdLst/>
            <a:ahLst/>
            <a:cxnLst/>
            <a:rect l="0" t="0" r="r" b="b"/>
            <a:pathLst>
              <a:path w="25039" h="25039">
                <a:moveTo>
                  <a:pt x="10046" y="24874"/>
                </a:moveTo>
                <a:lnTo>
                  <a:pt x="5532" y="23005"/>
                </a:lnTo>
                <a:lnTo>
                  <a:pt x="3666" y="21372"/>
                </a:lnTo>
                <a:lnTo>
                  <a:pt x="2034" y="19507"/>
                </a:lnTo>
                <a:lnTo>
                  <a:pt x="164" y="14993"/>
                </a:lnTo>
                <a:lnTo>
                  <a:pt x="0" y="12519"/>
                </a:lnTo>
                <a:lnTo>
                  <a:pt x="164" y="10046"/>
                </a:lnTo>
                <a:lnTo>
                  <a:pt x="2034" y="5532"/>
                </a:lnTo>
                <a:lnTo>
                  <a:pt x="3666" y="3666"/>
                </a:lnTo>
                <a:lnTo>
                  <a:pt x="5532" y="2034"/>
                </a:lnTo>
                <a:lnTo>
                  <a:pt x="10046" y="164"/>
                </a:lnTo>
                <a:lnTo>
                  <a:pt x="12519" y="0"/>
                </a:lnTo>
                <a:lnTo>
                  <a:pt x="14993" y="164"/>
                </a:lnTo>
                <a:lnTo>
                  <a:pt x="19507" y="2034"/>
                </a:lnTo>
                <a:lnTo>
                  <a:pt x="21372" y="3666"/>
                </a:lnTo>
                <a:lnTo>
                  <a:pt x="23005" y="5532"/>
                </a:lnTo>
                <a:lnTo>
                  <a:pt x="24874" y="10046"/>
                </a:lnTo>
                <a:lnTo>
                  <a:pt x="25039" y="12519"/>
                </a:lnTo>
                <a:lnTo>
                  <a:pt x="24874" y="14993"/>
                </a:lnTo>
                <a:lnTo>
                  <a:pt x="23005" y="19507"/>
                </a:lnTo>
                <a:lnTo>
                  <a:pt x="21372" y="21372"/>
                </a:lnTo>
                <a:lnTo>
                  <a:pt x="19507" y="23005"/>
                </a:lnTo>
                <a:lnTo>
                  <a:pt x="14993" y="24874"/>
                </a:lnTo>
                <a:lnTo>
                  <a:pt x="12519" y="25039"/>
                </a:lnTo>
                <a:lnTo>
                  <a:pt x="10046" y="24874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981" name="Shape 981"/>
          <p:cNvSpPr/>
          <p:nvPr/>
        </p:nvSpPr>
        <p:spPr>
          <a:xfrm>
            <a:off x="5831011" y="2093388"/>
            <a:ext cx="24835" cy="24835"/>
          </a:xfrm>
          <a:custGeom>
            <a:avLst/>
            <a:gdLst/>
            <a:ahLst/>
            <a:cxnLst/>
            <a:rect l="0" t="0" r="r" b="b"/>
            <a:pathLst>
              <a:path w="24835" h="24835">
                <a:moveTo>
                  <a:pt x="9964" y="24672"/>
                </a:moveTo>
                <a:lnTo>
                  <a:pt x="5487" y="22817"/>
                </a:lnTo>
                <a:lnTo>
                  <a:pt x="3637" y="21198"/>
                </a:lnTo>
                <a:lnTo>
                  <a:pt x="2018" y="19348"/>
                </a:lnTo>
                <a:lnTo>
                  <a:pt x="163" y="14871"/>
                </a:lnTo>
                <a:lnTo>
                  <a:pt x="0" y="12417"/>
                </a:lnTo>
                <a:lnTo>
                  <a:pt x="163" y="9964"/>
                </a:lnTo>
                <a:lnTo>
                  <a:pt x="2018" y="5487"/>
                </a:lnTo>
                <a:lnTo>
                  <a:pt x="3637" y="3637"/>
                </a:lnTo>
                <a:lnTo>
                  <a:pt x="5487" y="2018"/>
                </a:lnTo>
                <a:lnTo>
                  <a:pt x="9964" y="163"/>
                </a:lnTo>
                <a:lnTo>
                  <a:pt x="12417" y="0"/>
                </a:lnTo>
                <a:lnTo>
                  <a:pt x="14871" y="163"/>
                </a:lnTo>
                <a:lnTo>
                  <a:pt x="19348" y="2018"/>
                </a:lnTo>
                <a:lnTo>
                  <a:pt x="21198" y="3637"/>
                </a:lnTo>
                <a:lnTo>
                  <a:pt x="22817" y="5487"/>
                </a:lnTo>
                <a:lnTo>
                  <a:pt x="24672" y="9964"/>
                </a:lnTo>
                <a:lnTo>
                  <a:pt x="24835" y="12417"/>
                </a:lnTo>
                <a:lnTo>
                  <a:pt x="24672" y="14871"/>
                </a:lnTo>
                <a:lnTo>
                  <a:pt x="22817" y="19348"/>
                </a:lnTo>
                <a:lnTo>
                  <a:pt x="21198" y="21198"/>
                </a:lnTo>
                <a:lnTo>
                  <a:pt x="19348" y="22817"/>
                </a:lnTo>
                <a:lnTo>
                  <a:pt x="14871" y="24672"/>
                </a:lnTo>
                <a:lnTo>
                  <a:pt x="12417" y="24835"/>
                </a:lnTo>
                <a:lnTo>
                  <a:pt x="9964" y="24672"/>
                </a:lnTo>
                <a:close/>
              </a:path>
            </a:pathLst>
          </a:custGeom>
          <a:solidFill>
            <a:srgbClr val="7BCF7E"/>
          </a:solidFill>
          <a:ln>
            <a:noFill/>
          </a:ln>
        </p:spPr>
      </p:sp>
      <p:sp>
        <p:nvSpPr>
          <p:cNvPr id="982" name="Shape 982"/>
          <p:cNvSpPr/>
          <p:nvPr/>
        </p:nvSpPr>
        <p:spPr>
          <a:xfrm>
            <a:off x="5885060" y="2107807"/>
            <a:ext cx="24690" cy="24690"/>
          </a:xfrm>
          <a:custGeom>
            <a:avLst/>
            <a:gdLst/>
            <a:ahLst/>
            <a:cxnLst/>
            <a:rect l="0" t="0" r="r" b="b"/>
            <a:pathLst>
              <a:path w="24690" h="24690">
                <a:moveTo>
                  <a:pt x="9906" y="24528"/>
                </a:moveTo>
                <a:lnTo>
                  <a:pt x="5455" y="22684"/>
                </a:lnTo>
                <a:lnTo>
                  <a:pt x="3615" y="21074"/>
                </a:lnTo>
                <a:lnTo>
                  <a:pt x="2006" y="19235"/>
                </a:lnTo>
                <a:lnTo>
                  <a:pt x="162" y="14784"/>
                </a:lnTo>
                <a:lnTo>
                  <a:pt x="0" y="12345"/>
                </a:lnTo>
                <a:lnTo>
                  <a:pt x="162" y="9906"/>
                </a:lnTo>
                <a:lnTo>
                  <a:pt x="2006" y="5455"/>
                </a:lnTo>
                <a:lnTo>
                  <a:pt x="3615" y="3615"/>
                </a:lnTo>
                <a:lnTo>
                  <a:pt x="5455" y="2006"/>
                </a:lnTo>
                <a:lnTo>
                  <a:pt x="9906" y="162"/>
                </a:lnTo>
                <a:lnTo>
                  <a:pt x="12345" y="0"/>
                </a:lnTo>
                <a:lnTo>
                  <a:pt x="14784" y="162"/>
                </a:lnTo>
                <a:lnTo>
                  <a:pt x="19235" y="2006"/>
                </a:lnTo>
                <a:lnTo>
                  <a:pt x="21074" y="3615"/>
                </a:lnTo>
                <a:lnTo>
                  <a:pt x="22684" y="5455"/>
                </a:lnTo>
                <a:lnTo>
                  <a:pt x="24528" y="9906"/>
                </a:lnTo>
                <a:lnTo>
                  <a:pt x="24690" y="12345"/>
                </a:lnTo>
                <a:lnTo>
                  <a:pt x="24528" y="14784"/>
                </a:lnTo>
                <a:lnTo>
                  <a:pt x="22684" y="19235"/>
                </a:lnTo>
                <a:lnTo>
                  <a:pt x="21074" y="21074"/>
                </a:lnTo>
                <a:lnTo>
                  <a:pt x="19235" y="22684"/>
                </a:lnTo>
                <a:lnTo>
                  <a:pt x="14784" y="24528"/>
                </a:lnTo>
                <a:lnTo>
                  <a:pt x="12345" y="24690"/>
                </a:lnTo>
                <a:lnTo>
                  <a:pt x="9906" y="24528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983" name="Shape 983"/>
          <p:cNvSpPr/>
          <p:nvPr/>
        </p:nvSpPr>
        <p:spPr>
          <a:xfrm>
            <a:off x="5979768" y="2133060"/>
            <a:ext cx="24467" cy="24467"/>
          </a:xfrm>
          <a:custGeom>
            <a:avLst/>
            <a:gdLst/>
            <a:ahLst/>
            <a:cxnLst/>
            <a:rect l="0" t="0" r="r" b="b"/>
            <a:pathLst>
              <a:path w="24467" h="24467">
                <a:moveTo>
                  <a:pt x="9816" y="24306"/>
                </a:moveTo>
                <a:lnTo>
                  <a:pt x="5405" y="22479"/>
                </a:lnTo>
                <a:lnTo>
                  <a:pt x="3583" y="20884"/>
                </a:lnTo>
                <a:lnTo>
                  <a:pt x="1988" y="19061"/>
                </a:lnTo>
                <a:lnTo>
                  <a:pt x="161" y="14650"/>
                </a:lnTo>
                <a:lnTo>
                  <a:pt x="0" y="12233"/>
                </a:lnTo>
                <a:lnTo>
                  <a:pt x="161" y="9816"/>
                </a:lnTo>
                <a:lnTo>
                  <a:pt x="1988" y="5405"/>
                </a:lnTo>
                <a:lnTo>
                  <a:pt x="3583" y="3583"/>
                </a:lnTo>
                <a:lnTo>
                  <a:pt x="5405" y="1988"/>
                </a:lnTo>
                <a:lnTo>
                  <a:pt x="9816" y="161"/>
                </a:lnTo>
                <a:lnTo>
                  <a:pt x="12233" y="0"/>
                </a:lnTo>
                <a:lnTo>
                  <a:pt x="14650" y="161"/>
                </a:lnTo>
                <a:lnTo>
                  <a:pt x="19061" y="1988"/>
                </a:lnTo>
                <a:lnTo>
                  <a:pt x="20884" y="3583"/>
                </a:lnTo>
                <a:lnTo>
                  <a:pt x="22479" y="5405"/>
                </a:lnTo>
                <a:lnTo>
                  <a:pt x="24306" y="9816"/>
                </a:lnTo>
                <a:lnTo>
                  <a:pt x="24467" y="12233"/>
                </a:lnTo>
                <a:lnTo>
                  <a:pt x="24306" y="14650"/>
                </a:lnTo>
                <a:lnTo>
                  <a:pt x="22479" y="19061"/>
                </a:lnTo>
                <a:lnTo>
                  <a:pt x="20884" y="20884"/>
                </a:lnTo>
                <a:lnTo>
                  <a:pt x="19061" y="22479"/>
                </a:lnTo>
                <a:lnTo>
                  <a:pt x="14650" y="24306"/>
                </a:lnTo>
                <a:lnTo>
                  <a:pt x="12233" y="24467"/>
                </a:lnTo>
                <a:lnTo>
                  <a:pt x="9816" y="2430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984" name="Shape 984"/>
          <p:cNvSpPr/>
          <p:nvPr/>
        </p:nvSpPr>
        <p:spPr>
          <a:xfrm>
            <a:off x="6095733" y="2163965"/>
            <a:ext cx="24239" cy="24239"/>
          </a:xfrm>
          <a:custGeom>
            <a:avLst/>
            <a:gdLst/>
            <a:ahLst/>
            <a:cxnLst/>
            <a:rect l="0" t="0" r="r" b="b"/>
            <a:pathLst>
              <a:path w="24239" h="24239">
                <a:moveTo>
                  <a:pt x="9725" y="24079"/>
                </a:moveTo>
                <a:lnTo>
                  <a:pt x="5355" y="22269"/>
                </a:lnTo>
                <a:lnTo>
                  <a:pt x="3549" y="20689"/>
                </a:lnTo>
                <a:lnTo>
                  <a:pt x="1969" y="18883"/>
                </a:lnTo>
                <a:lnTo>
                  <a:pt x="159" y="14514"/>
                </a:lnTo>
                <a:lnTo>
                  <a:pt x="0" y="12119"/>
                </a:lnTo>
                <a:lnTo>
                  <a:pt x="159" y="9725"/>
                </a:lnTo>
                <a:lnTo>
                  <a:pt x="1969" y="5355"/>
                </a:lnTo>
                <a:lnTo>
                  <a:pt x="3549" y="3549"/>
                </a:lnTo>
                <a:lnTo>
                  <a:pt x="5355" y="1969"/>
                </a:lnTo>
                <a:lnTo>
                  <a:pt x="9725" y="159"/>
                </a:lnTo>
                <a:lnTo>
                  <a:pt x="12119" y="0"/>
                </a:lnTo>
                <a:lnTo>
                  <a:pt x="14514" y="159"/>
                </a:lnTo>
                <a:lnTo>
                  <a:pt x="18883" y="1969"/>
                </a:lnTo>
                <a:lnTo>
                  <a:pt x="20689" y="3549"/>
                </a:lnTo>
                <a:lnTo>
                  <a:pt x="22269" y="5355"/>
                </a:lnTo>
                <a:lnTo>
                  <a:pt x="24079" y="9725"/>
                </a:lnTo>
                <a:lnTo>
                  <a:pt x="24239" y="12119"/>
                </a:lnTo>
                <a:lnTo>
                  <a:pt x="24079" y="14514"/>
                </a:lnTo>
                <a:lnTo>
                  <a:pt x="22269" y="18883"/>
                </a:lnTo>
                <a:lnTo>
                  <a:pt x="20689" y="20689"/>
                </a:lnTo>
                <a:lnTo>
                  <a:pt x="18883" y="22269"/>
                </a:lnTo>
                <a:lnTo>
                  <a:pt x="14514" y="24079"/>
                </a:lnTo>
                <a:lnTo>
                  <a:pt x="12119" y="24239"/>
                </a:lnTo>
                <a:lnTo>
                  <a:pt x="9725" y="24079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985" name="Shape 985"/>
          <p:cNvSpPr/>
          <p:nvPr/>
        </p:nvSpPr>
        <p:spPr>
          <a:xfrm>
            <a:off x="6188678" y="2188724"/>
            <a:ext cx="24085" cy="24085"/>
          </a:xfrm>
          <a:custGeom>
            <a:avLst/>
            <a:gdLst/>
            <a:ahLst/>
            <a:cxnLst/>
            <a:rect l="0" t="0" r="r" b="b"/>
            <a:pathLst>
              <a:path w="24085" h="24085">
                <a:moveTo>
                  <a:pt x="9663" y="23927"/>
                </a:moveTo>
                <a:lnTo>
                  <a:pt x="5321" y="22128"/>
                </a:lnTo>
                <a:lnTo>
                  <a:pt x="3527" y="20558"/>
                </a:lnTo>
                <a:lnTo>
                  <a:pt x="1957" y="18764"/>
                </a:lnTo>
                <a:lnTo>
                  <a:pt x="158" y="14421"/>
                </a:lnTo>
                <a:lnTo>
                  <a:pt x="0" y="12042"/>
                </a:lnTo>
                <a:lnTo>
                  <a:pt x="158" y="9663"/>
                </a:lnTo>
                <a:lnTo>
                  <a:pt x="1957" y="5321"/>
                </a:lnTo>
                <a:lnTo>
                  <a:pt x="3527" y="3527"/>
                </a:lnTo>
                <a:lnTo>
                  <a:pt x="5321" y="1957"/>
                </a:lnTo>
                <a:lnTo>
                  <a:pt x="9663" y="158"/>
                </a:lnTo>
                <a:lnTo>
                  <a:pt x="12042" y="0"/>
                </a:lnTo>
                <a:lnTo>
                  <a:pt x="14421" y="158"/>
                </a:lnTo>
                <a:lnTo>
                  <a:pt x="18764" y="1957"/>
                </a:lnTo>
                <a:lnTo>
                  <a:pt x="20558" y="3527"/>
                </a:lnTo>
                <a:lnTo>
                  <a:pt x="22128" y="5321"/>
                </a:lnTo>
                <a:lnTo>
                  <a:pt x="23927" y="9663"/>
                </a:lnTo>
                <a:lnTo>
                  <a:pt x="24085" y="12042"/>
                </a:lnTo>
                <a:lnTo>
                  <a:pt x="23927" y="14421"/>
                </a:lnTo>
                <a:lnTo>
                  <a:pt x="22128" y="18764"/>
                </a:lnTo>
                <a:lnTo>
                  <a:pt x="20558" y="20558"/>
                </a:lnTo>
                <a:lnTo>
                  <a:pt x="18764" y="22128"/>
                </a:lnTo>
                <a:lnTo>
                  <a:pt x="14421" y="23927"/>
                </a:lnTo>
                <a:lnTo>
                  <a:pt x="12042" y="24085"/>
                </a:lnTo>
                <a:lnTo>
                  <a:pt x="9663" y="23927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986" name="Shape 986"/>
          <p:cNvSpPr/>
          <p:nvPr/>
        </p:nvSpPr>
        <p:spPr>
          <a:xfrm>
            <a:off x="6297080" y="2216925"/>
            <a:ext cx="25745" cy="25745"/>
          </a:xfrm>
          <a:custGeom>
            <a:avLst/>
            <a:gdLst/>
            <a:ahLst/>
            <a:cxnLst/>
            <a:rect l="0" t="0" r="r" b="b"/>
            <a:pathLst>
              <a:path w="25745" h="25745">
                <a:moveTo>
                  <a:pt x="10329" y="25575"/>
                </a:moveTo>
                <a:lnTo>
                  <a:pt x="5688" y="23653"/>
                </a:lnTo>
                <a:lnTo>
                  <a:pt x="3770" y="21975"/>
                </a:lnTo>
                <a:lnTo>
                  <a:pt x="2092" y="20056"/>
                </a:lnTo>
                <a:lnTo>
                  <a:pt x="169" y="15415"/>
                </a:lnTo>
                <a:lnTo>
                  <a:pt x="0" y="12872"/>
                </a:lnTo>
                <a:lnTo>
                  <a:pt x="169" y="10329"/>
                </a:lnTo>
                <a:lnTo>
                  <a:pt x="2092" y="5688"/>
                </a:lnTo>
                <a:lnTo>
                  <a:pt x="3770" y="3770"/>
                </a:lnTo>
                <a:lnTo>
                  <a:pt x="5688" y="2092"/>
                </a:lnTo>
                <a:lnTo>
                  <a:pt x="10329" y="169"/>
                </a:lnTo>
                <a:lnTo>
                  <a:pt x="12872" y="0"/>
                </a:lnTo>
                <a:lnTo>
                  <a:pt x="15415" y="169"/>
                </a:lnTo>
                <a:lnTo>
                  <a:pt x="20056" y="2092"/>
                </a:lnTo>
                <a:lnTo>
                  <a:pt x="21975" y="3770"/>
                </a:lnTo>
                <a:lnTo>
                  <a:pt x="23653" y="5688"/>
                </a:lnTo>
                <a:lnTo>
                  <a:pt x="25575" y="10329"/>
                </a:lnTo>
                <a:lnTo>
                  <a:pt x="25745" y="12872"/>
                </a:lnTo>
                <a:lnTo>
                  <a:pt x="25575" y="15415"/>
                </a:lnTo>
                <a:lnTo>
                  <a:pt x="23653" y="20056"/>
                </a:lnTo>
                <a:lnTo>
                  <a:pt x="21975" y="21975"/>
                </a:lnTo>
                <a:lnTo>
                  <a:pt x="20056" y="23653"/>
                </a:lnTo>
                <a:lnTo>
                  <a:pt x="15415" y="25575"/>
                </a:lnTo>
                <a:lnTo>
                  <a:pt x="12872" y="25745"/>
                </a:lnTo>
                <a:lnTo>
                  <a:pt x="10329" y="25575"/>
                </a:lnTo>
                <a:close/>
              </a:path>
            </a:pathLst>
          </a:custGeom>
          <a:solidFill>
            <a:srgbClr val="75CC7A"/>
          </a:solidFill>
          <a:ln>
            <a:noFill/>
          </a:ln>
        </p:spPr>
      </p:sp>
      <p:sp>
        <p:nvSpPr>
          <p:cNvPr id="987" name="Shape 987"/>
          <p:cNvSpPr/>
          <p:nvPr/>
        </p:nvSpPr>
        <p:spPr>
          <a:xfrm>
            <a:off x="5207398" y="1961138"/>
            <a:ext cx="22130" cy="22130"/>
          </a:xfrm>
          <a:custGeom>
            <a:avLst/>
            <a:gdLst/>
            <a:ahLst/>
            <a:cxnLst/>
            <a:rect l="0" t="0" r="r" b="b"/>
            <a:pathLst>
              <a:path w="22130" h="22130">
                <a:moveTo>
                  <a:pt x="8879" y="21984"/>
                </a:moveTo>
                <a:lnTo>
                  <a:pt x="4889" y="20332"/>
                </a:lnTo>
                <a:lnTo>
                  <a:pt x="3240" y="18889"/>
                </a:lnTo>
                <a:lnTo>
                  <a:pt x="1798" y="17240"/>
                </a:lnTo>
                <a:lnTo>
                  <a:pt x="145" y="13251"/>
                </a:lnTo>
                <a:lnTo>
                  <a:pt x="0" y="11065"/>
                </a:lnTo>
                <a:lnTo>
                  <a:pt x="145" y="8879"/>
                </a:lnTo>
                <a:lnTo>
                  <a:pt x="1798" y="4889"/>
                </a:lnTo>
                <a:lnTo>
                  <a:pt x="3240" y="3240"/>
                </a:lnTo>
                <a:lnTo>
                  <a:pt x="4889" y="1798"/>
                </a:lnTo>
                <a:lnTo>
                  <a:pt x="8879" y="145"/>
                </a:lnTo>
                <a:lnTo>
                  <a:pt x="11065" y="0"/>
                </a:lnTo>
                <a:lnTo>
                  <a:pt x="13251" y="145"/>
                </a:lnTo>
                <a:lnTo>
                  <a:pt x="17240" y="1798"/>
                </a:lnTo>
                <a:lnTo>
                  <a:pt x="18889" y="3240"/>
                </a:lnTo>
                <a:lnTo>
                  <a:pt x="20332" y="4889"/>
                </a:lnTo>
                <a:lnTo>
                  <a:pt x="21984" y="8879"/>
                </a:lnTo>
                <a:lnTo>
                  <a:pt x="22130" y="11065"/>
                </a:lnTo>
                <a:lnTo>
                  <a:pt x="21984" y="13251"/>
                </a:lnTo>
                <a:lnTo>
                  <a:pt x="20332" y="17240"/>
                </a:lnTo>
                <a:lnTo>
                  <a:pt x="18889" y="18889"/>
                </a:lnTo>
                <a:lnTo>
                  <a:pt x="17240" y="20332"/>
                </a:lnTo>
                <a:lnTo>
                  <a:pt x="13251" y="21984"/>
                </a:lnTo>
                <a:lnTo>
                  <a:pt x="11065" y="22130"/>
                </a:lnTo>
                <a:lnTo>
                  <a:pt x="8879" y="21984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988" name="Shape 988"/>
          <p:cNvSpPr/>
          <p:nvPr/>
        </p:nvSpPr>
        <p:spPr>
          <a:xfrm>
            <a:off x="5217229" y="1964914"/>
            <a:ext cx="22382" cy="22382"/>
          </a:xfrm>
          <a:custGeom>
            <a:avLst/>
            <a:gdLst/>
            <a:ahLst/>
            <a:cxnLst/>
            <a:rect l="0" t="0" r="r" b="b"/>
            <a:pathLst>
              <a:path w="22382" h="22382">
                <a:moveTo>
                  <a:pt x="8980" y="22234"/>
                </a:moveTo>
                <a:lnTo>
                  <a:pt x="4945" y="20563"/>
                </a:lnTo>
                <a:lnTo>
                  <a:pt x="3277" y="19104"/>
                </a:lnTo>
                <a:lnTo>
                  <a:pt x="1818" y="17436"/>
                </a:lnTo>
                <a:lnTo>
                  <a:pt x="147" y="13401"/>
                </a:lnTo>
                <a:lnTo>
                  <a:pt x="0" y="11191"/>
                </a:lnTo>
                <a:lnTo>
                  <a:pt x="147" y="8980"/>
                </a:lnTo>
                <a:lnTo>
                  <a:pt x="1818" y="4945"/>
                </a:lnTo>
                <a:lnTo>
                  <a:pt x="3277" y="3277"/>
                </a:lnTo>
                <a:lnTo>
                  <a:pt x="4945" y="1818"/>
                </a:lnTo>
                <a:lnTo>
                  <a:pt x="8980" y="147"/>
                </a:lnTo>
                <a:lnTo>
                  <a:pt x="11191" y="0"/>
                </a:lnTo>
                <a:lnTo>
                  <a:pt x="13401" y="147"/>
                </a:lnTo>
                <a:lnTo>
                  <a:pt x="17436" y="1818"/>
                </a:lnTo>
                <a:lnTo>
                  <a:pt x="19104" y="3277"/>
                </a:lnTo>
                <a:lnTo>
                  <a:pt x="20563" y="4945"/>
                </a:lnTo>
                <a:lnTo>
                  <a:pt x="22234" y="8980"/>
                </a:lnTo>
                <a:lnTo>
                  <a:pt x="22382" y="11191"/>
                </a:lnTo>
                <a:lnTo>
                  <a:pt x="22234" y="13401"/>
                </a:lnTo>
                <a:lnTo>
                  <a:pt x="20563" y="17436"/>
                </a:lnTo>
                <a:lnTo>
                  <a:pt x="19104" y="19104"/>
                </a:lnTo>
                <a:lnTo>
                  <a:pt x="17436" y="20563"/>
                </a:lnTo>
                <a:lnTo>
                  <a:pt x="13401" y="22234"/>
                </a:lnTo>
                <a:lnTo>
                  <a:pt x="11191" y="22382"/>
                </a:lnTo>
                <a:lnTo>
                  <a:pt x="8980" y="22234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989" name="Shape 989"/>
          <p:cNvSpPr/>
          <p:nvPr/>
        </p:nvSpPr>
        <p:spPr>
          <a:xfrm>
            <a:off x="5224223" y="1967605"/>
            <a:ext cx="22547" cy="22547"/>
          </a:xfrm>
          <a:custGeom>
            <a:avLst/>
            <a:gdLst/>
            <a:ahLst/>
            <a:cxnLst/>
            <a:rect l="0" t="0" r="r" b="b"/>
            <a:pathLst>
              <a:path w="22547" h="22547">
                <a:moveTo>
                  <a:pt x="9046" y="22399"/>
                </a:moveTo>
                <a:lnTo>
                  <a:pt x="4981" y="20715"/>
                </a:lnTo>
                <a:lnTo>
                  <a:pt x="3302" y="19245"/>
                </a:lnTo>
                <a:lnTo>
                  <a:pt x="1832" y="17565"/>
                </a:lnTo>
                <a:lnTo>
                  <a:pt x="148" y="13500"/>
                </a:lnTo>
                <a:lnTo>
                  <a:pt x="0" y="11273"/>
                </a:lnTo>
                <a:lnTo>
                  <a:pt x="148" y="9046"/>
                </a:lnTo>
                <a:lnTo>
                  <a:pt x="1832" y="4981"/>
                </a:lnTo>
                <a:lnTo>
                  <a:pt x="3302" y="3302"/>
                </a:lnTo>
                <a:lnTo>
                  <a:pt x="4981" y="1832"/>
                </a:lnTo>
                <a:lnTo>
                  <a:pt x="9046" y="148"/>
                </a:lnTo>
                <a:lnTo>
                  <a:pt x="11273" y="0"/>
                </a:lnTo>
                <a:lnTo>
                  <a:pt x="13500" y="148"/>
                </a:lnTo>
                <a:lnTo>
                  <a:pt x="17565" y="1832"/>
                </a:lnTo>
                <a:lnTo>
                  <a:pt x="19245" y="3302"/>
                </a:lnTo>
                <a:lnTo>
                  <a:pt x="20715" y="4981"/>
                </a:lnTo>
                <a:lnTo>
                  <a:pt x="22399" y="9046"/>
                </a:lnTo>
                <a:lnTo>
                  <a:pt x="22547" y="11273"/>
                </a:lnTo>
                <a:lnTo>
                  <a:pt x="22399" y="13500"/>
                </a:lnTo>
                <a:lnTo>
                  <a:pt x="20715" y="17565"/>
                </a:lnTo>
                <a:lnTo>
                  <a:pt x="19245" y="19245"/>
                </a:lnTo>
                <a:lnTo>
                  <a:pt x="17565" y="20715"/>
                </a:lnTo>
                <a:lnTo>
                  <a:pt x="13500" y="22399"/>
                </a:lnTo>
                <a:lnTo>
                  <a:pt x="11273" y="22547"/>
                </a:lnTo>
                <a:lnTo>
                  <a:pt x="9046" y="22399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990" name="Shape 990"/>
          <p:cNvSpPr/>
          <p:nvPr/>
        </p:nvSpPr>
        <p:spPr>
          <a:xfrm>
            <a:off x="5231602" y="1970447"/>
            <a:ext cx="22711" cy="22711"/>
          </a:xfrm>
          <a:custGeom>
            <a:avLst/>
            <a:gdLst/>
            <a:ahLst/>
            <a:cxnLst/>
            <a:rect l="0" t="0" r="r" b="b"/>
            <a:pathLst>
              <a:path w="22711" h="22711">
                <a:moveTo>
                  <a:pt x="9112" y="22562"/>
                </a:moveTo>
                <a:lnTo>
                  <a:pt x="5018" y="20866"/>
                </a:lnTo>
                <a:lnTo>
                  <a:pt x="3326" y="19385"/>
                </a:lnTo>
                <a:lnTo>
                  <a:pt x="1845" y="17693"/>
                </a:lnTo>
                <a:lnTo>
                  <a:pt x="149" y="13599"/>
                </a:lnTo>
                <a:lnTo>
                  <a:pt x="0" y="11355"/>
                </a:lnTo>
                <a:lnTo>
                  <a:pt x="149" y="9112"/>
                </a:lnTo>
                <a:lnTo>
                  <a:pt x="1845" y="5018"/>
                </a:lnTo>
                <a:lnTo>
                  <a:pt x="3326" y="3326"/>
                </a:lnTo>
                <a:lnTo>
                  <a:pt x="5018" y="1845"/>
                </a:lnTo>
                <a:lnTo>
                  <a:pt x="9112" y="149"/>
                </a:lnTo>
                <a:lnTo>
                  <a:pt x="11355" y="0"/>
                </a:lnTo>
                <a:lnTo>
                  <a:pt x="13599" y="149"/>
                </a:lnTo>
                <a:lnTo>
                  <a:pt x="17693" y="1845"/>
                </a:lnTo>
                <a:lnTo>
                  <a:pt x="19385" y="3326"/>
                </a:lnTo>
                <a:lnTo>
                  <a:pt x="20866" y="5018"/>
                </a:lnTo>
                <a:lnTo>
                  <a:pt x="22562" y="9112"/>
                </a:lnTo>
                <a:lnTo>
                  <a:pt x="22711" y="11355"/>
                </a:lnTo>
                <a:lnTo>
                  <a:pt x="22562" y="13599"/>
                </a:lnTo>
                <a:lnTo>
                  <a:pt x="20866" y="17693"/>
                </a:lnTo>
                <a:lnTo>
                  <a:pt x="19385" y="19385"/>
                </a:lnTo>
                <a:lnTo>
                  <a:pt x="17693" y="20866"/>
                </a:lnTo>
                <a:lnTo>
                  <a:pt x="13599" y="22562"/>
                </a:lnTo>
                <a:lnTo>
                  <a:pt x="11355" y="22711"/>
                </a:lnTo>
                <a:lnTo>
                  <a:pt x="9112" y="22562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991" name="Shape 991"/>
          <p:cNvSpPr/>
          <p:nvPr/>
        </p:nvSpPr>
        <p:spPr>
          <a:xfrm>
            <a:off x="5243464" y="1975022"/>
            <a:ext cx="22954" cy="22954"/>
          </a:xfrm>
          <a:custGeom>
            <a:avLst/>
            <a:gdLst/>
            <a:ahLst/>
            <a:cxnLst/>
            <a:rect l="0" t="0" r="r" b="b"/>
            <a:pathLst>
              <a:path w="22954" h="22954">
                <a:moveTo>
                  <a:pt x="9209" y="22803"/>
                </a:moveTo>
                <a:lnTo>
                  <a:pt x="5071" y="21089"/>
                </a:lnTo>
                <a:lnTo>
                  <a:pt x="3361" y="19592"/>
                </a:lnTo>
                <a:lnTo>
                  <a:pt x="1865" y="17882"/>
                </a:lnTo>
                <a:lnTo>
                  <a:pt x="151" y="13744"/>
                </a:lnTo>
                <a:lnTo>
                  <a:pt x="0" y="11477"/>
                </a:lnTo>
                <a:lnTo>
                  <a:pt x="151" y="9209"/>
                </a:lnTo>
                <a:lnTo>
                  <a:pt x="1865" y="5071"/>
                </a:lnTo>
                <a:lnTo>
                  <a:pt x="3361" y="3361"/>
                </a:lnTo>
                <a:lnTo>
                  <a:pt x="5071" y="1865"/>
                </a:lnTo>
                <a:lnTo>
                  <a:pt x="9209" y="151"/>
                </a:lnTo>
                <a:lnTo>
                  <a:pt x="11477" y="0"/>
                </a:lnTo>
                <a:lnTo>
                  <a:pt x="13744" y="151"/>
                </a:lnTo>
                <a:lnTo>
                  <a:pt x="17882" y="1865"/>
                </a:lnTo>
                <a:lnTo>
                  <a:pt x="19592" y="3361"/>
                </a:lnTo>
                <a:lnTo>
                  <a:pt x="21089" y="5071"/>
                </a:lnTo>
                <a:lnTo>
                  <a:pt x="22803" y="9209"/>
                </a:lnTo>
                <a:lnTo>
                  <a:pt x="22954" y="11477"/>
                </a:lnTo>
                <a:lnTo>
                  <a:pt x="22803" y="13744"/>
                </a:lnTo>
                <a:lnTo>
                  <a:pt x="21089" y="17882"/>
                </a:lnTo>
                <a:lnTo>
                  <a:pt x="19592" y="19592"/>
                </a:lnTo>
                <a:lnTo>
                  <a:pt x="17882" y="21089"/>
                </a:lnTo>
                <a:lnTo>
                  <a:pt x="13744" y="22803"/>
                </a:lnTo>
                <a:lnTo>
                  <a:pt x="11477" y="22954"/>
                </a:lnTo>
                <a:lnTo>
                  <a:pt x="9209" y="22803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992" name="Shape 992"/>
          <p:cNvSpPr/>
          <p:nvPr/>
        </p:nvSpPr>
        <p:spPr>
          <a:xfrm>
            <a:off x="5256391" y="1980016"/>
            <a:ext cx="23195" cy="23195"/>
          </a:xfrm>
          <a:custGeom>
            <a:avLst/>
            <a:gdLst/>
            <a:ahLst/>
            <a:cxnLst/>
            <a:rect l="0" t="0" r="r" b="b"/>
            <a:pathLst>
              <a:path w="23195" h="23195">
                <a:moveTo>
                  <a:pt x="9306" y="23042"/>
                </a:moveTo>
                <a:lnTo>
                  <a:pt x="5124" y="21310"/>
                </a:lnTo>
                <a:lnTo>
                  <a:pt x="3396" y="19798"/>
                </a:lnTo>
                <a:lnTo>
                  <a:pt x="1884" y="18070"/>
                </a:lnTo>
                <a:lnTo>
                  <a:pt x="152" y="13888"/>
                </a:lnTo>
                <a:lnTo>
                  <a:pt x="0" y="11597"/>
                </a:lnTo>
                <a:lnTo>
                  <a:pt x="152" y="9306"/>
                </a:lnTo>
                <a:lnTo>
                  <a:pt x="1884" y="5124"/>
                </a:lnTo>
                <a:lnTo>
                  <a:pt x="3396" y="3396"/>
                </a:lnTo>
                <a:lnTo>
                  <a:pt x="5124" y="1884"/>
                </a:lnTo>
                <a:lnTo>
                  <a:pt x="9306" y="152"/>
                </a:lnTo>
                <a:lnTo>
                  <a:pt x="11597" y="0"/>
                </a:lnTo>
                <a:lnTo>
                  <a:pt x="13888" y="152"/>
                </a:lnTo>
                <a:lnTo>
                  <a:pt x="18070" y="1884"/>
                </a:lnTo>
                <a:lnTo>
                  <a:pt x="19798" y="3396"/>
                </a:lnTo>
                <a:lnTo>
                  <a:pt x="21310" y="5124"/>
                </a:lnTo>
                <a:lnTo>
                  <a:pt x="23042" y="9306"/>
                </a:lnTo>
                <a:lnTo>
                  <a:pt x="23195" y="11597"/>
                </a:lnTo>
                <a:lnTo>
                  <a:pt x="23042" y="13888"/>
                </a:lnTo>
                <a:lnTo>
                  <a:pt x="21310" y="18070"/>
                </a:lnTo>
                <a:lnTo>
                  <a:pt x="19798" y="19798"/>
                </a:lnTo>
                <a:lnTo>
                  <a:pt x="18070" y="21310"/>
                </a:lnTo>
                <a:lnTo>
                  <a:pt x="13888" y="23042"/>
                </a:lnTo>
                <a:lnTo>
                  <a:pt x="11597" y="23195"/>
                </a:lnTo>
                <a:lnTo>
                  <a:pt x="9306" y="23042"/>
                </a:lnTo>
                <a:close/>
              </a:path>
            </a:pathLst>
          </a:custGeom>
          <a:solidFill>
            <a:srgbClr val="84D485"/>
          </a:solidFill>
          <a:ln>
            <a:noFill/>
          </a:ln>
        </p:spPr>
      </p:sp>
      <p:sp>
        <p:nvSpPr>
          <p:cNvPr id="993" name="Shape 993"/>
          <p:cNvSpPr/>
          <p:nvPr/>
        </p:nvSpPr>
        <p:spPr>
          <a:xfrm>
            <a:off x="5265673" y="1983605"/>
            <a:ext cx="23353" cy="23353"/>
          </a:xfrm>
          <a:custGeom>
            <a:avLst/>
            <a:gdLst/>
            <a:ahLst/>
            <a:cxnLst/>
            <a:rect l="0" t="0" r="r" b="b"/>
            <a:pathLst>
              <a:path w="23353" h="23353">
                <a:moveTo>
                  <a:pt x="9370" y="23199"/>
                </a:moveTo>
                <a:lnTo>
                  <a:pt x="5159" y="21455"/>
                </a:lnTo>
                <a:lnTo>
                  <a:pt x="3420" y="19933"/>
                </a:lnTo>
                <a:lnTo>
                  <a:pt x="1897" y="18193"/>
                </a:lnTo>
                <a:lnTo>
                  <a:pt x="153" y="13983"/>
                </a:lnTo>
                <a:lnTo>
                  <a:pt x="0" y="11676"/>
                </a:lnTo>
                <a:lnTo>
                  <a:pt x="153" y="9370"/>
                </a:lnTo>
                <a:lnTo>
                  <a:pt x="1897" y="5159"/>
                </a:lnTo>
                <a:lnTo>
                  <a:pt x="3420" y="3420"/>
                </a:lnTo>
                <a:lnTo>
                  <a:pt x="5159" y="1897"/>
                </a:lnTo>
                <a:lnTo>
                  <a:pt x="9370" y="153"/>
                </a:lnTo>
                <a:lnTo>
                  <a:pt x="11676" y="0"/>
                </a:lnTo>
                <a:lnTo>
                  <a:pt x="13983" y="153"/>
                </a:lnTo>
                <a:lnTo>
                  <a:pt x="18193" y="1897"/>
                </a:lnTo>
                <a:lnTo>
                  <a:pt x="19933" y="3420"/>
                </a:lnTo>
                <a:lnTo>
                  <a:pt x="21455" y="5159"/>
                </a:lnTo>
                <a:lnTo>
                  <a:pt x="23199" y="9370"/>
                </a:lnTo>
                <a:lnTo>
                  <a:pt x="23353" y="11676"/>
                </a:lnTo>
                <a:lnTo>
                  <a:pt x="23199" y="13983"/>
                </a:lnTo>
                <a:lnTo>
                  <a:pt x="21455" y="18193"/>
                </a:lnTo>
                <a:lnTo>
                  <a:pt x="19933" y="19933"/>
                </a:lnTo>
                <a:lnTo>
                  <a:pt x="18193" y="21455"/>
                </a:lnTo>
                <a:lnTo>
                  <a:pt x="13983" y="23199"/>
                </a:lnTo>
                <a:lnTo>
                  <a:pt x="11676" y="23353"/>
                </a:lnTo>
                <a:lnTo>
                  <a:pt x="9370" y="23199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994" name="Shape 994"/>
          <p:cNvSpPr/>
          <p:nvPr/>
        </p:nvSpPr>
        <p:spPr>
          <a:xfrm>
            <a:off x="5280718" y="1989432"/>
            <a:ext cx="23587" cy="23587"/>
          </a:xfrm>
          <a:custGeom>
            <a:avLst/>
            <a:gdLst/>
            <a:ahLst/>
            <a:cxnLst/>
            <a:rect l="0" t="0" r="r" b="b"/>
            <a:pathLst>
              <a:path w="23587" h="23587">
                <a:moveTo>
                  <a:pt x="9463" y="23431"/>
                </a:moveTo>
                <a:lnTo>
                  <a:pt x="5211" y="21670"/>
                </a:lnTo>
                <a:lnTo>
                  <a:pt x="3454" y="20132"/>
                </a:lnTo>
                <a:lnTo>
                  <a:pt x="1916" y="18375"/>
                </a:lnTo>
                <a:lnTo>
                  <a:pt x="155" y="14123"/>
                </a:lnTo>
                <a:lnTo>
                  <a:pt x="0" y="11793"/>
                </a:lnTo>
                <a:lnTo>
                  <a:pt x="155" y="9463"/>
                </a:lnTo>
                <a:lnTo>
                  <a:pt x="1916" y="5211"/>
                </a:lnTo>
                <a:lnTo>
                  <a:pt x="3454" y="3454"/>
                </a:lnTo>
                <a:lnTo>
                  <a:pt x="5211" y="1916"/>
                </a:lnTo>
                <a:lnTo>
                  <a:pt x="9463" y="155"/>
                </a:lnTo>
                <a:lnTo>
                  <a:pt x="11793" y="0"/>
                </a:lnTo>
                <a:lnTo>
                  <a:pt x="14123" y="155"/>
                </a:lnTo>
                <a:lnTo>
                  <a:pt x="18375" y="1916"/>
                </a:lnTo>
                <a:lnTo>
                  <a:pt x="20132" y="3454"/>
                </a:lnTo>
                <a:lnTo>
                  <a:pt x="21670" y="5211"/>
                </a:lnTo>
                <a:lnTo>
                  <a:pt x="23431" y="9463"/>
                </a:lnTo>
                <a:lnTo>
                  <a:pt x="23587" y="11793"/>
                </a:lnTo>
                <a:lnTo>
                  <a:pt x="23431" y="14123"/>
                </a:lnTo>
                <a:lnTo>
                  <a:pt x="21670" y="18375"/>
                </a:lnTo>
                <a:lnTo>
                  <a:pt x="20132" y="20132"/>
                </a:lnTo>
                <a:lnTo>
                  <a:pt x="18375" y="21670"/>
                </a:lnTo>
                <a:lnTo>
                  <a:pt x="14123" y="23431"/>
                </a:lnTo>
                <a:lnTo>
                  <a:pt x="11793" y="23587"/>
                </a:lnTo>
                <a:lnTo>
                  <a:pt x="9463" y="23431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995" name="Shape 995"/>
          <p:cNvSpPr/>
          <p:nvPr/>
        </p:nvSpPr>
        <p:spPr>
          <a:xfrm>
            <a:off x="5297291" y="1995857"/>
            <a:ext cx="23818" cy="23818"/>
          </a:xfrm>
          <a:custGeom>
            <a:avLst/>
            <a:gdLst/>
            <a:ahLst/>
            <a:cxnLst/>
            <a:rect l="0" t="0" r="r" b="b"/>
            <a:pathLst>
              <a:path w="23818" h="23818">
                <a:moveTo>
                  <a:pt x="9556" y="23661"/>
                </a:moveTo>
                <a:lnTo>
                  <a:pt x="5262" y="21882"/>
                </a:lnTo>
                <a:lnTo>
                  <a:pt x="3488" y="20330"/>
                </a:lnTo>
                <a:lnTo>
                  <a:pt x="1935" y="18555"/>
                </a:lnTo>
                <a:lnTo>
                  <a:pt x="156" y="14261"/>
                </a:lnTo>
                <a:lnTo>
                  <a:pt x="0" y="11909"/>
                </a:lnTo>
                <a:lnTo>
                  <a:pt x="156" y="9556"/>
                </a:lnTo>
                <a:lnTo>
                  <a:pt x="1935" y="5262"/>
                </a:lnTo>
                <a:lnTo>
                  <a:pt x="3488" y="3488"/>
                </a:lnTo>
                <a:lnTo>
                  <a:pt x="5262" y="1935"/>
                </a:lnTo>
                <a:lnTo>
                  <a:pt x="9556" y="156"/>
                </a:lnTo>
                <a:lnTo>
                  <a:pt x="11909" y="0"/>
                </a:lnTo>
                <a:lnTo>
                  <a:pt x="14261" y="156"/>
                </a:lnTo>
                <a:lnTo>
                  <a:pt x="18555" y="1935"/>
                </a:lnTo>
                <a:lnTo>
                  <a:pt x="20330" y="3488"/>
                </a:lnTo>
                <a:lnTo>
                  <a:pt x="21882" y="5262"/>
                </a:lnTo>
                <a:lnTo>
                  <a:pt x="23661" y="9556"/>
                </a:lnTo>
                <a:lnTo>
                  <a:pt x="23818" y="11909"/>
                </a:lnTo>
                <a:lnTo>
                  <a:pt x="23661" y="14261"/>
                </a:lnTo>
                <a:lnTo>
                  <a:pt x="21882" y="18555"/>
                </a:lnTo>
                <a:lnTo>
                  <a:pt x="20330" y="20330"/>
                </a:lnTo>
                <a:lnTo>
                  <a:pt x="18555" y="21882"/>
                </a:lnTo>
                <a:lnTo>
                  <a:pt x="14261" y="23661"/>
                </a:lnTo>
                <a:lnTo>
                  <a:pt x="11909" y="23818"/>
                </a:lnTo>
                <a:lnTo>
                  <a:pt x="9556" y="2366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996" name="Shape 996"/>
          <p:cNvSpPr/>
          <p:nvPr/>
        </p:nvSpPr>
        <p:spPr>
          <a:xfrm>
            <a:off x="5309307" y="2000520"/>
            <a:ext cx="23969" cy="23969"/>
          </a:xfrm>
          <a:custGeom>
            <a:avLst/>
            <a:gdLst/>
            <a:ahLst/>
            <a:cxnLst/>
            <a:rect l="0" t="0" r="r" b="b"/>
            <a:pathLst>
              <a:path w="23969" h="23969">
                <a:moveTo>
                  <a:pt x="9617" y="23811"/>
                </a:moveTo>
                <a:lnTo>
                  <a:pt x="5295" y="22021"/>
                </a:lnTo>
                <a:lnTo>
                  <a:pt x="3510" y="20459"/>
                </a:lnTo>
                <a:lnTo>
                  <a:pt x="1947" y="18673"/>
                </a:lnTo>
                <a:lnTo>
                  <a:pt x="157" y="14352"/>
                </a:lnTo>
                <a:lnTo>
                  <a:pt x="0" y="11984"/>
                </a:lnTo>
                <a:lnTo>
                  <a:pt x="157" y="9617"/>
                </a:lnTo>
                <a:lnTo>
                  <a:pt x="1947" y="5295"/>
                </a:lnTo>
                <a:lnTo>
                  <a:pt x="3510" y="3510"/>
                </a:lnTo>
                <a:lnTo>
                  <a:pt x="5295" y="1947"/>
                </a:lnTo>
                <a:lnTo>
                  <a:pt x="9617" y="157"/>
                </a:lnTo>
                <a:lnTo>
                  <a:pt x="11984" y="0"/>
                </a:lnTo>
                <a:lnTo>
                  <a:pt x="14352" y="157"/>
                </a:lnTo>
                <a:lnTo>
                  <a:pt x="18673" y="1947"/>
                </a:lnTo>
                <a:lnTo>
                  <a:pt x="20459" y="3510"/>
                </a:lnTo>
                <a:lnTo>
                  <a:pt x="22021" y="5295"/>
                </a:lnTo>
                <a:lnTo>
                  <a:pt x="23811" y="9617"/>
                </a:lnTo>
                <a:lnTo>
                  <a:pt x="23969" y="11984"/>
                </a:lnTo>
                <a:lnTo>
                  <a:pt x="23811" y="14352"/>
                </a:lnTo>
                <a:lnTo>
                  <a:pt x="22021" y="18673"/>
                </a:lnTo>
                <a:lnTo>
                  <a:pt x="20459" y="20459"/>
                </a:lnTo>
                <a:lnTo>
                  <a:pt x="18673" y="22021"/>
                </a:lnTo>
                <a:lnTo>
                  <a:pt x="14352" y="23811"/>
                </a:lnTo>
                <a:lnTo>
                  <a:pt x="11984" y="23969"/>
                </a:lnTo>
                <a:lnTo>
                  <a:pt x="9617" y="23811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997" name="Shape 997"/>
          <p:cNvSpPr/>
          <p:nvPr/>
        </p:nvSpPr>
        <p:spPr>
          <a:xfrm>
            <a:off x="5328993" y="2008168"/>
            <a:ext cx="24191" cy="24191"/>
          </a:xfrm>
          <a:custGeom>
            <a:avLst/>
            <a:gdLst/>
            <a:ahLst/>
            <a:cxnLst/>
            <a:rect l="0" t="0" r="r" b="b"/>
            <a:pathLst>
              <a:path w="24191" h="24191">
                <a:moveTo>
                  <a:pt x="9706" y="24032"/>
                </a:moveTo>
                <a:lnTo>
                  <a:pt x="5345" y="22225"/>
                </a:lnTo>
                <a:lnTo>
                  <a:pt x="3542" y="20648"/>
                </a:lnTo>
                <a:lnTo>
                  <a:pt x="1965" y="18846"/>
                </a:lnTo>
                <a:lnTo>
                  <a:pt x="159" y="14485"/>
                </a:lnTo>
                <a:lnTo>
                  <a:pt x="0" y="12095"/>
                </a:lnTo>
                <a:lnTo>
                  <a:pt x="159" y="9706"/>
                </a:lnTo>
                <a:lnTo>
                  <a:pt x="1965" y="5345"/>
                </a:lnTo>
                <a:lnTo>
                  <a:pt x="3542" y="3542"/>
                </a:lnTo>
                <a:lnTo>
                  <a:pt x="5345" y="1965"/>
                </a:lnTo>
                <a:lnTo>
                  <a:pt x="9706" y="159"/>
                </a:lnTo>
                <a:lnTo>
                  <a:pt x="12095" y="0"/>
                </a:lnTo>
                <a:lnTo>
                  <a:pt x="14485" y="159"/>
                </a:lnTo>
                <a:lnTo>
                  <a:pt x="18846" y="1965"/>
                </a:lnTo>
                <a:lnTo>
                  <a:pt x="20648" y="3542"/>
                </a:lnTo>
                <a:lnTo>
                  <a:pt x="22225" y="5345"/>
                </a:lnTo>
                <a:lnTo>
                  <a:pt x="24032" y="9706"/>
                </a:lnTo>
                <a:lnTo>
                  <a:pt x="24191" y="12095"/>
                </a:lnTo>
                <a:lnTo>
                  <a:pt x="24032" y="14485"/>
                </a:lnTo>
                <a:lnTo>
                  <a:pt x="22225" y="18846"/>
                </a:lnTo>
                <a:lnTo>
                  <a:pt x="20648" y="20648"/>
                </a:lnTo>
                <a:lnTo>
                  <a:pt x="18846" y="22225"/>
                </a:lnTo>
                <a:lnTo>
                  <a:pt x="14485" y="24032"/>
                </a:lnTo>
                <a:lnTo>
                  <a:pt x="12095" y="24191"/>
                </a:lnTo>
                <a:lnTo>
                  <a:pt x="9706" y="24032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998" name="Shape 998"/>
          <p:cNvSpPr/>
          <p:nvPr/>
        </p:nvSpPr>
        <p:spPr>
          <a:xfrm>
            <a:off x="5350983" y="2016721"/>
            <a:ext cx="24405" cy="24405"/>
          </a:xfrm>
          <a:custGeom>
            <a:avLst/>
            <a:gdLst/>
            <a:ahLst/>
            <a:cxnLst/>
            <a:rect l="0" t="0" r="r" b="b"/>
            <a:pathLst>
              <a:path w="24405" h="24405">
                <a:moveTo>
                  <a:pt x="9792" y="24245"/>
                </a:moveTo>
                <a:lnTo>
                  <a:pt x="5392" y="22422"/>
                </a:lnTo>
                <a:lnTo>
                  <a:pt x="3574" y="20831"/>
                </a:lnTo>
                <a:lnTo>
                  <a:pt x="1983" y="19013"/>
                </a:lnTo>
                <a:lnTo>
                  <a:pt x="160" y="14613"/>
                </a:lnTo>
                <a:lnTo>
                  <a:pt x="0" y="12202"/>
                </a:lnTo>
                <a:lnTo>
                  <a:pt x="160" y="9792"/>
                </a:lnTo>
                <a:lnTo>
                  <a:pt x="1983" y="5392"/>
                </a:lnTo>
                <a:lnTo>
                  <a:pt x="3574" y="3574"/>
                </a:lnTo>
                <a:lnTo>
                  <a:pt x="5392" y="1983"/>
                </a:lnTo>
                <a:lnTo>
                  <a:pt x="9792" y="160"/>
                </a:lnTo>
                <a:lnTo>
                  <a:pt x="12202" y="0"/>
                </a:lnTo>
                <a:lnTo>
                  <a:pt x="14613" y="160"/>
                </a:lnTo>
                <a:lnTo>
                  <a:pt x="19013" y="1983"/>
                </a:lnTo>
                <a:lnTo>
                  <a:pt x="20831" y="3574"/>
                </a:lnTo>
                <a:lnTo>
                  <a:pt x="22422" y="5392"/>
                </a:lnTo>
                <a:lnTo>
                  <a:pt x="24245" y="9792"/>
                </a:lnTo>
                <a:lnTo>
                  <a:pt x="24405" y="12202"/>
                </a:lnTo>
                <a:lnTo>
                  <a:pt x="24245" y="14613"/>
                </a:lnTo>
                <a:lnTo>
                  <a:pt x="22422" y="19013"/>
                </a:lnTo>
                <a:lnTo>
                  <a:pt x="20831" y="20831"/>
                </a:lnTo>
                <a:lnTo>
                  <a:pt x="19013" y="22422"/>
                </a:lnTo>
                <a:lnTo>
                  <a:pt x="14613" y="24245"/>
                </a:lnTo>
                <a:lnTo>
                  <a:pt x="12202" y="24405"/>
                </a:lnTo>
                <a:lnTo>
                  <a:pt x="9792" y="24245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999" name="Shape 999"/>
          <p:cNvSpPr/>
          <p:nvPr/>
        </p:nvSpPr>
        <p:spPr>
          <a:xfrm>
            <a:off x="5367131" y="2023009"/>
            <a:ext cx="24542" cy="24542"/>
          </a:xfrm>
          <a:custGeom>
            <a:avLst/>
            <a:gdLst/>
            <a:ahLst/>
            <a:cxnLst/>
            <a:rect l="0" t="0" r="r" b="b"/>
            <a:pathLst>
              <a:path w="24542" h="24542">
                <a:moveTo>
                  <a:pt x="9847" y="24380"/>
                </a:moveTo>
                <a:lnTo>
                  <a:pt x="5422" y="22548"/>
                </a:lnTo>
                <a:lnTo>
                  <a:pt x="3594" y="20948"/>
                </a:lnTo>
                <a:lnTo>
                  <a:pt x="1994" y="19119"/>
                </a:lnTo>
                <a:lnTo>
                  <a:pt x="161" y="14695"/>
                </a:lnTo>
                <a:lnTo>
                  <a:pt x="0" y="12271"/>
                </a:lnTo>
                <a:lnTo>
                  <a:pt x="161" y="9847"/>
                </a:lnTo>
                <a:lnTo>
                  <a:pt x="1994" y="5422"/>
                </a:lnTo>
                <a:lnTo>
                  <a:pt x="3594" y="3594"/>
                </a:lnTo>
                <a:lnTo>
                  <a:pt x="5422" y="1994"/>
                </a:lnTo>
                <a:lnTo>
                  <a:pt x="9847" y="161"/>
                </a:lnTo>
                <a:lnTo>
                  <a:pt x="12271" y="0"/>
                </a:lnTo>
                <a:lnTo>
                  <a:pt x="14695" y="161"/>
                </a:lnTo>
                <a:lnTo>
                  <a:pt x="19119" y="1994"/>
                </a:lnTo>
                <a:lnTo>
                  <a:pt x="20948" y="3594"/>
                </a:lnTo>
                <a:lnTo>
                  <a:pt x="22548" y="5422"/>
                </a:lnTo>
                <a:lnTo>
                  <a:pt x="24380" y="9847"/>
                </a:lnTo>
                <a:lnTo>
                  <a:pt x="24542" y="12271"/>
                </a:lnTo>
                <a:lnTo>
                  <a:pt x="24380" y="14695"/>
                </a:lnTo>
                <a:lnTo>
                  <a:pt x="22548" y="19119"/>
                </a:lnTo>
                <a:lnTo>
                  <a:pt x="20948" y="20948"/>
                </a:lnTo>
                <a:lnTo>
                  <a:pt x="19119" y="22548"/>
                </a:lnTo>
                <a:lnTo>
                  <a:pt x="14695" y="24380"/>
                </a:lnTo>
                <a:lnTo>
                  <a:pt x="12271" y="24542"/>
                </a:lnTo>
                <a:lnTo>
                  <a:pt x="9847" y="24380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000" name="Shape 1000"/>
          <p:cNvSpPr/>
          <p:nvPr/>
        </p:nvSpPr>
        <p:spPr>
          <a:xfrm>
            <a:off x="5384645" y="2029834"/>
            <a:ext cx="24671" cy="24671"/>
          </a:xfrm>
          <a:custGeom>
            <a:avLst/>
            <a:gdLst/>
            <a:ahLst/>
            <a:cxnLst/>
            <a:rect l="0" t="0" r="r" b="b"/>
            <a:pathLst>
              <a:path w="24671" h="24671">
                <a:moveTo>
                  <a:pt x="9898" y="24509"/>
                </a:moveTo>
                <a:lnTo>
                  <a:pt x="5451" y="22666"/>
                </a:lnTo>
                <a:lnTo>
                  <a:pt x="3613" y="21058"/>
                </a:lnTo>
                <a:lnTo>
                  <a:pt x="2004" y="19220"/>
                </a:lnTo>
                <a:lnTo>
                  <a:pt x="162" y="14772"/>
                </a:lnTo>
                <a:lnTo>
                  <a:pt x="0" y="12335"/>
                </a:lnTo>
                <a:lnTo>
                  <a:pt x="162" y="9898"/>
                </a:lnTo>
                <a:lnTo>
                  <a:pt x="2004" y="5451"/>
                </a:lnTo>
                <a:lnTo>
                  <a:pt x="3613" y="3613"/>
                </a:lnTo>
                <a:lnTo>
                  <a:pt x="5451" y="2004"/>
                </a:lnTo>
                <a:lnTo>
                  <a:pt x="9898" y="162"/>
                </a:lnTo>
                <a:lnTo>
                  <a:pt x="12335" y="0"/>
                </a:lnTo>
                <a:lnTo>
                  <a:pt x="14772" y="162"/>
                </a:lnTo>
                <a:lnTo>
                  <a:pt x="19220" y="2004"/>
                </a:lnTo>
                <a:lnTo>
                  <a:pt x="21058" y="3613"/>
                </a:lnTo>
                <a:lnTo>
                  <a:pt x="22666" y="5451"/>
                </a:lnTo>
                <a:lnTo>
                  <a:pt x="24509" y="9898"/>
                </a:lnTo>
                <a:lnTo>
                  <a:pt x="24671" y="12335"/>
                </a:lnTo>
                <a:lnTo>
                  <a:pt x="24509" y="14772"/>
                </a:lnTo>
                <a:lnTo>
                  <a:pt x="22666" y="19220"/>
                </a:lnTo>
                <a:lnTo>
                  <a:pt x="21058" y="21058"/>
                </a:lnTo>
                <a:lnTo>
                  <a:pt x="19220" y="22666"/>
                </a:lnTo>
                <a:lnTo>
                  <a:pt x="14772" y="24509"/>
                </a:lnTo>
                <a:lnTo>
                  <a:pt x="12335" y="24671"/>
                </a:lnTo>
                <a:lnTo>
                  <a:pt x="9898" y="24509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001" name="Shape 1001"/>
          <p:cNvSpPr/>
          <p:nvPr/>
        </p:nvSpPr>
        <p:spPr>
          <a:xfrm>
            <a:off x="5413883" y="2041242"/>
            <a:ext cx="24840" cy="24840"/>
          </a:xfrm>
          <a:custGeom>
            <a:avLst/>
            <a:gdLst/>
            <a:ahLst/>
            <a:cxnLst/>
            <a:rect l="0" t="0" r="r" b="b"/>
            <a:pathLst>
              <a:path w="24840" h="24840">
                <a:moveTo>
                  <a:pt x="9966" y="24676"/>
                </a:moveTo>
                <a:lnTo>
                  <a:pt x="5488" y="22821"/>
                </a:lnTo>
                <a:lnTo>
                  <a:pt x="3637" y="21202"/>
                </a:lnTo>
                <a:lnTo>
                  <a:pt x="2018" y="19351"/>
                </a:lnTo>
                <a:lnTo>
                  <a:pt x="163" y="14873"/>
                </a:lnTo>
                <a:lnTo>
                  <a:pt x="0" y="12420"/>
                </a:lnTo>
                <a:lnTo>
                  <a:pt x="163" y="9966"/>
                </a:lnTo>
                <a:lnTo>
                  <a:pt x="2018" y="5488"/>
                </a:lnTo>
                <a:lnTo>
                  <a:pt x="3637" y="3637"/>
                </a:lnTo>
                <a:lnTo>
                  <a:pt x="5488" y="2018"/>
                </a:lnTo>
                <a:lnTo>
                  <a:pt x="9966" y="163"/>
                </a:lnTo>
                <a:lnTo>
                  <a:pt x="12420" y="0"/>
                </a:lnTo>
                <a:lnTo>
                  <a:pt x="14873" y="163"/>
                </a:lnTo>
                <a:lnTo>
                  <a:pt x="19351" y="2018"/>
                </a:lnTo>
                <a:lnTo>
                  <a:pt x="21202" y="3637"/>
                </a:lnTo>
                <a:lnTo>
                  <a:pt x="22821" y="5488"/>
                </a:lnTo>
                <a:lnTo>
                  <a:pt x="24676" y="9966"/>
                </a:lnTo>
                <a:lnTo>
                  <a:pt x="24840" y="12420"/>
                </a:lnTo>
                <a:lnTo>
                  <a:pt x="24676" y="14873"/>
                </a:lnTo>
                <a:lnTo>
                  <a:pt x="22821" y="19351"/>
                </a:lnTo>
                <a:lnTo>
                  <a:pt x="21202" y="21202"/>
                </a:lnTo>
                <a:lnTo>
                  <a:pt x="19351" y="22821"/>
                </a:lnTo>
                <a:lnTo>
                  <a:pt x="14873" y="24676"/>
                </a:lnTo>
                <a:lnTo>
                  <a:pt x="12420" y="24840"/>
                </a:lnTo>
                <a:lnTo>
                  <a:pt x="9966" y="24676"/>
                </a:lnTo>
                <a:close/>
              </a:path>
            </a:pathLst>
          </a:custGeom>
          <a:solidFill>
            <a:srgbClr val="7BCF7E"/>
          </a:solidFill>
          <a:ln>
            <a:noFill/>
          </a:ln>
        </p:spPr>
      </p:sp>
      <p:sp>
        <p:nvSpPr>
          <p:cNvPr id="1002" name="Shape 1002"/>
          <p:cNvSpPr/>
          <p:nvPr/>
        </p:nvSpPr>
        <p:spPr>
          <a:xfrm>
            <a:off x="5447379" y="2054337"/>
            <a:ext cx="24947" cy="24947"/>
          </a:xfrm>
          <a:custGeom>
            <a:avLst/>
            <a:gdLst/>
            <a:ahLst/>
            <a:cxnLst/>
            <a:rect l="0" t="0" r="r" b="b"/>
            <a:pathLst>
              <a:path w="24947" h="24947">
                <a:moveTo>
                  <a:pt x="10009" y="24782"/>
                </a:moveTo>
                <a:lnTo>
                  <a:pt x="5512" y="22920"/>
                </a:lnTo>
                <a:lnTo>
                  <a:pt x="3653" y="21293"/>
                </a:lnTo>
                <a:lnTo>
                  <a:pt x="2027" y="19435"/>
                </a:lnTo>
                <a:lnTo>
                  <a:pt x="164" y="14937"/>
                </a:lnTo>
                <a:lnTo>
                  <a:pt x="0" y="12473"/>
                </a:lnTo>
                <a:lnTo>
                  <a:pt x="164" y="10009"/>
                </a:lnTo>
                <a:lnTo>
                  <a:pt x="2027" y="5512"/>
                </a:lnTo>
                <a:lnTo>
                  <a:pt x="3653" y="3653"/>
                </a:lnTo>
                <a:lnTo>
                  <a:pt x="5512" y="2027"/>
                </a:lnTo>
                <a:lnTo>
                  <a:pt x="10009" y="164"/>
                </a:lnTo>
                <a:lnTo>
                  <a:pt x="12473" y="0"/>
                </a:lnTo>
                <a:lnTo>
                  <a:pt x="14937" y="164"/>
                </a:lnTo>
                <a:lnTo>
                  <a:pt x="19435" y="2027"/>
                </a:lnTo>
                <a:lnTo>
                  <a:pt x="21293" y="3653"/>
                </a:lnTo>
                <a:lnTo>
                  <a:pt x="22920" y="5512"/>
                </a:lnTo>
                <a:lnTo>
                  <a:pt x="24782" y="10009"/>
                </a:lnTo>
                <a:lnTo>
                  <a:pt x="24947" y="12473"/>
                </a:lnTo>
                <a:lnTo>
                  <a:pt x="24782" y="14937"/>
                </a:lnTo>
                <a:lnTo>
                  <a:pt x="22920" y="19435"/>
                </a:lnTo>
                <a:lnTo>
                  <a:pt x="21293" y="21293"/>
                </a:lnTo>
                <a:lnTo>
                  <a:pt x="19435" y="22920"/>
                </a:lnTo>
                <a:lnTo>
                  <a:pt x="14937" y="24782"/>
                </a:lnTo>
                <a:lnTo>
                  <a:pt x="12473" y="24947"/>
                </a:lnTo>
                <a:lnTo>
                  <a:pt x="10009" y="24782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1003" name="Shape 1003"/>
          <p:cNvSpPr/>
          <p:nvPr/>
        </p:nvSpPr>
        <p:spPr>
          <a:xfrm>
            <a:off x="5472561" y="2064204"/>
            <a:ext cx="24959" cy="24959"/>
          </a:xfrm>
          <a:custGeom>
            <a:avLst/>
            <a:gdLst/>
            <a:ahLst/>
            <a:cxnLst/>
            <a:rect l="0" t="0" r="r" b="b"/>
            <a:pathLst>
              <a:path w="24959" h="24959">
                <a:moveTo>
                  <a:pt x="10014" y="24794"/>
                </a:moveTo>
                <a:lnTo>
                  <a:pt x="5514" y="22931"/>
                </a:lnTo>
                <a:lnTo>
                  <a:pt x="3655" y="21304"/>
                </a:lnTo>
                <a:lnTo>
                  <a:pt x="2028" y="19444"/>
                </a:lnTo>
                <a:lnTo>
                  <a:pt x="164" y="14944"/>
                </a:lnTo>
                <a:lnTo>
                  <a:pt x="0" y="12479"/>
                </a:lnTo>
                <a:lnTo>
                  <a:pt x="164" y="10014"/>
                </a:lnTo>
                <a:lnTo>
                  <a:pt x="2028" y="5514"/>
                </a:lnTo>
                <a:lnTo>
                  <a:pt x="3655" y="3655"/>
                </a:lnTo>
                <a:lnTo>
                  <a:pt x="5514" y="2028"/>
                </a:lnTo>
                <a:lnTo>
                  <a:pt x="10014" y="164"/>
                </a:lnTo>
                <a:lnTo>
                  <a:pt x="12479" y="0"/>
                </a:lnTo>
                <a:lnTo>
                  <a:pt x="14944" y="164"/>
                </a:lnTo>
                <a:lnTo>
                  <a:pt x="19444" y="2028"/>
                </a:lnTo>
                <a:lnTo>
                  <a:pt x="21304" y="3655"/>
                </a:lnTo>
                <a:lnTo>
                  <a:pt x="22931" y="5514"/>
                </a:lnTo>
                <a:lnTo>
                  <a:pt x="24794" y="10014"/>
                </a:lnTo>
                <a:lnTo>
                  <a:pt x="24959" y="12479"/>
                </a:lnTo>
                <a:lnTo>
                  <a:pt x="24794" y="14944"/>
                </a:lnTo>
                <a:lnTo>
                  <a:pt x="22931" y="19444"/>
                </a:lnTo>
                <a:lnTo>
                  <a:pt x="21304" y="21304"/>
                </a:lnTo>
                <a:lnTo>
                  <a:pt x="19444" y="22931"/>
                </a:lnTo>
                <a:lnTo>
                  <a:pt x="14944" y="24794"/>
                </a:lnTo>
                <a:lnTo>
                  <a:pt x="12479" y="24959"/>
                </a:lnTo>
                <a:lnTo>
                  <a:pt x="10014" y="24794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1004" name="Shape 1004"/>
          <p:cNvSpPr/>
          <p:nvPr/>
        </p:nvSpPr>
        <p:spPr>
          <a:xfrm>
            <a:off x="5515544" y="2081074"/>
            <a:ext cx="24878" cy="24878"/>
          </a:xfrm>
          <a:custGeom>
            <a:avLst/>
            <a:gdLst/>
            <a:ahLst/>
            <a:cxnLst/>
            <a:rect l="0" t="0" r="r" b="b"/>
            <a:pathLst>
              <a:path w="24878" h="24878">
                <a:moveTo>
                  <a:pt x="9981" y="24714"/>
                </a:moveTo>
                <a:lnTo>
                  <a:pt x="5496" y="22857"/>
                </a:lnTo>
                <a:lnTo>
                  <a:pt x="3643" y="21235"/>
                </a:lnTo>
                <a:lnTo>
                  <a:pt x="2021" y="19381"/>
                </a:lnTo>
                <a:lnTo>
                  <a:pt x="163" y="14896"/>
                </a:lnTo>
                <a:lnTo>
                  <a:pt x="0" y="12439"/>
                </a:lnTo>
                <a:lnTo>
                  <a:pt x="163" y="9981"/>
                </a:lnTo>
                <a:lnTo>
                  <a:pt x="2021" y="5496"/>
                </a:lnTo>
                <a:lnTo>
                  <a:pt x="3643" y="3643"/>
                </a:lnTo>
                <a:lnTo>
                  <a:pt x="5496" y="2021"/>
                </a:lnTo>
                <a:lnTo>
                  <a:pt x="9981" y="163"/>
                </a:lnTo>
                <a:lnTo>
                  <a:pt x="12439" y="0"/>
                </a:lnTo>
                <a:lnTo>
                  <a:pt x="14896" y="163"/>
                </a:lnTo>
                <a:lnTo>
                  <a:pt x="19381" y="2021"/>
                </a:lnTo>
                <a:lnTo>
                  <a:pt x="21235" y="3643"/>
                </a:lnTo>
                <a:lnTo>
                  <a:pt x="22857" y="5496"/>
                </a:lnTo>
                <a:lnTo>
                  <a:pt x="24714" y="9981"/>
                </a:lnTo>
                <a:lnTo>
                  <a:pt x="24878" y="12439"/>
                </a:lnTo>
                <a:lnTo>
                  <a:pt x="24714" y="14896"/>
                </a:lnTo>
                <a:lnTo>
                  <a:pt x="22857" y="19381"/>
                </a:lnTo>
                <a:lnTo>
                  <a:pt x="21235" y="21235"/>
                </a:lnTo>
                <a:lnTo>
                  <a:pt x="19381" y="22857"/>
                </a:lnTo>
                <a:lnTo>
                  <a:pt x="14896" y="24714"/>
                </a:lnTo>
                <a:lnTo>
                  <a:pt x="12439" y="24878"/>
                </a:lnTo>
                <a:lnTo>
                  <a:pt x="9981" y="24714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1005" name="Shape 1005"/>
          <p:cNvSpPr/>
          <p:nvPr/>
        </p:nvSpPr>
        <p:spPr>
          <a:xfrm>
            <a:off x="5566226" y="2100986"/>
            <a:ext cx="24723" cy="24723"/>
          </a:xfrm>
          <a:custGeom>
            <a:avLst/>
            <a:gdLst/>
            <a:ahLst/>
            <a:cxnLst/>
            <a:rect l="0" t="0" r="r" b="b"/>
            <a:pathLst>
              <a:path w="24723" h="24723">
                <a:moveTo>
                  <a:pt x="9919" y="24561"/>
                </a:moveTo>
                <a:lnTo>
                  <a:pt x="5462" y="22714"/>
                </a:lnTo>
                <a:lnTo>
                  <a:pt x="3620" y="21103"/>
                </a:lnTo>
                <a:lnTo>
                  <a:pt x="2009" y="19261"/>
                </a:lnTo>
                <a:lnTo>
                  <a:pt x="162" y="14804"/>
                </a:lnTo>
                <a:lnTo>
                  <a:pt x="0" y="12361"/>
                </a:lnTo>
                <a:lnTo>
                  <a:pt x="162" y="9919"/>
                </a:lnTo>
                <a:lnTo>
                  <a:pt x="2009" y="5462"/>
                </a:lnTo>
                <a:lnTo>
                  <a:pt x="3620" y="3620"/>
                </a:lnTo>
                <a:lnTo>
                  <a:pt x="5462" y="2009"/>
                </a:lnTo>
                <a:lnTo>
                  <a:pt x="9919" y="162"/>
                </a:lnTo>
                <a:lnTo>
                  <a:pt x="12361" y="0"/>
                </a:lnTo>
                <a:lnTo>
                  <a:pt x="14804" y="162"/>
                </a:lnTo>
                <a:lnTo>
                  <a:pt x="19261" y="2009"/>
                </a:lnTo>
                <a:lnTo>
                  <a:pt x="21103" y="3620"/>
                </a:lnTo>
                <a:lnTo>
                  <a:pt x="22714" y="5462"/>
                </a:lnTo>
                <a:lnTo>
                  <a:pt x="24561" y="9919"/>
                </a:lnTo>
                <a:lnTo>
                  <a:pt x="24723" y="12361"/>
                </a:lnTo>
                <a:lnTo>
                  <a:pt x="24561" y="14804"/>
                </a:lnTo>
                <a:lnTo>
                  <a:pt x="22714" y="19261"/>
                </a:lnTo>
                <a:lnTo>
                  <a:pt x="21103" y="21103"/>
                </a:lnTo>
                <a:lnTo>
                  <a:pt x="19261" y="22714"/>
                </a:lnTo>
                <a:lnTo>
                  <a:pt x="14804" y="24561"/>
                </a:lnTo>
                <a:lnTo>
                  <a:pt x="12361" y="24723"/>
                </a:lnTo>
                <a:lnTo>
                  <a:pt x="9919" y="24561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006" name="Shape 1006"/>
          <p:cNvSpPr/>
          <p:nvPr/>
        </p:nvSpPr>
        <p:spPr>
          <a:xfrm>
            <a:off x="5605360" y="2116362"/>
            <a:ext cx="24599" cy="24599"/>
          </a:xfrm>
          <a:custGeom>
            <a:avLst/>
            <a:gdLst/>
            <a:ahLst/>
            <a:cxnLst/>
            <a:rect l="0" t="0" r="r" b="b"/>
            <a:pathLst>
              <a:path w="24599" h="24599">
                <a:moveTo>
                  <a:pt x="9869" y="24437"/>
                </a:moveTo>
                <a:lnTo>
                  <a:pt x="5435" y="22600"/>
                </a:lnTo>
                <a:lnTo>
                  <a:pt x="3602" y="20996"/>
                </a:lnTo>
                <a:lnTo>
                  <a:pt x="1998" y="19164"/>
                </a:lnTo>
                <a:lnTo>
                  <a:pt x="161" y="14729"/>
                </a:lnTo>
                <a:lnTo>
                  <a:pt x="0" y="12299"/>
                </a:lnTo>
                <a:lnTo>
                  <a:pt x="161" y="9869"/>
                </a:lnTo>
                <a:lnTo>
                  <a:pt x="1998" y="5435"/>
                </a:lnTo>
                <a:lnTo>
                  <a:pt x="3602" y="3602"/>
                </a:lnTo>
                <a:lnTo>
                  <a:pt x="5435" y="1998"/>
                </a:lnTo>
                <a:lnTo>
                  <a:pt x="9869" y="161"/>
                </a:lnTo>
                <a:lnTo>
                  <a:pt x="12299" y="0"/>
                </a:lnTo>
                <a:lnTo>
                  <a:pt x="14729" y="161"/>
                </a:lnTo>
                <a:lnTo>
                  <a:pt x="19164" y="1998"/>
                </a:lnTo>
                <a:lnTo>
                  <a:pt x="20996" y="3602"/>
                </a:lnTo>
                <a:lnTo>
                  <a:pt x="22600" y="5435"/>
                </a:lnTo>
                <a:lnTo>
                  <a:pt x="24437" y="9869"/>
                </a:lnTo>
                <a:lnTo>
                  <a:pt x="24599" y="12299"/>
                </a:lnTo>
                <a:lnTo>
                  <a:pt x="24437" y="14729"/>
                </a:lnTo>
                <a:lnTo>
                  <a:pt x="22600" y="19164"/>
                </a:lnTo>
                <a:lnTo>
                  <a:pt x="20996" y="20996"/>
                </a:lnTo>
                <a:lnTo>
                  <a:pt x="19164" y="22600"/>
                </a:lnTo>
                <a:lnTo>
                  <a:pt x="14729" y="24437"/>
                </a:lnTo>
                <a:lnTo>
                  <a:pt x="12299" y="24599"/>
                </a:lnTo>
                <a:lnTo>
                  <a:pt x="9869" y="24437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007" name="Shape 1007"/>
          <p:cNvSpPr/>
          <p:nvPr/>
        </p:nvSpPr>
        <p:spPr>
          <a:xfrm>
            <a:off x="5667337" y="2136475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08" name="Shape 1008"/>
          <p:cNvSpPr/>
          <p:nvPr/>
        </p:nvSpPr>
        <p:spPr>
          <a:xfrm>
            <a:off x="5752305" y="216977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09" name="Shape 1009"/>
          <p:cNvSpPr/>
          <p:nvPr/>
        </p:nvSpPr>
        <p:spPr>
          <a:xfrm>
            <a:off x="5820942" y="2196678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10" name="Shape 1010"/>
          <p:cNvSpPr/>
          <p:nvPr/>
        </p:nvSpPr>
        <p:spPr>
          <a:xfrm>
            <a:off x="5902277" y="2228556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11" name="Shape 1011"/>
          <p:cNvSpPr/>
          <p:nvPr/>
        </p:nvSpPr>
        <p:spPr>
          <a:xfrm>
            <a:off x="6057095" y="2289267"/>
            <a:ext cx="38227" cy="38227"/>
          </a:xfrm>
          <a:custGeom>
            <a:avLst/>
            <a:gdLst/>
            <a:ahLst/>
            <a:cxnLst/>
            <a:rect l="0" t="0" r="r" b="b"/>
            <a:pathLst>
              <a:path w="38227" h="38227">
                <a:moveTo>
                  <a:pt x="15337" y="37975"/>
                </a:moveTo>
                <a:lnTo>
                  <a:pt x="8446" y="35120"/>
                </a:lnTo>
                <a:lnTo>
                  <a:pt x="5598" y="32628"/>
                </a:lnTo>
                <a:lnTo>
                  <a:pt x="3106" y="29780"/>
                </a:lnTo>
                <a:lnTo>
                  <a:pt x="251" y="22889"/>
                </a:lnTo>
                <a:lnTo>
                  <a:pt x="0" y="19113"/>
                </a:lnTo>
                <a:lnTo>
                  <a:pt x="251" y="15337"/>
                </a:lnTo>
                <a:lnTo>
                  <a:pt x="3106" y="8446"/>
                </a:lnTo>
                <a:lnTo>
                  <a:pt x="5598" y="5598"/>
                </a:lnTo>
                <a:lnTo>
                  <a:pt x="8446" y="3106"/>
                </a:lnTo>
                <a:lnTo>
                  <a:pt x="15337" y="251"/>
                </a:lnTo>
                <a:lnTo>
                  <a:pt x="19113" y="0"/>
                </a:lnTo>
                <a:lnTo>
                  <a:pt x="22889" y="251"/>
                </a:lnTo>
                <a:lnTo>
                  <a:pt x="29780" y="3106"/>
                </a:lnTo>
                <a:lnTo>
                  <a:pt x="32628" y="5598"/>
                </a:lnTo>
                <a:lnTo>
                  <a:pt x="35120" y="8446"/>
                </a:lnTo>
                <a:lnTo>
                  <a:pt x="37975" y="15337"/>
                </a:lnTo>
                <a:lnTo>
                  <a:pt x="38227" y="19113"/>
                </a:lnTo>
                <a:lnTo>
                  <a:pt x="37975" y="22889"/>
                </a:lnTo>
                <a:lnTo>
                  <a:pt x="35120" y="29780"/>
                </a:lnTo>
                <a:lnTo>
                  <a:pt x="32628" y="32628"/>
                </a:lnTo>
                <a:lnTo>
                  <a:pt x="29780" y="35120"/>
                </a:lnTo>
                <a:lnTo>
                  <a:pt x="22889" y="37975"/>
                </a:lnTo>
                <a:lnTo>
                  <a:pt x="19113" y="38227"/>
                </a:lnTo>
                <a:lnTo>
                  <a:pt x="15337" y="37975"/>
                </a:lnTo>
                <a:close/>
              </a:path>
            </a:pathLst>
          </a:custGeom>
          <a:solidFill>
            <a:srgbClr val="1A9A34"/>
          </a:solidFill>
          <a:ln>
            <a:noFill/>
          </a:ln>
        </p:spPr>
      </p:sp>
      <p:sp>
        <p:nvSpPr>
          <p:cNvPr id="1012" name="Shape 1012"/>
          <p:cNvSpPr/>
          <p:nvPr/>
        </p:nvSpPr>
        <p:spPr>
          <a:xfrm>
            <a:off x="5127480" y="1962061"/>
            <a:ext cx="22105" cy="22105"/>
          </a:xfrm>
          <a:custGeom>
            <a:avLst/>
            <a:gdLst/>
            <a:ahLst/>
            <a:cxnLst/>
            <a:rect l="0" t="0" r="r" b="b"/>
            <a:pathLst>
              <a:path w="22105" h="22105">
                <a:moveTo>
                  <a:pt x="8869" y="21959"/>
                </a:moveTo>
                <a:lnTo>
                  <a:pt x="4884" y="20308"/>
                </a:lnTo>
                <a:lnTo>
                  <a:pt x="3237" y="18867"/>
                </a:lnTo>
                <a:lnTo>
                  <a:pt x="1796" y="17221"/>
                </a:lnTo>
                <a:lnTo>
                  <a:pt x="145" y="13236"/>
                </a:lnTo>
                <a:lnTo>
                  <a:pt x="0" y="11052"/>
                </a:lnTo>
                <a:lnTo>
                  <a:pt x="145" y="8869"/>
                </a:lnTo>
                <a:lnTo>
                  <a:pt x="1796" y="4884"/>
                </a:lnTo>
                <a:lnTo>
                  <a:pt x="3237" y="3237"/>
                </a:lnTo>
                <a:lnTo>
                  <a:pt x="4884" y="1796"/>
                </a:lnTo>
                <a:lnTo>
                  <a:pt x="8869" y="145"/>
                </a:lnTo>
                <a:lnTo>
                  <a:pt x="11052" y="0"/>
                </a:lnTo>
                <a:lnTo>
                  <a:pt x="13236" y="145"/>
                </a:lnTo>
                <a:lnTo>
                  <a:pt x="17221" y="1796"/>
                </a:lnTo>
                <a:lnTo>
                  <a:pt x="18867" y="3237"/>
                </a:lnTo>
                <a:lnTo>
                  <a:pt x="20308" y="4884"/>
                </a:lnTo>
                <a:lnTo>
                  <a:pt x="21959" y="8869"/>
                </a:lnTo>
                <a:lnTo>
                  <a:pt x="22105" y="11052"/>
                </a:lnTo>
                <a:lnTo>
                  <a:pt x="21959" y="13236"/>
                </a:lnTo>
                <a:lnTo>
                  <a:pt x="20308" y="17221"/>
                </a:lnTo>
                <a:lnTo>
                  <a:pt x="18867" y="18867"/>
                </a:lnTo>
                <a:lnTo>
                  <a:pt x="17221" y="20308"/>
                </a:lnTo>
                <a:lnTo>
                  <a:pt x="13236" y="21959"/>
                </a:lnTo>
                <a:lnTo>
                  <a:pt x="11052" y="22105"/>
                </a:lnTo>
                <a:lnTo>
                  <a:pt x="8869" y="21959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013" name="Shape 1013"/>
          <p:cNvSpPr/>
          <p:nvPr/>
        </p:nvSpPr>
        <p:spPr>
          <a:xfrm>
            <a:off x="5134287" y="1965910"/>
            <a:ext cx="22354" cy="22354"/>
          </a:xfrm>
          <a:custGeom>
            <a:avLst/>
            <a:gdLst/>
            <a:ahLst/>
            <a:cxnLst/>
            <a:rect l="0" t="0" r="r" b="b"/>
            <a:pathLst>
              <a:path w="22354" h="22354">
                <a:moveTo>
                  <a:pt x="8969" y="22207"/>
                </a:moveTo>
                <a:lnTo>
                  <a:pt x="4939" y="20537"/>
                </a:lnTo>
                <a:lnTo>
                  <a:pt x="3273" y="19080"/>
                </a:lnTo>
                <a:lnTo>
                  <a:pt x="1816" y="17415"/>
                </a:lnTo>
                <a:lnTo>
                  <a:pt x="147" y="13385"/>
                </a:lnTo>
                <a:lnTo>
                  <a:pt x="0" y="11177"/>
                </a:lnTo>
                <a:lnTo>
                  <a:pt x="147" y="8969"/>
                </a:lnTo>
                <a:lnTo>
                  <a:pt x="1816" y="4939"/>
                </a:lnTo>
                <a:lnTo>
                  <a:pt x="3273" y="3273"/>
                </a:lnTo>
                <a:lnTo>
                  <a:pt x="4939" y="1816"/>
                </a:lnTo>
                <a:lnTo>
                  <a:pt x="8969" y="147"/>
                </a:lnTo>
                <a:lnTo>
                  <a:pt x="11177" y="0"/>
                </a:lnTo>
                <a:lnTo>
                  <a:pt x="13385" y="147"/>
                </a:lnTo>
                <a:lnTo>
                  <a:pt x="17415" y="1816"/>
                </a:lnTo>
                <a:lnTo>
                  <a:pt x="19080" y="3273"/>
                </a:lnTo>
                <a:lnTo>
                  <a:pt x="20537" y="4939"/>
                </a:lnTo>
                <a:lnTo>
                  <a:pt x="22207" y="8969"/>
                </a:lnTo>
                <a:lnTo>
                  <a:pt x="22354" y="11177"/>
                </a:lnTo>
                <a:lnTo>
                  <a:pt x="22207" y="13385"/>
                </a:lnTo>
                <a:lnTo>
                  <a:pt x="20537" y="17415"/>
                </a:lnTo>
                <a:lnTo>
                  <a:pt x="19080" y="19080"/>
                </a:lnTo>
                <a:lnTo>
                  <a:pt x="17415" y="20537"/>
                </a:lnTo>
                <a:lnTo>
                  <a:pt x="13385" y="22207"/>
                </a:lnTo>
                <a:lnTo>
                  <a:pt x="11177" y="22354"/>
                </a:lnTo>
                <a:lnTo>
                  <a:pt x="8969" y="22207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014" name="Shape 1014"/>
          <p:cNvSpPr/>
          <p:nvPr/>
        </p:nvSpPr>
        <p:spPr>
          <a:xfrm>
            <a:off x="5139134" y="1968655"/>
            <a:ext cx="22518" cy="22518"/>
          </a:xfrm>
          <a:custGeom>
            <a:avLst/>
            <a:gdLst/>
            <a:ahLst/>
            <a:cxnLst/>
            <a:rect l="0" t="0" r="r" b="b"/>
            <a:pathLst>
              <a:path w="22518" h="22518">
                <a:moveTo>
                  <a:pt x="9034" y="22370"/>
                </a:moveTo>
                <a:lnTo>
                  <a:pt x="4975" y="20688"/>
                </a:lnTo>
                <a:lnTo>
                  <a:pt x="3297" y="19220"/>
                </a:lnTo>
                <a:lnTo>
                  <a:pt x="1829" y="17543"/>
                </a:lnTo>
                <a:lnTo>
                  <a:pt x="148" y="13483"/>
                </a:lnTo>
                <a:lnTo>
                  <a:pt x="0" y="11259"/>
                </a:lnTo>
                <a:lnTo>
                  <a:pt x="148" y="9034"/>
                </a:lnTo>
                <a:lnTo>
                  <a:pt x="1829" y="4975"/>
                </a:lnTo>
                <a:lnTo>
                  <a:pt x="3297" y="3297"/>
                </a:lnTo>
                <a:lnTo>
                  <a:pt x="4975" y="1829"/>
                </a:lnTo>
                <a:lnTo>
                  <a:pt x="9034" y="148"/>
                </a:lnTo>
                <a:lnTo>
                  <a:pt x="11259" y="0"/>
                </a:lnTo>
                <a:lnTo>
                  <a:pt x="13483" y="148"/>
                </a:lnTo>
                <a:lnTo>
                  <a:pt x="17543" y="1829"/>
                </a:lnTo>
                <a:lnTo>
                  <a:pt x="19220" y="3297"/>
                </a:lnTo>
                <a:lnTo>
                  <a:pt x="20688" y="4975"/>
                </a:lnTo>
                <a:lnTo>
                  <a:pt x="22370" y="9034"/>
                </a:lnTo>
                <a:lnTo>
                  <a:pt x="22518" y="11259"/>
                </a:lnTo>
                <a:lnTo>
                  <a:pt x="22370" y="13483"/>
                </a:lnTo>
                <a:lnTo>
                  <a:pt x="20688" y="17543"/>
                </a:lnTo>
                <a:lnTo>
                  <a:pt x="19220" y="19220"/>
                </a:lnTo>
                <a:lnTo>
                  <a:pt x="17543" y="20688"/>
                </a:lnTo>
                <a:lnTo>
                  <a:pt x="13483" y="22370"/>
                </a:lnTo>
                <a:lnTo>
                  <a:pt x="11259" y="22518"/>
                </a:lnTo>
                <a:lnTo>
                  <a:pt x="9034" y="22370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015" name="Shape 1015"/>
          <p:cNvSpPr/>
          <p:nvPr/>
        </p:nvSpPr>
        <p:spPr>
          <a:xfrm>
            <a:off x="5144253" y="1971555"/>
            <a:ext cx="22681" cy="22681"/>
          </a:xfrm>
          <a:custGeom>
            <a:avLst/>
            <a:gdLst/>
            <a:ahLst/>
            <a:cxnLst/>
            <a:rect l="0" t="0" r="r" b="b"/>
            <a:pathLst>
              <a:path w="22681" h="22681">
                <a:moveTo>
                  <a:pt x="9100" y="22531"/>
                </a:moveTo>
                <a:lnTo>
                  <a:pt x="5011" y="20838"/>
                </a:lnTo>
                <a:lnTo>
                  <a:pt x="3321" y="19359"/>
                </a:lnTo>
                <a:lnTo>
                  <a:pt x="1843" y="17669"/>
                </a:lnTo>
                <a:lnTo>
                  <a:pt x="149" y="13580"/>
                </a:lnTo>
                <a:lnTo>
                  <a:pt x="0" y="11340"/>
                </a:lnTo>
                <a:lnTo>
                  <a:pt x="149" y="9100"/>
                </a:lnTo>
                <a:lnTo>
                  <a:pt x="1843" y="5011"/>
                </a:lnTo>
                <a:lnTo>
                  <a:pt x="3321" y="3321"/>
                </a:lnTo>
                <a:lnTo>
                  <a:pt x="5011" y="1843"/>
                </a:lnTo>
                <a:lnTo>
                  <a:pt x="9100" y="149"/>
                </a:lnTo>
                <a:lnTo>
                  <a:pt x="11340" y="0"/>
                </a:lnTo>
                <a:lnTo>
                  <a:pt x="13580" y="149"/>
                </a:lnTo>
                <a:lnTo>
                  <a:pt x="17669" y="1843"/>
                </a:lnTo>
                <a:lnTo>
                  <a:pt x="19359" y="3321"/>
                </a:lnTo>
                <a:lnTo>
                  <a:pt x="20838" y="5011"/>
                </a:lnTo>
                <a:lnTo>
                  <a:pt x="22531" y="9100"/>
                </a:lnTo>
                <a:lnTo>
                  <a:pt x="22681" y="11340"/>
                </a:lnTo>
                <a:lnTo>
                  <a:pt x="22531" y="13580"/>
                </a:lnTo>
                <a:lnTo>
                  <a:pt x="20838" y="17669"/>
                </a:lnTo>
                <a:lnTo>
                  <a:pt x="19359" y="19359"/>
                </a:lnTo>
                <a:lnTo>
                  <a:pt x="17669" y="20838"/>
                </a:lnTo>
                <a:lnTo>
                  <a:pt x="13580" y="22531"/>
                </a:lnTo>
                <a:lnTo>
                  <a:pt x="11340" y="22681"/>
                </a:lnTo>
                <a:lnTo>
                  <a:pt x="9100" y="22531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1016" name="Shape 1016"/>
          <p:cNvSpPr/>
          <p:nvPr/>
        </p:nvSpPr>
        <p:spPr>
          <a:xfrm>
            <a:off x="5152491" y="1976227"/>
            <a:ext cx="22921" cy="22921"/>
          </a:xfrm>
          <a:custGeom>
            <a:avLst/>
            <a:gdLst/>
            <a:ahLst/>
            <a:cxnLst/>
            <a:rect l="0" t="0" r="r" b="b"/>
            <a:pathLst>
              <a:path w="22921" h="22921">
                <a:moveTo>
                  <a:pt x="9196" y="22770"/>
                </a:moveTo>
                <a:lnTo>
                  <a:pt x="5064" y="21058"/>
                </a:lnTo>
                <a:lnTo>
                  <a:pt x="3356" y="19564"/>
                </a:lnTo>
                <a:lnTo>
                  <a:pt x="1862" y="17856"/>
                </a:lnTo>
                <a:lnTo>
                  <a:pt x="150" y="13724"/>
                </a:lnTo>
                <a:lnTo>
                  <a:pt x="0" y="11460"/>
                </a:lnTo>
                <a:lnTo>
                  <a:pt x="150" y="9196"/>
                </a:lnTo>
                <a:lnTo>
                  <a:pt x="1862" y="5064"/>
                </a:lnTo>
                <a:lnTo>
                  <a:pt x="3356" y="3356"/>
                </a:lnTo>
                <a:lnTo>
                  <a:pt x="5064" y="1862"/>
                </a:lnTo>
                <a:lnTo>
                  <a:pt x="9196" y="150"/>
                </a:lnTo>
                <a:lnTo>
                  <a:pt x="11460" y="0"/>
                </a:lnTo>
                <a:lnTo>
                  <a:pt x="13724" y="150"/>
                </a:lnTo>
                <a:lnTo>
                  <a:pt x="17856" y="1862"/>
                </a:lnTo>
                <a:lnTo>
                  <a:pt x="19564" y="3356"/>
                </a:lnTo>
                <a:lnTo>
                  <a:pt x="21058" y="5064"/>
                </a:lnTo>
                <a:lnTo>
                  <a:pt x="22770" y="9196"/>
                </a:lnTo>
                <a:lnTo>
                  <a:pt x="22921" y="11460"/>
                </a:lnTo>
                <a:lnTo>
                  <a:pt x="22770" y="13724"/>
                </a:lnTo>
                <a:lnTo>
                  <a:pt x="21058" y="17856"/>
                </a:lnTo>
                <a:lnTo>
                  <a:pt x="19564" y="19564"/>
                </a:lnTo>
                <a:lnTo>
                  <a:pt x="17856" y="21058"/>
                </a:lnTo>
                <a:lnTo>
                  <a:pt x="13724" y="22770"/>
                </a:lnTo>
                <a:lnTo>
                  <a:pt x="11460" y="22921"/>
                </a:lnTo>
                <a:lnTo>
                  <a:pt x="9196" y="22770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017" name="Shape 1017"/>
          <p:cNvSpPr/>
          <p:nvPr/>
        </p:nvSpPr>
        <p:spPr>
          <a:xfrm>
            <a:off x="5161479" y="1981330"/>
            <a:ext cx="23159" cy="23159"/>
          </a:xfrm>
          <a:custGeom>
            <a:avLst/>
            <a:gdLst/>
            <a:ahLst/>
            <a:cxnLst/>
            <a:rect l="0" t="0" r="r" b="b"/>
            <a:pathLst>
              <a:path w="23159" h="23159">
                <a:moveTo>
                  <a:pt x="9292" y="23006"/>
                </a:moveTo>
                <a:lnTo>
                  <a:pt x="5116" y="21277"/>
                </a:lnTo>
                <a:lnTo>
                  <a:pt x="3391" y="19767"/>
                </a:lnTo>
                <a:lnTo>
                  <a:pt x="1881" y="18042"/>
                </a:lnTo>
                <a:lnTo>
                  <a:pt x="152" y="13867"/>
                </a:lnTo>
                <a:lnTo>
                  <a:pt x="0" y="11579"/>
                </a:lnTo>
                <a:lnTo>
                  <a:pt x="152" y="9292"/>
                </a:lnTo>
                <a:lnTo>
                  <a:pt x="1881" y="5116"/>
                </a:lnTo>
                <a:lnTo>
                  <a:pt x="3391" y="3391"/>
                </a:lnTo>
                <a:lnTo>
                  <a:pt x="5116" y="1881"/>
                </a:lnTo>
                <a:lnTo>
                  <a:pt x="9292" y="152"/>
                </a:lnTo>
                <a:lnTo>
                  <a:pt x="11579" y="0"/>
                </a:lnTo>
                <a:lnTo>
                  <a:pt x="13867" y="152"/>
                </a:lnTo>
                <a:lnTo>
                  <a:pt x="18042" y="1881"/>
                </a:lnTo>
                <a:lnTo>
                  <a:pt x="19767" y="3391"/>
                </a:lnTo>
                <a:lnTo>
                  <a:pt x="21277" y="5116"/>
                </a:lnTo>
                <a:lnTo>
                  <a:pt x="23006" y="9292"/>
                </a:lnTo>
                <a:lnTo>
                  <a:pt x="23159" y="11579"/>
                </a:lnTo>
                <a:lnTo>
                  <a:pt x="23006" y="13867"/>
                </a:lnTo>
                <a:lnTo>
                  <a:pt x="21277" y="18042"/>
                </a:lnTo>
                <a:lnTo>
                  <a:pt x="19767" y="19767"/>
                </a:lnTo>
                <a:lnTo>
                  <a:pt x="18042" y="21277"/>
                </a:lnTo>
                <a:lnTo>
                  <a:pt x="13867" y="23006"/>
                </a:lnTo>
                <a:lnTo>
                  <a:pt x="11579" y="23159"/>
                </a:lnTo>
                <a:lnTo>
                  <a:pt x="9292" y="23006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018" name="Shape 1018"/>
          <p:cNvSpPr/>
          <p:nvPr/>
        </p:nvSpPr>
        <p:spPr>
          <a:xfrm>
            <a:off x="5167941" y="1985002"/>
            <a:ext cx="23314" cy="23314"/>
          </a:xfrm>
          <a:custGeom>
            <a:avLst/>
            <a:gdLst/>
            <a:ahLst/>
            <a:cxnLst/>
            <a:rect l="0" t="0" r="r" b="b"/>
            <a:pathLst>
              <a:path w="23314" h="23314">
                <a:moveTo>
                  <a:pt x="9354" y="23161"/>
                </a:moveTo>
                <a:lnTo>
                  <a:pt x="5151" y="21420"/>
                </a:lnTo>
                <a:lnTo>
                  <a:pt x="3414" y="19900"/>
                </a:lnTo>
                <a:lnTo>
                  <a:pt x="1894" y="18163"/>
                </a:lnTo>
                <a:lnTo>
                  <a:pt x="153" y="13960"/>
                </a:lnTo>
                <a:lnTo>
                  <a:pt x="0" y="11657"/>
                </a:lnTo>
                <a:lnTo>
                  <a:pt x="153" y="9354"/>
                </a:lnTo>
                <a:lnTo>
                  <a:pt x="1894" y="5151"/>
                </a:lnTo>
                <a:lnTo>
                  <a:pt x="3414" y="3414"/>
                </a:lnTo>
                <a:lnTo>
                  <a:pt x="5151" y="1894"/>
                </a:lnTo>
                <a:lnTo>
                  <a:pt x="9354" y="153"/>
                </a:lnTo>
                <a:lnTo>
                  <a:pt x="11657" y="0"/>
                </a:lnTo>
                <a:lnTo>
                  <a:pt x="13960" y="153"/>
                </a:lnTo>
                <a:lnTo>
                  <a:pt x="18163" y="1894"/>
                </a:lnTo>
                <a:lnTo>
                  <a:pt x="19900" y="3414"/>
                </a:lnTo>
                <a:lnTo>
                  <a:pt x="21420" y="5151"/>
                </a:lnTo>
                <a:lnTo>
                  <a:pt x="23161" y="9354"/>
                </a:lnTo>
                <a:lnTo>
                  <a:pt x="23314" y="11657"/>
                </a:lnTo>
                <a:lnTo>
                  <a:pt x="23161" y="13960"/>
                </a:lnTo>
                <a:lnTo>
                  <a:pt x="21420" y="18163"/>
                </a:lnTo>
                <a:lnTo>
                  <a:pt x="19900" y="19900"/>
                </a:lnTo>
                <a:lnTo>
                  <a:pt x="18163" y="21420"/>
                </a:lnTo>
                <a:lnTo>
                  <a:pt x="13960" y="23161"/>
                </a:lnTo>
                <a:lnTo>
                  <a:pt x="11657" y="23314"/>
                </a:lnTo>
                <a:lnTo>
                  <a:pt x="9354" y="2316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019" name="Shape 1019"/>
          <p:cNvSpPr/>
          <p:nvPr/>
        </p:nvSpPr>
        <p:spPr>
          <a:xfrm>
            <a:off x="5178427" y="1990966"/>
            <a:ext cx="23544" cy="23544"/>
          </a:xfrm>
          <a:custGeom>
            <a:avLst/>
            <a:gdLst/>
            <a:ahLst/>
            <a:cxnLst/>
            <a:rect l="0" t="0" r="r" b="b"/>
            <a:pathLst>
              <a:path w="23544" h="23544">
                <a:moveTo>
                  <a:pt x="9446" y="23389"/>
                </a:moveTo>
                <a:lnTo>
                  <a:pt x="5202" y="21631"/>
                </a:lnTo>
                <a:lnTo>
                  <a:pt x="3448" y="20096"/>
                </a:lnTo>
                <a:lnTo>
                  <a:pt x="1913" y="18342"/>
                </a:lnTo>
                <a:lnTo>
                  <a:pt x="155" y="14098"/>
                </a:lnTo>
                <a:lnTo>
                  <a:pt x="0" y="11772"/>
                </a:lnTo>
                <a:lnTo>
                  <a:pt x="155" y="9446"/>
                </a:lnTo>
                <a:lnTo>
                  <a:pt x="1913" y="5202"/>
                </a:lnTo>
                <a:lnTo>
                  <a:pt x="3448" y="3448"/>
                </a:lnTo>
                <a:lnTo>
                  <a:pt x="5202" y="1913"/>
                </a:lnTo>
                <a:lnTo>
                  <a:pt x="9446" y="155"/>
                </a:lnTo>
                <a:lnTo>
                  <a:pt x="11772" y="0"/>
                </a:lnTo>
                <a:lnTo>
                  <a:pt x="14098" y="155"/>
                </a:lnTo>
                <a:lnTo>
                  <a:pt x="18342" y="1913"/>
                </a:lnTo>
                <a:lnTo>
                  <a:pt x="20096" y="3448"/>
                </a:lnTo>
                <a:lnTo>
                  <a:pt x="21631" y="5202"/>
                </a:lnTo>
                <a:lnTo>
                  <a:pt x="23389" y="9446"/>
                </a:lnTo>
                <a:lnTo>
                  <a:pt x="23544" y="11772"/>
                </a:lnTo>
                <a:lnTo>
                  <a:pt x="23389" y="14098"/>
                </a:lnTo>
                <a:lnTo>
                  <a:pt x="21631" y="18342"/>
                </a:lnTo>
                <a:lnTo>
                  <a:pt x="20096" y="20096"/>
                </a:lnTo>
                <a:lnTo>
                  <a:pt x="18342" y="21631"/>
                </a:lnTo>
                <a:lnTo>
                  <a:pt x="14098" y="23389"/>
                </a:lnTo>
                <a:lnTo>
                  <a:pt x="11772" y="23544"/>
                </a:lnTo>
                <a:lnTo>
                  <a:pt x="9446" y="23389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020" name="Shape 1020"/>
          <p:cNvSpPr/>
          <p:nvPr/>
        </p:nvSpPr>
        <p:spPr>
          <a:xfrm>
            <a:off x="5189996" y="1997551"/>
            <a:ext cx="23769" cy="23769"/>
          </a:xfrm>
          <a:custGeom>
            <a:avLst/>
            <a:gdLst/>
            <a:ahLst/>
            <a:cxnLst/>
            <a:rect l="0" t="0" r="r" b="b"/>
            <a:pathLst>
              <a:path w="23769" h="23769">
                <a:moveTo>
                  <a:pt x="9537" y="23613"/>
                </a:moveTo>
                <a:lnTo>
                  <a:pt x="5251" y="21838"/>
                </a:lnTo>
                <a:lnTo>
                  <a:pt x="3480" y="20288"/>
                </a:lnTo>
                <a:lnTo>
                  <a:pt x="1931" y="18517"/>
                </a:lnTo>
                <a:lnTo>
                  <a:pt x="156" y="14232"/>
                </a:lnTo>
                <a:lnTo>
                  <a:pt x="0" y="11884"/>
                </a:lnTo>
                <a:lnTo>
                  <a:pt x="156" y="9537"/>
                </a:lnTo>
                <a:lnTo>
                  <a:pt x="1931" y="5251"/>
                </a:lnTo>
                <a:lnTo>
                  <a:pt x="3480" y="3480"/>
                </a:lnTo>
                <a:lnTo>
                  <a:pt x="5251" y="1931"/>
                </a:lnTo>
                <a:lnTo>
                  <a:pt x="9537" y="156"/>
                </a:lnTo>
                <a:lnTo>
                  <a:pt x="11884" y="0"/>
                </a:lnTo>
                <a:lnTo>
                  <a:pt x="14232" y="156"/>
                </a:lnTo>
                <a:lnTo>
                  <a:pt x="18517" y="1931"/>
                </a:lnTo>
                <a:lnTo>
                  <a:pt x="20288" y="3480"/>
                </a:lnTo>
                <a:lnTo>
                  <a:pt x="21838" y="5251"/>
                </a:lnTo>
                <a:lnTo>
                  <a:pt x="23613" y="9537"/>
                </a:lnTo>
                <a:lnTo>
                  <a:pt x="23769" y="11884"/>
                </a:lnTo>
                <a:lnTo>
                  <a:pt x="23613" y="14232"/>
                </a:lnTo>
                <a:lnTo>
                  <a:pt x="21838" y="18517"/>
                </a:lnTo>
                <a:lnTo>
                  <a:pt x="20288" y="20288"/>
                </a:lnTo>
                <a:lnTo>
                  <a:pt x="18517" y="21838"/>
                </a:lnTo>
                <a:lnTo>
                  <a:pt x="14232" y="23613"/>
                </a:lnTo>
                <a:lnTo>
                  <a:pt x="11884" y="23769"/>
                </a:lnTo>
                <a:lnTo>
                  <a:pt x="9537" y="23613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021" name="Shape 1021"/>
          <p:cNvSpPr/>
          <p:nvPr/>
        </p:nvSpPr>
        <p:spPr>
          <a:xfrm>
            <a:off x="5198395" y="2002335"/>
            <a:ext cx="23916" cy="23916"/>
          </a:xfrm>
          <a:custGeom>
            <a:avLst/>
            <a:gdLst/>
            <a:ahLst/>
            <a:cxnLst/>
            <a:rect l="0" t="0" r="r" b="b"/>
            <a:pathLst>
              <a:path w="23916" h="23916">
                <a:moveTo>
                  <a:pt x="9595" y="23758"/>
                </a:moveTo>
                <a:lnTo>
                  <a:pt x="5284" y="21972"/>
                </a:lnTo>
                <a:lnTo>
                  <a:pt x="3502" y="20413"/>
                </a:lnTo>
                <a:lnTo>
                  <a:pt x="1943" y="18631"/>
                </a:lnTo>
                <a:lnTo>
                  <a:pt x="157" y="14320"/>
                </a:lnTo>
                <a:lnTo>
                  <a:pt x="0" y="11958"/>
                </a:lnTo>
                <a:lnTo>
                  <a:pt x="157" y="9595"/>
                </a:lnTo>
                <a:lnTo>
                  <a:pt x="1943" y="5284"/>
                </a:lnTo>
                <a:lnTo>
                  <a:pt x="3502" y="3502"/>
                </a:lnTo>
                <a:lnTo>
                  <a:pt x="5284" y="1943"/>
                </a:lnTo>
                <a:lnTo>
                  <a:pt x="9595" y="157"/>
                </a:lnTo>
                <a:lnTo>
                  <a:pt x="11958" y="0"/>
                </a:lnTo>
                <a:lnTo>
                  <a:pt x="14320" y="157"/>
                </a:lnTo>
                <a:lnTo>
                  <a:pt x="18631" y="1943"/>
                </a:lnTo>
                <a:lnTo>
                  <a:pt x="20413" y="3502"/>
                </a:lnTo>
                <a:lnTo>
                  <a:pt x="21972" y="5284"/>
                </a:lnTo>
                <a:lnTo>
                  <a:pt x="23758" y="9595"/>
                </a:lnTo>
                <a:lnTo>
                  <a:pt x="23916" y="11958"/>
                </a:lnTo>
                <a:lnTo>
                  <a:pt x="23758" y="14320"/>
                </a:lnTo>
                <a:lnTo>
                  <a:pt x="21972" y="18631"/>
                </a:lnTo>
                <a:lnTo>
                  <a:pt x="20413" y="20413"/>
                </a:lnTo>
                <a:lnTo>
                  <a:pt x="18631" y="21972"/>
                </a:lnTo>
                <a:lnTo>
                  <a:pt x="14320" y="23758"/>
                </a:lnTo>
                <a:lnTo>
                  <a:pt x="11958" y="23916"/>
                </a:lnTo>
                <a:lnTo>
                  <a:pt x="9595" y="23758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1022" name="Shape 1022"/>
          <p:cNvSpPr/>
          <p:nvPr/>
        </p:nvSpPr>
        <p:spPr>
          <a:xfrm>
            <a:off x="5212176" y="2010191"/>
            <a:ext cx="24128" cy="24128"/>
          </a:xfrm>
          <a:custGeom>
            <a:avLst/>
            <a:gdLst/>
            <a:ahLst/>
            <a:cxnLst/>
            <a:rect l="0" t="0" r="r" b="b"/>
            <a:pathLst>
              <a:path w="24128" h="24128">
                <a:moveTo>
                  <a:pt x="9681" y="23969"/>
                </a:moveTo>
                <a:lnTo>
                  <a:pt x="5331" y="22168"/>
                </a:lnTo>
                <a:lnTo>
                  <a:pt x="3533" y="20595"/>
                </a:lnTo>
                <a:lnTo>
                  <a:pt x="1960" y="18797"/>
                </a:lnTo>
                <a:lnTo>
                  <a:pt x="158" y="14447"/>
                </a:lnTo>
                <a:lnTo>
                  <a:pt x="0" y="12064"/>
                </a:lnTo>
                <a:lnTo>
                  <a:pt x="158" y="9681"/>
                </a:lnTo>
                <a:lnTo>
                  <a:pt x="1960" y="5331"/>
                </a:lnTo>
                <a:lnTo>
                  <a:pt x="3533" y="3533"/>
                </a:lnTo>
                <a:lnTo>
                  <a:pt x="5331" y="1960"/>
                </a:lnTo>
                <a:lnTo>
                  <a:pt x="9681" y="158"/>
                </a:lnTo>
                <a:lnTo>
                  <a:pt x="12064" y="0"/>
                </a:lnTo>
                <a:lnTo>
                  <a:pt x="14447" y="158"/>
                </a:lnTo>
                <a:lnTo>
                  <a:pt x="18797" y="1960"/>
                </a:lnTo>
                <a:lnTo>
                  <a:pt x="20595" y="3533"/>
                </a:lnTo>
                <a:lnTo>
                  <a:pt x="22168" y="5331"/>
                </a:lnTo>
                <a:lnTo>
                  <a:pt x="23969" y="9681"/>
                </a:lnTo>
                <a:lnTo>
                  <a:pt x="24128" y="12064"/>
                </a:lnTo>
                <a:lnTo>
                  <a:pt x="23969" y="14447"/>
                </a:lnTo>
                <a:lnTo>
                  <a:pt x="22168" y="18797"/>
                </a:lnTo>
                <a:lnTo>
                  <a:pt x="20595" y="20595"/>
                </a:lnTo>
                <a:lnTo>
                  <a:pt x="18797" y="22168"/>
                </a:lnTo>
                <a:lnTo>
                  <a:pt x="14447" y="23969"/>
                </a:lnTo>
                <a:lnTo>
                  <a:pt x="12064" y="24128"/>
                </a:lnTo>
                <a:lnTo>
                  <a:pt x="9681" y="23969"/>
                </a:lnTo>
                <a:close/>
              </a:path>
            </a:pathLst>
          </a:custGeom>
          <a:solidFill>
            <a:srgbClr val="7ED182"/>
          </a:solidFill>
          <a:ln>
            <a:noFill/>
          </a:ln>
        </p:spPr>
      </p:sp>
      <p:sp>
        <p:nvSpPr>
          <p:cNvPr id="1023" name="Shape 1023"/>
          <p:cNvSpPr/>
          <p:nvPr/>
        </p:nvSpPr>
        <p:spPr>
          <a:xfrm>
            <a:off x="5227598" y="2018990"/>
            <a:ext cx="24331" cy="24331"/>
          </a:xfrm>
          <a:custGeom>
            <a:avLst/>
            <a:gdLst/>
            <a:ahLst/>
            <a:cxnLst/>
            <a:rect l="0" t="0" r="r" b="b"/>
            <a:pathLst>
              <a:path w="24331" h="24331">
                <a:moveTo>
                  <a:pt x="9762" y="24171"/>
                </a:moveTo>
                <a:lnTo>
                  <a:pt x="5376" y="22354"/>
                </a:lnTo>
                <a:lnTo>
                  <a:pt x="3563" y="20768"/>
                </a:lnTo>
                <a:lnTo>
                  <a:pt x="1977" y="18955"/>
                </a:lnTo>
                <a:lnTo>
                  <a:pt x="160" y="14569"/>
                </a:lnTo>
                <a:lnTo>
                  <a:pt x="0" y="12165"/>
                </a:lnTo>
                <a:lnTo>
                  <a:pt x="160" y="9762"/>
                </a:lnTo>
                <a:lnTo>
                  <a:pt x="1977" y="5376"/>
                </a:lnTo>
                <a:lnTo>
                  <a:pt x="3563" y="3563"/>
                </a:lnTo>
                <a:lnTo>
                  <a:pt x="5376" y="1977"/>
                </a:lnTo>
                <a:lnTo>
                  <a:pt x="9762" y="160"/>
                </a:lnTo>
                <a:lnTo>
                  <a:pt x="12165" y="0"/>
                </a:lnTo>
                <a:lnTo>
                  <a:pt x="14569" y="160"/>
                </a:lnTo>
                <a:lnTo>
                  <a:pt x="18955" y="1977"/>
                </a:lnTo>
                <a:lnTo>
                  <a:pt x="20768" y="3563"/>
                </a:lnTo>
                <a:lnTo>
                  <a:pt x="22354" y="5376"/>
                </a:lnTo>
                <a:lnTo>
                  <a:pt x="24171" y="9762"/>
                </a:lnTo>
                <a:lnTo>
                  <a:pt x="24331" y="12165"/>
                </a:lnTo>
                <a:lnTo>
                  <a:pt x="24171" y="14569"/>
                </a:lnTo>
                <a:lnTo>
                  <a:pt x="22354" y="18955"/>
                </a:lnTo>
                <a:lnTo>
                  <a:pt x="20768" y="20768"/>
                </a:lnTo>
                <a:lnTo>
                  <a:pt x="18955" y="22354"/>
                </a:lnTo>
                <a:lnTo>
                  <a:pt x="14569" y="24171"/>
                </a:lnTo>
                <a:lnTo>
                  <a:pt x="12165" y="24331"/>
                </a:lnTo>
                <a:lnTo>
                  <a:pt x="9762" y="24171"/>
                </a:lnTo>
                <a:close/>
              </a:path>
            </a:pathLst>
          </a:custGeom>
          <a:solidFill>
            <a:srgbClr val="7DD081"/>
          </a:solidFill>
          <a:ln>
            <a:noFill/>
          </a:ln>
        </p:spPr>
      </p:sp>
      <p:sp>
        <p:nvSpPr>
          <p:cNvPr id="1024" name="Shape 1024"/>
          <p:cNvSpPr/>
          <p:nvPr/>
        </p:nvSpPr>
        <p:spPr>
          <a:xfrm>
            <a:off x="5238942" y="2025468"/>
            <a:ext cx="24457" cy="24457"/>
          </a:xfrm>
          <a:custGeom>
            <a:avLst/>
            <a:gdLst/>
            <a:ahLst/>
            <a:cxnLst/>
            <a:rect l="0" t="0" r="r" b="b"/>
            <a:pathLst>
              <a:path w="24457" h="24457">
                <a:moveTo>
                  <a:pt x="9813" y="24296"/>
                </a:moveTo>
                <a:lnTo>
                  <a:pt x="5403" y="22470"/>
                </a:lnTo>
                <a:lnTo>
                  <a:pt x="3581" y="20875"/>
                </a:lnTo>
                <a:lnTo>
                  <a:pt x="1987" y="19053"/>
                </a:lnTo>
                <a:lnTo>
                  <a:pt x="161" y="14644"/>
                </a:lnTo>
                <a:lnTo>
                  <a:pt x="0" y="12228"/>
                </a:lnTo>
                <a:lnTo>
                  <a:pt x="161" y="9813"/>
                </a:lnTo>
                <a:lnTo>
                  <a:pt x="1987" y="5403"/>
                </a:lnTo>
                <a:lnTo>
                  <a:pt x="3581" y="3581"/>
                </a:lnTo>
                <a:lnTo>
                  <a:pt x="5403" y="1987"/>
                </a:lnTo>
                <a:lnTo>
                  <a:pt x="9813" y="161"/>
                </a:lnTo>
                <a:lnTo>
                  <a:pt x="12228" y="0"/>
                </a:lnTo>
                <a:lnTo>
                  <a:pt x="14644" y="161"/>
                </a:lnTo>
                <a:lnTo>
                  <a:pt x="19053" y="1987"/>
                </a:lnTo>
                <a:lnTo>
                  <a:pt x="20875" y="3581"/>
                </a:lnTo>
                <a:lnTo>
                  <a:pt x="22470" y="5403"/>
                </a:lnTo>
                <a:lnTo>
                  <a:pt x="24296" y="9813"/>
                </a:lnTo>
                <a:lnTo>
                  <a:pt x="24457" y="12228"/>
                </a:lnTo>
                <a:lnTo>
                  <a:pt x="24296" y="14644"/>
                </a:lnTo>
                <a:lnTo>
                  <a:pt x="22470" y="19053"/>
                </a:lnTo>
                <a:lnTo>
                  <a:pt x="20875" y="20875"/>
                </a:lnTo>
                <a:lnTo>
                  <a:pt x="19053" y="22470"/>
                </a:lnTo>
                <a:lnTo>
                  <a:pt x="14644" y="24296"/>
                </a:lnTo>
                <a:lnTo>
                  <a:pt x="12228" y="24457"/>
                </a:lnTo>
                <a:lnTo>
                  <a:pt x="9813" y="2429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025" name="Shape 1025"/>
          <p:cNvSpPr/>
          <p:nvPr/>
        </p:nvSpPr>
        <p:spPr>
          <a:xfrm>
            <a:off x="5251265" y="2032509"/>
            <a:ext cx="24573" cy="24573"/>
          </a:xfrm>
          <a:custGeom>
            <a:avLst/>
            <a:gdLst/>
            <a:ahLst/>
            <a:cxnLst/>
            <a:rect l="0" t="0" r="r" b="b"/>
            <a:pathLst>
              <a:path w="24573" h="24573">
                <a:moveTo>
                  <a:pt x="9859" y="24411"/>
                </a:moveTo>
                <a:lnTo>
                  <a:pt x="5429" y="22576"/>
                </a:lnTo>
                <a:lnTo>
                  <a:pt x="3598" y="20974"/>
                </a:lnTo>
                <a:lnTo>
                  <a:pt x="1996" y="19143"/>
                </a:lnTo>
                <a:lnTo>
                  <a:pt x="161" y="14713"/>
                </a:lnTo>
                <a:lnTo>
                  <a:pt x="0" y="12286"/>
                </a:lnTo>
                <a:lnTo>
                  <a:pt x="161" y="9859"/>
                </a:lnTo>
                <a:lnTo>
                  <a:pt x="1996" y="5429"/>
                </a:lnTo>
                <a:lnTo>
                  <a:pt x="3598" y="3598"/>
                </a:lnTo>
                <a:lnTo>
                  <a:pt x="5429" y="1996"/>
                </a:lnTo>
                <a:lnTo>
                  <a:pt x="9859" y="161"/>
                </a:lnTo>
                <a:lnTo>
                  <a:pt x="12286" y="0"/>
                </a:lnTo>
                <a:lnTo>
                  <a:pt x="14713" y="161"/>
                </a:lnTo>
                <a:lnTo>
                  <a:pt x="19143" y="1996"/>
                </a:lnTo>
                <a:lnTo>
                  <a:pt x="20974" y="3598"/>
                </a:lnTo>
                <a:lnTo>
                  <a:pt x="22576" y="5429"/>
                </a:lnTo>
                <a:lnTo>
                  <a:pt x="24411" y="9859"/>
                </a:lnTo>
                <a:lnTo>
                  <a:pt x="24573" y="12286"/>
                </a:lnTo>
                <a:lnTo>
                  <a:pt x="24411" y="14713"/>
                </a:lnTo>
                <a:lnTo>
                  <a:pt x="22576" y="19143"/>
                </a:lnTo>
                <a:lnTo>
                  <a:pt x="20974" y="20974"/>
                </a:lnTo>
                <a:lnTo>
                  <a:pt x="19143" y="22576"/>
                </a:lnTo>
                <a:lnTo>
                  <a:pt x="14713" y="24411"/>
                </a:lnTo>
                <a:lnTo>
                  <a:pt x="12286" y="24573"/>
                </a:lnTo>
                <a:lnTo>
                  <a:pt x="9859" y="2441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026" name="Shape 1026"/>
          <p:cNvSpPr/>
          <p:nvPr/>
        </p:nvSpPr>
        <p:spPr>
          <a:xfrm>
            <a:off x="5271878" y="2044298"/>
            <a:ext cx="24716" cy="24716"/>
          </a:xfrm>
          <a:custGeom>
            <a:avLst/>
            <a:gdLst/>
            <a:ahLst/>
            <a:cxnLst/>
            <a:rect l="0" t="0" r="r" b="b"/>
            <a:pathLst>
              <a:path w="24716" h="24716">
                <a:moveTo>
                  <a:pt x="9916" y="24553"/>
                </a:moveTo>
                <a:lnTo>
                  <a:pt x="5461" y="22708"/>
                </a:lnTo>
                <a:lnTo>
                  <a:pt x="3619" y="21096"/>
                </a:lnTo>
                <a:lnTo>
                  <a:pt x="2008" y="19255"/>
                </a:lnTo>
                <a:lnTo>
                  <a:pt x="162" y="14799"/>
                </a:lnTo>
                <a:lnTo>
                  <a:pt x="0" y="12358"/>
                </a:lnTo>
                <a:lnTo>
                  <a:pt x="162" y="9916"/>
                </a:lnTo>
                <a:lnTo>
                  <a:pt x="2008" y="5461"/>
                </a:lnTo>
                <a:lnTo>
                  <a:pt x="3619" y="3619"/>
                </a:lnTo>
                <a:lnTo>
                  <a:pt x="5461" y="2008"/>
                </a:lnTo>
                <a:lnTo>
                  <a:pt x="9916" y="162"/>
                </a:lnTo>
                <a:lnTo>
                  <a:pt x="12358" y="0"/>
                </a:lnTo>
                <a:lnTo>
                  <a:pt x="14799" y="162"/>
                </a:lnTo>
                <a:lnTo>
                  <a:pt x="19255" y="2008"/>
                </a:lnTo>
                <a:lnTo>
                  <a:pt x="21096" y="3619"/>
                </a:lnTo>
                <a:lnTo>
                  <a:pt x="22708" y="5461"/>
                </a:lnTo>
                <a:lnTo>
                  <a:pt x="24553" y="9916"/>
                </a:lnTo>
                <a:lnTo>
                  <a:pt x="24716" y="12358"/>
                </a:lnTo>
                <a:lnTo>
                  <a:pt x="24553" y="14799"/>
                </a:lnTo>
                <a:lnTo>
                  <a:pt x="22708" y="19255"/>
                </a:lnTo>
                <a:lnTo>
                  <a:pt x="21096" y="21096"/>
                </a:lnTo>
                <a:lnTo>
                  <a:pt x="19255" y="22708"/>
                </a:lnTo>
                <a:lnTo>
                  <a:pt x="14799" y="24553"/>
                </a:lnTo>
                <a:lnTo>
                  <a:pt x="12358" y="24716"/>
                </a:lnTo>
                <a:lnTo>
                  <a:pt x="9916" y="2455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027" name="Shape 1027"/>
          <p:cNvSpPr/>
          <p:nvPr/>
        </p:nvSpPr>
        <p:spPr>
          <a:xfrm>
            <a:off x="5295557" y="2057857"/>
            <a:ext cx="24800" cy="24800"/>
          </a:xfrm>
          <a:custGeom>
            <a:avLst/>
            <a:gdLst/>
            <a:ahLst/>
            <a:cxnLst/>
            <a:rect l="0" t="0" r="r" b="b"/>
            <a:pathLst>
              <a:path w="24800" h="24800">
                <a:moveTo>
                  <a:pt x="9950" y="24636"/>
                </a:moveTo>
                <a:lnTo>
                  <a:pt x="5479" y="22784"/>
                </a:lnTo>
                <a:lnTo>
                  <a:pt x="3631" y="21168"/>
                </a:lnTo>
                <a:lnTo>
                  <a:pt x="2015" y="19320"/>
                </a:lnTo>
                <a:lnTo>
                  <a:pt x="163" y="14849"/>
                </a:lnTo>
                <a:lnTo>
                  <a:pt x="0" y="12400"/>
                </a:lnTo>
                <a:lnTo>
                  <a:pt x="163" y="9950"/>
                </a:lnTo>
                <a:lnTo>
                  <a:pt x="2015" y="5479"/>
                </a:lnTo>
                <a:lnTo>
                  <a:pt x="3631" y="3631"/>
                </a:lnTo>
                <a:lnTo>
                  <a:pt x="5479" y="2015"/>
                </a:lnTo>
                <a:lnTo>
                  <a:pt x="9950" y="163"/>
                </a:lnTo>
                <a:lnTo>
                  <a:pt x="12400" y="0"/>
                </a:lnTo>
                <a:lnTo>
                  <a:pt x="14849" y="163"/>
                </a:lnTo>
                <a:lnTo>
                  <a:pt x="19320" y="2015"/>
                </a:lnTo>
                <a:lnTo>
                  <a:pt x="21168" y="3631"/>
                </a:lnTo>
                <a:lnTo>
                  <a:pt x="22784" y="5479"/>
                </a:lnTo>
                <a:lnTo>
                  <a:pt x="24636" y="9950"/>
                </a:lnTo>
                <a:lnTo>
                  <a:pt x="24800" y="12400"/>
                </a:lnTo>
                <a:lnTo>
                  <a:pt x="24636" y="14849"/>
                </a:lnTo>
                <a:lnTo>
                  <a:pt x="22784" y="19320"/>
                </a:lnTo>
                <a:lnTo>
                  <a:pt x="21168" y="21168"/>
                </a:lnTo>
                <a:lnTo>
                  <a:pt x="19320" y="22784"/>
                </a:lnTo>
                <a:lnTo>
                  <a:pt x="14849" y="24636"/>
                </a:lnTo>
                <a:lnTo>
                  <a:pt x="12400" y="24800"/>
                </a:lnTo>
                <a:lnTo>
                  <a:pt x="9950" y="24636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028" name="Shape 1028"/>
          <p:cNvSpPr/>
          <p:nvPr/>
        </p:nvSpPr>
        <p:spPr>
          <a:xfrm>
            <a:off x="5313398" y="2068085"/>
            <a:ext cx="24808" cy="24808"/>
          </a:xfrm>
          <a:custGeom>
            <a:avLst/>
            <a:gdLst/>
            <a:ahLst/>
            <a:cxnLst/>
            <a:rect l="0" t="0" r="r" b="b"/>
            <a:pathLst>
              <a:path w="24808" h="24808">
                <a:moveTo>
                  <a:pt x="9953" y="24645"/>
                </a:moveTo>
                <a:lnTo>
                  <a:pt x="5481" y="22792"/>
                </a:lnTo>
                <a:lnTo>
                  <a:pt x="3633" y="21175"/>
                </a:lnTo>
                <a:lnTo>
                  <a:pt x="2015" y="19327"/>
                </a:lnTo>
                <a:lnTo>
                  <a:pt x="163" y="14854"/>
                </a:lnTo>
                <a:lnTo>
                  <a:pt x="0" y="12404"/>
                </a:lnTo>
                <a:lnTo>
                  <a:pt x="163" y="9953"/>
                </a:lnTo>
                <a:lnTo>
                  <a:pt x="2015" y="5481"/>
                </a:lnTo>
                <a:lnTo>
                  <a:pt x="3633" y="3633"/>
                </a:lnTo>
                <a:lnTo>
                  <a:pt x="5481" y="2015"/>
                </a:lnTo>
                <a:lnTo>
                  <a:pt x="9953" y="163"/>
                </a:lnTo>
                <a:lnTo>
                  <a:pt x="12404" y="0"/>
                </a:lnTo>
                <a:lnTo>
                  <a:pt x="14854" y="163"/>
                </a:lnTo>
                <a:lnTo>
                  <a:pt x="19327" y="2015"/>
                </a:lnTo>
                <a:lnTo>
                  <a:pt x="21175" y="3633"/>
                </a:lnTo>
                <a:lnTo>
                  <a:pt x="22792" y="5481"/>
                </a:lnTo>
                <a:lnTo>
                  <a:pt x="24645" y="9953"/>
                </a:lnTo>
                <a:lnTo>
                  <a:pt x="24808" y="12404"/>
                </a:lnTo>
                <a:lnTo>
                  <a:pt x="24645" y="14854"/>
                </a:lnTo>
                <a:lnTo>
                  <a:pt x="22792" y="19327"/>
                </a:lnTo>
                <a:lnTo>
                  <a:pt x="21175" y="21175"/>
                </a:lnTo>
                <a:lnTo>
                  <a:pt x="19327" y="22792"/>
                </a:lnTo>
                <a:lnTo>
                  <a:pt x="14854" y="24645"/>
                </a:lnTo>
                <a:lnTo>
                  <a:pt x="12404" y="24808"/>
                </a:lnTo>
                <a:lnTo>
                  <a:pt x="9953" y="24645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029" name="Shape 1029"/>
          <p:cNvSpPr/>
          <p:nvPr/>
        </p:nvSpPr>
        <p:spPr>
          <a:xfrm>
            <a:off x="5343926" y="2085601"/>
            <a:ext cx="24747" cy="24747"/>
          </a:xfrm>
          <a:custGeom>
            <a:avLst/>
            <a:gdLst/>
            <a:ahLst/>
            <a:cxnLst/>
            <a:rect l="0" t="0" r="r" b="b"/>
            <a:pathLst>
              <a:path w="24747" h="24747">
                <a:moveTo>
                  <a:pt x="9929" y="24584"/>
                </a:moveTo>
                <a:lnTo>
                  <a:pt x="5467" y="22736"/>
                </a:lnTo>
                <a:lnTo>
                  <a:pt x="3624" y="21123"/>
                </a:lnTo>
                <a:lnTo>
                  <a:pt x="2010" y="19279"/>
                </a:lnTo>
                <a:lnTo>
                  <a:pt x="162" y="14818"/>
                </a:lnTo>
                <a:lnTo>
                  <a:pt x="0" y="12373"/>
                </a:lnTo>
                <a:lnTo>
                  <a:pt x="162" y="9929"/>
                </a:lnTo>
                <a:lnTo>
                  <a:pt x="2010" y="5467"/>
                </a:lnTo>
                <a:lnTo>
                  <a:pt x="3624" y="3624"/>
                </a:lnTo>
                <a:lnTo>
                  <a:pt x="5467" y="2010"/>
                </a:lnTo>
                <a:lnTo>
                  <a:pt x="9929" y="162"/>
                </a:lnTo>
                <a:lnTo>
                  <a:pt x="12373" y="0"/>
                </a:lnTo>
                <a:lnTo>
                  <a:pt x="14818" y="162"/>
                </a:lnTo>
                <a:lnTo>
                  <a:pt x="19279" y="2010"/>
                </a:lnTo>
                <a:lnTo>
                  <a:pt x="21123" y="3624"/>
                </a:lnTo>
                <a:lnTo>
                  <a:pt x="22736" y="5467"/>
                </a:lnTo>
                <a:lnTo>
                  <a:pt x="24584" y="9929"/>
                </a:lnTo>
                <a:lnTo>
                  <a:pt x="24747" y="12373"/>
                </a:lnTo>
                <a:lnTo>
                  <a:pt x="24584" y="14818"/>
                </a:lnTo>
                <a:lnTo>
                  <a:pt x="22736" y="19279"/>
                </a:lnTo>
                <a:lnTo>
                  <a:pt x="21123" y="21123"/>
                </a:lnTo>
                <a:lnTo>
                  <a:pt x="19279" y="22736"/>
                </a:lnTo>
                <a:lnTo>
                  <a:pt x="14818" y="24584"/>
                </a:lnTo>
                <a:lnTo>
                  <a:pt x="12373" y="24747"/>
                </a:lnTo>
                <a:lnTo>
                  <a:pt x="9929" y="2458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030" name="Shape 1030"/>
          <p:cNvSpPr/>
          <p:nvPr/>
        </p:nvSpPr>
        <p:spPr>
          <a:xfrm>
            <a:off x="5379165" y="2105456"/>
            <a:ext cx="26386" cy="26386"/>
          </a:xfrm>
          <a:custGeom>
            <a:avLst/>
            <a:gdLst/>
            <a:ahLst/>
            <a:cxnLst/>
            <a:rect l="0" t="0" r="r" b="b"/>
            <a:pathLst>
              <a:path w="26386" h="26386">
                <a:moveTo>
                  <a:pt x="10587" y="26213"/>
                </a:moveTo>
                <a:lnTo>
                  <a:pt x="5830" y="24242"/>
                </a:lnTo>
                <a:lnTo>
                  <a:pt x="3864" y="22522"/>
                </a:lnTo>
                <a:lnTo>
                  <a:pt x="2144" y="20556"/>
                </a:lnTo>
                <a:lnTo>
                  <a:pt x="173" y="15799"/>
                </a:lnTo>
                <a:lnTo>
                  <a:pt x="0" y="13193"/>
                </a:lnTo>
                <a:lnTo>
                  <a:pt x="173" y="10587"/>
                </a:lnTo>
                <a:lnTo>
                  <a:pt x="2144" y="5830"/>
                </a:lnTo>
                <a:lnTo>
                  <a:pt x="3864" y="3864"/>
                </a:lnTo>
                <a:lnTo>
                  <a:pt x="5830" y="2144"/>
                </a:lnTo>
                <a:lnTo>
                  <a:pt x="10587" y="173"/>
                </a:lnTo>
                <a:lnTo>
                  <a:pt x="13193" y="0"/>
                </a:lnTo>
                <a:lnTo>
                  <a:pt x="15799" y="173"/>
                </a:lnTo>
                <a:lnTo>
                  <a:pt x="20556" y="2144"/>
                </a:lnTo>
                <a:lnTo>
                  <a:pt x="22522" y="3864"/>
                </a:lnTo>
                <a:lnTo>
                  <a:pt x="24242" y="5830"/>
                </a:lnTo>
                <a:lnTo>
                  <a:pt x="26213" y="10587"/>
                </a:lnTo>
                <a:lnTo>
                  <a:pt x="26386" y="13193"/>
                </a:lnTo>
                <a:lnTo>
                  <a:pt x="26213" y="15799"/>
                </a:lnTo>
                <a:lnTo>
                  <a:pt x="24242" y="20556"/>
                </a:lnTo>
                <a:lnTo>
                  <a:pt x="22522" y="22522"/>
                </a:lnTo>
                <a:lnTo>
                  <a:pt x="20556" y="24242"/>
                </a:lnTo>
                <a:lnTo>
                  <a:pt x="15799" y="26213"/>
                </a:lnTo>
                <a:lnTo>
                  <a:pt x="13193" y="26386"/>
                </a:lnTo>
                <a:lnTo>
                  <a:pt x="10587" y="26213"/>
                </a:lnTo>
                <a:close/>
              </a:path>
            </a:pathLst>
          </a:custGeom>
          <a:solidFill>
            <a:srgbClr val="71CA77"/>
          </a:solidFill>
          <a:ln>
            <a:noFill/>
          </a:ln>
        </p:spPr>
      </p:sp>
      <p:sp>
        <p:nvSpPr>
          <p:cNvPr id="1031" name="Shape 1031"/>
          <p:cNvSpPr/>
          <p:nvPr/>
        </p:nvSpPr>
        <p:spPr>
          <a:xfrm>
            <a:off x="5407146" y="2121521"/>
            <a:ext cx="26284" cy="26284"/>
          </a:xfrm>
          <a:custGeom>
            <a:avLst/>
            <a:gdLst/>
            <a:ahLst/>
            <a:cxnLst/>
            <a:rect l="0" t="0" r="r" b="b"/>
            <a:pathLst>
              <a:path w="26284" h="26284">
                <a:moveTo>
                  <a:pt x="10545" y="26111"/>
                </a:moveTo>
                <a:lnTo>
                  <a:pt x="5807" y="24148"/>
                </a:lnTo>
                <a:lnTo>
                  <a:pt x="3849" y="22435"/>
                </a:lnTo>
                <a:lnTo>
                  <a:pt x="2135" y="20476"/>
                </a:lnTo>
                <a:lnTo>
                  <a:pt x="173" y="15738"/>
                </a:lnTo>
                <a:lnTo>
                  <a:pt x="0" y="13142"/>
                </a:lnTo>
                <a:lnTo>
                  <a:pt x="173" y="10545"/>
                </a:lnTo>
                <a:lnTo>
                  <a:pt x="2135" y="5807"/>
                </a:lnTo>
                <a:lnTo>
                  <a:pt x="3849" y="3849"/>
                </a:lnTo>
                <a:lnTo>
                  <a:pt x="5807" y="2135"/>
                </a:lnTo>
                <a:lnTo>
                  <a:pt x="10545" y="173"/>
                </a:lnTo>
                <a:lnTo>
                  <a:pt x="13142" y="0"/>
                </a:lnTo>
                <a:lnTo>
                  <a:pt x="15738" y="173"/>
                </a:lnTo>
                <a:lnTo>
                  <a:pt x="20476" y="2135"/>
                </a:lnTo>
                <a:lnTo>
                  <a:pt x="22435" y="3849"/>
                </a:lnTo>
                <a:lnTo>
                  <a:pt x="24148" y="5807"/>
                </a:lnTo>
                <a:lnTo>
                  <a:pt x="26111" y="10545"/>
                </a:lnTo>
                <a:lnTo>
                  <a:pt x="26284" y="13142"/>
                </a:lnTo>
                <a:lnTo>
                  <a:pt x="26111" y="15738"/>
                </a:lnTo>
                <a:lnTo>
                  <a:pt x="24148" y="20476"/>
                </a:lnTo>
                <a:lnTo>
                  <a:pt x="22435" y="22435"/>
                </a:lnTo>
                <a:lnTo>
                  <a:pt x="20476" y="24148"/>
                </a:lnTo>
                <a:lnTo>
                  <a:pt x="15738" y="26111"/>
                </a:lnTo>
                <a:lnTo>
                  <a:pt x="13142" y="26284"/>
                </a:lnTo>
                <a:lnTo>
                  <a:pt x="10545" y="26111"/>
                </a:lnTo>
                <a:close/>
              </a:path>
            </a:pathLst>
          </a:custGeom>
          <a:solidFill>
            <a:srgbClr val="72CA78"/>
          </a:solidFill>
          <a:ln>
            <a:noFill/>
          </a:ln>
        </p:spPr>
      </p:sp>
      <p:sp>
        <p:nvSpPr>
          <p:cNvPr id="1032" name="Shape 1032"/>
          <p:cNvSpPr/>
          <p:nvPr/>
        </p:nvSpPr>
        <p:spPr>
          <a:xfrm>
            <a:off x="5456634" y="2149935"/>
            <a:ext cx="26110" cy="26110"/>
          </a:xfrm>
          <a:custGeom>
            <a:avLst/>
            <a:gdLst/>
            <a:ahLst/>
            <a:cxnLst/>
            <a:rect l="0" t="0" r="r" b="b"/>
            <a:pathLst>
              <a:path w="26110" h="26110">
                <a:moveTo>
                  <a:pt x="10476" y="25938"/>
                </a:moveTo>
                <a:lnTo>
                  <a:pt x="5769" y="23988"/>
                </a:lnTo>
                <a:lnTo>
                  <a:pt x="3823" y="22286"/>
                </a:lnTo>
                <a:lnTo>
                  <a:pt x="2121" y="20341"/>
                </a:lnTo>
                <a:lnTo>
                  <a:pt x="171" y="15634"/>
                </a:lnTo>
                <a:lnTo>
                  <a:pt x="0" y="13055"/>
                </a:lnTo>
                <a:lnTo>
                  <a:pt x="171" y="10476"/>
                </a:lnTo>
                <a:lnTo>
                  <a:pt x="2121" y="5769"/>
                </a:lnTo>
                <a:lnTo>
                  <a:pt x="3823" y="3823"/>
                </a:lnTo>
                <a:lnTo>
                  <a:pt x="5769" y="2121"/>
                </a:lnTo>
                <a:lnTo>
                  <a:pt x="10476" y="171"/>
                </a:lnTo>
                <a:lnTo>
                  <a:pt x="13055" y="0"/>
                </a:lnTo>
                <a:lnTo>
                  <a:pt x="15634" y="171"/>
                </a:lnTo>
                <a:lnTo>
                  <a:pt x="20341" y="2121"/>
                </a:lnTo>
                <a:lnTo>
                  <a:pt x="22286" y="3823"/>
                </a:lnTo>
                <a:lnTo>
                  <a:pt x="23988" y="5769"/>
                </a:lnTo>
                <a:lnTo>
                  <a:pt x="25938" y="10476"/>
                </a:lnTo>
                <a:lnTo>
                  <a:pt x="26110" y="13055"/>
                </a:lnTo>
                <a:lnTo>
                  <a:pt x="25938" y="15634"/>
                </a:lnTo>
                <a:lnTo>
                  <a:pt x="23988" y="20341"/>
                </a:lnTo>
                <a:lnTo>
                  <a:pt x="22286" y="22286"/>
                </a:lnTo>
                <a:lnTo>
                  <a:pt x="20341" y="23988"/>
                </a:lnTo>
                <a:lnTo>
                  <a:pt x="15634" y="25938"/>
                </a:lnTo>
                <a:lnTo>
                  <a:pt x="13055" y="26110"/>
                </a:lnTo>
                <a:lnTo>
                  <a:pt x="10476" y="25938"/>
                </a:lnTo>
                <a:close/>
              </a:path>
            </a:pathLst>
          </a:custGeom>
          <a:solidFill>
            <a:srgbClr val="73CB79"/>
          </a:solidFill>
          <a:ln>
            <a:noFill/>
          </a:ln>
        </p:spPr>
      </p:sp>
      <p:sp>
        <p:nvSpPr>
          <p:cNvPr id="1033" name="Shape 1033"/>
          <p:cNvSpPr/>
          <p:nvPr/>
        </p:nvSpPr>
        <p:spPr>
          <a:xfrm>
            <a:off x="5511826" y="2178972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34" name="Shape 1034"/>
          <p:cNvSpPr/>
          <p:nvPr/>
        </p:nvSpPr>
        <p:spPr>
          <a:xfrm>
            <a:off x="5567894" y="2213798"/>
            <a:ext cx="25790" cy="25790"/>
          </a:xfrm>
          <a:custGeom>
            <a:avLst/>
            <a:gdLst/>
            <a:ahLst/>
            <a:cxnLst/>
            <a:rect l="0" t="0" r="r" b="b"/>
            <a:pathLst>
              <a:path w="25790" h="25790">
                <a:moveTo>
                  <a:pt x="10347" y="25620"/>
                </a:moveTo>
                <a:lnTo>
                  <a:pt x="5698" y="23694"/>
                </a:lnTo>
                <a:lnTo>
                  <a:pt x="3776" y="22013"/>
                </a:lnTo>
                <a:lnTo>
                  <a:pt x="2095" y="20091"/>
                </a:lnTo>
                <a:lnTo>
                  <a:pt x="169" y="15442"/>
                </a:lnTo>
                <a:lnTo>
                  <a:pt x="0" y="12895"/>
                </a:lnTo>
                <a:lnTo>
                  <a:pt x="169" y="10347"/>
                </a:lnTo>
                <a:lnTo>
                  <a:pt x="2095" y="5698"/>
                </a:lnTo>
                <a:lnTo>
                  <a:pt x="3776" y="3776"/>
                </a:lnTo>
                <a:lnTo>
                  <a:pt x="5698" y="2095"/>
                </a:lnTo>
                <a:lnTo>
                  <a:pt x="10347" y="169"/>
                </a:lnTo>
                <a:lnTo>
                  <a:pt x="12895" y="0"/>
                </a:lnTo>
                <a:lnTo>
                  <a:pt x="15442" y="169"/>
                </a:lnTo>
                <a:lnTo>
                  <a:pt x="20091" y="2095"/>
                </a:lnTo>
                <a:lnTo>
                  <a:pt x="22013" y="3776"/>
                </a:lnTo>
                <a:lnTo>
                  <a:pt x="23694" y="5698"/>
                </a:lnTo>
                <a:lnTo>
                  <a:pt x="25620" y="10347"/>
                </a:lnTo>
                <a:lnTo>
                  <a:pt x="25790" y="12895"/>
                </a:lnTo>
                <a:lnTo>
                  <a:pt x="25620" y="15442"/>
                </a:lnTo>
                <a:lnTo>
                  <a:pt x="23694" y="20091"/>
                </a:lnTo>
                <a:lnTo>
                  <a:pt x="22013" y="22013"/>
                </a:lnTo>
                <a:lnTo>
                  <a:pt x="20091" y="23694"/>
                </a:lnTo>
                <a:lnTo>
                  <a:pt x="15442" y="25620"/>
                </a:lnTo>
                <a:lnTo>
                  <a:pt x="12895" y="25790"/>
                </a:lnTo>
                <a:lnTo>
                  <a:pt x="10347" y="25620"/>
                </a:lnTo>
                <a:close/>
              </a:path>
            </a:pathLst>
          </a:custGeom>
          <a:solidFill>
            <a:srgbClr val="75CC7A"/>
          </a:solidFill>
          <a:ln>
            <a:noFill/>
          </a:ln>
        </p:spPr>
      </p:sp>
      <p:sp>
        <p:nvSpPr>
          <p:cNvPr id="1035" name="Shape 1035"/>
          <p:cNvSpPr/>
          <p:nvPr/>
        </p:nvSpPr>
        <p:spPr>
          <a:xfrm>
            <a:off x="5620944" y="224153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36" name="Shape 1036"/>
          <p:cNvSpPr/>
          <p:nvPr/>
        </p:nvSpPr>
        <p:spPr>
          <a:xfrm>
            <a:off x="5734856" y="2306880"/>
            <a:ext cx="38199" cy="38199"/>
          </a:xfrm>
          <a:custGeom>
            <a:avLst/>
            <a:gdLst/>
            <a:ahLst/>
            <a:cxnLst/>
            <a:rect l="0" t="0" r="r" b="b"/>
            <a:pathLst>
              <a:path w="38199" h="38199">
                <a:moveTo>
                  <a:pt x="15326" y="37948"/>
                </a:moveTo>
                <a:lnTo>
                  <a:pt x="8440" y="35095"/>
                </a:lnTo>
                <a:lnTo>
                  <a:pt x="5594" y="32605"/>
                </a:lnTo>
                <a:lnTo>
                  <a:pt x="3104" y="29759"/>
                </a:lnTo>
                <a:lnTo>
                  <a:pt x="251" y="22872"/>
                </a:lnTo>
                <a:lnTo>
                  <a:pt x="0" y="19099"/>
                </a:lnTo>
                <a:lnTo>
                  <a:pt x="251" y="15326"/>
                </a:lnTo>
                <a:lnTo>
                  <a:pt x="3104" y="8440"/>
                </a:lnTo>
                <a:lnTo>
                  <a:pt x="5594" y="5594"/>
                </a:lnTo>
                <a:lnTo>
                  <a:pt x="8440" y="3104"/>
                </a:lnTo>
                <a:lnTo>
                  <a:pt x="15326" y="251"/>
                </a:lnTo>
                <a:lnTo>
                  <a:pt x="19099" y="0"/>
                </a:lnTo>
                <a:lnTo>
                  <a:pt x="22872" y="251"/>
                </a:lnTo>
                <a:lnTo>
                  <a:pt x="29759" y="3104"/>
                </a:lnTo>
                <a:lnTo>
                  <a:pt x="32605" y="5594"/>
                </a:lnTo>
                <a:lnTo>
                  <a:pt x="35095" y="8440"/>
                </a:lnTo>
                <a:lnTo>
                  <a:pt x="37948" y="15326"/>
                </a:lnTo>
                <a:lnTo>
                  <a:pt x="38199" y="19099"/>
                </a:lnTo>
                <a:lnTo>
                  <a:pt x="37948" y="22872"/>
                </a:lnTo>
                <a:lnTo>
                  <a:pt x="35095" y="29759"/>
                </a:lnTo>
                <a:lnTo>
                  <a:pt x="32605" y="32605"/>
                </a:lnTo>
                <a:lnTo>
                  <a:pt x="29759" y="35095"/>
                </a:lnTo>
                <a:lnTo>
                  <a:pt x="22872" y="37948"/>
                </a:lnTo>
                <a:lnTo>
                  <a:pt x="19099" y="38199"/>
                </a:lnTo>
                <a:lnTo>
                  <a:pt x="15326" y="37948"/>
                </a:lnTo>
                <a:close/>
              </a:path>
            </a:pathLst>
          </a:custGeom>
          <a:solidFill>
            <a:srgbClr val="1B9A34"/>
          </a:solidFill>
          <a:ln>
            <a:noFill/>
          </a:ln>
        </p:spPr>
      </p:sp>
      <p:sp>
        <p:nvSpPr>
          <p:cNvPr id="1037" name="Shape 1037"/>
          <p:cNvSpPr/>
          <p:nvPr/>
        </p:nvSpPr>
        <p:spPr>
          <a:xfrm>
            <a:off x="5004870" y="1963485"/>
            <a:ext cx="22050" cy="22050"/>
          </a:xfrm>
          <a:custGeom>
            <a:avLst/>
            <a:gdLst/>
            <a:ahLst/>
            <a:cxnLst/>
            <a:rect l="0" t="0" r="r" b="b"/>
            <a:pathLst>
              <a:path w="22050" h="22050">
                <a:moveTo>
                  <a:pt x="8847" y="21905"/>
                </a:moveTo>
                <a:lnTo>
                  <a:pt x="4871" y="20258"/>
                </a:lnTo>
                <a:lnTo>
                  <a:pt x="3229" y="18821"/>
                </a:lnTo>
                <a:lnTo>
                  <a:pt x="1791" y="17178"/>
                </a:lnTo>
                <a:lnTo>
                  <a:pt x="145" y="13203"/>
                </a:lnTo>
                <a:lnTo>
                  <a:pt x="0" y="11025"/>
                </a:lnTo>
                <a:lnTo>
                  <a:pt x="145" y="8847"/>
                </a:lnTo>
                <a:lnTo>
                  <a:pt x="1791" y="4871"/>
                </a:lnTo>
                <a:lnTo>
                  <a:pt x="3229" y="3229"/>
                </a:lnTo>
                <a:lnTo>
                  <a:pt x="4871" y="1791"/>
                </a:lnTo>
                <a:lnTo>
                  <a:pt x="8847" y="145"/>
                </a:lnTo>
                <a:lnTo>
                  <a:pt x="11025" y="0"/>
                </a:lnTo>
                <a:lnTo>
                  <a:pt x="13203" y="145"/>
                </a:lnTo>
                <a:lnTo>
                  <a:pt x="17178" y="1791"/>
                </a:lnTo>
                <a:lnTo>
                  <a:pt x="18821" y="3229"/>
                </a:lnTo>
                <a:lnTo>
                  <a:pt x="20258" y="4871"/>
                </a:lnTo>
                <a:lnTo>
                  <a:pt x="21905" y="8847"/>
                </a:lnTo>
                <a:lnTo>
                  <a:pt x="22050" y="11025"/>
                </a:lnTo>
                <a:lnTo>
                  <a:pt x="21905" y="13203"/>
                </a:lnTo>
                <a:lnTo>
                  <a:pt x="20258" y="17178"/>
                </a:lnTo>
                <a:lnTo>
                  <a:pt x="18821" y="18821"/>
                </a:lnTo>
                <a:lnTo>
                  <a:pt x="17178" y="20258"/>
                </a:lnTo>
                <a:lnTo>
                  <a:pt x="13203" y="21905"/>
                </a:lnTo>
                <a:lnTo>
                  <a:pt x="11025" y="22050"/>
                </a:lnTo>
                <a:lnTo>
                  <a:pt x="8847" y="2190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038" name="Shape 1038"/>
          <p:cNvSpPr/>
          <p:nvPr/>
        </p:nvSpPr>
        <p:spPr>
          <a:xfrm>
            <a:off x="5006925" y="1967449"/>
            <a:ext cx="22296" cy="22296"/>
          </a:xfrm>
          <a:custGeom>
            <a:avLst/>
            <a:gdLst/>
            <a:ahLst/>
            <a:cxnLst/>
            <a:rect l="0" t="0" r="r" b="b"/>
            <a:pathLst>
              <a:path w="22296" h="22296">
                <a:moveTo>
                  <a:pt x="8945" y="22149"/>
                </a:moveTo>
                <a:lnTo>
                  <a:pt x="4926" y="20484"/>
                </a:lnTo>
                <a:lnTo>
                  <a:pt x="3265" y="19031"/>
                </a:lnTo>
                <a:lnTo>
                  <a:pt x="1811" y="17370"/>
                </a:lnTo>
                <a:lnTo>
                  <a:pt x="146" y="13350"/>
                </a:lnTo>
                <a:lnTo>
                  <a:pt x="0" y="11148"/>
                </a:lnTo>
                <a:lnTo>
                  <a:pt x="146" y="8945"/>
                </a:lnTo>
                <a:lnTo>
                  <a:pt x="1811" y="4926"/>
                </a:lnTo>
                <a:lnTo>
                  <a:pt x="3265" y="3265"/>
                </a:lnTo>
                <a:lnTo>
                  <a:pt x="4926" y="1811"/>
                </a:lnTo>
                <a:lnTo>
                  <a:pt x="8945" y="146"/>
                </a:lnTo>
                <a:lnTo>
                  <a:pt x="11148" y="0"/>
                </a:lnTo>
                <a:lnTo>
                  <a:pt x="13350" y="146"/>
                </a:lnTo>
                <a:lnTo>
                  <a:pt x="17370" y="1811"/>
                </a:lnTo>
                <a:lnTo>
                  <a:pt x="19031" y="3265"/>
                </a:lnTo>
                <a:lnTo>
                  <a:pt x="20484" y="4926"/>
                </a:lnTo>
                <a:lnTo>
                  <a:pt x="22149" y="8945"/>
                </a:lnTo>
                <a:lnTo>
                  <a:pt x="22296" y="11148"/>
                </a:lnTo>
                <a:lnTo>
                  <a:pt x="22149" y="13350"/>
                </a:lnTo>
                <a:lnTo>
                  <a:pt x="20484" y="17370"/>
                </a:lnTo>
                <a:lnTo>
                  <a:pt x="19031" y="19031"/>
                </a:lnTo>
                <a:lnTo>
                  <a:pt x="17370" y="20484"/>
                </a:lnTo>
                <a:lnTo>
                  <a:pt x="13350" y="22149"/>
                </a:lnTo>
                <a:lnTo>
                  <a:pt x="11148" y="22296"/>
                </a:lnTo>
                <a:lnTo>
                  <a:pt x="8945" y="2214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039" name="Shape 1039"/>
          <p:cNvSpPr/>
          <p:nvPr/>
        </p:nvSpPr>
        <p:spPr>
          <a:xfrm>
            <a:off x="5008394" y="1970277"/>
            <a:ext cx="22457" cy="22457"/>
          </a:xfrm>
          <a:custGeom>
            <a:avLst/>
            <a:gdLst/>
            <a:ahLst/>
            <a:cxnLst/>
            <a:rect l="0" t="0" r="r" b="b"/>
            <a:pathLst>
              <a:path w="22457" h="22457">
                <a:moveTo>
                  <a:pt x="9010" y="22309"/>
                </a:moveTo>
                <a:lnTo>
                  <a:pt x="4961" y="20632"/>
                </a:lnTo>
                <a:lnTo>
                  <a:pt x="3288" y="19168"/>
                </a:lnTo>
                <a:lnTo>
                  <a:pt x="1824" y="17495"/>
                </a:lnTo>
                <a:lnTo>
                  <a:pt x="147" y="13446"/>
                </a:lnTo>
                <a:lnTo>
                  <a:pt x="0" y="11228"/>
                </a:lnTo>
                <a:lnTo>
                  <a:pt x="147" y="9010"/>
                </a:lnTo>
                <a:lnTo>
                  <a:pt x="1824" y="4961"/>
                </a:lnTo>
                <a:lnTo>
                  <a:pt x="3288" y="3288"/>
                </a:lnTo>
                <a:lnTo>
                  <a:pt x="4961" y="1824"/>
                </a:lnTo>
                <a:lnTo>
                  <a:pt x="9010" y="147"/>
                </a:lnTo>
                <a:lnTo>
                  <a:pt x="11228" y="0"/>
                </a:lnTo>
                <a:lnTo>
                  <a:pt x="13446" y="147"/>
                </a:lnTo>
                <a:lnTo>
                  <a:pt x="17495" y="1824"/>
                </a:lnTo>
                <a:lnTo>
                  <a:pt x="19168" y="3288"/>
                </a:lnTo>
                <a:lnTo>
                  <a:pt x="20632" y="4961"/>
                </a:lnTo>
                <a:lnTo>
                  <a:pt x="22309" y="9010"/>
                </a:lnTo>
                <a:lnTo>
                  <a:pt x="22457" y="11228"/>
                </a:lnTo>
                <a:lnTo>
                  <a:pt x="22309" y="13446"/>
                </a:lnTo>
                <a:lnTo>
                  <a:pt x="20632" y="17495"/>
                </a:lnTo>
                <a:lnTo>
                  <a:pt x="19168" y="19168"/>
                </a:lnTo>
                <a:lnTo>
                  <a:pt x="17495" y="20632"/>
                </a:lnTo>
                <a:lnTo>
                  <a:pt x="13446" y="22309"/>
                </a:lnTo>
                <a:lnTo>
                  <a:pt x="11228" y="22457"/>
                </a:lnTo>
                <a:lnTo>
                  <a:pt x="9010" y="22309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040" name="Shape 1040"/>
          <p:cNvSpPr/>
          <p:nvPr/>
        </p:nvSpPr>
        <p:spPr>
          <a:xfrm>
            <a:off x="5009951" y="1973267"/>
            <a:ext cx="22617" cy="22617"/>
          </a:xfrm>
          <a:custGeom>
            <a:avLst/>
            <a:gdLst/>
            <a:ahLst/>
            <a:cxnLst/>
            <a:rect l="0" t="0" r="r" b="b"/>
            <a:pathLst>
              <a:path w="22617" h="22617">
                <a:moveTo>
                  <a:pt x="9074" y="22468"/>
                </a:moveTo>
                <a:lnTo>
                  <a:pt x="4997" y="20779"/>
                </a:lnTo>
                <a:lnTo>
                  <a:pt x="3312" y="19304"/>
                </a:lnTo>
                <a:lnTo>
                  <a:pt x="1837" y="17619"/>
                </a:lnTo>
                <a:lnTo>
                  <a:pt x="148" y="13542"/>
                </a:lnTo>
                <a:lnTo>
                  <a:pt x="0" y="11308"/>
                </a:lnTo>
                <a:lnTo>
                  <a:pt x="148" y="9074"/>
                </a:lnTo>
                <a:lnTo>
                  <a:pt x="1837" y="4997"/>
                </a:lnTo>
                <a:lnTo>
                  <a:pt x="3312" y="3312"/>
                </a:lnTo>
                <a:lnTo>
                  <a:pt x="4997" y="1837"/>
                </a:lnTo>
                <a:lnTo>
                  <a:pt x="9074" y="148"/>
                </a:lnTo>
                <a:lnTo>
                  <a:pt x="11308" y="0"/>
                </a:lnTo>
                <a:lnTo>
                  <a:pt x="13542" y="148"/>
                </a:lnTo>
                <a:lnTo>
                  <a:pt x="17619" y="1837"/>
                </a:lnTo>
                <a:lnTo>
                  <a:pt x="19304" y="3312"/>
                </a:lnTo>
                <a:lnTo>
                  <a:pt x="20779" y="4997"/>
                </a:lnTo>
                <a:lnTo>
                  <a:pt x="22468" y="9074"/>
                </a:lnTo>
                <a:lnTo>
                  <a:pt x="22617" y="11308"/>
                </a:lnTo>
                <a:lnTo>
                  <a:pt x="22468" y="13542"/>
                </a:lnTo>
                <a:lnTo>
                  <a:pt x="20779" y="17619"/>
                </a:lnTo>
                <a:lnTo>
                  <a:pt x="19304" y="19304"/>
                </a:lnTo>
                <a:lnTo>
                  <a:pt x="17619" y="20779"/>
                </a:lnTo>
                <a:lnTo>
                  <a:pt x="13542" y="22468"/>
                </a:lnTo>
                <a:lnTo>
                  <a:pt x="11308" y="22617"/>
                </a:lnTo>
                <a:lnTo>
                  <a:pt x="9074" y="22468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041" name="Shape 1041"/>
          <p:cNvSpPr/>
          <p:nvPr/>
        </p:nvSpPr>
        <p:spPr>
          <a:xfrm>
            <a:off x="5012466" y="1978090"/>
            <a:ext cx="22853" cy="22853"/>
          </a:xfrm>
          <a:custGeom>
            <a:avLst/>
            <a:gdLst/>
            <a:ahLst/>
            <a:cxnLst/>
            <a:rect l="0" t="0" r="r" b="b"/>
            <a:pathLst>
              <a:path w="22853" h="22853">
                <a:moveTo>
                  <a:pt x="9169" y="22702"/>
                </a:moveTo>
                <a:lnTo>
                  <a:pt x="5049" y="20996"/>
                </a:lnTo>
                <a:lnTo>
                  <a:pt x="3346" y="19506"/>
                </a:lnTo>
                <a:lnTo>
                  <a:pt x="1857" y="17803"/>
                </a:lnTo>
                <a:lnTo>
                  <a:pt x="150" y="13683"/>
                </a:lnTo>
                <a:lnTo>
                  <a:pt x="0" y="11426"/>
                </a:lnTo>
                <a:lnTo>
                  <a:pt x="150" y="9169"/>
                </a:lnTo>
                <a:lnTo>
                  <a:pt x="1857" y="5049"/>
                </a:lnTo>
                <a:lnTo>
                  <a:pt x="3346" y="3346"/>
                </a:lnTo>
                <a:lnTo>
                  <a:pt x="5049" y="1857"/>
                </a:lnTo>
                <a:lnTo>
                  <a:pt x="9169" y="150"/>
                </a:lnTo>
                <a:lnTo>
                  <a:pt x="11426" y="0"/>
                </a:lnTo>
                <a:lnTo>
                  <a:pt x="13683" y="150"/>
                </a:lnTo>
                <a:lnTo>
                  <a:pt x="17803" y="1857"/>
                </a:lnTo>
                <a:lnTo>
                  <a:pt x="19506" y="3346"/>
                </a:lnTo>
                <a:lnTo>
                  <a:pt x="20996" y="5049"/>
                </a:lnTo>
                <a:lnTo>
                  <a:pt x="22702" y="9169"/>
                </a:lnTo>
                <a:lnTo>
                  <a:pt x="22853" y="11426"/>
                </a:lnTo>
                <a:lnTo>
                  <a:pt x="22702" y="13683"/>
                </a:lnTo>
                <a:lnTo>
                  <a:pt x="20996" y="17803"/>
                </a:lnTo>
                <a:lnTo>
                  <a:pt x="19506" y="19506"/>
                </a:lnTo>
                <a:lnTo>
                  <a:pt x="17803" y="20996"/>
                </a:lnTo>
                <a:lnTo>
                  <a:pt x="13683" y="22702"/>
                </a:lnTo>
                <a:lnTo>
                  <a:pt x="11426" y="22853"/>
                </a:lnTo>
                <a:lnTo>
                  <a:pt x="9169" y="22702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042" name="Shape 1042"/>
          <p:cNvSpPr/>
          <p:nvPr/>
        </p:nvSpPr>
        <p:spPr>
          <a:xfrm>
            <a:off x="5015224" y="1983365"/>
            <a:ext cx="23084" cy="23084"/>
          </a:xfrm>
          <a:custGeom>
            <a:avLst/>
            <a:gdLst/>
            <a:ahLst/>
            <a:cxnLst/>
            <a:rect l="0" t="0" r="r" b="b"/>
            <a:pathLst>
              <a:path w="23084" h="23084">
                <a:moveTo>
                  <a:pt x="9262" y="22932"/>
                </a:moveTo>
                <a:lnTo>
                  <a:pt x="5100" y="21208"/>
                </a:lnTo>
                <a:lnTo>
                  <a:pt x="3380" y="19704"/>
                </a:lnTo>
                <a:lnTo>
                  <a:pt x="1875" y="17984"/>
                </a:lnTo>
                <a:lnTo>
                  <a:pt x="152" y="13822"/>
                </a:lnTo>
                <a:lnTo>
                  <a:pt x="0" y="11542"/>
                </a:lnTo>
                <a:lnTo>
                  <a:pt x="152" y="9262"/>
                </a:lnTo>
                <a:lnTo>
                  <a:pt x="1875" y="5100"/>
                </a:lnTo>
                <a:lnTo>
                  <a:pt x="3380" y="3380"/>
                </a:lnTo>
                <a:lnTo>
                  <a:pt x="5100" y="1875"/>
                </a:lnTo>
                <a:lnTo>
                  <a:pt x="9262" y="152"/>
                </a:lnTo>
                <a:lnTo>
                  <a:pt x="11542" y="0"/>
                </a:lnTo>
                <a:lnTo>
                  <a:pt x="13822" y="152"/>
                </a:lnTo>
                <a:lnTo>
                  <a:pt x="17984" y="1875"/>
                </a:lnTo>
                <a:lnTo>
                  <a:pt x="19704" y="3380"/>
                </a:lnTo>
                <a:lnTo>
                  <a:pt x="21208" y="5100"/>
                </a:lnTo>
                <a:lnTo>
                  <a:pt x="22932" y="9262"/>
                </a:lnTo>
                <a:lnTo>
                  <a:pt x="23084" y="11542"/>
                </a:lnTo>
                <a:lnTo>
                  <a:pt x="22932" y="13822"/>
                </a:lnTo>
                <a:lnTo>
                  <a:pt x="21208" y="17984"/>
                </a:lnTo>
                <a:lnTo>
                  <a:pt x="19704" y="19704"/>
                </a:lnTo>
                <a:lnTo>
                  <a:pt x="17984" y="21208"/>
                </a:lnTo>
                <a:lnTo>
                  <a:pt x="13822" y="22932"/>
                </a:lnTo>
                <a:lnTo>
                  <a:pt x="11542" y="23084"/>
                </a:lnTo>
                <a:lnTo>
                  <a:pt x="9262" y="22932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043" name="Shape 1043"/>
          <p:cNvSpPr/>
          <p:nvPr/>
        </p:nvSpPr>
        <p:spPr>
          <a:xfrm>
            <a:off x="5017214" y="1987166"/>
            <a:ext cx="23235" cy="23235"/>
          </a:xfrm>
          <a:custGeom>
            <a:avLst/>
            <a:gdLst/>
            <a:ahLst/>
            <a:cxnLst/>
            <a:rect l="0" t="0" r="r" b="b"/>
            <a:pathLst>
              <a:path w="23235" h="23235">
                <a:moveTo>
                  <a:pt x="9322" y="23082"/>
                </a:moveTo>
                <a:lnTo>
                  <a:pt x="5133" y="21347"/>
                </a:lnTo>
                <a:lnTo>
                  <a:pt x="3402" y="19832"/>
                </a:lnTo>
                <a:lnTo>
                  <a:pt x="1888" y="18101"/>
                </a:lnTo>
                <a:lnTo>
                  <a:pt x="153" y="13912"/>
                </a:lnTo>
                <a:lnTo>
                  <a:pt x="0" y="11617"/>
                </a:lnTo>
                <a:lnTo>
                  <a:pt x="153" y="9322"/>
                </a:lnTo>
                <a:lnTo>
                  <a:pt x="1888" y="5133"/>
                </a:lnTo>
                <a:lnTo>
                  <a:pt x="3402" y="3402"/>
                </a:lnTo>
                <a:lnTo>
                  <a:pt x="5133" y="1888"/>
                </a:lnTo>
                <a:lnTo>
                  <a:pt x="9322" y="153"/>
                </a:lnTo>
                <a:lnTo>
                  <a:pt x="11617" y="0"/>
                </a:lnTo>
                <a:lnTo>
                  <a:pt x="13912" y="153"/>
                </a:lnTo>
                <a:lnTo>
                  <a:pt x="18101" y="1888"/>
                </a:lnTo>
                <a:lnTo>
                  <a:pt x="19832" y="3402"/>
                </a:lnTo>
                <a:lnTo>
                  <a:pt x="21347" y="5133"/>
                </a:lnTo>
                <a:lnTo>
                  <a:pt x="23082" y="9322"/>
                </a:lnTo>
                <a:lnTo>
                  <a:pt x="23235" y="11617"/>
                </a:lnTo>
                <a:lnTo>
                  <a:pt x="23082" y="13912"/>
                </a:lnTo>
                <a:lnTo>
                  <a:pt x="21347" y="18101"/>
                </a:lnTo>
                <a:lnTo>
                  <a:pt x="19832" y="19832"/>
                </a:lnTo>
                <a:lnTo>
                  <a:pt x="18101" y="21347"/>
                </a:lnTo>
                <a:lnTo>
                  <a:pt x="13912" y="23082"/>
                </a:lnTo>
                <a:lnTo>
                  <a:pt x="11617" y="23235"/>
                </a:lnTo>
                <a:lnTo>
                  <a:pt x="9322" y="2308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044" name="Shape 1044"/>
          <p:cNvSpPr/>
          <p:nvPr/>
        </p:nvSpPr>
        <p:spPr>
          <a:xfrm>
            <a:off x="5020457" y="1993347"/>
            <a:ext cx="23456" cy="23456"/>
          </a:xfrm>
          <a:custGeom>
            <a:avLst/>
            <a:gdLst/>
            <a:ahLst/>
            <a:cxnLst/>
            <a:rect l="0" t="0" r="r" b="b"/>
            <a:pathLst>
              <a:path w="23456" h="23456">
                <a:moveTo>
                  <a:pt x="9411" y="23302"/>
                </a:moveTo>
                <a:lnTo>
                  <a:pt x="5182" y="21550"/>
                </a:lnTo>
                <a:lnTo>
                  <a:pt x="3435" y="20021"/>
                </a:lnTo>
                <a:lnTo>
                  <a:pt x="1906" y="18274"/>
                </a:lnTo>
                <a:lnTo>
                  <a:pt x="154" y="14045"/>
                </a:lnTo>
                <a:lnTo>
                  <a:pt x="0" y="11728"/>
                </a:lnTo>
                <a:lnTo>
                  <a:pt x="154" y="9411"/>
                </a:lnTo>
                <a:lnTo>
                  <a:pt x="1906" y="5182"/>
                </a:lnTo>
                <a:lnTo>
                  <a:pt x="3435" y="3435"/>
                </a:lnTo>
                <a:lnTo>
                  <a:pt x="5182" y="1906"/>
                </a:lnTo>
                <a:lnTo>
                  <a:pt x="9411" y="154"/>
                </a:lnTo>
                <a:lnTo>
                  <a:pt x="11728" y="0"/>
                </a:lnTo>
                <a:lnTo>
                  <a:pt x="14045" y="154"/>
                </a:lnTo>
                <a:lnTo>
                  <a:pt x="18274" y="1906"/>
                </a:lnTo>
                <a:lnTo>
                  <a:pt x="20021" y="3435"/>
                </a:lnTo>
                <a:lnTo>
                  <a:pt x="21550" y="5182"/>
                </a:lnTo>
                <a:lnTo>
                  <a:pt x="23302" y="9411"/>
                </a:lnTo>
                <a:lnTo>
                  <a:pt x="23456" y="11728"/>
                </a:lnTo>
                <a:lnTo>
                  <a:pt x="23302" y="14045"/>
                </a:lnTo>
                <a:lnTo>
                  <a:pt x="21550" y="18274"/>
                </a:lnTo>
                <a:lnTo>
                  <a:pt x="20021" y="20021"/>
                </a:lnTo>
                <a:lnTo>
                  <a:pt x="18274" y="21550"/>
                </a:lnTo>
                <a:lnTo>
                  <a:pt x="14045" y="23302"/>
                </a:lnTo>
                <a:lnTo>
                  <a:pt x="11728" y="23456"/>
                </a:lnTo>
                <a:lnTo>
                  <a:pt x="9411" y="23302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045" name="Shape 1045"/>
          <p:cNvSpPr/>
          <p:nvPr/>
        </p:nvSpPr>
        <p:spPr>
          <a:xfrm>
            <a:off x="5024050" y="2000183"/>
            <a:ext cx="23672" cy="23672"/>
          </a:xfrm>
          <a:custGeom>
            <a:avLst/>
            <a:gdLst/>
            <a:ahLst/>
            <a:cxnLst/>
            <a:rect l="0" t="0" r="r" b="b"/>
            <a:pathLst>
              <a:path w="23672" h="23672">
                <a:moveTo>
                  <a:pt x="9497" y="23516"/>
                </a:moveTo>
                <a:lnTo>
                  <a:pt x="5230" y="21748"/>
                </a:lnTo>
                <a:lnTo>
                  <a:pt x="3466" y="20205"/>
                </a:lnTo>
                <a:lnTo>
                  <a:pt x="1923" y="18441"/>
                </a:lnTo>
                <a:lnTo>
                  <a:pt x="155" y="14174"/>
                </a:lnTo>
                <a:lnTo>
                  <a:pt x="0" y="11836"/>
                </a:lnTo>
                <a:lnTo>
                  <a:pt x="155" y="9497"/>
                </a:lnTo>
                <a:lnTo>
                  <a:pt x="1923" y="5230"/>
                </a:lnTo>
                <a:lnTo>
                  <a:pt x="3466" y="3466"/>
                </a:lnTo>
                <a:lnTo>
                  <a:pt x="5230" y="1923"/>
                </a:lnTo>
                <a:lnTo>
                  <a:pt x="9497" y="155"/>
                </a:lnTo>
                <a:lnTo>
                  <a:pt x="11836" y="0"/>
                </a:lnTo>
                <a:lnTo>
                  <a:pt x="14174" y="155"/>
                </a:lnTo>
                <a:lnTo>
                  <a:pt x="18441" y="1923"/>
                </a:lnTo>
                <a:lnTo>
                  <a:pt x="20205" y="3466"/>
                </a:lnTo>
                <a:lnTo>
                  <a:pt x="21748" y="5230"/>
                </a:lnTo>
                <a:lnTo>
                  <a:pt x="23516" y="9497"/>
                </a:lnTo>
                <a:lnTo>
                  <a:pt x="23672" y="11836"/>
                </a:lnTo>
                <a:lnTo>
                  <a:pt x="23516" y="14174"/>
                </a:lnTo>
                <a:lnTo>
                  <a:pt x="21748" y="18441"/>
                </a:lnTo>
                <a:lnTo>
                  <a:pt x="20205" y="20205"/>
                </a:lnTo>
                <a:lnTo>
                  <a:pt x="18441" y="21748"/>
                </a:lnTo>
                <a:lnTo>
                  <a:pt x="14174" y="23516"/>
                </a:lnTo>
                <a:lnTo>
                  <a:pt x="11836" y="23672"/>
                </a:lnTo>
                <a:lnTo>
                  <a:pt x="9497" y="23516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1046" name="Shape 1046"/>
          <p:cNvSpPr/>
          <p:nvPr/>
        </p:nvSpPr>
        <p:spPr>
          <a:xfrm>
            <a:off x="5026670" y="2005158"/>
            <a:ext cx="23809" cy="23809"/>
          </a:xfrm>
          <a:custGeom>
            <a:avLst/>
            <a:gdLst/>
            <a:ahLst/>
            <a:cxnLst/>
            <a:rect l="0" t="0" r="r" b="b"/>
            <a:pathLst>
              <a:path w="23809" h="23809">
                <a:moveTo>
                  <a:pt x="9552" y="23652"/>
                </a:moveTo>
                <a:lnTo>
                  <a:pt x="5260" y="21874"/>
                </a:lnTo>
                <a:lnTo>
                  <a:pt x="3486" y="20322"/>
                </a:lnTo>
                <a:lnTo>
                  <a:pt x="1934" y="18548"/>
                </a:lnTo>
                <a:lnTo>
                  <a:pt x="156" y="14256"/>
                </a:lnTo>
                <a:lnTo>
                  <a:pt x="0" y="11904"/>
                </a:lnTo>
                <a:lnTo>
                  <a:pt x="156" y="9552"/>
                </a:lnTo>
                <a:lnTo>
                  <a:pt x="1934" y="5260"/>
                </a:lnTo>
                <a:lnTo>
                  <a:pt x="3486" y="3486"/>
                </a:lnTo>
                <a:lnTo>
                  <a:pt x="5260" y="1934"/>
                </a:lnTo>
                <a:lnTo>
                  <a:pt x="9552" y="156"/>
                </a:lnTo>
                <a:lnTo>
                  <a:pt x="11904" y="0"/>
                </a:lnTo>
                <a:lnTo>
                  <a:pt x="14256" y="156"/>
                </a:lnTo>
                <a:lnTo>
                  <a:pt x="18548" y="1934"/>
                </a:lnTo>
                <a:lnTo>
                  <a:pt x="20322" y="3486"/>
                </a:lnTo>
                <a:lnTo>
                  <a:pt x="21874" y="5260"/>
                </a:lnTo>
                <a:lnTo>
                  <a:pt x="23652" y="9552"/>
                </a:lnTo>
                <a:lnTo>
                  <a:pt x="23809" y="11904"/>
                </a:lnTo>
                <a:lnTo>
                  <a:pt x="23652" y="14256"/>
                </a:lnTo>
                <a:lnTo>
                  <a:pt x="21874" y="18548"/>
                </a:lnTo>
                <a:lnTo>
                  <a:pt x="20322" y="20322"/>
                </a:lnTo>
                <a:lnTo>
                  <a:pt x="18548" y="21874"/>
                </a:lnTo>
                <a:lnTo>
                  <a:pt x="14256" y="23652"/>
                </a:lnTo>
                <a:lnTo>
                  <a:pt x="11904" y="23809"/>
                </a:lnTo>
                <a:lnTo>
                  <a:pt x="9552" y="2365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047" name="Shape 1047"/>
          <p:cNvSpPr/>
          <p:nvPr/>
        </p:nvSpPr>
        <p:spPr>
          <a:xfrm>
            <a:off x="5030985" y="2013343"/>
            <a:ext cx="24007" cy="24007"/>
          </a:xfrm>
          <a:custGeom>
            <a:avLst/>
            <a:gdLst/>
            <a:ahLst/>
            <a:cxnLst/>
            <a:rect l="0" t="0" r="r" b="b"/>
            <a:pathLst>
              <a:path w="24007" h="24007">
                <a:moveTo>
                  <a:pt x="9632" y="23849"/>
                </a:moveTo>
                <a:lnTo>
                  <a:pt x="5304" y="22056"/>
                </a:lnTo>
                <a:lnTo>
                  <a:pt x="3515" y="20491"/>
                </a:lnTo>
                <a:lnTo>
                  <a:pt x="1950" y="18702"/>
                </a:lnTo>
                <a:lnTo>
                  <a:pt x="158" y="14374"/>
                </a:lnTo>
                <a:lnTo>
                  <a:pt x="0" y="12003"/>
                </a:lnTo>
                <a:lnTo>
                  <a:pt x="158" y="9632"/>
                </a:lnTo>
                <a:lnTo>
                  <a:pt x="1950" y="5304"/>
                </a:lnTo>
                <a:lnTo>
                  <a:pt x="3515" y="3515"/>
                </a:lnTo>
                <a:lnTo>
                  <a:pt x="5304" y="1950"/>
                </a:lnTo>
                <a:lnTo>
                  <a:pt x="9632" y="158"/>
                </a:lnTo>
                <a:lnTo>
                  <a:pt x="12003" y="0"/>
                </a:lnTo>
                <a:lnTo>
                  <a:pt x="14374" y="158"/>
                </a:lnTo>
                <a:lnTo>
                  <a:pt x="18702" y="1950"/>
                </a:lnTo>
                <a:lnTo>
                  <a:pt x="20491" y="3515"/>
                </a:lnTo>
                <a:lnTo>
                  <a:pt x="22056" y="5304"/>
                </a:lnTo>
                <a:lnTo>
                  <a:pt x="23849" y="9632"/>
                </a:lnTo>
                <a:lnTo>
                  <a:pt x="24007" y="12003"/>
                </a:lnTo>
                <a:lnTo>
                  <a:pt x="23849" y="14374"/>
                </a:lnTo>
                <a:lnTo>
                  <a:pt x="22056" y="18702"/>
                </a:lnTo>
                <a:lnTo>
                  <a:pt x="20491" y="20491"/>
                </a:lnTo>
                <a:lnTo>
                  <a:pt x="18702" y="22056"/>
                </a:lnTo>
                <a:lnTo>
                  <a:pt x="14374" y="23849"/>
                </a:lnTo>
                <a:lnTo>
                  <a:pt x="12003" y="24007"/>
                </a:lnTo>
                <a:lnTo>
                  <a:pt x="9632" y="23849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1048" name="Shape 1048"/>
          <p:cNvSpPr/>
          <p:nvPr/>
        </p:nvSpPr>
        <p:spPr>
          <a:xfrm>
            <a:off x="5035840" y="2022531"/>
            <a:ext cx="24189" cy="24189"/>
          </a:xfrm>
          <a:custGeom>
            <a:avLst/>
            <a:gdLst/>
            <a:ahLst/>
            <a:cxnLst/>
            <a:rect l="0" t="0" r="r" b="b"/>
            <a:pathLst>
              <a:path w="24189" h="24189">
                <a:moveTo>
                  <a:pt x="9705" y="24030"/>
                </a:moveTo>
                <a:lnTo>
                  <a:pt x="5344" y="22224"/>
                </a:lnTo>
                <a:lnTo>
                  <a:pt x="3542" y="20647"/>
                </a:lnTo>
                <a:lnTo>
                  <a:pt x="1965" y="18845"/>
                </a:lnTo>
                <a:lnTo>
                  <a:pt x="159" y="14484"/>
                </a:lnTo>
                <a:lnTo>
                  <a:pt x="0" y="12094"/>
                </a:lnTo>
                <a:lnTo>
                  <a:pt x="159" y="9705"/>
                </a:lnTo>
                <a:lnTo>
                  <a:pt x="1965" y="5344"/>
                </a:lnTo>
                <a:lnTo>
                  <a:pt x="3542" y="3542"/>
                </a:lnTo>
                <a:lnTo>
                  <a:pt x="5344" y="1965"/>
                </a:lnTo>
                <a:lnTo>
                  <a:pt x="9705" y="159"/>
                </a:lnTo>
                <a:lnTo>
                  <a:pt x="12094" y="0"/>
                </a:lnTo>
                <a:lnTo>
                  <a:pt x="14484" y="159"/>
                </a:lnTo>
                <a:lnTo>
                  <a:pt x="18845" y="1965"/>
                </a:lnTo>
                <a:lnTo>
                  <a:pt x="20647" y="3542"/>
                </a:lnTo>
                <a:lnTo>
                  <a:pt x="22224" y="5344"/>
                </a:lnTo>
                <a:lnTo>
                  <a:pt x="24030" y="9705"/>
                </a:lnTo>
                <a:lnTo>
                  <a:pt x="24189" y="12094"/>
                </a:lnTo>
                <a:lnTo>
                  <a:pt x="24030" y="14484"/>
                </a:lnTo>
                <a:lnTo>
                  <a:pt x="22224" y="18845"/>
                </a:lnTo>
                <a:lnTo>
                  <a:pt x="20647" y="20647"/>
                </a:lnTo>
                <a:lnTo>
                  <a:pt x="18845" y="22224"/>
                </a:lnTo>
                <a:lnTo>
                  <a:pt x="14484" y="24030"/>
                </a:lnTo>
                <a:lnTo>
                  <a:pt x="12094" y="24189"/>
                </a:lnTo>
                <a:lnTo>
                  <a:pt x="9705" y="24030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1049" name="Shape 1049"/>
          <p:cNvSpPr/>
          <p:nvPr/>
        </p:nvSpPr>
        <p:spPr>
          <a:xfrm>
            <a:off x="5039426" y="2029310"/>
            <a:ext cx="24300" cy="24300"/>
          </a:xfrm>
          <a:custGeom>
            <a:avLst/>
            <a:gdLst/>
            <a:ahLst/>
            <a:cxnLst/>
            <a:rect l="0" t="0" r="r" b="b"/>
            <a:pathLst>
              <a:path w="24300" h="24300">
                <a:moveTo>
                  <a:pt x="9750" y="24140"/>
                </a:moveTo>
                <a:lnTo>
                  <a:pt x="5369" y="22326"/>
                </a:lnTo>
                <a:lnTo>
                  <a:pt x="3558" y="20741"/>
                </a:lnTo>
                <a:lnTo>
                  <a:pt x="1974" y="18931"/>
                </a:lnTo>
                <a:lnTo>
                  <a:pt x="160" y="14550"/>
                </a:lnTo>
                <a:lnTo>
                  <a:pt x="0" y="12150"/>
                </a:lnTo>
                <a:lnTo>
                  <a:pt x="160" y="9750"/>
                </a:lnTo>
                <a:lnTo>
                  <a:pt x="1974" y="5369"/>
                </a:lnTo>
                <a:lnTo>
                  <a:pt x="3558" y="3558"/>
                </a:lnTo>
                <a:lnTo>
                  <a:pt x="5369" y="1974"/>
                </a:lnTo>
                <a:lnTo>
                  <a:pt x="9750" y="160"/>
                </a:lnTo>
                <a:lnTo>
                  <a:pt x="12150" y="0"/>
                </a:lnTo>
                <a:lnTo>
                  <a:pt x="14550" y="160"/>
                </a:lnTo>
                <a:lnTo>
                  <a:pt x="18931" y="1974"/>
                </a:lnTo>
                <a:lnTo>
                  <a:pt x="20741" y="3558"/>
                </a:lnTo>
                <a:lnTo>
                  <a:pt x="22326" y="5369"/>
                </a:lnTo>
                <a:lnTo>
                  <a:pt x="24140" y="9750"/>
                </a:lnTo>
                <a:lnTo>
                  <a:pt x="24300" y="12150"/>
                </a:lnTo>
                <a:lnTo>
                  <a:pt x="24140" y="14550"/>
                </a:lnTo>
                <a:lnTo>
                  <a:pt x="22326" y="18931"/>
                </a:lnTo>
                <a:lnTo>
                  <a:pt x="20741" y="20741"/>
                </a:lnTo>
                <a:lnTo>
                  <a:pt x="18931" y="22326"/>
                </a:lnTo>
                <a:lnTo>
                  <a:pt x="14550" y="24140"/>
                </a:lnTo>
                <a:lnTo>
                  <a:pt x="12150" y="24300"/>
                </a:lnTo>
                <a:lnTo>
                  <a:pt x="9750" y="24140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1050" name="Shape 1050"/>
          <p:cNvSpPr/>
          <p:nvPr/>
        </p:nvSpPr>
        <p:spPr>
          <a:xfrm>
            <a:off x="5043338" y="2036691"/>
            <a:ext cx="24398" cy="24398"/>
          </a:xfrm>
          <a:custGeom>
            <a:avLst/>
            <a:gdLst/>
            <a:ahLst/>
            <a:cxnLst/>
            <a:rect l="0" t="0" r="r" b="b"/>
            <a:pathLst>
              <a:path w="24398" h="24398">
                <a:moveTo>
                  <a:pt x="9789" y="24237"/>
                </a:moveTo>
                <a:lnTo>
                  <a:pt x="5390" y="22415"/>
                </a:lnTo>
                <a:lnTo>
                  <a:pt x="3573" y="20825"/>
                </a:lnTo>
                <a:lnTo>
                  <a:pt x="1982" y="19007"/>
                </a:lnTo>
                <a:lnTo>
                  <a:pt x="160" y="14609"/>
                </a:lnTo>
                <a:lnTo>
                  <a:pt x="0" y="12199"/>
                </a:lnTo>
                <a:lnTo>
                  <a:pt x="160" y="9789"/>
                </a:lnTo>
                <a:lnTo>
                  <a:pt x="1982" y="5390"/>
                </a:lnTo>
                <a:lnTo>
                  <a:pt x="3573" y="3573"/>
                </a:lnTo>
                <a:lnTo>
                  <a:pt x="5390" y="1982"/>
                </a:lnTo>
                <a:lnTo>
                  <a:pt x="9789" y="160"/>
                </a:lnTo>
                <a:lnTo>
                  <a:pt x="12199" y="0"/>
                </a:lnTo>
                <a:lnTo>
                  <a:pt x="14609" y="160"/>
                </a:lnTo>
                <a:lnTo>
                  <a:pt x="19007" y="1982"/>
                </a:lnTo>
                <a:lnTo>
                  <a:pt x="20825" y="3573"/>
                </a:lnTo>
                <a:lnTo>
                  <a:pt x="22415" y="5390"/>
                </a:lnTo>
                <a:lnTo>
                  <a:pt x="24237" y="9789"/>
                </a:lnTo>
                <a:lnTo>
                  <a:pt x="24398" y="12199"/>
                </a:lnTo>
                <a:lnTo>
                  <a:pt x="24237" y="14609"/>
                </a:lnTo>
                <a:lnTo>
                  <a:pt x="22415" y="19007"/>
                </a:lnTo>
                <a:lnTo>
                  <a:pt x="20825" y="20825"/>
                </a:lnTo>
                <a:lnTo>
                  <a:pt x="19007" y="22415"/>
                </a:lnTo>
                <a:lnTo>
                  <a:pt x="14609" y="24237"/>
                </a:lnTo>
                <a:lnTo>
                  <a:pt x="12199" y="24398"/>
                </a:lnTo>
                <a:lnTo>
                  <a:pt x="9789" y="24237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051" name="Shape 1051"/>
          <p:cNvSpPr/>
          <p:nvPr/>
        </p:nvSpPr>
        <p:spPr>
          <a:xfrm>
            <a:off x="5049914" y="2049081"/>
            <a:ext cx="24511" cy="24511"/>
          </a:xfrm>
          <a:custGeom>
            <a:avLst/>
            <a:gdLst/>
            <a:ahLst/>
            <a:cxnLst/>
            <a:rect l="0" t="0" r="r" b="b"/>
            <a:pathLst>
              <a:path w="24511" h="24511">
                <a:moveTo>
                  <a:pt x="9834" y="24350"/>
                </a:moveTo>
                <a:lnTo>
                  <a:pt x="5415" y="22520"/>
                </a:lnTo>
                <a:lnTo>
                  <a:pt x="3589" y="20922"/>
                </a:lnTo>
                <a:lnTo>
                  <a:pt x="1991" y="19096"/>
                </a:lnTo>
                <a:lnTo>
                  <a:pt x="161" y="14677"/>
                </a:lnTo>
                <a:lnTo>
                  <a:pt x="0" y="12255"/>
                </a:lnTo>
                <a:lnTo>
                  <a:pt x="161" y="9834"/>
                </a:lnTo>
                <a:lnTo>
                  <a:pt x="1991" y="5415"/>
                </a:lnTo>
                <a:lnTo>
                  <a:pt x="3589" y="3589"/>
                </a:lnTo>
                <a:lnTo>
                  <a:pt x="5415" y="1991"/>
                </a:lnTo>
                <a:lnTo>
                  <a:pt x="9834" y="161"/>
                </a:lnTo>
                <a:lnTo>
                  <a:pt x="12255" y="0"/>
                </a:lnTo>
                <a:lnTo>
                  <a:pt x="14677" y="161"/>
                </a:lnTo>
                <a:lnTo>
                  <a:pt x="19096" y="1991"/>
                </a:lnTo>
                <a:lnTo>
                  <a:pt x="20922" y="3589"/>
                </a:lnTo>
                <a:lnTo>
                  <a:pt x="22520" y="5415"/>
                </a:lnTo>
                <a:lnTo>
                  <a:pt x="24350" y="9834"/>
                </a:lnTo>
                <a:lnTo>
                  <a:pt x="24511" y="12255"/>
                </a:lnTo>
                <a:lnTo>
                  <a:pt x="24350" y="14677"/>
                </a:lnTo>
                <a:lnTo>
                  <a:pt x="22520" y="19096"/>
                </a:lnTo>
                <a:lnTo>
                  <a:pt x="20922" y="20922"/>
                </a:lnTo>
                <a:lnTo>
                  <a:pt x="19096" y="22520"/>
                </a:lnTo>
                <a:lnTo>
                  <a:pt x="14677" y="24350"/>
                </a:lnTo>
                <a:lnTo>
                  <a:pt x="12255" y="24511"/>
                </a:lnTo>
                <a:lnTo>
                  <a:pt x="9834" y="24350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052" name="Shape 1052"/>
          <p:cNvSpPr/>
          <p:nvPr/>
        </p:nvSpPr>
        <p:spPr>
          <a:xfrm>
            <a:off x="5056631" y="2062486"/>
            <a:ext cx="26345" cy="26345"/>
          </a:xfrm>
          <a:custGeom>
            <a:avLst/>
            <a:gdLst/>
            <a:ahLst/>
            <a:cxnLst/>
            <a:rect l="0" t="0" r="r" b="b"/>
            <a:pathLst>
              <a:path w="26345" h="26345">
                <a:moveTo>
                  <a:pt x="10570" y="26172"/>
                </a:moveTo>
                <a:lnTo>
                  <a:pt x="5821" y="24205"/>
                </a:lnTo>
                <a:lnTo>
                  <a:pt x="3858" y="22487"/>
                </a:lnTo>
                <a:lnTo>
                  <a:pt x="2140" y="20524"/>
                </a:lnTo>
                <a:lnTo>
                  <a:pt x="173" y="15775"/>
                </a:lnTo>
                <a:lnTo>
                  <a:pt x="0" y="13172"/>
                </a:lnTo>
                <a:lnTo>
                  <a:pt x="173" y="10570"/>
                </a:lnTo>
                <a:lnTo>
                  <a:pt x="2140" y="5821"/>
                </a:lnTo>
                <a:lnTo>
                  <a:pt x="3858" y="3858"/>
                </a:lnTo>
                <a:lnTo>
                  <a:pt x="5821" y="2140"/>
                </a:lnTo>
                <a:lnTo>
                  <a:pt x="10570" y="173"/>
                </a:lnTo>
                <a:lnTo>
                  <a:pt x="13172" y="0"/>
                </a:lnTo>
                <a:lnTo>
                  <a:pt x="15775" y="173"/>
                </a:lnTo>
                <a:lnTo>
                  <a:pt x="20524" y="2140"/>
                </a:lnTo>
                <a:lnTo>
                  <a:pt x="22487" y="3858"/>
                </a:lnTo>
                <a:lnTo>
                  <a:pt x="24205" y="5821"/>
                </a:lnTo>
                <a:lnTo>
                  <a:pt x="26172" y="10570"/>
                </a:lnTo>
                <a:lnTo>
                  <a:pt x="26345" y="13172"/>
                </a:lnTo>
                <a:lnTo>
                  <a:pt x="26172" y="15775"/>
                </a:lnTo>
                <a:lnTo>
                  <a:pt x="24205" y="20524"/>
                </a:lnTo>
                <a:lnTo>
                  <a:pt x="22487" y="22487"/>
                </a:lnTo>
                <a:lnTo>
                  <a:pt x="20524" y="24205"/>
                </a:lnTo>
                <a:lnTo>
                  <a:pt x="15775" y="26172"/>
                </a:lnTo>
                <a:lnTo>
                  <a:pt x="13172" y="26345"/>
                </a:lnTo>
                <a:lnTo>
                  <a:pt x="10570" y="26172"/>
                </a:lnTo>
                <a:close/>
              </a:path>
            </a:pathLst>
          </a:custGeom>
          <a:solidFill>
            <a:srgbClr val="72CA78"/>
          </a:solidFill>
          <a:ln>
            <a:noFill/>
          </a:ln>
        </p:spPr>
      </p:sp>
      <p:sp>
        <p:nvSpPr>
          <p:cNvPr id="1053" name="Shape 1053"/>
          <p:cNvSpPr/>
          <p:nvPr/>
        </p:nvSpPr>
        <p:spPr>
          <a:xfrm>
            <a:off x="5056396" y="2067301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54" name="Shape 1054"/>
          <p:cNvSpPr/>
          <p:nvPr/>
        </p:nvSpPr>
        <p:spPr>
          <a:xfrm>
            <a:off x="5066280" y="2085845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55" name="Shape 1055"/>
          <p:cNvSpPr/>
          <p:nvPr/>
        </p:nvSpPr>
        <p:spPr>
          <a:xfrm>
            <a:off x="5078027" y="2107886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56" name="Shape 1056"/>
          <p:cNvSpPr/>
          <p:nvPr/>
        </p:nvSpPr>
        <p:spPr>
          <a:xfrm>
            <a:off x="5093275" y="2131148"/>
            <a:ext cx="26131" cy="26131"/>
          </a:xfrm>
          <a:custGeom>
            <a:avLst/>
            <a:gdLst/>
            <a:ahLst/>
            <a:cxnLst/>
            <a:rect l="0" t="0" r="r" b="b"/>
            <a:pathLst>
              <a:path w="26131" h="26131">
                <a:moveTo>
                  <a:pt x="10484" y="25958"/>
                </a:moveTo>
                <a:lnTo>
                  <a:pt x="5773" y="24007"/>
                </a:lnTo>
                <a:lnTo>
                  <a:pt x="3826" y="22304"/>
                </a:lnTo>
                <a:lnTo>
                  <a:pt x="2123" y="20357"/>
                </a:lnTo>
                <a:lnTo>
                  <a:pt x="172" y="15646"/>
                </a:lnTo>
                <a:lnTo>
                  <a:pt x="0" y="13065"/>
                </a:lnTo>
                <a:lnTo>
                  <a:pt x="172" y="10484"/>
                </a:lnTo>
                <a:lnTo>
                  <a:pt x="2123" y="5773"/>
                </a:lnTo>
                <a:lnTo>
                  <a:pt x="3826" y="3826"/>
                </a:lnTo>
                <a:lnTo>
                  <a:pt x="5773" y="2123"/>
                </a:lnTo>
                <a:lnTo>
                  <a:pt x="10484" y="172"/>
                </a:lnTo>
                <a:lnTo>
                  <a:pt x="13065" y="0"/>
                </a:lnTo>
                <a:lnTo>
                  <a:pt x="15646" y="172"/>
                </a:lnTo>
                <a:lnTo>
                  <a:pt x="20357" y="2123"/>
                </a:lnTo>
                <a:lnTo>
                  <a:pt x="22304" y="3826"/>
                </a:lnTo>
                <a:lnTo>
                  <a:pt x="24007" y="5773"/>
                </a:lnTo>
                <a:lnTo>
                  <a:pt x="25958" y="10484"/>
                </a:lnTo>
                <a:lnTo>
                  <a:pt x="26131" y="13065"/>
                </a:lnTo>
                <a:lnTo>
                  <a:pt x="25958" y="15646"/>
                </a:lnTo>
                <a:lnTo>
                  <a:pt x="24007" y="20357"/>
                </a:lnTo>
                <a:lnTo>
                  <a:pt x="22304" y="22304"/>
                </a:lnTo>
                <a:lnTo>
                  <a:pt x="20357" y="24007"/>
                </a:lnTo>
                <a:lnTo>
                  <a:pt x="15646" y="25958"/>
                </a:lnTo>
                <a:lnTo>
                  <a:pt x="13065" y="26131"/>
                </a:lnTo>
                <a:lnTo>
                  <a:pt x="10484" y="25958"/>
                </a:lnTo>
                <a:close/>
              </a:path>
            </a:pathLst>
          </a:custGeom>
          <a:solidFill>
            <a:srgbClr val="73CB79"/>
          </a:solidFill>
          <a:ln>
            <a:noFill/>
          </a:ln>
        </p:spPr>
      </p:sp>
      <p:sp>
        <p:nvSpPr>
          <p:cNvPr id="1057" name="Shape 1057"/>
          <p:cNvSpPr/>
          <p:nvPr/>
        </p:nvSpPr>
        <p:spPr>
          <a:xfrm>
            <a:off x="5109625" y="2161759"/>
            <a:ext cx="25980" cy="25980"/>
          </a:xfrm>
          <a:custGeom>
            <a:avLst/>
            <a:gdLst/>
            <a:ahLst/>
            <a:cxnLst/>
            <a:rect l="0" t="0" r="r" b="b"/>
            <a:pathLst>
              <a:path w="25980" h="25980">
                <a:moveTo>
                  <a:pt x="10423" y="25809"/>
                </a:moveTo>
                <a:lnTo>
                  <a:pt x="5740" y="23869"/>
                </a:lnTo>
                <a:lnTo>
                  <a:pt x="3804" y="22175"/>
                </a:lnTo>
                <a:lnTo>
                  <a:pt x="2111" y="20239"/>
                </a:lnTo>
                <a:lnTo>
                  <a:pt x="171" y="15556"/>
                </a:lnTo>
                <a:lnTo>
                  <a:pt x="0" y="12990"/>
                </a:lnTo>
                <a:lnTo>
                  <a:pt x="171" y="10423"/>
                </a:lnTo>
                <a:lnTo>
                  <a:pt x="2111" y="5740"/>
                </a:lnTo>
                <a:lnTo>
                  <a:pt x="3804" y="3804"/>
                </a:lnTo>
                <a:lnTo>
                  <a:pt x="5740" y="2111"/>
                </a:lnTo>
                <a:lnTo>
                  <a:pt x="10423" y="171"/>
                </a:lnTo>
                <a:lnTo>
                  <a:pt x="12990" y="0"/>
                </a:lnTo>
                <a:lnTo>
                  <a:pt x="15556" y="171"/>
                </a:lnTo>
                <a:lnTo>
                  <a:pt x="20239" y="2111"/>
                </a:lnTo>
                <a:lnTo>
                  <a:pt x="22175" y="3804"/>
                </a:lnTo>
                <a:lnTo>
                  <a:pt x="23869" y="5740"/>
                </a:lnTo>
                <a:lnTo>
                  <a:pt x="25809" y="10423"/>
                </a:lnTo>
                <a:lnTo>
                  <a:pt x="25980" y="12990"/>
                </a:lnTo>
                <a:lnTo>
                  <a:pt x="25809" y="15556"/>
                </a:lnTo>
                <a:lnTo>
                  <a:pt x="23869" y="20239"/>
                </a:lnTo>
                <a:lnTo>
                  <a:pt x="22175" y="22175"/>
                </a:lnTo>
                <a:lnTo>
                  <a:pt x="20239" y="23869"/>
                </a:lnTo>
                <a:lnTo>
                  <a:pt x="15556" y="25809"/>
                </a:lnTo>
                <a:lnTo>
                  <a:pt x="12990" y="25980"/>
                </a:lnTo>
                <a:lnTo>
                  <a:pt x="10423" y="25809"/>
                </a:lnTo>
                <a:close/>
              </a:path>
            </a:pathLst>
          </a:custGeom>
          <a:solidFill>
            <a:srgbClr val="74CB79"/>
          </a:solidFill>
          <a:ln>
            <a:noFill/>
          </a:ln>
        </p:spPr>
      </p:sp>
      <p:sp>
        <p:nvSpPr>
          <p:cNvPr id="1058" name="Shape 1058"/>
          <p:cNvSpPr/>
          <p:nvPr/>
        </p:nvSpPr>
        <p:spPr>
          <a:xfrm>
            <a:off x="5123820" y="2193808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59" name="Shape 1059"/>
          <p:cNvSpPr/>
          <p:nvPr/>
        </p:nvSpPr>
        <p:spPr>
          <a:xfrm>
            <a:off x="5140515" y="2225133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060" name="Shape 1060"/>
          <p:cNvSpPr/>
          <p:nvPr/>
        </p:nvSpPr>
        <p:spPr>
          <a:xfrm>
            <a:off x="5166968" y="2269169"/>
            <a:ext cx="25561" cy="25561"/>
          </a:xfrm>
          <a:custGeom>
            <a:avLst/>
            <a:gdLst/>
            <a:ahLst/>
            <a:cxnLst/>
            <a:rect l="0" t="0" r="r" b="b"/>
            <a:pathLst>
              <a:path w="25561" h="25561">
                <a:moveTo>
                  <a:pt x="10255" y="25393"/>
                </a:moveTo>
                <a:lnTo>
                  <a:pt x="5647" y="23484"/>
                </a:lnTo>
                <a:lnTo>
                  <a:pt x="3743" y="21818"/>
                </a:lnTo>
                <a:lnTo>
                  <a:pt x="2077" y="19913"/>
                </a:lnTo>
                <a:lnTo>
                  <a:pt x="168" y="15305"/>
                </a:lnTo>
                <a:lnTo>
                  <a:pt x="0" y="12780"/>
                </a:lnTo>
                <a:lnTo>
                  <a:pt x="168" y="10255"/>
                </a:lnTo>
                <a:lnTo>
                  <a:pt x="2077" y="5647"/>
                </a:lnTo>
                <a:lnTo>
                  <a:pt x="3743" y="3743"/>
                </a:lnTo>
                <a:lnTo>
                  <a:pt x="5647" y="2077"/>
                </a:lnTo>
                <a:lnTo>
                  <a:pt x="10255" y="168"/>
                </a:lnTo>
                <a:lnTo>
                  <a:pt x="12780" y="0"/>
                </a:lnTo>
                <a:lnTo>
                  <a:pt x="15305" y="168"/>
                </a:lnTo>
                <a:lnTo>
                  <a:pt x="19913" y="2077"/>
                </a:lnTo>
                <a:lnTo>
                  <a:pt x="21818" y="3743"/>
                </a:lnTo>
                <a:lnTo>
                  <a:pt x="23484" y="5647"/>
                </a:lnTo>
                <a:lnTo>
                  <a:pt x="25393" y="10255"/>
                </a:lnTo>
                <a:lnTo>
                  <a:pt x="25561" y="12780"/>
                </a:lnTo>
                <a:lnTo>
                  <a:pt x="25393" y="15305"/>
                </a:lnTo>
                <a:lnTo>
                  <a:pt x="23484" y="19913"/>
                </a:lnTo>
                <a:lnTo>
                  <a:pt x="21818" y="21818"/>
                </a:lnTo>
                <a:lnTo>
                  <a:pt x="19913" y="23484"/>
                </a:lnTo>
                <a:lnTo>
                  <a:pt x="15305" y="25393"/>
                </a:lnTo>
                <a:lnTo>
                  <a:pt x="12780" y="25561"/>
                </a:lnTo>
                <a:lnTo>
                  <a:pt x="10255" y="25393"/>
                </a:lnTo>
                <a:close/>
              </a:path>
            </a:pathLst>
          </a:custGeom>
          <a:solidFill>
            <a:srgbClr val="76CD7B"/>
          </a:solidFill>
          <a:ln>
            <a:noFill/>
          </a:ln>
        </p:spPr>
      </p:sp>
      <p:sp>
        <p:nvSpPr>
          <p:cNvPr id="1061" name="Shape 1061"/>
          <p:cNvSpPr/>
          <p:nvPr/>
        </p:nvSpPr>
        <p:spPr>
          <a:xfrm>
            <a:off x="5207033" y="2343449"/>
            <a:ext cx="23519" cy="23519"/>
          </a:xfrm>
          <a:custGeom>
            <a:avLst/>
            <a:gdLst/>
            <a:ahLst/>
            <a:cxnLst/>
            <a:rect l="0" t="0" r="r" b="b"/>
            <a:pathLst>
              <a:path w="23519" h="23519">
                <a:moveTo>
                  <a:pt x="9436" y="23364"/>
                </a:moveTo>
                <a:lnTo>
                  <a:pt x="5196" y="21608"/>
                </a:lnTo>
                <a:lnTo>
                  <a:pt x="3444" y="20074"/>
                </a:lnTo>
                <a:lnTo>
                  <a:pt x="1911" y="18322"/>
                </a:lnTo>
                <a:lnTo>
                  <a:pt x="154" y="14082"/>
                </a:lnTo>
                <a:lnTo>
                  <a:pt x="0" y="11759"/>
                </a:lnTo>
                <a:lnTo>
                  <a:pt x="154" y="9436"/>
                </a:lnTo>
                <a:lnTo>
                  <a:pt x="1911" y="5196"/>
                </a:lnTo>
                <a:lnTo>
                  <a:pt x="3444" y="3444"/>
                </a:lnTo>
                <a:lnTo>
                  <a:pt x="5196" y="1911"/>
                </a:lnTo>
                <a:lnTo>
                  <a:pt x="9436" y="154"/>
                </a:lnTo>
                <a:lnTo>
                  <a:pt x="11759" y="0"/>
                </a:lnTo>
                <a:lnTo>
                  <a:pt x="14082" y="154"/>
                </a:lnTo>
                <a:lnTo>
                  <a:pt x="18322" y="1911"/>
                </a:lnTo>
                <a:lnTo>
                  <a:pt x="20074" y="3444"/>
                </a:lnTo>
                <a:lnTo>
                  <a:pt x="21608" y="5196"/>
                </a:lnTo>
                <a:lnTo>
                  <a:pt x="23364" y="9436"/>
                </a:lnTo>
                <a:lnTo>
                  <a:pt x="23519" y="11759"/>
                </a:lnTo>
                <a:lnTo>
                  <a:pt x="23364" y="14082"/>
                </a:lnTo>
                <a:lnTo>
                  <a:pt x="21608" y="18322"/>
                </a:lnTo>
                <a:lnTo>
                  <a:pt x="20074" y="20074"/>
                </a:lnTo>
                <a:lnTo>
                  <a:pt x="18322" y="21608"/>
                </a:lnTo>
                <a:lnTo>
                  <a:pt x="14082" y="23364"/>
                </a:lnTo>
                <a:lnTo>
                  <a:pt x="11759" y="23519"/>
                </a:lnTo>
                <a:lnTo>
                  <a:pt x="9436" y="23364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062" name="Shape 1062"/>
          <p:cNvSpPr/>
          <p:nvPr/>
        </p:nvSpPr>
        <p:spPr>
          <a:xfrm>
            <a:off x="5262210" y="2447695"/>
            <a:ext cx="25161" cy="25161"/>
          </a:xfrm>
          <a:custGeom>
            <a:avLst/>
            <a:gdLst/>
            <a:ahLst/>
            <a:cxnLst/>
            <a:rect l="0" t="0" r="r" b="b"/>
            <a:pathLst>
              <a:path w="25161" h="25161">
                <a:moveTo>
                  <a:pt x="10095" y="24995"/>
                </a:moveTo>
                <a:lnTo>
                  <a:pt x="5559" y="23116"/>
                </a:lnTo>
                <a:lnTo>
                  <a:pt x="3684" y="21476"/>
                </a:lnTo>
                <a:lnTo>
                  <a:pt x="2044" y="19601"/>
                </a:lnTo>
                <a:lnTo>
                  <a:pt x="165" y="15065"/>
                </a:lnTo>
                <a:lnTo>
                  <a:pt x="0" y="12580"/>
                </a:lnTo>
                <a:lnTo>
                  <a:pt x="165" y="10095"/>
                </a:lnTo>
                <a:lnTo>
                  <a:pt x="2044" y="5559"/>
                </a:lnTo>
                <a:lnTo>
                  <a:pt x="3684" y="3684"/>
                </a:lnTo>
                <a:lnTo>
                  <a:pt x="5559" y="2044"/>
                </a:lnTo>
                <a:lnTo>
                  <a:pt x="10095" y="165"/>
                </a:lnTo>
                <a:lnTo>
                  <a:pt x="12580" y="0"/>
                </a:lnTo>
                <a:lnTo>
                  <a:pt x="15065" y="165"/>
                </a:lnTo>
                <a:lnTo>
                  <a:pt x="19601" y="2044"/>
                </a:lnTo>
                <a:lnTo>
                  <a:pt x="21476" y="3684"/>
                </a:lnTo>
                <a:lnTo>
                  <a:pt x="23116" y="5559"/>
                </a:lnTo>
                <a:lnTo>
                  <a:pt x="24995" y="10095"/>
                </a:lnTo>
                <a:lnTo>
                  <a:pt x="25161" y="12580"/>
                </a:lnTo>
                <a:lnTo>
                  <a:pt x="24995" y="15065"/>
                </a:lnTo>
                <a:lnTo>
                  <a:pt x="23116" y="19601"/>
                </a:lnTo>
                <a:lnTo>
                  <a:pt x="21476" y="21476"/>
                </a:lnTo>
                <a:lnTo>
                  <a:pt x="19601" y="23116"/>
                </a:lnTo>
                <a:lnTo>
                  <a:pt x="15065" y="24995"/>
                </a:lnTo>
                <a:lnTo>
                  <a:pt x="12580" y="25161"/>
                </a:lnTo>
                <a:lnTo>
                  <a:pt x="10095" y="2499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1063" name="Shape 1063"/>
          <p:cNvSpPr/>
          <p:nvPr/>
        </p:nvSpPr>
        <p:spPr>
          <a:xfrm>
            <a:off x="4878857" y="1964956"/>
            <a:ext cx="21979" cy="21979"/>
          </a:xfrm>
          <a:custGeom>
            <a:avLst/>
            <a:gdLst/>
            <a:ahLst/>
            <a:cxnLst/>
            <a:rect l="0" t="0" r="r" b="b"/>
            <a:pathLst>
              <a:path w="21979" h="21979">
                <a:moveTo>
                  <a:pt x="8818" y="21834"/>
                </a:moveTo>
                <a:lnTo>
                  <a:pt x="4856" y="20193"/>
                </a:lnTo>
                <a:lnTo>
                  <a:pt x="3218" y="18760"/>
                </a:lnTo>
                <a:lnTo>
                  <a:pt x="1786" y="17123"/>
                </a:lnTo>
                <a:lnTo>
                  <a:pt x="144" y="13160"/>
                </a:lnTo>
                <a:lnTo>
                  <a:pt x="0" y="10989"/>
                </a:lnTo>
                <a:lnTo>
                  <a:pt x="144" y="8818"/>
                </a:lnTo>
                <a:lnTo>
                  <a:pt x="1786" y="4856"/>
                </a:lnTo>
                <a:lnTo>
                  <a:pt x="3218" y="3218"/>
                </a:lnTo>
                <a:lnTo>
                  <a:pt x="4856" y="1786"/>
                </a:lnTo>
                <a:lnTo>
                  <a:pt x="8818" y="144"/>
                </a:lnTo>
                <a:lnTo>
                  <a:pt x="10989" y="0"/>
                </a:lnTo>
                <a:lnTo>
                  <a:pt x="13160" y="144"/>
                </a:lnTo>
                <a:lnTo>
                  <a:pt x="17123" y="1786"/>
                </a:lnTo>
                <a:lnTo>
                  <a:pt x="18760" y="3218"/>
                </a:lnTo>
                <a:lnTo>
                  <a:pt x="20193" y="4856"/>
                </a:lnTo>
                <a:lnTo>
                  <a:pt x="21834" y="8818"/>
                </a:lnTo>
                <a:lnTo>
                  <a:pt x="21979" y="10989"/>
                </a:lnTo>
                <a:lnTo>
                  <a:pt x="21834" y="13160"/>
                </a:lnTo>
                <a:lnTo>
                  <a:pt x="20193" y="17123"/>
                </a:lnTo>
                <a:lnTo>
                  <a:pt x="18760" y="18760"/>
                </a:lnTo>
                <a:lnTo>
                  <a:pt x="17123" y="20193"/>
                </a:lnTo>
                <a:lnTo>
                  <a:pt x="13160" y="21834"/>
                </a:lnTo>
                <a:lnTo>
                  <a:pt x="10989" y="21979"/>
                </a:lnTo>
                <a:lnTo>
                  <a:pt x="8818" y="21834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1064" name="Shape 1064"/>
          <p:cNvSpPr/>
          <p:nvPr/>
        </p:nvSpPr>
        <p:spPr>
          <a:xfrm>
            <a:off x="4875886" y="1969039"/>
            <a:ext cx="22220" cy="22220"/>
          </a:xfrm>
          <a:custGeom>
            <a:avLst/>
            <a:gdLst/>
            <a:ahLst/>
            <a:cxnLst/>
            <a:rect l="0" t="0" r="r" b="b"/>
            <a:pathLst>
              <a:path w="22220" h="22220">
                <a:moveTo>
                  <a:pt x="8915" y="22074"/>
                </a:moveTo>
                <a:lnTo>
                  <a:pt x="4909" y="20415"/>
                </a:lnTo>
                <a:lnTo>
                  <a:pt x="3254" y="18966"/>
                </a:lnTo>
                <a:lnTo>
                  <a:pt x="1805" y="17311"/>
                </a:lnTo>
                <a:lnTo>
                  <a:pt x="146" y="13305"/>
                </a:lnTo>
                <a:lnTo>
                  <a:pt x="0" y="11110"/>
                </a:lnTo>
                <a:lnTo>
                  <a:pt x="146" y="8915"/>
                </a:lnTo>
                <a:lnTo>
                  <a:pt x="1805" y="4909"/>
                </a:lnTo>
                <a:lnTo>
                  <a:pt x="3254" y="3254"/>
                </a:lnTo>
                <a:lnTo>
                  <a:pt x="4909" y="1805"/>
                </a:lnTo>
                <a:lnTo>
                  <a:pt x="8915" y="146"/>
                </a:lnTo>
                <a:lnTo>
                  <a:pt x="11110" y="0"/>
                </a:lnTo>
                <a:lnTo>
                  <a:pt x="13305" y="146"/>
                </a:lnTo>
                <a:lnTo>
                  <a:pt x="17311" y="1805"/>
                </a:lnTo>
                <a:lnTo>
                  <a:pt x="18966" y="3254"/>
                </a:lnTo>
                <a:lnTo>
                  <a:pt x="20415" y="4909"/>
                </a:lnTo>
                <a:lnTo>
                  <a:pt x="22074" y="8915"/>
                </a:lnTo>
                <a:lnTo>
                  <a:pt x="22220" y="11110"/>
                </a:lnTo>
                <a:lnTo>
                  <a:pt x="22074" y="13305"/>
                </a:lnTo>
                <a:lnTo>
                  <a:pt x="20415" y="17311"/>
                </a:lnTo>
                <a:lnTo>
                  <a:pt x="18966" y="18966"/>
                </a:lnTo>
                <a:lnTo>
                  <a:pt x="17311" y="20415"/>
                </a:lnTo>
                <a:lnTo>
                  <a:pt x="13305" y="22074"/>
                </a:lnTo>
                <a:lnTo>
                  <a:pt x="11110" y="22220"/>
                </a:lnTo>
                <a:lnTo>
                  <a:pt x="8915" y="22074"/>
                </a:lnTo>
                <a:close/>
              </a:path>
            </a:pathLst>
          </a:custGeom>
          <a:solidFill>
            <a:srgbClr val="89D789"/>
          </a:solidFill>
          <a:ln>
            <a:noFill/>
          </a:ln>
        </p:spPr>
      </p:sp>
      <p:sp>
        <p:nvSpPr>
          <p:cNvPr id="1065" name="Shape 1065"/>
          <p:cNvSpPr/>
          <p:nvPr/>
        </p:nvSpPr>
        <p:spPr>
          <a:xfrm>
            <a:off x="4873776" y="1971954"/>
            <a:ext cx="22378" cy="22378"/>
          </a:xfrm>
          <a:custGeom>
            <a:avLst/>
            <a:gdLst/>
            <a:ahLst/>
            <a:cxnLst/>
            <a:rect l="0" t="0" r="r" b="b"/>
            <a:pathLst>
              <a:path w="22378" h="22378">
                <a:moveTo>
                  <a:pt x="8978" y="22231"/>
                </a:moveTo>
                <a:lnTo>
                  <a:pt x="4944" y="20560"/>
                </a:lnTo>
                <a:lnTo>
                  <a:pt x="3277" y="19101"/>
                </a:lnTo>
                <a:lnTo>
                  <a:pt x="1818" y="17434"/>
                </a:lnTo>
                <a:lnTo>
                  <a:pt x="147" y="13399"/>
                </a:lnTo>
                <a:lnTo>
                  <a:pt x="0" y="11189"/>
                </a:lnTo>
                <a:lnTo>
                  <a:pt x="147" y="8978"/>
                </a:lnTo>
                <a:lnTo>
                  <a:pt x="1818" y="4944"/>
                </a:lnTo>
                <a:lnTo>
                  <a:pt x="3277" y="3277"/>
                </a:lnTo>
                <a:lnTo>
                  <a:pt x="4944" y="1818"/>
                </a:lnTo>
                <a:lnTo>
                  <a:pt x="8978" y="147"/>
                </a:lnTo>
                <a:lnTo>
                  <a:pt x="11189" y="0"/>
                </a:lnTo>
                <a:lnTo>
                  <a:pt x="13399" y="147"/>
                </a:lnTo>
                <a:lnTo>
                  <a:pt x="17434" y="1818"/>
                </a:lnTo>
                <a:lnTo>
                  <a:pt x="19101" y="3277"/>
                </a:lnTo>
                <a:lnTo>
                  <a:pt x="20560" y="4944"/>
                </a:lnTo>
                <a:lnTo>
                  <a:pt x="22231" y="8978"/>
                </a:lnTo>
                <a:lnTo>
                  <a:pt x="22378" y="11189"/>
                </a:lnTo>
                <a:lnTo>
                  <a:pt x="22231" y="13399"/>
                </a:lnTo>
                <a:lnTo>
                  <a:pt x="20560" y="17434"/>
                </a:lnTo>
                <a:lnTo>
                  <a:pt x="19101" y="19101"/>
                </a:lnTo>
                <a:lnTo>
                  <a:pt x="17434" y="20560"/>
                </a:lnTo>
                <a:lnTo>
                  <a:pt x="13399" y="22231"/>
                </a:lnTo>
                <a:lnTo>
                  <a:pt x="11189" y="22378"/>
                </a:lnTo>
                <a:lnTo>
                  <a:pt x="8978" y="22231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066" name="Shape 1066"/>
          <p:cNvSpPr/>
          <p:nvPr/>
        </p:nvSpPr>
        <p:spPr>
          <a:xfrm>
            <a:off x="4871553" y="1975040"/>
            <a:ext cx="22534" cy="22534"/>
          </a:xfrm>
          <a:custGeom>
            <a:avLst/>
            <a:gdLst/>
            <a:ahLst/>
            <a:cxnLst/>
            <a:rect l="0" t="0" r="r" b="b"/>
            <a:pathLst>
              <a:path w="22534" h="22534">
                <a:moveTo>
                  <a:pt x="9041" y="22386"/>
                </a:moveTo>
                <a:lnTo>
                  <a:pt x="4979" y="20703"/>
                </a:lnTo>
                <a:lnTo>
                  <a:pt x="3300" y="19234"/>
                </a:lnTo>
                <a:lnTo>
                  <a:pt x="1831" y="17555"/>
                </a:lnTo>
                <a:lnTo>
                  <a:pt x="148" y="13493"/>
                </a:lnTo>
                <a:lnTo>
                  <a:pt x="0" y="11267"/>
                </a:lnTo>
                <a:lnTo>
                  <a:pt x="148" y="9041"/>
                </a:lnTo>
                <a:lnTo>
                  <a:pt x="1831" y="4979"/>
                </a:lnTo>
                <a:lnTo>
                  <a:pt x="3300" y="3300"/>
                </a:lnTo>
                <a:lnTo>
                  <a:pt x="4979" y="1831"/>
                </a:lnTo>
                <a:lnTo>
                  <a:pt x="9041" y="148"/>
                </a:lnTo>
                <a:lnTo>
                  <a:pt x="11267" y="0"/>
                </a:lnTo>
                <a:lnTo>
                  <a:pt x="13493" y="148"/>
                </a:lnTo>
                <a:lnTo>
                  <a:pt x="17555" y="1831"/>
                </a:lnTo>
                <a:lnTo>
                  <a:pt x="19234" y="3300"/>
                </a:lnTo>
                <a:lnTo>
                  <a:pt x="20703" y="4979"/>
                </a:lnTo>
                <a:lnTo>
                  <a:pt x="22386" y="9041"/>
                </a:lnTo>
                <a:lnTo>
                  <a:pt x="22534" y="11267"/>
                </a:lnTo>
                <a:lnTo>
                  <a:pt x="22386" y="13493"/>
                </a:lnTo>
                <a:lnTo>
                  <a:pt x="20703" y="17555"/>
                </a:lnTo>
                <a:lnTo>
                  <a:pt x="19234" y="19234"/>
                </a:lnTo>
                <a:lnTo>
                  <a:pt x="17555" y="20703"/>
                </a:lnTo>
                <a:lnTo>
                  <a:pt x="13493" y="22386"/>
                </a:lnTo>
                <a:lnTo>
                  <a:pt x="11267" y="22534"/>
                </a:lnTo>
                <a:lnTo>
                  <a:pt x="9041" y="22386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067" name="Shape 1067"/>
          <p:cNvSpPr/>
          <p:nvPr/>
        </p:nvSpPr>
        <p:spPr>
          <a:xfrm>
            <a:off x="4867982" y="1980022"/>
            <a:ext cx="22763" cy="22763"/>
          </a:xfrm>
          <a:custGeom>
            <a:avLst/>
            <a:gdLst/>
            <a:ahLst/>
            <a:cxnLst/>
            <a:rect l="0" t="0" r="r" b="b"/>
            <a:pathLst>
              <a:path w="22763" h="22763">
                <a:moveTo>
                  <a:pt x="9133" y="22613"/>
                </a:moveTo>
                <a:lnTo>
                  <a:pt x="5029" y="20913"/>
                </a:lnTo>
                <a:lnTo>
                  <a:pt x="3333" y="19429"/>
                </a:lnTo>
                <a:lnTo>
                  <a:pt x="1849" y="17733"/>
                </a:lnTo>
                <a:lnTo>
                  <a:pt x="149" y="13630"/>
                </a:lnTo>
                <a:lnTo>
                  <a:pt x="0" y="11381"/>
                </a:lnTo>
                <a:lnTo>
                  <a:pt x="149" y="9133"/>
                </a:lnTo>
                <a:lnTo>
                  <a:pt x="1849" y="5029"/>
                </a:lnTo>
                <a:lnTo>
                  <a:pt x="3333" y="3333"/>
                </a:lnTo>
                <a:lnTo>
                  <a:pt x="5029" y="1849"/>
                </a:lnTo>
                <a:lnTo>
                  <a:pt x="9133" y="149"/>
                </a:lnTo>
                <a:lnTo>
                  <a:pt x="11381" y="0"/>
                </a:lnTo>
                <a:lnTo>
                  <a:pt x="13630" y="149"/>
                </a:lnTo>
                <a:lnTo>
                  <a:pt x="17733" y="1849"/>
                </a:lnTo>
                <a:lnTo>
                  <a:pt x="19429" y="3333"/>
                </a:lnTo>
                <a:lnTo>
                  <a:pt x="20913" y="5029"/>
                </a:lnTo>
                <a:lnTo>
                  <a:pt x="22613" y="9133"/>
                </a:lnTo>
                <a:lnTo>
                  <a:pt x="22763" y="11381"/>
                </a:lnTo>
                <a:lnTo>
                  <a:pt x="22613" y="13630"/>
                </a:lnTo>
                <a:lnTo>
                  <a:pt x="20913" y="17733"/>
                </a:lnTo>
                <a:lnTo>
                  <a:pt x="19429" y="19429"/>
                </a:lnTo>
                <a:lnTo>
                  <a:pt x="17733" y="20913"/>
                </a:lnTo>
                <a:lnTo>
                  <a:pt x="13630" y="22613"/>
                </a:lnTo>
                <a:lnTo>
                  <a:pt x="11381" y="22763"/>
                </a:lnTo>
                <a:lnTo>
                  <a:pt x="9133" y="22613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1068" name="Shape 1068"/>
          <p:cNvSpPr/>
          <p:nvPr/>
        </p:nvSpPr>
        <p:spPr>
          <a:xfrm>
            <a:off x="4864094" y="1985478"/>
            <a:ext cx="22988" cy="22988"/>
          </a:xfrm>
          <a:custGeom>
            <a:avLst/>
            <a:gdLst/>
            <a:ahLst/>
            <a:cxnLst/>
            <a:rect l="0" t="0" r="r" b="b"/>
            <a:pathLst>
              <a:path w="22988" h="22988">
                <a:moveTo>
                  <a:pt x="9223" y="22836"/>
                </a:moveTo>
                <a:lnTo>
                  <a:pt x="5079" y="21120"/>
                </a:lnTo>
                <a:lnTo>
                  <a:pt x="3366" y="19621"/>
                </a:lnTo>
                <a:lnTo>
                  <a:pt x="1868" y="17909"/>
                </a:lnTo>
                <a:lnTo>
                  <a:pt x="151" y="13764"/>
                </a:lnTo>
                <a:lnTo>
                  <a:pt x="0" y="11494"/>
                </a:lnTo>
                <a:lnTo>
                  <a:pt x="151" y="9223"/>
                </a:lnTo>
                <a:lnTo>
                  <a:pt x="1868" y="5079"/>
                </a:lnTo>
                <a:lnTo>
                  <a:pt x="3366" y="3366"/>
                </a:lnTo>
                <a:lnTo>
                  <a:pt x="5079" y="1868"/>
                </a:lnTo>
                <a:lnTo>
                  <a:pt x="9223" y="151"/>
                </a:lnTo>
                <a:lnTo>
                  <a:pt x="11494" y="0"/>
                </a:lnTo>
                <a:lnTo>
                  <a:pt x="13764" y="151"/>
                </a:lnTo>
                <a:lnTo>
                  <a:pt x="17909" y="1868"/>
                </a:lnTo>
                <a:lnTo>
                  <a:pt x="19621" y="3366"/>
                </a:lnTo>
                <a:lnTo>
                  <a:pt x="21120" y="5079"/>
                </a:lnTo>
                <a:lnTo>
                  <a:pt x="22836" y="9223"/>
                </a:lnTo>
                <a:lnTo>
                  <a:pt x="22988" y="11494"/>
                </a:lnTo>
                <a:lnTo>
                  <a:pt x="22836" y="13764"/>
                </a:lnTo>
                <a:lnTo>
                  <a:pt x="21120" y="17909"/>
                </a:lnTo>
                <a:lnTo>
                  <a:pt x="19621" y="19621"/>
                </a:lnTo>
                <a:lnTo>
                  <a:pt x="17909" y="21120"/>
                </a:lnTo>
                <a:lnTo>
                  <a:pt x="13764" y="22836"/>
                </a:lnTo>
                <a:lnTo>
                  <a:pt x="11494" y="22988"/>
                </a:lnTo>
                <a:lnTo>
                  <a:pt x="9223" y="22836"/>
                </a:lnTo>
                <a:close/>
              </a:path>
            </a:pathLst>
          </a:custGeom>
          <a:solidFill>
            <a:srgbClr val="85D486"/>
          </a:solidFill>
          <a:ln>
            <a:noFill/>
          </a:ln>
        </p:spPr>
      </p:sp>
      <p:sp>
        <p:nvSpPr>
          <p:cNvPr id="1069" name="Shape 1069"/>
          <p:cNvSpPr/>
          <p:nvPr/>
        </p:nvSpPr>
        <p:spPr>
          <a:xfrm>
            <a:off x="4861303" y="1989414"/>
            <a:ext cx="23133" cy="23133"/>
          </a:xfrm>
          <a:custGeom>
            <a:avLst/>
            <a:gdLst/>
            <a:ahLst/>
            <a:cxnLst/>
            <a:rect l="0" t="0" r="r" b="b"/>
            <a:pathLst>
              <a:path w="23133" h="23133">
                <a:moveTo>
                  <a:pt x="9281" y="22981"/>
                </a:moveTo>
                <a:lnTo>
                  <a:pt x="5111" y="21253"/>
                </a:lnTo>
                <a:lnTo>
                  <a:pt x="3387" y="19745"/>
                </a:lnTo>
                <a:lnTo>
                  <a:pt x="1879" y="18022"/>
                </a:lnTo>
                <a:lnTo>
                  <a:pt x="152" y="13851"/>
                </a:lnTo>
                <a:lnTo>
                  <a:pt x="0" y="11566"/>
                </a:lnTo>
                <a:lnTo>
                  <a:pt x="152" y="9281"/>
                </a:lnTo>
                <a:lnTo>
                  <a:pt x="1879" y="5111"/>
                </a:lnTo>
                <a:lnTo>
                  <a:pt x="3387" y="3387"/>
                </a:lnTo>
                <a:lnTo>
                  <a:pt x="5111" y="1879"/>
                </a:lnTo>
                <a:lnTo>
                  <a:pt x="9281" y="152"/>
                </a:lnTo>
                <a:lnTo>
                  <a:pt x="11566" y="0"/>
                </a:lnTo>
                <a:lnTo>
                  <a:pt x="13851" y="152"/>
                </a:lnTo>
                <a:lnTo>
                  <a:pt x="18022" y="1879"/>
                </a:lnTo>
                <a:lnTo>
                  <a:pt x="19745" y="3387"/>
                </a:lnTo>
                <a:lnTo>
                  <a:pt x="21253" y="5111"/>
                </a:lnTo>
                <a:lnTo>
                  <a:pt x="22981" y="9281"/>
                </a:lnTo>
                <a:lnTo>
                  <a:pt x="23133" y="11566"/>
                </a:lnTo>
                <a:lnTo>
                  <a:pt x="22981" y="13851"/>
                </a:lnTo>
                <a:lnTo>
                  <a:pt x="21253" y="18022"/>
                </a:lnTo>
                <a:lnTo>
                  <a:pt x="19745" y="19745"/>
                </a:lnTo>
                <a:lnTo>
                  <a:pt x="18022" y="21253"/>
                </a:lnTo>
                <a:lnTo>
                  <a:pt x="13851" y="22981"/>
                </a:lnTo>
                <a:lnTo>
                  <a:pt x="11566" y="23133"/>
                </a:lnTo>
                <a:lnTo>
                  <a:pt x="9281" y="22981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070" name="Shape 1070"/>
          <p:cNvSpPr/>
          <p:nvPr/>
        </p:nvSpPr>
        <p:spPr>
          <a:xfrm>
            <a:off x="4856778" y="1995823"/>
            <a:ext cx="23345" cy="23345"/>
          </a:xfrm>
          <a:custGeom>
            <a:avLst/>
            <a:gdLst/>
            <a:ahLst/>
            <a:cxnLst/>
            <a:rect l="0" t="0" r="r" b="b"/>
            <a:pathLst>
              <a:path w="23345" h="23345">
                <a:moveTo>
                  <a:pt x="9366" y="23191"/>
                </a:moveTo>
                <a:lnTo>
                  <a:pt x="5158" y="21448"/>
                </a:lnTo>
                <a:lnTo>
                  <a:pt x="3418" y="19926"/>
                </a:lnTo>
                <a:lnTo>
                  <a:pt x="1897" y="18187"/>
                </a:lnTo>
                <a:lnTo>
                  <a:pt x="153" y="13978"/>
                </a:lnTo>
                <a:lnTo>
                  <a:pt x="0" y="11672"/>
                </a:lnTo>
                <a:lnTo>
                  <a:pt x="153" y="9366"/>
                </a:lnTo>
                <a:lnTo>
                  <a:pt x="1897" y="5158"/>
                </a:lnTo>
                <a:lnTo>
                  <a:pt x="3418" y="3418"/>
                </a:lnTo>
                <a:lnTo>
                  <a:pt x="5158" y="1897"/>
                </a:lnTo>
                <a:lnTo>
                  <a:pt x="9366" y="153"/>
                </a:lnTo>
                <a:lnTo>
                  <a:pt x="11672" y="0"/>
                </a:lnTo>
                <a:lnTo>
                  <a:pt x="13978" y="153"/>
                </a:lnTo>
                <a:lnTo>
                  <a:pt x="18187" y="1897"/>
                </a:lnTo>
                <a:lnTo>
                  <a:pt x="19926" y="3418"/>
                </a:lnTo>
                <a:lnTo>
                  <a:pt x="21448" y="5158"/>
                </a:lnTo>
                <a:lnTo>
                  <a:pt x="23191" y="9366"/>
                </a:lnTo>
                <a:lnTo>
                  <a:pt x="23345" y="11672"/>
                </a:lnTo>
                <a:lnTo>
                  <a:pt x="23191" y="13978"/>
                </a:lnTo>
                <a:lnTo>
                  <a:pt x="21448" y="18187"/>
                </a:lnTo>
                <a:lnTo>
                  <a:pt x="19926" y="19926"/>
                </a:lnTo>
                <a:lnTo>
                  <a:pt x="18187" y="21448"/>
                </a:lnTo>
                <a:lnTo>
                  <a:pt x="13978" y="23191"/>
                </a:lnTo>
                <a:lnTo>
                  <a:pt x="11672" y="23345"/>
                </a:lnTo>
                <a:lnTo>
                  <a:pt x="9366" y="23191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1071" name="Shape 1071"/>
          <p:cNvSpPr/>
          <p:nvPr/>
        </p:nvSpPr>
        <p:spPr>
          <a:xfrm>
            <a:off x="4851791" y="2002927"/>
            <a:ext cx="23548" cy="23548"/>
          </a:xfrm>
          <a:custGeom>
            <a:avLst/>
            <a:gdLst/>
            <a:ahLst/>
            <a:cxnLst/>
            <a:rect l="0" t="0" r="r" b="b"/>
            <a:pathLst>
              <a:path w="23548" h="23548">
                <a:moveTo>
                  <a:pt x="9448" y="23393"/>
                </a:moveTo>
                <a:lnTo>
                  <a:pt x="5202" y="21634"/>
                </a:lnTo>
                <a:lnTo>
                  <a:pt x="3448" y="20099"/>
                </a:lnTo>
                <a:lnTo>
                  <a:pt x="1913" y="18345"/>
                </a:lnTo>
                <a:lnTo>
                  <a:pt x="155" y="14100"/>
                </a:lnTo>
                <a:lnTo>
                  <a:pt x="0" y="11774"/>
                </a:lnTo>
                <a:lnTo>
                  <a:pt x="155" y="9448"/>
                </a:lnTo>
                <a:lnTo>
                  <a:pt x="1913" y="5202"/>
                </a:lnTo>
                <a:lnTo>
                  <a:pt x="3448" y="3448"/>
                </a:lnTo>
                <a:lnTo>
                  <a:pt x="5202" y="1913"/>
                </a:lnTo>
                <a:lnTo>
                  <a:pt x="9448" y="155"/>
                </a:lnTo>
                <a:lnTo>
                  <a:pt x="11774" y="0"/>
                </a:lnTo>
                <a:lnTo>
                  <a:pt x="14100" y="155"/>
                </a:lnTo>
                <a:lnTo>
                  <a:pt x="18345" y="1913"/>
                </a:lnTo>
                <a:lnTo>
                  <a:pt x="20099" y="3448"/>
                </a:lnTo>
                <a:lnTo>
                  <a:pt x="21634" y="5202"/>
                </a:lnTo>
                <a:lnTo>
                  <a:pt x="23393" y="9448"/>
                </a:lnTo>
                <a:lnTo>
                  <a:pt x="23548" y="11774"/>
                </a:lnTo>
                <a:lnTo>
                  <a:pt x="23393" y="14100"/>
                </a:lnTo>
                <a:lnTo>
                  <a:pt x="21634" y="18345"/>
                </a:lnTo>
                <a:lnTo>
                  <a:pt x="20099" y="20099"/>
                </a:lnTo>
                <a:lnTo>
                  <a:pt x="18345" y="21634"/>
                </a:lnTo>
                <a:lnTo>
                  <a:pt x="14100" y="23393"/>
                </a:lnTo>
                <a:lnTo>
                  <a:pt x="11774" y="23548"/>
                </a:lnTo>
                <a:lnTo>
                  <a:pt x="9448" y="23393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072" name="Shape 1072"/>
          <p:cNvSpPr/>
          <p:nvPr/>
        </p:nvSpPr>
        <p:spPr>
          <a:xfrm>
            <a:off x="4848172" y="2008105"/>
            <a:ext cx="23677" cy="23677"/>
          </a:xfrm>
          <a:custGeom>
            <a:avLst/>
            <a:gdLst/>
            <a:ahLst/>
            <a:cxnLst/>
            <a:rect l="0" t="0" r="r" b="b"/>
            <a:pathLst>
              <a:path w="23677" h="23677">
                <a:moveTo>
                  <a:pt x="9499" y="23521"/>
                </a:moveTo>
                <a:lnTo>
                  <a:pt x="5231" y="21753"/>
                </a:lnTo>
                <a:lnTo>
                  <a:pt x="3467" y="20209"/>
                </a:lnTo>
                <a:lnTo>
                  <a:pt x="1924" y="18445"/>
                </a:lnTo>
                <a:lnTo>
                  <a:pt x="155" y="14177"/>
                </a:lnTo>
                <a:lnTo>
                  <a:pt x="0" y="11838"/>
                </a:lnTo>
                <a:lnTo>
                  <a:pt x="155" y="9499"/>
                </a:lnTo>
                <a:lnTo>
                  <a:pt x="1924" y="5231"/>
                </a:lnTo>
                <a:lnTo>
                  <a:pt x="3467" y="3467"/>
                </a:lnTo>
                <a:lnTo>
                  <a:pt x="5231" y="1924"/>
                </a:lnTo>
                <a:lnTo>
                  <a:pt x="9499" y="155"/>
                </a:lnTo>
                <a:lnTo>
                  <a:pt x="11838" y="0"/>
                </a:lnTo>
                <a:lnTo>
                  <a:pt x="14177" y="155"/>
                </a:lnTo>
                <a:lnTo>
                  <a:pt x="18445" y="1924"/>
                </a:lnTo>
                <a:lnTo>
                  <a:pt x="20209" y="3467"/>
                </a:lnTo>
                <a:lnTo>
                  <a:pt x="21753" y="5231"/>
                </a:lnTo>
                <a:lnTo>
                  <a:pt x="23521" y="9499"/>
                </a:lnTo>
                <a:lnTo>
                  <a:pt x="23677" y="11838"/>
                </a:lnTo>
                <a:lnTo>
                  <a:pt x="23521" y="14177"/>
                </a:lnTo>
                <a:lnTo>
                  <a:pt x="21753" y="18445"/>
                </a:lnTo>
                <a:lnTo>
                  <a:pt x="20209" y="20209"/>
                </a:lnTo>
                <a:lnTo>
                  <a:pt x="18445" y="21753"/>
                </a:lnTo>
                <a:lnTo>
                  <a:pt x="14177" y="23521"/>
                </a:lnTo>
                <a:lnTo>
                  <a:pt x="11838" y="23677"/>
                </a:lnTo>
                <a:lnTo>
                  <a:pt x="9499" y="23521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1073" name="Shape 1073"/>
          <p:cNvSpPr/>
          <p:nvPr/>
        </p:nvSpPr>
        <p:spPr>
          <a:xfrm>
            <a:off x="4847719" y="2016636"/>
            <a:ext cx="18373" cy="23859"/>
          </a:xfrm>
          <a:custGeom>
            <a:avLst/>
            <a:gdLst/>
            <a:ahLst/>
            <a:cxnLst/>
            <a:rect l="0" t="0" r="r" b="b"/>
            <a:pathLst>
              <a:path w="18373" h="23859">
                <a:moveTo>
                  <a:pt x="4087" y="23702"/>
                </a:moveTo>
                <a:lnTo>
                  <a:pt x="0" y="22009"/>
                </a:lnTo>
                <a:lnTo>
                  <a:pt x="0" y="1850"/>
                </a:lnTo>
                <a:lnTo>
                  <a:pt x="4087" y="157"/>
                </a:lnTo>
                <a:lnTo>
                  <a:pt x="6443" y="0"/>
                </a:lnTo>
                <a:lnTo>
                  <a:pt x="8800" y="157"/>
                </a:lnTo>
                <a:lnTo>
                  <a:pt x="13101" y="1938"/>
                </a:lnTo>
                <a:lnTo>
                  <a:pt x="14879" y="3494"/>
                </a:lnTo>
                <a:lnTo>
                  <a:pt x="16434" y="5271"/>
                </a:lnTo>
                <a:lnTo>
                  <a:pt x="18216" y="9572"/>
                </a:lnTo>
                <a:lnTo>
                  <a:pt x="18373" y="11929"/>
                </a:lnTo>
                <a:lnTo>
                  <a:pt x="18216" y="14286"/>
                </a:lnTo>
                <a:lnTo>
                  <a:pt x="16434" y="18587"/>
                </a:lnTo>
                <a:lnTo>
                  <a:pt x="14879" y="20365"/>
                </a:lnTo>
                <a:lnTo>
                  <a:pt x="13101" y="21920"/>
                </a:lnTo>
                <a:lnTo>
                  <a:pt x="8800" y="23702"/>
                </a:lnTo>
                <a:lnTo>
                  <a:pt x="6443" y="23859"/>
                </a:lnTo>
                <a:lnTo>
                  <a:pt x="4087" y="2370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074" name="Shape 1074"/>
          <p:cNvSpPr/>
          <p:nvPr/>
        </p:nvSpPr>
        <p:spPr>
          <a:xfrm>
            <a:off x="6375793" y="1947195"/>
            <a:ext cx="23385" cy="23385"/>
          </a:xfrm>
          <a:custGeom>
            <a:avLst/>
            <a:gdLst/>
            <a:ahLst/>
            <a:cxnLst/>
            <a:rect l="0" t="0" r="r" b="b"/>
            <a:pathLst>
              <a:path w="23385" h="23385">
                <a:moveTo>
                  <a:pt x="9382" y="23231"/>
                </a:moveTo>
                <a:lnTo>
                  <a:pt x="5166" y="21485"/>
                </a:lnTo>
                <a:lnTo>
                  <a:pt x="3424" y="19960"/>
                </a:lnTo>
                <a:lnTo>
                  <a:pt x="1900" y="18218"/>
                </a:lnTo>
                <a:lnTo>
                  <a:pt x="154" y="14002"/>
                </a:lnTo>
                <a:lnTo>
                  <a:pt x="0" y="11692"/>
                </a:lnTo>
                <a:lnTo>
                  <a:pt x="154" y="9382"/>
                </a:lnTo>
                <a:lnTo>
                  <a:pt x="1900" y="5166"/>
                </a:lnTo>
                <a:lnTo>
                  <a:pt x="3424" y="3424"/>
                </a:lnTo>
                <a:lnTo>
                  <a:pt x="5166" y="1900"/>
                </a:lnTo>
                <a:lnTo>
                  <a:pt x="9382" y="154"/>
                </a:lnTo>
                <a:lnTo>
                  <a:pt x="11692" y="0"/>
                </a:lnTo>
                <a:lnTo>
                  <a:pt x="14002" y="154"/>
                </a:lnTo>
                <a:lnTo>
                  <a:pt x="18218" y="1900"/>
                </a:lnTo>
                <a:lnTo>
                  <a:pt x="19960" y="3424"/>
                </a:lnTo>
                <a:lnTo>
                  <a:pt x="21485" y="5166"/>
                </a:lnTo>
                <a:lnTo>
                  <a:pt x="23231" y="9382"/>
                </a:lnTo>
                <a:lnTo>
                  <a:pt x="23385" y="11692"/>
                </a:lnTo>
                <a:lnTo>
                  <a:pt x="23231" y="14002"/>
                </a:lnTo>
                <a:lnTo>
                  <a:pt x="21485" y="18218"/>
                </a:lnTo>
                <a:lnTo>
                  <a:pt x="19960" y="19960"/>
                </a:lnTo>
                <a:lnTo>
                  <a:pt x="18218" y="21485"/>
                </a:lnTo>
                <a:lnTo>
                  <a:pt x="14002" y="23231"/>
                </a:lnTo>
                <a:lnTo>
                  <a:pt x="11692" y="23385"/>
                </a:lnTo>
                <a:lnTo>
                  <a:pt x="9382" y="23231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1075" name="Shape 1075"/>
          <p:cNvSpPr/>
          <p:nvPr/>
        </p:nvSpPr>
        <p:spPr>
          <a:xfrm>
            <a:off x="6286131" y="1949161"/>
            <a:ext cx="21516" cy="21516"/>
          </a:xfrm>
          <a:custGeom>
            <a:avLst/>
            <a:gdLst/>
            <a:ahLst/>
            <a:cxnLst/>
            <a:rect l="0" t="0" r="r" b="b"/>
            <a:pathLst>
              <a:path w="21516" h="21516">
                <a:moveTo>
                  <a:pt x="8632" y="21374"/>
                </a:moveTo>
                <a:lnTo>
                  <a:pt x="4753" y="19767"/>
                </a:lnTo>
                <a:lnTo>
                  <a:pt x="3151" y="18365"/>
                </a:lnTo>
                <a:lnTo>
                  <a:pt x="1748" y="16762"/>
                </a:lnTo>
                <a:lnTo>
                  <a:pt x="141" y="12883"/>
                </a:lnTo>
                <a:lnTo>
                  <a:pt x="0" y="10758"/>
                </a:lnTo>
                <a:lnTo>
                  <a:pt x="141" y="8632"/>
                </a:lnTo>
                <a:lnTo>
                  <a:pt x="1748" y="4753"/>
                </a:lnTo>
                <a:lnTo>
                  <a:pt x="3151" y="3151"/>
                </a:lnTo>
                <a:lnTo>
                  <a:pt x="4753" y="1748"/>
                </a:lnTo>
                <a:lnTo>
                  <a:pt x="8632" y="141"/>
                </a:lnTo>
                <a:lnTo>
                  <a:pt x="10758" y="0"/>
                </a:lnTo>
                <a:lnTo>
                  <a:pt x="12883" y="141"/>
                </a:lnTo>
                <a:lnTo>
                  <a:pt x="16762" y="1748"/>
                </a:lnTo>
                <a:lnTo>
                  <a:pt x="18365" y="3151"/>
                </a:lnTo>
                <a:lnTo>
                  <a:pt x="19767" y="4753"/>
                </a:lnTo>
                <a:lnTo>
                  <a:pt x="21374" y="8632"/>
                </a:lnTo>
                <a:lnTo>
                  <a:pt x="21516" y="10758"/>
                </a:lnTo>
                <a:lnTo>
                  <a:pt x="21374" y="12883"/>
                </a:lnTo>
                <a:lnTo>
                  <a:pt x="19767" y="16762"/>
                </a:lnTo>
                <a:lnTo>
                  <a:pt x="18365" y="18365"/>
                </a:lnTo>
                <a:lnTo>
                  <a:pt x="16762" y="19767"/>
                </a:lnTo>
                <a:lnTo>
                  <a:pt x="12883" y="21374"/>
                </a:lnTo>
                <a:lnTo>
                  <a:pt x="10758" y="21516"/>
                </a:lnTo>
                <a:lnTo>
                  <a:pt x="8632" y="21374"/>
                </a:lnTo>
                <a:close/>
              </a:path>
            </a:pathLst>
          </a:custGeom>
          <a:solidFill>
            <a:srgbClr val="8CD98C"/>
          </a:solidFill>
          <a:ln>
            <a:noFill/>
          </a:ln>
        </p:spPr>
      </p:sp>
      <p:sp>
        <p:nvSpPr>
          <p:cNvPr id="1076" name="Shape 1076"/>
          <p:cNvSpPr/>
          <p:nvPr/>
        </p:nvSpPr>
        <p:spPr>
          <a:xfrm>
            <a:off x="6330172" y="1951057"/>
            <a:ext cx="23717" cy="23717"/>
          </a:xfrm>
          <a:custGeom>
            <a:avLst/>
            <a:gdLst/>
            <a:ahLst/>
            <a:cxnLst/>
            <a:rect l="0" t="0" r="r" b="b"/>
            <a:pathLst>
              <a:path w="23717" h="23717">
                <a:moveTo>
                  <a:pt x="9515" y="23561"/>
                </a:moveTo>
                <a:lnTo>
                  <a:pt x="5240" y="21790"/>
                </a:lnTo>
                <a:lnTo>
                  <a:pt x="3473" y="20243"/>
                </a:lnTo>
                <a:lnTo>
                  <a:pt x="1927" y="18476"/>
                </a:lnTo>
                <a:lnTo>
                  <a:pt x="156" y="14201"/>
                </a:lnTo>
                <a:lnTo>
                  <a:pt x="0" y="11858"/>
                </a:lnTo>
                <a:lnTo>
                  <a:pt x="156" y="9515"/>
                </a:lnTo>
                <a:lnTo>
                  <a:pt x="1927" y="5240"/>
                </a:lnTo>
                <a:lnTo>
                  <a:pt x="3473" y="3473"/>
                </a:lnTo>
                <a:lnTo>
                  <a:pt x="5240" y="1927"/>
                </a:lnTo>
                <a:lnTo>
                  <a:pt x="9515" y="156"/>
                </a:lnTo>
                <a:lnTo>
                  <a:pt x="11858" y="0"/>
                </a:lnTo>
                <a:lnTo>
                  <a:pt x="14201" y="156"/>
                </a:lnTo>
                <a:lnTo>
                  <a:pt x="18476" y="1927"/>
                </a:lnTo>
                <a:lnTo>
                  <a:pt x="20243" y="3473"/>
                </a:lnTo>
                <a:lnTo>
                  <a:pt x="21790" y="5240"/>
                </a:lnTo>
                <a:lnTo>
                  <a:pt x="23561" y="9515"/>
                </a:lnTo>
                <a:lnTo>
                  <a:pt x="23717" y="11858"/>
                </a:lnTo>
                <a:lnTo>
                  <a:pt x="23561" y="14201"/>
                </a:lnTo>
                <a:lnTo>
                  <a:pt x="21790" y="18476"/>
                </a:lnTo>
                <a:lnTo>
                  <a:pt x="20243" y="20243"/>
                </a:lnTo>
                <a:lnTo>
                  <a:pt x="18476" y="21790"/>
                </a:lnTo>
                <a:lnTo>
                  <a:pt x="14201" y="23561"/>
                </a:lnTo>
                <a:lnTo>
                  <a:pt x="11858" y="23717"/>
                </a:lnTo>
                <a:lnTo>
                  <a:pt x="9515" y="23561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1077" name="Shape 1077"/>
          <p:cNvSpPr/>
          <p:nvPr/>
        </p:nvSpPr>
        <p:spPr>
          <a:xfrm>
            <a:off x="6362921" y="1954091"/>
            <a:ext cx="21873" cy="21873"/>
          </a:xfrm>
          <a:custGeom>
            <a:avLst/>
            <a:gdLst/>
            <a:ahLst/>
            <a:cxnLst/>
            <a:rect l="0" t="0" r="r" b="b"/>
            <a:pathLst>
              <a:path w="21873" h="21873">
                <a:moveTo>
                  <a:pt x="8776" y="21729"/>
                </a:moveTo>
                <a:lnTo>
                  <a:pt x="4832" y="20096"/>
                </a:lnTo>
                <a:lnTo>
                  <a:pt x="3203" y="18670"/>
                </a:lnTo>
                <a:lnTo>
                  <a:pt x="1777" y="17040"/>
                </a:lnTo>
                <a:lnTo>
                  <a:pt x="144" y="13097"/>
                </a:lnTo>
                <a:lnTo>
                  <a:pt x="0" y="10936"/>
                </a:lnTo>
                <a:lnTo>
                  <a:pt x="144" y="8776"/>
                </a:lnTo>
                <a:lnTo>
                  <a:pt x="1777" y="4832"/>
                </a:lnTo>
                <a:lnTo>
                  <a:pt x="3203" y="3203"/>
                </a:lnTo>
                <a:lnTo>
                  <a:pt x="4832" y="1777"/>
                </a:lnTo>
                <a:lnTo>
                  <a:pt x="8776" y="144"/>
                </a:lnTo>
                <a:lnTo>
                  <a:pt x="10936" y="0"/>
                </a:lnTo>
                <a:lnTo>
                  <a:pt x="13097" y="144"/>
                </a:lnTo>
                <a:lnTo>
                  <a:pt x="17040" y="1777"/>
                </a:lnTo>
                <a:lnTo>
                  <a:pt x="18670" y="3203"/>
                </a:lnTo>
                <a:lnTo>
                  <a:pt x="20096" y="4832"/>
                </a:lnTo>
                <a:lnTo>
                  <a:pt x="21729" y="8776"/>
                </a:lnTo>
                <a:lnTo>
                  <a:pt x="21873" y="10936"/>
                </a:lnTo>
                <a:lnTo>
                  <a:pt x="21729" y="13097"/>
                </a:lnTo>
                <a:lnTo>
                  <a:pt x="20096" y="17040"/>
                </a:lnTo>
                <a:lnTo>
                  <a:pt x="18670" y="18670"/>
                </a:lnTo>
                <a:lnTo>
                  <a:pt x="17040" y="20096"/>
                </a:lnTo>
                <a:lnTo>
                  <a:pt x="13097" y="21729"/>
                </a:lnTo>
                <a:lnTo>
                  <a:pt x="10936" y="21873"/>
                </a:lnTo>
                <a:lnTo>
                  <a:pt x="8776" y="21729"/>
                </a:lnTo>
                <a:close/>
              </a:path>
            </a:pathLst>
          </a:custGeom>
          <a:solidFill>
            <a:srgbClr val="8AD88B"/>
          </a:solidFill>
          <a:ln>
            <a:noFill/>
          </a:ln>
        </p:spPr>
      </p:sp>
      <p:sp>
        <p:nvSpPr>
          <p:cNvPr id="1078" name="Shape 1078"/>
          <p:cNvSpPr/>
          <p:nvPr/>
        </p:nvSpPr>
        <p:spPr>
          <a:xfrm>
            <a:off x="6395200" y="1955254"/>
            <a:ext cx="23972" cy="23972"/>
          </a:xfrm>
          <a:custGeom>
            <a:avLst/>
            <a:gdLst/>
            <a:ahLst/>
            <a:cxnLst/>
            <a:rect l="0" t="0" r="r" b="b"/>
            <a:pathLst>
              <a:path w="23972" h="23972">
                <a:moveTo>
                  <a:pt x="9618" y="23814"/>
                </a:moveTo>
                <a:lnTo>
                  <a:pt x="5296" y="22024"/>
                </a:lnTo>
                <a:lnTo>
                  <a:pt x="3510" y="20462"/>
                </a:lnTo>
                <a:lnTo>
                  <a:pt x="1948" y="18676"/>
                </a:lnTo>
                <a:lnTo>
                  <a:pt x="157" y="14354"/>
                </a:lnTo>
                <a:lnTo>
                  <a:pt x="0" y="11986"/>
                </a:lnTo>
                <a:lnTo>
                  <a:pt x="157" y="9618"/>
                </a:lnTo>
                <a:lnTo>
                  <a:pt x="1948" y="5296"/>
                </a:lnTo>
                <a:lnTo>
                  <a:pt x="3510" y="3510"/>
                </a:lnTo>
                <a:lnTo>
                  <a:pt x="5296" y="1948"/>
                </a:lnTo>
                <a:lnTo>
                  <a:pt x="9618" y="157"/>
                </a:lnTo>
                <a:lnTo>
                  <a:pt x="11986" y="0"/>
                </a:lnTo>
                <a:lnTo>
                  <a:pt x="14354" y="157"/>
                </a:lnTo>
                <a:lnTo>
                  <a:pt x="18676" y="1948"/>
                </a:lnTo>
                <a:lnTo>
                  <a:pt x="20462" y="3510"/>
                </a:lnTo>
                <a:lnTo>
                  <a:pt x="22024" y="5296"/>
                </a:lnTo>
                <a:lnTo>
                  <a:pt x="23814" y="9618"/>
                </a:lnTo>
                <a:lnTo>
                  <a:pt x="23972" y="11986"/>
                </a:lnTo>
                <a:lnTo>
                  <a:pt x="23814" y="14354"/>
                </a:lnTo>
                <a:lnTo>
                  <a:pt x="22024" y="18676"/>
                </a:lnTo>
                <a:lnTo>
                  <a:pt x="20462" y="20462"/>
                </a:lnTo>
                <a:lnTo>
                  <a:pt x="18676" y="22024"/>
                </a:lnTo>
                <a:lnTo>
                  <a:pt x="14354" y="23814"/>
                </a:lnTo>
                <a:lnTo>
                  <a:pt x="11986" y="23972"/>
                </a:lnTo>
                <a:lnTo>
                  <a:pt x="9618" y="23814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1079" name="Shape 1079"/>
          <p:cNvSpPr/>
          <p:nvPr/>
        </p:nvSpPr>
        <p:spPr>
          <a:xfrm>
            <a:off x="6193309" y="1950151"/>
            <a:ext cx="21650" cy="21650"/>
          </a:xfrm>
          <a:custGeom>
            <a:avLst/>
            <a:gdLst/>
            <a:ahLst/>
            <a:cxnLst/>
            <a:rect l="0" t="0" r="r" b="b"/>
            <a:pathLst>
              <a:path w="21650" h="21650">
                <a:moveTo>
                  <a:pt x="8686" y="21507"/>
                </a:moveTo>
                <a:lnTo>
                  <a:pt x="4783" y="19891"/>
                </a:lnTo>
                <a:lnTo>
                  <a:pt x="3170" y="18479"/>
                </a:lnTo>
                <a:lnTo>
                  <a:pt x="1759" y="16866"/>
                </a:lnTo>
                <a:lnTo>
                  <a:pt x="142" y="12963"/>
                </a:lnTo>
                <a:lnTo>
                  <a:pt x="0" y="10825"/>
                </a:lnTo>
                <a:lnTo>
                  <a:pt x="142" y="8686"/>
                </a:lnTo>
                <a:lnTo>
                  <a:pt x="1759" y="4783"/>
                </a:lnTo>
                <a:lnTo>
                  <a:pt x="3170" y="3170"/>
                </a:lnTo>
                <a:lnTo>
                  <a:pt x="4783" y="1759"/>
                </a:lnTo>
                <a:lnTo>
                  <a:pt x="8686" y="142"/>
                </a:lnTo>
                <a:lnTo>
                  <a:pt x="10825" y="0"/>
                </a:lnTo>
                <a:lnTo>
                  <a:pt x="12963" y="142"/>
                </a:lnTo>
                <a:lnTo>
                  <a:pt x="16866" y="1759"/>
                </a:lnTo>
                <a:lnTo>
                  <a:pt x="18479" y="3170"/>
                </a:lnTo>
                <a:lnTo>
                  <a:pt x="19891" y="4783"/>
                </a:lnTo>
                <a:lnTo>
                  <a:pt x="21507" y="8686"/>
                </a:lnTo>
                <a:lnTo>
                  <a:pt x="21650" y="10825"/>
                </a:lnTo>
                <a:lnTo>
                  <a:pt x="21507" y="12963"/>
                </a:lnTo>
                <a:lnTo>
                  <a:pt x="19891" y="16866"/>
                </a:lnTo>
                <a:lnTo>
                  <a:pt x="18479" y="18479"/>
                </a:lnTo>
                <a:lnTo>
                  <a:pt x="16866" y="19891"/>
                </a:lnTo>
                <a:lnTo>
                  <a:pt x="12963" y="21507"/>
                </a:lnTo>
                <a:lnTo>
                  <a:pt x="10825" y="21650"/>
                </a:lnTo>
                <a:lnTo>
                  <a:pt x="8686" y="21507"/>
                </a:lnTo>
                <a:close/>
              </a:path>
            </a:pathLst>
          </a:custGeom>
          <a:solidFill>
            <a:srgbClr val="8BD88C"/>
          </a:solidFill>
          <a:ln>
            <a:noFill/>
          </a:ln>
        </p:spPr>
      </p:sp>
      <p:sp>
        <p:nvSpPr>
          <p:cNvPr id="1080" name="Shape 1080"/>
          <p:cNvSpPr/>
          <p:nvPr/>
        </p:nvSpPr>
        <p:spPr>
          <a:xfrm>
            <a:off x="6234735" y="1952122"/>
            <a:ext cx="23847" cy="23847"/>
          </a:xfrm>
          <a:custGeom>
            <a:avLst/>
            <a:gdLst/>
            <a:ahLst/>
            <a:cxnLst/>
            <a:rect l="0" t="0" r="r" b="b"/>
            <a:pathLst>
              <a:path w="23847" h="23847">
                <a:moveTo>
                  <a:pt x="9568" y="23690"/>
                </a:moveTo>
                <a:lnTo>
                  <a:pt x="5268" y="21909"/>
                </a:lnTo>
                <a:lnTo>
                  <a:pt x="3492" y="20354"/>
                </a:lnTo>
                <a:lnTo>
                  <a:pt x="1937" y="18578"/>
                </a:lnTo>
                <a:lnTo>
                  <a:pt x="157" y="14279"/>
                </a:lnTo>
                <a:lnTo>
                  <a:pt x="0" y="11923"/>
                </a:lnTo>
                <a:lnTo>
                  <a:pt x="157" y="9568"/>
                </a:lnTo>
                <a:lnTo>
                  <a:pt x="1937" y="5268"/>
                </a:lnTo>
                <a:lnTo>
                  <a:pt x="3492" y="3492"/>
                </a:lnTo>
                <a:lnTo>
                  <a:pt x="5268" y="1937"/>
                </a:lnTo>
                <a:lnTo>
                  <a:pt x="9568" y="157"/>
                </a:lnTo>
                <a:lnTo>
                  <a:pt x="11923" y="0"/>
                </a:lnTo>
                <a:lnTo>
                  <a:pt x="14279" y="157"/>
                </a:lnTo>
                <a:lnTo>
                  <a:pt x="18578" y="1937"/>
                </a:lnTo>
                <a:lnTo>
                  <a:pt x="20354" y="3492"/>
                </a:lnTo>
                <a:lnTo>
                  <a:pt x="21909" y="5268"/>
                </a:lnTo>
                <a:lnTo>
                  <a:pt x="23690" y="9568"/>
                </a:lnTo>
                <a:lnTo>
                  <a:pt x="23847" y="11923"/>
                </a:lnTo>
                <a:lnTo>
                  <a:pt x="23690" y="14279"/>
                </a:lnTo>
                <a:lnTo>
                  <a:pt x="21909" y="18578"/>
                </a:lnTo>
                <a:lnTo>
                  <a:pt x="20354" y="20354"/>
                </a:lnTo>
                <a:lnTo>
                  <a:pt x="18578" y="21909"/>
                </a:lnTo>
                <a:lnTo>
                  <a:pt x="14279" y="23690"/>
                </a:lnTo>
                <a:lnTo>
                  <a:pt x="11923" y="23847"/>
                </a:lnTo>
                <a:lnTo>
                  <a:pt x="9568" y="23690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081" name="Shape 1081"/>
          <p:cNvSpPr/>
          <p:nvPr/>
        </p:nvSpPr>
        <p:spPr>
          <a:xfrm>
            <a:off x="6264672" y="1954221"/>
            <a:ext cx="23980" cy="23980"/>
          </a:xfrm>
          <a:custGeom>
            <a:avLst/>
            <a:gdLst/>
            <a:ahLst/>
            <a:cxnLst/>
            <a:rect l="0" t="0" r="r" b="b"/>
            <a:pathLst>
              <a:path w="23980" h="23980">
                <a:moveTo>
                  <a:pt x="9621" y="23822"/>
                </a:moveTo>
                <a:lnTo>
                  <a:pt x="5298" y="22031"/>
                </a:lnTo>
                <a:lnTo>
                  <a:pt x="3511" y="20468"/>
                </a:lnTo>
                <a:lnTo>
                  <a:pt x="1948" y="18682"/>
                </a:lnTo>
                <a:lnTo>
                  <a:pt x="157" y="14358"/>
                </a:lnTo>
                <a:lnTo>
                  <a:pt x="0" y="11990"/>
                </a:lnTo>
                <a:lnTo>
                  <a:pt x="157" y="9621"/>
                </a:lnTo>
                <a:lnTo>
                  <a:pt x="1948" y="5298"/>
                </a:lnTo>
                <a:lnTo>
                  <a:pt x="3511" y="3511"/>
                </a:lnTo>
                <a:lnTo>
                  <a:pt x="5298" y="1948"/>
                </a:lnTo>
                <a:lnTo>
                  <a:pt x="9621" y="157"/>
                </a:lnTo>
                <a:lnTo>
                  <a:pt x="11990" y="0"/>
                </a:lnTo>
                <a:lnTo>
                  <a:pt x="14358" y="157"/>
                </a:lnTo>
                <a:lnTo>
                  <a:pt x="18682" y="1948"/>
                </a:lnTo>
                <a:lnTo>
                  <a:pt x="20468" y="3511"/>
                </a:lnTo>
                <a:lnTo>
                  <a:pt x="22031" y="5298"/>
                </a:lnTo>
                <a:lnTo>
                  <a:pt x="23822" y="9621"/>
                </a:lnTo>
                <a:lnTo>
                  <a:pt x="23980" y="11990"/>
                </a:lnTo>
                <a:lnTo>
                  <a:pt x="23822" y="14358"/>
                </a:lnTo>
                <a:lnTo>
                  <a:pt x="22031" y="18682"/>
                </a:lnTo>
                <a:lnTo>
                  <a:pt x="20468" y="20468"/>
                </a:lnTo>
                <a:lnTo>
                  <a:pt x="18682" y="22031"/>
                </a:lnTo>
                <a:lnTo>
                  <a:pt x="14358" y="23822"/>
                </a:lnTo>
                <a:lnTo>
                  <a:pt x="11990" y="23980"/>
                </a:lnTo>
                <a:lnTo>
                  <a:pt x="9621" y="23822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1082" name="Shape 1082"/>
          <p:cNvSpPr/>
          <p:nvPr/>
        </p:nvSpPr>
        <p:spPr>
          <a:xfrm>
            <a:off x="6297018" y="1957399"/>
            <a:ext cx="22161" cy="22161"/>
          </a:xfrm>
          <a:custGeom>
            <a:avLst/>
            <a:gdLst/>
            <a:ahLst/>
            <a:cxnLst/>
            <a:rect l="0" t="0" r="r" b="b"/>
            <a:pathLst>
              <a:path w="22161" h="22161">
                <a:moveTo>
                  <a:pt x="8891" y="22016"/>
                </a:moveTo>
                <a:lnTo>
                  <a:pt x="4896" y="20361"/>
                </a:lnTo>
                <a:lnTo>
                  <a:pt x="3245" y="18916"/>
                </a:lnTo>
                <a:lnTo>
                  <a:pt x="1800" y="17265"/>
                </a:lnTo>
                <a:lnTo>
                  <a:pt x="145" y="13270"/>
                </a:lnTo>
                <a:lnTo>
                  <a:pt x="0" y="11080"/>
                </a:lnTo>
                <a:lnTo>
                  <a:pt x="145" y="8891"/>
                </a:lnTo>
                <a:lnTo>
                  <a:pt x="1800" y="4896"/>
                </a:lnTo>
                <a:lnTo>
                  <a:pt x="3245" y="3245"/>
                </a:lnTo>
                <a:lnTo>
                  <a:pt x="4896" y="1800"/>
                </a:lnTo>
                <a:lnTo>
                  <a:pt x="8891" y="145"/>
                </a:lnTo>
                <a:lnTo>
                  <a:pt x="11080" y="0"/>
                </a:lnTo>
                <a:lnTo>
                  <a:pt x="13270" y="145"/>
                </a:lnTo>
                <a:lnTo>
                  <a:pt x="17265" y="1800"/>
                </a:lnTo>
                <a:lnTo>
                  <a:pt x="18916" y="3245"/>
                </a:lnTo>
                <a:lnTo>
                  <a:pt x="20361" y="4896"/>
                </a:lnTo>
                <a:lnTo>
                  <a:pt x="22016" y="8891"/>
                </a:lnTo>
                <a:lnTo>
                  <a:pt x="22161" y="11080"/>
                </a:lnTo>
                <a:lnTo>
                  <a:pt x="22016" y="13270"/>
                </a:lnTo>
                <a:lnTo>
                  <a:pt x="20361" y="17265"/>
                </a:lnTo>
                <a:lnTo>
                  <a:pt x="18916" y="18916"/>
                </a:lnTo>
                <a:lnTo>
                  <a:pt x="17265" y="20361"/>
                </a:lnTo>
                <a:lnTo>
                  <a:pt x="13270" y="22016"/>
                </a:lnTo>
                <a:lnTo>
                  <a:pt x="11080" y="22161"/>
                </a:lnTo>
                <a:lnTo>
                  <a:pt x="8891" y="2201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083" name="Shape 1083"/>
          <p:cNvSpPr/>
          <p:nvPr/>
        </p:nvSpPr>
        <p:spPr>
          <a:xfrm>
            <a:off x="6130193" y="1950828"/>
            <a:ext cx="21732" cy="21732"/>
          </a:xfrm>
          <a:custGeom>
            <a:avLst/>
            <a:gdLst/>
            <a:ahLst/>
            <a:cxnLst/>
            <a:rect l="0" t="0" r="r" b="b"/>
            <a:pathLst>
              <a:path w="21732" h="21732">
                <a:moveTo>
                  <a:pt x="8719" y="21589"/>
                </a:moveTo>
                <a:lnTo>
                  <a:pt x="4801" y="19966"/>
                </a:lnTo>
                <a:lnTo>
                  <a:pt x="3182" y="18549"/>
                </a:lnTo>
                <a:lnTo>
                  <a:pt x="1765" y="16930"/>
                </a:lnTo>
                <a:lnTo>
                  <a:pt x="143" y="13012"/>
                </a:lnTo>
                <a:lnTo>
                  <a:pt x="0" y="10866"/>
                </a:lnTo>
                <a:lnTo>
                  <a:pt x="143" y="8719"/>
                </a:lnTo>
                <a:lnTo>
                  <a:pt x="1765" y="4801"/>
                </a:lnTo>
                <a:lnTo>
                  <a:pt x="3182" y="3182"/>
                </a:lnTo>
                <a:lnTo>
                  <a:pt x="4801" y="1765"/>
                </a:lnTo>
                <a:lnTo>
                  <a:pt x="8719" y="143"/>
                </a:lnTo>
                <a:lnTo>
                  <a:pt x="10866" y="0"/>
                </a:lnTo>
                <a:lnTo>
                  <a:pt x="13012" y="143"/>
                </a:lnTo>
                <a:lnTo>
                  <a:pt x="16930" y="1765"/>
                </a:lnTo>
                <a:lnTo>
                  <a:pt x="18549" y="3182"/>
                </a:lnTo>
                <a:lnTo>
                  <a:pt x="19966" y="4801"/>
                </a:lnTo>
                <a:lnTo>
                  <a:pt x="21589" y="8719"/>
                </a:lnTo>
                <a:lnTo>
                  <a:pt x="21732" y="10866"/>
                </a:lnTo>
                <a:lnTo>
                  <a:pt x="21589" y="13012"/>
                </a:lnTo>
                <a:lnTo>
                  <a:pt x="19966" y="16930"/>
                </a:lnTo>
                <a:lnTo>
                  <a:pt x="18549" y="18549"/>
                </a:lnTo>
                <a:lnTo>
                  <a:pt x="16930" y="19966"/>
                </a:lnTo>
                <a:lnTo>
                  <a:pt x="13012" y="21589"/>
                </a:lnTo>
                <a:lnTo>
                  <a:pt x="10866" y="21732"/>
                </a:lnTo>
                <a:lnTo>
                  <a:pt x="8719" y="21589"/>
                </a:lnTo>
                <a:close/>
              </a:path>
            </a:pathLst>
          </a:custGeom>
          <a:solidFill>
            <a:srgbClr val="8BD88B"/>
          </a:solidFill>
          <a:ln>
            <a:noFill/>
          </a:ln>
        </p:spPr>
      </p:sp>
      <p:sp>
        <p:nvSpPr>
          <p:cNvPr id="1084" name="Shape 1084"/>
          <p:cNvSpPr/>
          <p:nvPr/>
        </p:nvSpPr>
        <p:spPr>
          <a:xfrm>
            <a:off x="6170781" y="1953834"/>
            <a:ext cx="21960" cy="21960"/>
          </a:xfrm>
          <a:custGeom>
            <a:avLst/>
            <a:gdLst/>
            <a:ahLst/>
            <a:cxnLst/>
            <a:rect l="0" t="0" r="r" b="b"/>
            <a:pathLst>
              <a:path w="21960" h="21960">
                <a:moveTo>
                  <a:pt x="8811" y="21816"/>
                </a:moveTo>
                <a:lnTo>
                  <a:pt x="4852" y="20176"/>
                </a:lnTo>
                <a:lnTo>
                  <a:pt x="3216" y="18744"/>
                </a:lnTo>
                <a:lnTo>
                  <a:pt x="1784" y="17108"/>
                </a:lnTo>
                <a:lnTo>
                  <a:pt x="144" y="13149"/>
                </a:lnTo>
                <a:lnTo>
                  <a:pt x="0" y="10980"/>
                </a:lnTo>
                <a:lnTo>
                  <a:pt x="144" y="8811"/>
                </a:lnTo>
                <a:lnTo>
                  <a:pt x="1784" y="4852"/>
                </a:lnTo>
                <a:lnTo>
                  <a:pt x="3216" y="3216"/>
                </a:lnTo>
                <a:lnTo>
                  <a:pt x="4852" y="1784"/>
                </a:lnTo>
                <a:lnTo>
                  <a:pt x="8811" y="144"/>
                </a:lnTo>
                <a:lnTo>
                  <a:pt x="10980" y="0"/>
                </a:lnTo>
                <a:lnTo>
                  <a:pt x="13149" y="144"/>
                </a:lnTo>
                <a:lnTo>
                  <a:pt x="17108" y="1784"/>
                </a:lnTo>
                <a:lnTo>
                  <a:pt x="18744" y="3216"/>
                </a:lnTo>
                <a:lnTo>
                  <a:pt x="20176" y="4852"/>
                </a:lnTo>
                <a:lnTo>
                  <a:pt x="21816" y="8811"/>
                </a:lnTo>
                <a:lnTo>
                  <a:pt x="21960" y="10980"/>
                </a:lnTo>
                <a:lnTo>
                  <a:pt x="21816" y="13149"/>
                </a:lnTo>
                <a:lnTo>
                  <a:pt x="20176" y="17108"/>
                </a:lnTo>
                <a:lnTo>
                  <a:pt x="18744" y="18744"/>
                </a:lnTo>
                <a:lnTo>
                  <a:pt x="17108" y="20176"/>
                </a:lnTo>
                <a:lnTo>
                  <a:pt x="13149" y="21816"/>
                </a:lnTo>
                <a:lnTo>
                  <a:pt x="10980" y="21960"/>
                </a:lnTo>
                <a:lnTo>
                  <a:pt x="8811" y="21816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1085" name="Shape 1085"/>
          <p:cNvSpPr/>
          <p:nvPr/>
        </p:nvSpPr>
        <p:spPr>
          <a:xfrm>
            <a:off x="6199437" y="1955962"/>
            <a:ext cx="22108" cy="22108"/>
          </a:xfrm>
          <a:custGeom>
            <a:avLst/>
            <a:gdLst/>
            <a:ahLst/>
            <a:cxnLst/>
            <a:rect l="0" t="0" r="r" b="b"/>
            <a:pathLst>
              <a:path w="22108" h="22108">
                <a:moveTo>
                  <a:pt x="8870" y="21963"/>
                </a:moveTo>
                <a:lnTo>
                  <a:pt x="4884" y="20312"/>
                </a:lnTo>
                <a:lnTo>
                  <a:pt x="3237" y="18871"/>
                </a:lnTo>
                <a:lnTo>
                  <a:pt x="1796" y="17224"/>
                </a:lnTo>
                <a:lnTo>
                  <a:pt x="145" y="13238"/>
                </a:lnTo>
                <a:lnTo>
                  <a:pt x="0" y="11054"/>
                </a:lnTo>
                <a:lnTo>
                  <a:pt x="145" y="8870"/>
                </a:lnTo>
                <a:lnTo>
                  <a:pt x="1796" y="4884"/>
                </a:lnTo>
                <a:lnTo>
                  <a:pt x="3237" y="3237"/>
                </a:lnTo>
                <a:lnTo>
                  <a:pt x="4884" y="1796"/>
                </a:lnTo>
                <a:lnTo>
                  <a:pt x="8870" y="145"/>
                </a:lnTo>
                <a:lnTo>
                  <a:pt x="11054" y="0"/>
                </a:lnTo>
                <a:lnTo>
                  <a:pt x="13238" y="145"/>
                </a:lnTo>
                <a:lnTo>
                  <a:pt x="17224" y="1796"/>
                </a:lnTo>
                <a:lnTo>
                  <a:pt x="18871" y="3237"/>
                </a:lnTo>
                <a:lnTo>
                  <a:pt x="20312" y="4884"/>
                </a:lnTo>
                <a:lnTo>
                  <a:pt x="21963" y="8870"/>
                </a:lnTo>
                <a:lnTo>
                  <a:pt x="22108" y="11054"/>
                </a:lnTo>
                <a:lnTo>
                  <a:pt x="21963" y="13238"/>
                </a:lnTo>
                <a:lnTo>
                  <a:pt x="20312" y="17224"/>
                </a:lnTo>
                <a:lnTo>
                  <a:pt x="18871" y="18871"/>
                </a:lnTo>
                <a:lnTo>
                  <a:pt x="17224" y="20312"/>
                </a:lnTo>
                <a:lnTo>
                  <a:pt x="13238" y="21963"/>
                </a:lnTo>
                <a:lnTo>
                  <a:pt x="11054" y="22108"/>
                </a:lnTo>
                <a:lnTo>
                  <a:pt x="8870" y="21963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086" name="Shape 1086"/>
          <p:cNvSpPr/>
          <p:nvPr/>
        </p:nvSpPr>
        <p:spPr>
          <a:xfrm>
            <a:off x="6229480" y="1958197"/>
            <a:ext cx="22254" cy="22254"/>
          </a:xfrm>
          <a:custGeom>
            <a:avLst/>
            <a:gdLst/>
            <a:ahLst/>
            <a:cxnLst/>
            <a:rect l="0" t="0" r="r" b="b"/>
            <a:pathLst>
              <a:path w="22254" h="22254">
                <a:moveTo>
                  <a:pt x="8928" y="22107"/>
                </a:moveTo>
                <a:lnTo>
                  <a:pt x="4916" y="20445"/>
                </a:lnTo>
                <a:lnTo>
                  <a:pt x="3259" y="18995"/>
                </a:lnTo>
                <a:lnTo>
                  <a:pt x="1808" y="17337"/>
                </a:lnTo>
                <a:lnTo>
                  <a:pt x="146" y="13325"/>
                </a:lnTo>
                <a:lnTo>
                  <a:pt x="0" y="11127"/>
                </a:lnTo>
                <a:lnTo>
                  <a:pt x="146" y="8928"/>
                </a:lnTo>
                <a:lnTo>
                  <a:pt x="1808" y="4916"/>
                </a:lnTo>
                <a:lnTo>
                  <a:pt x="3259" y="3259"/>
                </a:lnTo>
                <a:lnTo>
                  <a:pt x="4916" y="1808"/>
                </a:lnTo>
                <a:lnTo>
                  <a:pt x="8928" y="146"/>
                </a:lnTo>
                <a:lnTo>
                  <a:pt x="11127" y="0"/>
                </a:lnTo>
                <a:lnTo>
                  <a:pt x="13325" y="146"/>
                </a:lnTo>
                <a:lnTo>
                  <a:pt x="17337" y="1808"/>
                </a:lnTo>
                <a:lnTo>
                  <a:pt x="18995" y="3259"/>
                </a:lnTo>
                <a:lnTo>
                  <a:pt x="20445" y="4916"/>
                </a:lnTo>
                <a:lnTo>
                  <a:pt x="22107" y="8928"/>
                </a:lnTo>
                <a:lnTo>
                  <a:pt x="22254" y="11127"/>
                </a:lnTo>
                <a:lnTo>
                  <a:pt x="22107" y="13325"/>
                </a:lnTo>
                <a:lnTo>
                  <a:pt x="20445" y="17337"/>
                </a:lnTo>
                <a:lnTo>
                  <a:pt x="18995" y="18995"/>
                </a:lnTo>
                <a:lnTo>
                  <a:pt x="17337" y="20445"/>
                </a:lnTo>
                <a:lnTo>
                  <a:pt x="13325" y="22107"/>
                </a:lnTo>
                <a:lnTo>
                  <a:pt x="11127" y="22254"/>
                </a:lnTo>
                <a:lnTo>
                  <a:pt x="8928" y="22107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1087" name="Shape 1087"/>
          <p:cNvSpPr/>
          <p:nvPr/>
        </p:nvSpPr>
        <p:spPr>
          <a:xfrm>
            <a:off x="6276409" y="1960808"/>
            <a:ext cx="24389" cy="24389"/>
          </a:xfrm>
          <a:custGeom>
            <a:avLst/>
            <a:gdLst/>
            <a:ahLst/>
            <a:cxnLst/>
            <a:rect l="0" t="0" r="r" b="b"/>
            <a:pathLst>
              <a:path w="24389" h="24389">
                <a:moveTo>
                  <a:pt x="9785" y="24228"/>
                </a:moveTo>
                <a:lnTo>
                  <a:pt x="5388" y="22407"/>
                </a:lnTo>
                <a:lnTo>
                  <a:pt x="3571" y="20817"/>
                </a:lnTo>
                <a:lnTo>
                  <a:pt x="1981" y="19000"/>
                </a:lnTo>
                <a:lnTo>
                  <a:pt x="160" y="14603"/>
                </a:lnTo>
                <a:lnTo>
                  <a:pt x="0" y="12194"/>
                </a:lnTo>
                <a:lnTo>
                  <a:pt x="160" y="9785"/>
                </a:lnTo>
                <a:lnTo>
                  <a:pt x="1981" y="5388"/>
                </a:lnTo>
                <a:lnTo>
                  <a:pt x="3571" y="3571"/>
                </a:lnTo>
                <a:lnTo>
                  <a:pt x="5388" y="1981"/>
                </a:lnTo>
                <a:lnTo>
                  <a:pt x="9785" y="160"/>
                </a:lnTo>
                <a:lnTo>
                  <a:pt x="12194" y="0"/>
                </a:lnTo>
                <a:lnTo>
                  <a:pt x="14603" y="160"/>
                </a:lnTo>
                <a:lnTo>
                  <a:pt x="19000" y="1981"/>
                </a:lnTo>
                <a:lnTo>
                  <a:pt x="20817" y="3571"/>
                </a:lnTo>
                <a:lnTo>
                  <a:pt x="22407" y="5388"/>
                </a:lnTo>
                <a:lnTo>
                  <a:pt x="24228" y="9785"/>
                </a:lnTo>
                <a:lnTo>
                  <a:pt x="24389" y="12194"/>
                </a:lnTo>
                <a:lnTo>
                  <a:pt x="24228" y="14603"/>
                </a:lnTo>
                <a:lnTo>
                  <a:pt x="22407" y="19000"/>
                </a:lnTo>
                <a:lnTo>
                  <a:pt x="20817" y="20817"/>
                </a:lnTo>
                <a:lnTo>
                  <a:pt x="19000" y="22407"/>
                </a:lnTo>
                <a:lnTo>
                  <a:pt x="14603" y="24228"/>
                </a:lnTo>
                <a:lnTo>
                  <a:pt x="12194" y="24389"/>
                </a:lnTo>
                <a:lnTo>
                  <a:pt x="9785" y="24228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088" name="Shape 1088"/>
          <p:cNvSpPr/>
          <p:nvPr/>
        </p:nvSpPr>
        <p:spPr>
          <a:xfrm>
            <a:off x="6364784" y="1967440"/>
            <a:ext cx="24697" cy="24697"/>
          </a:xfrm>
          <a:custGeom>
            <a:avLst/>
            <a:gdLst/>
            <a:ahLst/>
            <a:cxnLst/>
            <a:rect l="0" t="0" r="r" b="b"/>
            <a:pathLst>
              <a:path w="24697" h="24697">
                <a:moveTo>
                  <a:pt x="9909" y="24534"/>
                </a:moveTo>
                <a:lnTo>
                  <a:pt x="5456" y="22690"/>
                </a:lnTo>
                <a:lnTo>
                  <a:pt x="3616" y="21080"/>
                </a:lnTo>
                <a:lnTo>
                  <a:pt x="2006" y="19240"/>
                </a:lnTo>
                <a:lnTo>
                  <a:pt x="162" y="14788"/>
                </a:lnTo>
                <a:lnTo>
                  <a:pt x="0" y="12348"/>
                </a:lnTo>
                <a:lnTo>
                  <a:pt x="162" y="9909"/>
                </a:lnTo>
                <a:lnTo>
                  <a:pt x="2006" y="5456"/>
                </a:lnTo>
                <a:lnTo>
                  <a:pt x="3616" y="3616"/>
                </a:lnTo>
                <a:lnTo>
                  <a:pt x="5456" y="2006"/>
                </a:lnTo>
                <a:lnTo>
                  <a:pt x="9909" y="162"/>
                </a:lnTo>
                <a:lnTo>
                  <a:pt x="12348" y="0"/>
                </a:lnTo>
                <a:lnTo>
                  <a:pt x="14788" y="162"/>
                </a:lnTo>
                <a:lnTo>
                  <a:pt x="19240" y="2006"/>
                </a:lnTo>
                <a:lnTo>
                  <a:pt x="21080" y="3616"/>
                </a:lnTo>
                <a:lnTo>
                  <a:pt x="22690" y="5456"/>
                </a:lnTo>
                <a:lnTo>
                  <a:pt x="24534" y="9909"/>
                </a:lnTo>
                <a:lnTo>
                  <a:pt x="24697" y="12348"/>
                </a:lnTo>
                <a:lnTo>
                  <a:pt x="24534" y="14788"/>
                </a:lnTo>
                <a:lnTo>
                  <a:pt x="22690" y="19240"/>
                </a:lnTo>
                <a:lnTo>
                  <a:pt x="21080" y="21080"/>
                </a:lnTo>
                <a:lnTo>
                  <a:pt x="19240" y="22690"/>
                </a:lnTo>
                <a:lnTo>
                  <a:pt x="14788" y="24534"/>
                </a:lnTo>
                <a:lnTo>
                  <a:pt x="12348" y="24697"/>
                </a:lnTo>
                <a:lnTo>
                  <a:pt x="9909" y="2453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089" name="Shape 1089"/>
          <p:cNvSpPr/>
          <p:nvPr/>
        </p:nvSpPr>
        <p:spPr>
          <a:xfrm>
            <a:off x="6066062" y="1951520"/>
            <a:ext cx="21808" cy="21808"/>
          </a:xfrm>
          <a:custGeom>
            <a:avLst/>
            <a:gdLst/>
            <a:ahLst/>
            <a:cxnLst/>
            <a:rect l="0" t="0" r="r" b="b"/>
            <a:pathLst>
              <a:path w="21808" h="21808">
                <a:moveTo>
                  <a:pt x="8750" y="21665"/>
                </a:moveTo>
                <a:lnTo>
                  <a:pt x="4818" y="20036"/>
                </a:lnTo>
                <a:lnTo>
                  <a:pt x="3193" y="18614"/>
                </a:lnTo>
                <a:lnTo>
                  <a:pt x="1772" y="16990"/>
                </a:lnTo>
                <a:lnTo>
                  <a:pt x="143" y="13058"/>
                </a:lnTo>
                <a:lnTo>
                  <a:pt x="0" y="10904"/>
                </a:lnTo>
                <a:lnTo>
                  <a:pt x="143" y="8750"/>
                </a:lnTo>
                <a:lnTo>
                  <a:pt x="1772" y="4818"/>
                </a:lnTo>
                <a:lnTo>
                  <a:pt x="3193" y="3193"/>
                </a:lnTo>
                <a:lnTo>
                  <a:pt x="4818" y="1772"/>
                </a:lnTo>
                <a:lnTo>
                  <a:pt x="8750" y="143"/>
                </a:lnTo>
                <a:lnTo>
                  <a:pt x="10904" y="0"/>
                </a:lnTo>
                <a:lnTo>
                  <a:pt x="13058" y="143"/>
                </a:lnTo>
                <a:lnTo>
                  <a:pt x="16990" y="1772"/>
                </a:lnTo>
                <a:lnTo>
                  <a:pt x="18614" y="3193"/>
                </a:lnTo>
                <a:lnTo>
                  <a:pt x="20036" y="4818"/>
                </a:lnTo>
                <a:lnTo>
                  <a:pt x="21665" y="8750"/>
                </a:lnTo>
                <a:lnTo>
                  <a:pt x="21808" y="10904"/>
                </a:lnTo>
                <a:lnTo>
                  <a:pt x="21665" y="13058"/>
                </a:lnTo>
                <a:lnTo>
                  <a:pt x="20036" y="16990"/>
                </a:lnTo>
                <a:lnTo>
                  <a:pt x="18614" y="18614"/>
                </a:lnTo>
                <a:lnTo>
                  <a:pt x="16990" y="20036"/>
                </a:lnTo>
                <a:lnTo>
                  <a:pt x="13058" y="21665"/>
                </a:lnTo>
                <a:lnTo>
                  <a:pt x="10904" y="21808"/>
                </a:lnTo>
                <a:lnTo>
                  <a:pt x="8750" y="21665"/>
                </a:lnTo>
                <a:close/>
              </a:path>
            </a:pathLst>
          </a:custGeom>
          <a:solidFill>
            <a:srgbClr val="8BD88B"/>
          </a:solidFill>
          <a:ln>
            <a:noFill/>
          </a:ln>
        </p:spPr>
      </p:sp>
      <p:sp>
        <p:nvSpPr>
          <p:cNvPr id="1090" name="Shape 1090"/>
          <p:cNvSpPr/>
          <p:nvPr/>
        </p:nvSpPr>
        <p:spPr>
          <a:xfrm>
            <a:off x="6104759" y="1954575"/>
            <a:ext cx="22040" cy="22040"/>
          </a:xfrm>
          <a:custGeom>
            <a:avLst/>
            <a:gdLst/>
            <a:ahLst/>
            <a:cxnLst/>
            <a:rect l="0" t="0" r="r" b="b"/>
            <a:pathLst>
              <a:path w="22040" h="22040">
                <a:moveTo>
                  <a:pt x="8843" y="21895"/>
                </a:moveTo>
                <a:lnTo>
                  <a:pt x="4869" y="20249"/>
                </a:lnTo>
                <a:lnTo>
                  <a:pt x="3227" y="18812"/>
                </a:lnTo>
                <a:lnTo>
                  <a:pt x="1790" y="17170"/>
                </a:lnTo>
                <a:lnTo>
                  <a:pt x="145" y="13197"/>
                </a:lnTo>
                <a:lnTo>
                  <a:pt x="0" y="11020"/>
                </a:lnTo>
                <a:lnTo>
                  <a:pt x="145" y="8843"/>
                </a:lnTo>
                <a:lnTo>
                  <a:pt x="1790" y="4869"/>
                </a:lnTo>
                <a:lnTo>
                  <a:pt x="3227" y="3227"/>
                </a:lnTo>
                <a:lnTo>
                  <a:pt x="4869" y="1790"/>
                </a:lnTo>
                <a:lnTo>
                  <a:pt x="8843" y="145"/>
                </a:lnTo>
                <a:lnTo>
                  <a:pt x="11020" y="0"/>
                </a:lnTo>
                <a:lnTo>
                  <a:pt x="13197" y="145"/>
                </a:lnTo>
                <a:lnTo>
                  <a:pt x="17170" y="1790"/>
                </a:lnTo>
                <a:lnTo>
                  <a:pt x="18812" y="3227"/>
                </a:lnTo>
                <a:lnTo>
                  <a:pt x="20249" y="4869"/>
                </a:lnTo>
                <a:lnTo>
                  <a:pt x="21895" y="8843"/>
                </a:lnTo>
                <a:lnTo>
                  <a:pt x="22040" y="11020"/>
                </a:lnTo>
                <a:lnTo>
                  <a:pt x="21895" y="13197"/>
                </a:lnTo>
                <a:lnTo>
                  <a:pt x="20249" y="17170"/>
                </a:lnTo>
                <a:lnTo>
                  <a:pt x="18812" y="18812"/>
                </a:lnTo>
                <a:lnTo>
                  <a:pt x="17170" y="20249"/>
                </a:lnTo>
                <a:lnTo>
                  <a:pt x="13197" y="21895"/>
                </a:lnTo>
                <a:lnTo>
                  <a:pt x="11020" y="22040"/>
                </a:lnTo>
                <a:lnTo>
                  <a:pt x="8843" y="2189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091" name="Shape 1091"/>
          <p:cNvSpPr/>
          <p:nvPr/>
        </p:nvSpPr>
        <p:spPr>
          <a:xfrm>
            <a:off x="6132094" y="1956740"/>
            <a:ext cx="22191" cy="22191"/>
          </a:xfrm>
          <a:custGeom>
            <a:avLst/>
            <a:gdLst/>
            <a:ahLst/>
            <a:cxnLst/>
            <a:rect l="0" t="0" r="r" b="b"/>
            <a:pathLst>
              <a:path w="22191" h="22191">
                <a:moveTo>
                  <a:pt x="8903" y="22045"/>
                </a:moveTo>
                <a:lnTo>
                  <a:pt x="4903" y="20388"/>
                </a:lnTo>
                <a:lnTo>
                  <a:pt x="3249" y="18941"/>
                </a:lnTo>
                <a:lnTo>
                  <a:pt x="1803" y="17288"/>
                </a:lnTo>
                <a:lnTo>
                  <a:pt x="146" y="13287"/>
                </a:lnTo>
                <a:lnTo>
                  <a:pt x="0" y="11095"/>
                </a:lnTo>
                <a:lnTo>
                  <a:pt x="146" y="8903"/>
                </a:lnTo>
                <a:lnTo>
                  <a:pt x="1803" y="4903"/>
                </a:lnTo>
                <a:lnTo>
                  <a:pt x="3249" y="3249"/>
                </a:lnTo>
                <a:lnTo>
                  <a:pt x="4903" y="1803"/>
                </a:lnTo>
                <a:lnTo>
                  <a:pt x="8903" y="146"/>
                </a:lnTo>
                <a:lnTo>
                  <a:pt x="11095" y="0"/>
                </a:lnTo>
                <a:lnTo>
                  <a:pt x="13287" y="146"/>
                </a:lnTo>
                <a:lnTo>
                  <a:pt x="17288" y="1803"/>
                </a:lnTo>
                <a:lnTo>
                  <a:pt x="18941" y="3249"/>
                </a:lnTo>
                <a:lnTo>
                  <a:pt x="20388" y="4903"/>
                </a:lnTo>
                <a:lnTo>
                  <a:pt x="22045" y="8903"/>
                </a:lnTo>
                <a:lnTo>
                  <a:pt x="22191" y="11095"/>
                </a:lnTo>
                <a:lnTo>
                  <a:pt x="22045" y="13287"/>
                </a:lnTo>
                <a:lnTo>
                  <a:pt x="20388" y="17288"/>
                </a:lnTo>
                <a:lnTo>
                  <a:pt x="18941" y="18941"/>
                </a:lnTo>
                <a:lnTo>
                  <a:pt x="17288" y="20388"/>
                </a:lnTo>
                <a:lnTo>
                  <a:pt x="13287" y="22045"/>
                </a:lnTo>
                <a:lnTo>
                  <a:pt x="11095" y="22191"/>
                </a:lnTo>
                <a:lnTo>
                  <a:pt x="8903" y="22045"/>
                </a:lnTo>
                <a:close/>
              </a:path>
            </a:pathLst>
          </a:custGeom>
          <a:solidFill>
            <a:srgbClr val="89D789"/>
          </a:solidFill>
          <a:ln>
            <a:noFill/>
          </a:ln>
        </p:spPr>
      </p:sp>
      <p:sp>
        <p:nvSpPr>
          <p:cNvPr id="1092" name="Shape 1092"/>
          <p:cNvSpPr/>
          <p:nvPr/>
        </p:nvSpPr>
        <p:spPr>
          <a:xfrm>
            <a:off x="6160763" y="1959013"/>
            <a:ext cx="22339" cy="22339"/>
          </a:xfrm>
          <a:custGeom>
            <a:avLst/>
            <a:gdLst/>
            <a:ahLst/>
            <a:cxnLst/>
            <a:rect l="0" t="0" r="r" b="b"/>
            <a:pathLst>
              <a:path w="22339" h="22339">
                <a:moveTo>
                  <a:pt x="8963" y="22192"/>
                </a:moveTo>
                <a:lnTo>
                  <a:pt x="4935" y="20524"/>
                </a:lnTo>
                <a:lnTo>
                  <a:pt x="3271" y="19068"/>
                </a:lnTo>
                <a:lnTo>
                  <a:pt x="1815" y="17403"/>
                </a:lnTo>
                <a:lnTo>
                  <a:pt x="147" y="13376"/>
                </a:lnTo>
                <a:lnTo>
                  <a:pt x="0" y="11169"/>
                </a:lnTo>
                <a:lnTo>
                  <a:pt x="147" y="8963"/>
                </a:lnTo>
                <a:lnTo>
                  <a:pt x="1815" y="4935"/>
                </a:lnTo>
                <a:lnTo>
                  <a:pt x="3271" y="3271"/>
                </a:lnTo>
                <a:lnTo>
                  <a:pt x="4935" y="1815"/>
                </a:lnTo>
                <a:lnTo>
                  <a:pt x="8963" y="147"/>
                </a:lnTo>
                <a:lnTo>
                  <a:pt x="11169" y="0"/>
                </a:lnTo>
                <a:lnTo>
                  <a:pt x="13376" y="147"/>
                </a:lnTo>
                <a:lnTo>
                  <a:pt x="17403" y="1815"/>
                </a:lnTo>
                <a:lnTo>
                  <a:pt x="19068" y="3271"/>
                </a:lnTo>
                <a:lnTo>
                  <a:pt x="20524" y="4935"/>
                </a:lnTo>
                <a:lnTo>
                  <a:pt x="22192" y="8963"/>
                </a:lnTo>
                <a:lnTo>
                  <a:pt x="22339" y="11169"/>
                </a:lnTo>
                <a:lnTo>
                  <a:pt x="22192" y="13376"/>
                </a:lnTo>
                <a:lnTo>
                  <a:pt x="20524" y="17403"/>
                </a:lnTo>
                <a:lnTo>
                  <a:pt x="19068" y="19068"/>
                </a:lnTo>
                <a:lnTo>
                  <a:pt x="17403" y="20524"/>
                </a:lnTo>
                <a:lnTo>
                  <a:pt x="13376" y="22192"/>
                </a:lnTo>
                <a:lnTo>
                  <a:pt x="11169" y="22339"/>
                </a:lnTo>
                <a:lnTo>
                  <a:pt x="8963" y="22192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093" name="Shape 1093"/>
          <p:cNvSpPr/>
          <p:nvPr/>
        </p:nvSpPr>
        <p:spPr>
          <a:xfrm>
            <a:off x="6205530" y="1961691"/>
            <a:ext cx="24473" cy="24473"/>
          </a:xfrm>
          <a:custGeom>
            <a:avLst/>
            <a:gdLst/>
            <a:ahLst/>
            <a:cxnLst/>
            <a:rect l="0" t="0" r="r" b="b"/>
            <a:pathLst>
              <a:path w="24473" h="24473">
                <a:moveTo>
                  <a:pt x="9819" y="24311"/>
                </a:moveTo>
                <a:lnTo>
                  <a:pt x="5407" y="22484"/>
                </a:lnTo>
                <a:lnTo>
                  <a:pt x="3583" y="20889"/>
                </a:lnTo>
                <a:lnTo>
                  <a:pt x="1988" y="19065"/>
                </a:lnTo>
                <a:lnTo>
                  <a:pt x="161" y="14653"/>
                </a:lnTo>
                <a:lnTo>
                  <a:pt x="0" y="12236"/>
                </a:lnTo>
                <a:lnTo>
                  <a:pt x="161" y="9819"/>
                </a:lnTo>
                <a:lnTo>
                  <a:pt x="1988" y="5407"/>
                </a:lnTo>
                <a:lnTo>
                  <a:pt x="3583" y="3583"/>
                </a:lnTo>
                <a:lnTo>
                  <a:pt x="5407" y="1988"/>
                </a:lnTo>
                <a:lnTo>
                  <a:pt x="9819" y="161"/>
                </a:lnTo>
                <a:lnTo>
                  <a:pt x="12236" y="0"/>
                </a:lnTo>
                <a:lnTo>
                  <a:pt x="14653" y="161"/>
                </a:lnTo>
                <a:lnTo>
                  <a:pt x="19065" y="1988"/>
                </a:lnTo>
                <a:lnTo>
                  <a:pt x="20889" y="3583"/>
                </a:lnTo>
                <a:lnTo>
                  <a:pt x="22484" y="5407"/>
                </a:lnTo>
                <a:lnTo>
                  <a:pt x="24311" y="9819"/>
                </a:lnTo>
                <a:lnTo>
                  <a:pt x="24473" y="12236"/>
                </a:lnTo>
                <a:lnTo>
                  <a:pt x="24311" y="14653"/>
                </a:lnTo>
                <a:lnTo>
                  <a:pt x="22484" y="19065"/>
                </a:lnTo>
                <a:lnTo>
                  <a:pt x="20889" y="20889"/>
                </a:lnTo>
                <a:lnTo>
                  <a:pt x="19065" y="22484"/>
                </a:lnTo>
                <a:lnTo>
                  <a:pt x="14653" y="24311"/>
                </a:lnTo>
                <a:lnTo>
                  <a:pt x="12236" y="24473"/>
                </a:lnTo>
                <a:lnTo>
                  <a:pt x="9819" y="24311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094" name="Shape 1094"/>
          <p:cNvSpPr/>
          <p:nvPr/>
        </p:nvSpPr>
        <p:spPr>
          <a:xfrm>
            <a:off x="6254873" y="1965634"/>
            <a:ext cx="24666" cy="24666"/>
          </a:xfrm>
          <a:custGeom>
            <a:avLst/>
            <a:gdLst/>
            <a:ahLst/>
            <a:cxnLst/>
            <a:rect l="0" t="0" r="r" b="b"/>
            <a:pathLst>
              <a:path w="24666" h="24666">
                <a:moveTo>
                  <a:pt x="9896" y="24503"/>
                </a:moveTo>
                <a:lnTo>
                  <a:pt x="5449" y="22661"/>
                </a:lnTo>
                <a:lnTo>
                  <a:pt x="3612" y="21053"/>
                </a:lnTo>
                <a:lnTo>
                  <a:pt x="2004" y="19216"/>
                </a:lnTo>
                <a:lnTo>
                  <a:pt x="162" y="14769"/>
                </a:lnTo>
                <a:lnTo>
                  <a:pt x="0" y="12333"/>
                </a:lnTo>
                <a:lnTo>
                  <a:pt x="162" y="9896"/>
                </a:lnTo>
                <a:lnTo>
                  <a:pt x="2004" y="5449"/>
                </a:lnTo>
                <a:lnTo>
                  <a:pt x="3612" y="3612"/>
                </a:lnTo>
                <a:lnTo>
                  <a:pt x="5449" y="2004"/>
                </a:lnTo>
                <a:lnTo>
                  <a:pt x="9896" y="162"/>
                </a:lnTo>
                <a:lnTo>
                  <a:pt x="12333" y="0"/>
                </a:lnTo>
                <a:lnTo>
                  <a:pt x="14769" y="162"/>
                </a:lnTo>
                <a:lnTo>
                  <a:pt x="19216" y="2004"/>
                </a:lnTo>
                <a:lnTo>
                  <a:pt x="21053" y="3612"/>
                </a:lnTo>
                <a:lnTo>
                  <a:pt x="22661" y="5449"/>
                </a:lnTo>
                <a:lnTo>
                  <a:pt x="24503" y="9896"/>
                </a:lnTo>
                <a:lnTo>
                  <a:pt x="24666" y="12333"/>
                </a:lnTo>
                <a:lnTo>
                  <a:pt x="24503" y="14769"/>
                </a:lnTo>
                <a:lnTo>
                  <a:pt x="22661" y="19216"/>
                </a:lnTo>
                <a:lnTo>
                  <a:pt x="21053" y="21053"/>
                </a:lnTo>
                <a:lnTo>
                  <a:pt x="19216" y="22661"/>
                </a:lnTo>
                <a:lnTo>
                  <a:pt x="14769" y="24503"/>
                </a:lnTo>
                <a:lnTo>
                  <a:pt x="12333" y="24666"/>
                </a:lnTo>
                <a:lnTo>
                  <a:pt x="9896" y="2450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095" name="Shape 1095"/>
          <p:cNvSpPr/>
          <p:nvPr/>
        </p:nvSpPr>
        <p:spPr>
          <a:xfrm>
            <a:off x="6290936" y="1969392"/>
            <a:ext cx="22899" cy="22899"/>
          </a:xfrm>
          <a:custGeom>
            <a:avLst/>
            <a:gdLst/>
            <a:ahLst/>
            <a:cxnLst/>
            <a:rect l="0" t="0" r="r" b="b"/>
            <a:pathLst>
              <a:path w="22899" h="22899">
                <a:moveTo>
                  <a:pt x="9187" y="22748"/>
                </a:moveTo>
                <a:lnTo>
                  <a:pt x="5059" y="21038"/>
                </a:lnTo>
                <a:lnTo>
                  <a:pt x="3353" y="19545"/>
                </a:lnTo>
                <a:lnTo>
                  <a:pt x="1860" y="17839"/>
                </a:lnTo>
                <a:lnTo>
                  <a:pt x="150" y="13711"/>
                </a:lnTo>
                <a:lnTo>
                  <a:pt x="0" y="11449"/>
                </a:lnTo>
                <a:lnTo>
                  <a:pt x="150" y="9187"/>
                </a:lnTo>
                <a:lnTo>
                  <a:pt x="1860" y="5059"/>
                </a:lnTo>
                <a:lnTo>
                  <a:pt x="3353" y="3353"/>
                </a:lnTo>
                <a:lnTo>
                  <a:pt x="5059" y="1860"/>
                </a:lnTo>
                <a:lnTo>
                  <a:pt x="9187" y="150"/>
                </a:lnTo>
                <a:lnTo>
                  <a:pt x="11449" y="0"/>
                </a:lnTo>
                <a:lnTo>
                  <a:pt x="13711" y="150"/>
                </a:lnTo>
                <a:lnTo>
                  <a:pt x="17839" y="1860"/>
                </a:lnTo>
                <a:lnTo>
                  <a:pt x="19545" y="3353"/>
                </a:lnTo>
                <a:lnTo>
                  <a:pt x="21038" y="5059"/>
                </a:lnTo>
                <a:lnTo>
                  <a:pt x="22748" y="9187"/>
                </a:lnTo>
                <a:lnTo>
                  <a:pt x="22899" y="11449"/>
                </a:lnTo>
                <a:lnTo>
                  <a:pt x="22748" y="13711"/>
                </a:lnTo>
                <a:lnTo>
                  <a:pt x="21038" y="17839"/>
                </a:lnTo>
                <a:lnTo>
                  <a:pt x="19545" y="19545"/>
                </a:lnTo>
                <a:lnTo>
                  <a:pt x="17839" y="21038"/>
                </a:lnTo>
                <a:lnTo>
                  <a:pt x="13711" y="22748"/>
                </a:lnTo>
                <a:lnTo>
                  <a:pt x="11449" y="22899"/>
                </a:lnTo>
                <a:lnTo>
                  <a:pt x="9187" y="22748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096" name="Shape 1096"/>
          <p:cNvSpPr/>
          <p:nvPr/>
        </p:nvSpPr>
        <p:spPr>
          <a:xfrm>
            <a:off x="5967908" y="1952587"/>
            <a:ext cx="21908" cy="21908"/>
          </a:xfrm>
          <a:custGeom>
            <a:avLst/>
            <a:gdLst/>
            <a:ahLst/>
            <a:cxnLst/>
            <a:rect l="0" t="0" r="r" b="b"/>
            <a:pathLst>
              <a:path w="21908" h="21908">
                <a:moveTo>
                  <a:pt x="8790" y="21764"/>
                </a:moveTo>
                <a:lnTo>
                  <a:pt x="4840" y="20128"/>
                </a:lnTo>
                <a:lnTo>
                  <a:pt x="3208" y="18700"/>
                </a:lnTo>
                <a:lnTo>
                  <a:pt x="1780" y="17068"/>
                </a:lnTo>
                <a:lnTo>
                  <a:pt x="144" y="13118"/>
                </a:lnTo>
                <a:lnTo>
                  <a:pt x="0" y="10954"/>
                </a:lnTo>
                <a:lnTo>
                  <a:pt x="144" y="8790"/>
                </a:lnTo>
                <a:lnTo>
                  <a:pt x="1780" y="4840"/>
                </a:lnTo>
                <a:lnTo>
                  <a:pt x="3208" y="3208"/>
                </a:lnTo>
                <a:lnTo>
                  <a:pt x="4840" y="1780"/>
                </a:lnTo>
                <a:lnTo>
                  <a:pt x="8790" y="144"/>
                </a:lnTo>
                <a:lnTo>
                  <a:pt x="10954" y="0"/>
                </a:lnTo>
                <a:lnTo>
                  <a:pt x="13118" y="144"/>
                </a:lnTo>
                <a:lnTo>
                  <a:pt x="17068" y="1780"/>
                </a:lnTo>
                <a:lnTo>
                  <a:pt x="18700" y="3208"/>
                </a:lnTo>
                <a:lnTo>
                  <a:pt x="20128" y="4840"/>
                </a:lnTo>
                <a:lnTo>
                  <a:pt x="21764" y="8790"/>
                </a:lnTo>
                <a:lnTo>
                  <a:pt x="21908" y="10954"/>
                </a:lnTo>
                <a:lnTo>
                  <a:pt x="21764" y="13118"/>
                </a:lnTo>
                <a:lnTo>
                  <a:pt x="20128" y="17068"/>
                </a:lnTo>
                <a:lnTo>
                  <a:pt x="18700" y="18700"/>
                </a:lnTo>
                <a:lnTo>
                  <a:pt x="17068" y="20128"/>
                </a:lnTo>
                <a:lnTo>
                  <a:pt x="13118" y="21764"/>
                </a:lnTo>
                <a:lnTo>
                  <a:pt x="10954" y="21908"/>
                </a:lnTo>
                <a:lnTo>
                  <a:pt x="8790" y="21764"/>
                </a:lnTo>
                <a:close/>
              </a:path>
            </a:pathLst>
          </a:custGeom>
          <a:solidFill>
            <a:srgbClr val="8AD88B"/>
          </a:solidFill>
          <a:ln>
            <a:noFill/>
          </a:ln>
        </p:spPr>
      </p:sp>
      <p:sp>
        <p:nvSpPr>
          <p:cNvPr id="1097" name="Shape 1097"/>
          <p:cNvSpPr/>
          <p:nvPr/>
        </p:nvSpPr>
        <p:spPr>
          <a:xfrm>
            <a:off x="6003639" y="1955720"/>
            <a:ext cx="22146" cy="22146"/>
          </a:xfrm>
          <a:custGeom>
            <a:avLst/>
            <a:gdLst/>
            <a:ahLst/>
            <a:cxnLst/>
            <a:rect l="0" t="0" r="r" b="b"/>
            <a:pathLst>
              <a:path w="22146" h="22146">
                <a:moveTo>
                  <a:pt x="8885" y="22000"/>
                </a:moveTo>
                <a:lnTo>
                  <a:pt x="4893" y="20346"/>
                </a:lnTo>
                <a:lnTo>
                  <a:pt x="3243" y="18902"/>
                </a:lnTo>
                <a:lnTo>
                  <a:pt x="1799" y="17252"/>
                </a:lnTo>
                <a:lnTo>
                  <a:pt x="145" y="13260"/>
                </a:lnTo>
                <a:lnTo>
                  <a:pt x="0" y="11073"/>
                </a:lnTo>
                <a:lnTo>
                  <a:pt x="145" y="8885"/>
                </a:lnTo>
                <a:lnTo>
                  <a:pt x="1799" y="4893"/>
                </a:lnTo>
                <a:lnTo>
                  <a:pt x="3243" y="3243"/>
                </a:lnTo>
                <a:lnTo>
                  <a:pt x="4893" y="1799"/>
                </a:lnTo>
                <a:lnTo>
                  <a:pt x="8885" y="145"/>
                </a:lnTo>
                <a:lnTo>
                  <a:pt x="11073" y="0"/>
                </a:lnTo>
                <a:lnTo>
                  <a:pt x="13260" y="145"/>
                </a:lnTo>
                <a:lnTo>
                  <a:pt x="17252" y="1799"/>
                </a:lnTo>
                <a:lnTo>
                  <a:pt x="18902" y="3243"/>
                </a:lnTo>
                <a:lnTo>
                  <a:pt x="20346" y="4893"/>
                </a:lnTo>
                <a:lnTo>
                  <a:pt x="22000" y="8885"/>
                </a:lnTo>
                <a:lnTo>
                  <a:pt x="22146" y="11073"/>
                </a:lnTo>
                <a:lnTo>
                  <a:pt x="22000" y="13260"/>
                </a:lnTo>
                <a:lnTo>
                  <a:pt x="20346" y="17252"/>
                </a:lnTo>
                <a:lnTo>
                  <a:pt x="18902" y="18902"/>
                </a:lnTo>
                <a:lnTo>
                  <a:pt x="17252" y="20346"/>
                </a:lnTo>
                <a:lnTo>
                  <a:pt x="13260" y="22000"/>
                </a:lnTo>
                <a:lnTo>
                  <a:pt x="11073" y="22146"/>
                </a:lnTo>
                <a:lnTo>
                  <a:pt x="8885" y="22000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098" name="Shape 1098"/>
          <p:cNvSpPr/>
          <p:nvPr/>
        </p:nvSpPr>
        <p:spPr>
          <a:xfrm>
            <a:off x="6028898" y="1957939"/>
            <a:ext cx="22301" cy="22301"/>
          </a:xfrm>
          <a:custGeom>
            <a:avLst/>
            <a:gdLst/>
            <a:ahLst/>
            <a:cxnLst/>
            <a:rect l="0" t="0" r="r" b="b"/>
            <a:pathLst>
              <a:path w="22301" h="22301">
                <a:moveTo>
                  <a:pt x="8948" y="22155"/>
                </a:moveTo>
                <a:lnTo>
                  <a:pt x="4927" y="20489"/>
                </a:lnTo>
                <a:lnTo>
                  <a:pt x="3266" y="19035"/>
                </a:lnTo>
                <a:lnTo>
                  <a:pt x="1812" y="17374"/>
                </a:lnTo>
                <a:lnTo>
                  <a:pt x="146" y="13353"/>
                </a:lnTo>
                <a:lnTo>
                  <a:pt x="0" y="11150"/>
                </a:lnTo>
                <a:lnTo>
                  <a:pt x="146" y="8948"/>
                </a:lnTo>
                <a:lnTo>
                  <a:pt x="1812" y="4927"/>
                </a:lnTo>
                <a:lnTo>
                  <a:pt x="3266" y="3266"/>
                </a:lnTo>
                <a:lnTo>
                  <a:pt x="4927" y="1812"/>
                </a:lnTo>
                <a:lnTo>
                  <a:pt x="8948" y="146"/>
                </a:lnTo>
                <a:lnTo>
                  <a:pt x="11150" y="0"/>
                </a:lnTo>
                <a:lnTo>
                  <a:pt x="13353" y="146"/>
                </a:lnTo>
                <a:lnTo>
                  <a:pt x="17374" y="1812"/>
                </a:lnTo>
                <a:lnTo>
                  <a:pt x="19035" y="3266"/>
                </a:lnTo>
                <a:lnTo>
                  <a:pt x="20489" y="4927"/>
                </a:lnTo>
                <a:lnTo>
                  <a:pt x="22155" y="8948"/>
                </a:lnTo>
                <a:lnTo>
                  <a:pt x="22301" y="11150"/>
                </a:lnTo>
                <a:lnTo>
                  <a:pt x="22155" y="13353"/>
                </a:lnTo>
                <a:lnTo>
                  <a:pt x="20489" y="17374"/>
                </a:lnTo>
                <a:lnTo>
                  <a:pt x="19035" y="19035"/>
                </a:lnTo>
                <a:lnTo>
                  <a:pt x="17374" y="20489"/>
                </a:lnTo>
                <a:lnTo>
                  <a:pt x="13353" y="22155"/>
                </a:lnTo>
                <a:lnTo>
                  <a:pt x="11150" y="22301"/>
                </a:lnTo>
                <a:lnTo>
                  <a:pt x="8948" y="22155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099" name="Shape 1099"/>
          <p:cNvSpPr/>
          <p:nvPr/>
        </p:nvSpPr>
        <p:spPr>
          <a:xfrm>
            <a:off x="6055407" y="1960273"/>
            <a:ext cx="22453" cy="22453"/>
          </a:xfrm>
          <a:custGeom>
            <a:avLst/>
            <a:gdLst/>
            <a:ahLst/>
            <a:cxnLst/>
            <a:rect l="0" t="0" r="r" b="b"/>
            <a:pathLst>
              <a:path w="22453" h="22453">
                <a:moveTo>
                  <a:pt x="9009" y="22306"/>
                </a:moveTo>
                <a:lnTo>
                  <a:pt x="4961" y="20629"/>
                </a:lnTo>
                <a:lnTo>
                  <a:pt x="3288" y="19165"/>
                </a:lnTo>
                <a:lnTo>
                  <a:pt x="1824" y="17492"/>
                </a:lnTo>
                <a:lnTo>
                  <a:pt x="147" y="13444"/>
                </a:lnTo>
                <a:lnTo>
                  <a:pt x="0" y="11226"/>
                </a:lnTo>
                <a:lnTo>
                  <a:pt x="147" y="9009"/>
                </a:lnTo>
                <a:lnTo>
                  <a:pt x="1824" y="4961"/>
                </a:lnTo>
                <a:lnTo>
                  <a:pt x="3288" y="3288"/>
                </a:lnTo>
                <a:lnTo>
                  <a:pt x="4961" y="1824"/>
                </a:lnTo>
                <a:lnTo>
                  <a:pt x="9009" y="147"/>
                </a:lnTo>
                <a:lnTo>
                  <a:pt x="11226" y="0"/>
                </a:lnTo>
                <a:lnTo>
                  <a:pt x="13444" y="147"/>
                </a:lnTo>
                <a:lnTo>
                  <a:pt x="17492" y="1824"/>
                </a:lnTo>
                <a:lnTo>
                  <a:pt x="19165" y="3288"/>
                </a:lnTo>
                <a:lnTo>
                  <a:pt x="20629" y="4961"/>
                </a:lnTo>
                <a:lnTo>
                  <a:pt x="22306" y="9009"/>
                </a:lnTo>
                <a:lnTo>
                  <a:pt x="22453" y="11226"/>
                </a:lnTo>
                <a:lnTo>
                  <a:pt x="22306" y="13444"/>
                </a:lnTo>
                <a:lnTo>
                  <a:pt x="20629" y="17492"/>
                </a:lnTo>
                <a:lnTo>
                  <a:pt x="19165" y="19165"/>
                </a:lnTo>
                <a:lnTo>
                  <a:pt x="17492" y="20629"/>
                </a:lnTo>
                <a:lnTo>
                  <a:pt x="13444" y="22306"/>
                </a:lnTo>
                <a:lnTo>
                  <a:pt x="11226" y="22453"/>
                </a:lnTo>
                <a:lnTo>
                  <a:pt x="9009" y="22306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100" name="Shape 1100"/>
          <p:cNvSpPr/>
          <p:nvPr/>
        </p:nvSpPr>
        <p:spPr>
          <a:xfrm>
            <a:off x="6097723" y="1964009"/>
            <a:ext cx="22677" cy="22677"/>
          </a:xfrm>
          <a:custGeom>
            <a:avLst/>
            <a:gdLst/>
            <a:ahLst/>
            <a:cxnLst/>
            <a:rect l="0" t="0" r="r" b="b"/>
            <a:pathLst>
              <a:path w="22677" h="22677">
                <a:moveTo>
                  <a:pt x="9098" y="22527"/>
                </a:moveTo>
                <a:lnTo>
                  <a:pt x="5010" y="20834"/>
                </a:lnTo>
                <a:lnTo>
                  <a:pt x="3321" y="19356"/>
                </a:lnTo>
                <a:lnTo>
                  <a:pt x="1842" y="17666"/>
                </a:lnTo>
                <a:lnTo>
                  <a:pt x="149" y="13578"/>
                </a:lnTo>
                <a:lnTo>
                  <a:pt x="0" y="11338"/>
                </a:lnTo>
                <a:lnTo>
                  <a:pt x="149" y="9098"/>
                </a:lnTo>
                <a:lnTo>
                  <a:pt x="1842" y="5010"/>
                </a:lnTo>
                <a:lnTo>
                  <a:pt x="3321" y="3321"/>
                </a:lnTo>
                <a:lnTo>
                  <a:pt x="5010" y="1842"/>
                </a:lnTo>
                <a:lnTo>
                  <a:pt x="9098" y="149"/>
                </a:lnTo>
                <a:lnTo>
                  <a:pt x="11338" y="0"/>
                </a:lnTo>
                <a:lnTo>
                  <a:pt x="13578" y="149"/>
                </a:lnTo>
                <a:lnTo>
                  <a:pt x="17666" y="1842"/>
                </a:lnTo>
                <a:lnTo>
                  <a:pt x="19356" y="3321"/>
                </a:lnTo>
                <a:lnTo>
                  <a:pt x="20834" y="5010"/>
                </a:lnTo>
                <a:lnTo>
                  <a:pt x="22527" y="9098"/>
                </a:lnTo>
                <a:lnTo>
                  <a:pt x="22677" y="11338"/>
                </a:lnTo>
                <a:lnTo>
                  <a:pt x="22527" y="13578"/>
                </a:lnTo>
                <a:lnTo>
                  <a:pt x="20834" y="17666"/>
                </a:lnTo>
                <a:lnTo>
                  <a:pt x="19356" y="19356"/>
                </a:lnTo>
                <a:lnTo>
                  <a:pt x="17666" y="20834"/>
                </a:lnTo>
                <a:lnTo>
                  <a:pt x="13578" y="22527"/>
                </a:lnTo>
                <a:lnTo>
                  <a:pt x="11338" y="22677"/>
                </a:lnTo>
                <a:lnTo>
                  <a:pt x="9098" y="22527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1101" name="Shape 1101"/>
          <p:cNvSpPr/>
          <p:nvPr/>
        </p:nvSpPr>
        <p:spPr>
          <a:xfrm>
            <a:off x="6143427" y="1968053"/>
            <a:ext cx="22895" cy="22895"/>
          </a:xfrm>
          <a:custGeom>
            <a:avLst/>
            <a:gdLst/>
            <a:ahLst/>
            <a:cxnLst/>
            <a:rect l="0" t="0" r="r" b="b"/>
            <a:pathLst>
              <a:path w="22895" h="22895">
                <a:moveTo>
                  <a:pt x="9186" y="22745"/>
                </a:moveTo>
                <a:lnTo>
                  <a:pt x="5058" y="21035"/>
                </a:lnTo>
                <a:lnTo>
                  <a:pt x="3353" y="19542"/>
                </a:lnTo>
                <a:lnTo>
                  <a:pt x="1860" y="17837"/>
                </a:lnTo>
                <a:lnTo>
                  <a:pt x="150" y="13709"/>
                </a:lnTo>
                <a:lnTo>
                  <a:pt x="0" y="11447"/>
                </a:lnTo>
                <a:lnTo>
                  <a:pt x="150" y="9186"/>
                </a:lnTo>
                <a:lnTo>
                  <a:pt x="1860" y="5058"/>
                </a:lnTo>
                <a:lnTo>
                  <a:pt x="3353" y="3353"/>
                </a:lnTo>
                <a:lnTo>
                  <a:pt x="5058" y="1860"/>
                </a:lnTo>
                <a:lnTo>
                  <a:pt x="9186" y="150"/>
                </a:lnTo>
                <a:lnTo>
                  <a:pt x="11447" y="0"/>
                </a:lnTo>
                <a:lnTo>
                  <a:pt x="13709" y="150"/>
                </a:lnTo>
                <a:lnTo>
                  <a:pt x="17837" y="1860"/>
                </a:lnTo>
                <a:lnTo>
                  <a:pt x="19542" y="3353"/>
                </a:lnTo>
                <a:lnTo>
                  <a:pt x="21035" y="5058"/>
                </a:lnTo>
                <a:lnTo>
                  <a:pt x="22745" y="9186"/>
                </a:lnTo>
                <a:lnTo>
                  <a:pt x="22895" y="11447"/>
                </a:lnTo>
                <a:lnTo>
                  <a:pt x="22745" y="13709"/>
                </a:lnTo>
                <a:lnTo>
                  <a:pt x="21035" y="17837"/>
                </a:lnTo>
                <a:lnTo>
                  <a:pt x="19542" y="19542"/>
                </a:lnTo>
                <a:lnTo>
                  <a:pt x="17837" y="21035"/>
                </a:lnTo>
                <a:lnTo>
                  <a:pt x="13709" y="22745"/>
                </a:lnTo>
                <a:lnTo>
                  <a:pt x="11447" y="22895"/>
                </a:lnTo>
                <a:lnTo>
                  <a:pt x="9186" y="22745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102" name="Shape 1102"/>
          <p:cNvSpPr/>
          <p:nvPr/>
        </p:nvSpPr>
        <p:spPr>
          <a:xfrm>
            <a:off x="6175986" y="1970942"/>
            <a:ext cx="23035" cy="23035"/>
          </a:xfrm>
          <a:custGeom>
            <a:avLst/>
            <a:gdLst/>
            <a:ahLst/>
            <a:cxnLst/>
            <a:rect l="0" t="0" r="r" b="b"/>
            <a:pathLst>
              <a:path w="23035" h="23035">
                <a:moveTo>
                  <a:pt x="9242" y="22884"/>
                </a:moveTo>
                <a:lnTo>
                  <a:pt x="5089" y="21163"/>
                </a:lnTo>
                <a:lnTo>
                  <a:pt x="3373" y="19662"/>
                </a:lnTo>
                <a:lnTo>
                  <a:pt x="1871" y="17946"/>
                </a:lnTo>
                <a:lnTo>
                  <a:pt x="151" y="13793"/>
                </a:lnTo>
                <a:lnTo>
                  <a:pt x="0" y="11517"/>
                </a:lnTo>
                <a:lnTo>
                  <a:pt x="151" y="9242"/>
                </a:lnTo>
                <a:lnTo>
                  <a:pt x="1871" y="5089"/>
                </a:lnTo>
                <a:lnTo>
                  <a:pt x="3373" y="3373"/>
                </a:lnTo>
                <a:lnTo>
                  <a:pt x="5089" y="1871"/>
                </a:lnTo>
                <a:lnTo>
                  <a:pt x="9242" y="151"/>
                </a:lnTo>
                <a:lnTo>
                  <a:pt x="11517" y="0"/>
                </a:lnTo>
                <a:lnTo>
                  <a:pt x="13793" y="151"/>
                </a:lnTo>
                <a:lnTo>
                  <a:pt x="17946" y="1871"/>
                </a:lnTo>
                <a:lnTo>
                  <a:pt x="19662" y="3373"/>
                </a:lnTo>
                <a:lnTo>
                  <a:pt x="21163" y="5089"/>
                </a:lnTo>
                <a:lnTo>
                  <a:pt x="22884" y="9242"/>
                </a:lnTo>
                <a:lnTo>
                  <a:pt x="23035" y="11517"/>
                </a:lnTo>
                <a:lnTo>
                  <a:pt x="22884" y="13793"/>
                </a:lnTo>
                <a:lnTo>
                  <a:pt x="21163" y="17946"/>
                </a:lnTo>
                <a:lnTo>
                  <a:pt x="19662" y="19662"/>
                </a:lnTo>
                <a:lnTo>
                  <a:pt x="17946" y="21163"/>
                </a:lnTo>
                <a:lnTo>
                  <a:pt x="13793" y="22884"/>
                </a:lnTo>
                <a:lnTo>
                  <a:pt x="11517" y="23035"/>
                </a:lnTo>
                <a:lnTo>
                  <a:pt x="9242" y="22884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103" name="Shape 1103"/>
          <p:cNvSpPr/>
          <p:nvPr/>
        </p:nvSpPr>
        <p:spPr>
          <a:xfrm>
            <a:off x="6228314" y="1975594"/>
            <a:ext cx="23239" cy="23239"/>
          </a:xfrm>
          <a:custGeom>
            <a:avLst/>
            <a:gdLst/>
            <a:ahLst/>
            <a:cxnLst/>
            <a:rect l="0" t="0" r="r" b="b"/>
            <a:pathLst>
              <a:path w="23239" h="23239">
                <a:moveTo>
                  <a:pt x="9324" y="23086"/>
                </a:moveTo>
                <a:lnTo>
                  <a:pt x="5134" y="21350"/>
                </a:lnTo>
                <a:lnTo>
                  <a:pt x="3403" y="19835"/>
                </a:lnTo>
                <a:lnTo>
                  <a:pt x="1888" y="18104"/>
                </a:lnTo>
                <a:lnTo>
                  <a:pt x="153" y="13915"/>
                </a:lnTo>
                <a:lnTo>
                  <a:pt x="0" y="11619"/>
                </a:lnTo>
                <a:lnTo>
                  <a:pt x="153" y="9324"/>
                </a:lnTo>
                <a:lnTo>
                  <a:pt x="1888" y="5134"/>
                </a:lnTo>
                <a:lnTo>
                  <a:pt x="3403" y="3403"/>
                </a:lnTo>
                <a:lnTo>
                  <a:pt x="5134" y="1888"/>
                </a:lnTo>
                <a:lnTo>
                  <a:pt x="9324" y="153"/>
                </a:lnTo>
                <a:lnTo>
                  <a:pt x="11619" y="0"/>
                </a:lnTo>
                <a:lnTo>
                  <a:pt x="13915" y="153"/>
                </a:lnTo>
                <a:lnTo>
                  <a:pt x="18104" y="1888"/>
                </a:lnTo>
                <a:lnTo>
                  <a:pt x="19835" y="3403"/>
                </a:lnTo>
                <a:lnTo>
                  <a:pt x="21350" y="5134"/>
                </a:lnTo>
                <a:lnTo>
                  <a:pt x="23086" y="9324"/>
                </a:lnTo>
                <a:lnTo>
                  <a:pt x="23239" y="11619"/>
                </a:lnTo>
                <a:lnTo>
                  <a:pt x="23086" y="13915"/>
                </a:lnTo>
                <a:lnTo>
                  <a:pt x="21350" y="18104"/>
                </a:lnTo>
                <a:lnTo>
                  <a:pt x="19835" y="19835"/>
                </a:lnTo>
                <a:lnTo>
                  <a:pt x="18104" y="21350"/>
                </a:lnTo>
                <a:lnTo>
                  <a:pt x="13915" y="23086"/>
                </a:lnTo>
                <a:lnTo>
                  <a:pt x="11619" y="23239"/>
                </a:lnTo>
                <a:lnTo>
                  <a:pt x="9324" y="23086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104" name="Shape 1104"/>
          <p:cNvSpPr/>
          <p:nvPr/>
        </p:nvSpPr>
        <p:spPr>
          <a:xfrm>
            <a:off x="6285329" y="1980676"/>
            <a:ext cx="23432" cy="23432"/>
          </a:xfrm>
          <a:custGeom>
            <a:avLst/>
            <a:gdLst/>
            <a:ahLst/>
            <a:cxnLst/>
            <a:rect l="0" t="0" r="r" b="b"/>
            <a:pathLst>
              <a:path w="23432" h="23432">
                <a:moveTo>
                  <a:pt x="9401" y="23278"/>
                </a:moveTo>
                <a:lnTo>
                  <a:pt x="5177" y="21528"/>
                </a:lnTo>
                <a:lnTo>
                  <a:pt x="3431" y="20001"/>
                </a:lnTo>
                <a:lnTo>
                  <a:pt x="1904" y="18255"/>
                </a:lnTo>
                <a:lnTo>
                  <a:pt x="154" y="14031"/>
                </a:lnTo>
                <a:lnTo>
                  <a:pt x="0" y="11716"/>
                </a:lnTo>
                <a:lnTo>
                  <a:pt x="154" y="9401"/>
                </a:lnTo>
                <a:lnTo>
                  <a:pt x="1904" y="5177"/>
                </a:lnTo>
                <a:lnTo>
                  <a:pt x="3431" y="3431"/>
                </a:lnTo>
                <a:lnTo>
                  <a:pt x="5177" y="1904"/>
                </a:lnTo>
                <a:lnTo>
                  <a:pt x="9401" y="154"/>
                </a:lnTo>
                <a:lnTo>
                  <a:pt x="11716" y="0"/>
                </a:lnTo>
                <a:lnTo>
                  <a:pt x="14031" y="154"/>
                </a:lnTo>
                <a:lnTo>
                  <a:pt x="18255" y="1904"/>
                </a:lnTo>
                <a:lnTo>
                  <a:pt x="20001" y="3431"/>
                </a:lnTo>
                <a:lnTo>
                  <a:pt x="21528" y="5177"/>
                </a:lnTo>
                <a:lnTo>
                  <a:pt x="23278" y="9401"/>
                </a:lnTo>
                <a:lnTo>
                  <a:pt x="23432" y="11716"/>
                </a:lnTo>
                <a:lnTo>
                  <a:pt x="23278" y="14031"/>
                </a:lnTo>
                <a:lnTo>
                  <a:pt x="21528" y="18255"/>
                </a:lnTo>
                <a:lnTo>
                  <a:pt x="20001" y="20001"/>
                </a:lnTo>
                <a:lnTo>
                  <a:pt x="18255" y="21528"/>
                </a:lnTo>
                <a:lnTo>
                  <a:pt x="14031" y="23278"/>
                </a:lnTo>
                <a:lnTo>
                  <a:pt x="11716" y="23432"/>
                </a:lnTo>
                <a:lnTo>
                  <a:pt x="9401" y="2327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105" name="Shape 1105"/>
          <p:cNvSpPr/>
          <p:nvPr/>
        </p:nvSpPr>
        <p:spPr>
          <a:xfrm>
            <a:off x="5867325" y="1953690"/>
            <a:ext cx="21994" cy="21994"/>
          </a:xfrm>
          <a:custGeom>
            <a:avLst/>
            <a:gdLst/>
            <a:ahLst/>
            <a:cxnLst/>
            <a:rect l="0" t="0" r="r" b="b"/>
            <a:pathLst>
              <a:path w="21994" h="21994">
                <a:moveTo>
                  <a:pt x="8824" y="21849"/>
                </a:moveTo>
                <a:lnTo>
                  <a:pt x="4859" y="20207"/>
                </a:lnTo>
                <a:lnTo>
                  <a:pt x="3221" y="18773"/>
                </a:lnTo>
                <a:lnTo>
                  <a:pt x="1787" y="17134"/>
                </a:lnTo>
                <a:lnTo>
                  <a:pt x="144" y="13169"/>
                </a:lnTo>
                <a:lnTo>
                  <a:pt x="0" y="10997"/>
                </a:lnTo>
                <a:lnTo>
                  <a:pt x="144" y="8824"/>
                </a:lnTo>
                <a:lnTo>
                  <a:pt x="1787" y="4859"/>
                </a:lnTo>
                <a:lnTo>
                  <a:pt x="3221" y="3221"/>
                </a:lnTo>
                <a:lnTo>
                  <a:pt x="4859" y="1787"/>
                </a:lnTo>
                <a:lnTo>
                  <a:pt x="8824" y="144"/>
                </a:lnTo>
                <a:lnTo>
                  <a:pt x="10997" y="0"/>
                </a:lnTo>
                <a:lnTo>
                  <a:pt x="13169" y="144"/>
                </a:lnTo>
                <a:lnTo>
                  <a:pt x="17134" y="1787"/>
                </a:lnTo>
                <a:lnTo>
                  <a:pt x="18773" y="3221"/>
                </a:lnTo>
                <a:lnTo>
                  <a:pt x="20207" y="4859"/>
                </a:lnTo>
                <a:lnTo>
                  <a:pt x="21849" y="8824"/>
                </a:lnTo>
                <a:lnTo>
                  <a:pt x="21994" y="10997"/>
                </a:lnTo>
                <a:lnTo>
                  <a:pt x="21849" y="13169"/>
                </a:lnTo>
                <a:lnTo>
                  <a:pt x="20207" y="17134"/>
                </a:lnTo>
                <a:lnTo>
                  <a:pt x="18773" y="18773"/>
                </a:lnTo>
                <a:lnTo>
                  <a:pt x="17134" y="20207"/>
                </a:lnTo>
                <a:lnTo>
                  <a:pt x="13169" y="21849"/>
                </a:lnTo>
                <a:lnTo>
                  <a:pt x="10997" y="21994"/>
                </a:lnTo>
                <a:lnTo>
                  <a:pt x="8824" y="21849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1106" name="Shape 1106"/>
          <p:cNvSpPr/>
          <p:nvPr/>
        </p:nvSpPr>
        <p:spPr>
          <a:xfrm>
            <a:off x="5899929" y="1956902"/>
            <a:ext cx="22236" cy="22236"/>
          </a:xfrm>
          <a:custGeom>
            <a:avLst/>
            <a:gdLst/>
            <a:ahLst/>
            <a:cxnLst/>
            <a:rect l="0" t="0" r="r" b="b"/>
            <a:pathLst>
              <a:path w="22236" h="22236">
                <a:moveTo>
                  <a:pt x="8921" y="22090"/>
                </a:moveTo>
                <a:lnTo>
                  <a:pt x="4913" y="20429"/>
                </a:lnTo>
                <a:lnTo>
                  <a:pt x="3256" y="18980"/>
                </a:lnTo>
                <a:lnTo>
                  <a:pt x="1806" y="17323"/>
                </a:lnTo>
                <a:lnTo>
                  <a:pt x="146" y="13314"/>
                </a:lnTo>
                <a:lnTo>
                  <a:pt x="0" y="11118"/>
                </a:lnTo>
                <a:lnTo>
                  <a:pt x="146" y="8921"/>
                </a:lnTo>
                <a:lnTo>
                  <a:pt x="1806" y="4913"/>
                </a:lnTo>
                <a:lnTo>
                  <a:pt x="3256" y="3256"/>
                </a:lnTo>
                <a:lnTo>
                  <a:pt x="4913" y="1806"/>
                </a:lnTo>
                <a:lnTo>
                  <a:pt x="8921" y="146"/>
                </a:lnTo>
                <a:lnTo>
                  <a:pt x="11118" y="0"/>
                </a:lnTo>
                <a:lnTo>
                  <a:pt x="13314" y="146"/>
                </a:lnTo>
                <a:lnTo>
                  <a:pt x="17323" y="1806"/>
                </a:lnTo>
                <a:lnTo>
                  <a:pt x="18980" y="3256"/>
                </a:lnTo>
                <a:lnTo>
                  <a:pt x="20429" y="4913"/>
                </a:lnTo>
                <a:lnTo>
                  <a:pt x="22090" y="8921"/>
                </a:lnTo>
                <a:lnTo>
                  <a:pt x="22236" y="11118"/>
                </a:lnTo>
                <a:lnTo>
                  <a:pt x="22090" y="13314"/>
                </a:lnTo>
                <a:lnTo>
                  <a:pt x="20429" y="17323"/>
                </a:lnTo>
                <a:lnTo>
                  <a:pt x="18980" y="18980"/>
                </a:lnTo>
                <a:lnTo>
                  <a:pt x="17323" y="20429"/>
                </a:lnTo>
                <a:lnTo>
                  <a:pt x="13314" y="22090"/>
                </a:lnTo>
                <a:lnTo>
                  <a:pt x="11118" y="22236"/>
                </a:lnTo>
                <a:lnTo>
                  <a:pt x="8921" y="22090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1107" name="Shape 1107"/>
          <p:cNvSpPr/>
          <p:nvPr/>
        </p:nvSpPr>
        <p:spPr>
          <a:xfrm>
            <a:off x="5922995" y="1959180"/>
            <a:ext cx="22395" cy="22395"/>
          </a:xfrm>
          <a:custGeom>
            <a:avLst/>
            <a:gdLst/>
            <a:ahLst/>
            <a:cxnLst/>
            <a:rect l="0" t="0" r="r" b="b"/>
            <a:pathLst>
              <a:path w="22395" h="22395">
                <a:moveTo>
                  <a:pt x="8985" y="22248"/>
                </a:moveTo>
                <a:lnTo>
                  <a:pt x="4948" y="20575"/>
                </a:lnTo>
                <a:lnTo>
                  <a:pt x="3279" y="19115"/>
                </a:lnTo>
                <a:lnTo>
                  <a:pt x="1819" y="17447"/>
                </a:lnTo>
                <a:lnTo>
                  <a:pt x="147" y="13409"/>
                </a:lnTo>
                <a:lnTo>
                  <a:pt x="0" y="11197"/>
                </a:lnTo>
                <a:lnTo>
                  <a:pt x="147" y="8985"/>
                </a:lnTo>
                <a:lnTo>
                  <a:pt x="1819" y="4948"/>
                </a:lnTo>
                <a:lnTo>
                  <a:pt x="3279" y="3279"/>
                </a:lnTo>
                <a:lnTo>
                  <a:pt x="4948" y="1819"/>
                </a:lnTo>
                <a:lnTo>
                  <a:pt x="8985" y="147"/>
                </a:lnTo>
                <a:lnTo>
                  <a:pt x="11197" y="0"/>
                </a:lnTo>
                <a:lnTo>
                  <a:pt x="13409" y="147"/>
                </a:lnTo>
                <a:lnTo>
                  <a:pt x="17447" y="1819"/>
                </a:lnTo>
                <a:lnTo>
                  <a:pt x="19115" y="3279"/>
                </a:lnTo>
                <a:lnTo>
                  <a:pt x="20575" y="4948"/>
                </a:lnTo>
                <a:lnTo>
                  <a:pt x="22248" y="8985"/>
                </a:lnTo>
                <a:lnTo>
                  <a:pt x="22395" y="11197"/>
                </a:lnTo>
                <a:lnTo>
                  <a:pt x="22248" y="13409"/>
                </a:lnTo>
                <a:lnTo>
                  <a:pt x="20575" y="17447"/>
                </a:lnTo>
                <a:lnTo>
                  <a:pt x="19115" y="19115"/>
                </a:lnTo>
                <a:lnTo>
                  <a:pt x="17447" y="20575"/>
                </a:lnTo>
                <a:lnTo>
                  <a:pt x="13409" y="22248"/>
                </a:lnTo>
                <a:lnTo>
                  <a:pt x="11197" y="22395"/>
                </a:lnTo>
                <a:lnTo>
                  <a:pt x="8985" y="22248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108" name="Shape 1108"/>
          <p:cNvSpPr/>
          <p:nvPr/>
        </p:nvSpPr>
        <p:spPr>
          <a:xfrm>
            <a:off x="5947218" y="1961577"/>
            <a:ext cx="22552" cy="22552"/>
          </a:xfrm>
          <a:custGeom>
            <a:avLst/>
            <a:gdLst/>
            <a:ahLst/>
            <a:cxnLst/>
            <a:rect l="0" t="0" r="r" b="b"/>
            <a:pathLst>
              <a:path w="22552" h="22552">
                <a:moveTo>
                  <a:pt x="9048" y="22403"/>
                </a:moveTo>
                <a:lnTo>
                  <a:pt x="4982" y="20719"/>
                </a:lnTo>
                <a:lnTo>
                  <a:pt x="3302" y="19249"/>
                </a:lnTo>
                <a:lnTo>
                  <a:pt x="1832" y="17569"/>
                </a:lnTo>
                <a:lnTo>
                  <a:pt x="148" y="13503"/>
                </a:lnTo>
                <a:lnTo>
                  <a:pt x="0" y="11276"/>
                </a:lnTo>
                <a:lnTo>
                  <a:pt x="148" y="9048"/>
                </a:lnTo>
                <a:lnTo>
                  <a:pt x="1832" y="4982"/>
                </a:lnTo>
                <a:lnTo>
                  <a:pt x="3302" y="3302"/>
                </a:lnTo>
                <a:lnTo>
                  <a:pt x="4982" y="1832"/>
                </a:lnTo>
                <a:lnTo>
                  <a:pt x="9048" y="148"/>
                </a:lnTo>
                <a:lnTo>
                  <a:pt x="11276" y="0"/>
                </a:lnTo>
                <a:lnTo>
                  <a:pt x="13503" y="148"/>
                </a:lnTo>
                <a:lnTo>
                  <a:pt x="17569" y="1832"/>
                </a:lnTo>
                <a:lnTo>
                  <a:pt x="19249" y="3302"/>
                </a:lnTo>
                <a:lnTo>
                  <a:pt x="20719" y="4982"/>
                </a:lnTo>
                <a:lnTo>
                  <a:pt x="22403" y="9048"/>
                </a:lnTo>
                <a:lnTo>
                  <a:pt x="22552" y="11276"/>
                </a:lnTo>
                <a:lnTo>
                  <a:pt x="22403" y="13503"/>
                </a:lnTo>
                <a:lnTo>
                  <a:pt x="20719" y="17569"/>
                </a:lnTo>
                <a:lnTo>
                  <a:pt x="19249" y="19249"/>
                </a:lnTo>
                <a:lnTo>
                  <a:pt x="17569" y="20719"/>
                </a:lnTo>
                <a:lnTo>
                  <a:pt x="13503" y="22403"/>
                </a:lnTo>
                <a:lnTo>
                  <a:pt x="11276" y="22552"/>
                </a:lnTo>
                <a:lnTo>
                  <a:pt x="9048" y="2240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109" name="Shape 1109"/>
          <p:cNvSpPr/>
          <p:nvPr/>
        </p:nvSpPr>
        <p:spPr>
          <a:xfrm>
            <a:off x="5985918" y="1965415"/>
            <a:ext cx="22782" cy="22782"/>
          </a:xfrm>
          <a:custGeom>
            <a:avLst/>
            <a:gdLst/>
            <a:ahLst/>
            <a:cxnLst/>
            <a:rect l="0" t="0" r="r" b="b"/>
            <a:pathLst>
              <a:path w="22782" h="22782">
                <a:moveTo>
                  <a:pt x="9140" y="22632"/>
                </a:moveTo>
                <a:lnTo>
                  <a:pt x="5033" y="20930"/>
                </a:lnTo>
                <a:lnTo>
                  <a:pt x="3336" y="19445"/>
                </a:lnTo>
                <a:lnTo>
                  <a:pt x="1851" y="17748"/>
                </a:lnTo>
                <a:lnTo>
                  <a:pt x="150" y="13641"/>
                </a:lnTo>
                <a:lnTo>
                  <a:pt x="0" y="11391"/>
                </a:lnTo>
                <a:lnTo>
                  <a:pt x="150" y="9140"/>
                </a:lnTo>
                <a:lnTo>
                  <a:pt x="1851" y="5033"/>
                </a:lnTo>
                <a:lnTo>
                  <a:pt x="3336" y="3336"/>
                </a:lnTo>
                <a:lnTo>
                  <a:pt x="5033" y="1851"/>
                </a:lnTo>
                <a:lnTo>
                  <a:pt x="9140" y="150"/>
                </a:lnTo>
                <a:lnTo>
                  <a:pt x="11391" y="0"/>
                </a:lnTo>
                <a:lnTo>
                  <a:pt x="13641" y="150"/>
                </a:lnTo>
                <a:lnTo>
                  <a:pt x="17748" y="1851"/>
                </a:lnTo>
                <a:lnTo>
                  <a:pt x="19445" y="3336"/>
                </a:lnTo>
                <a:lnTo>
                  <a:pt x="20930" y="5033"/>
                </a:lnTo>
                <a:lnTo>
                  <a:pt x="22632" y="9140"/>
                </a:lnTo>
                <a:lnTo>
                  <a:pt x="22782" y="11391"/>
                </a:lnTo>
                <a:lnTo>
                  <a:pt x="22632" y="13641"/>
                </a:lnTo>
                <a:lnTo>
                  <a:pt x="20930" y="17748"/>
                </a:lnTo>
                <a:lnTo>
                  <a:pt x="19445" y="19445"/>
                </a:lnTo>
                <a:lnTo>
                  <a:pt x="17748" y="20930"/>
                </a:lnTo>
                <a:lnTo>
                  <a:pt x="13641" y="22632"/>
                </a:lnTo>
                <a:lnTo>
                  <a:pt x="11391" y="22782"/>
                </a:lnTo>
                <a:lnTo>
                  <a:pt x="9140" y="22632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1110" name="Shape 1110"/>
          <p:cNvSpPr/>
          <p:nvPr/>
        </p:nvSpPr>
        <p:spPr>
          <a:xfrm>
            <a:off x="6027762" y="1969576"/>
            <a:ext cx="23008" cy="23008"/>
          </a:xfrm>
          <a:custGeom>
            <a:avLst/>
            <a:gdLst/>
            <a:ahLst/>
            <a:cxnLst/>
            <a:rect l="0" t="0" r="r" b="b"/>
            <a:pathLst>
              <a:path w="23008" h="23008">
                <a:moveTo>
                  <a:pt x="9231" y="22857"/>
                </a:moveTo>
                <a:lnTo>
                  <a:pt x="5083" y="21139"/>
                </a:lnTo>
                <a:lnTo>
                  <a:pt x="3369" y="19639"/>
                </a:lnTo>
                <a:lnTo>
                  <a:pt x="1869" y="17924"/>
                </a:lnTo>
                <a:lnTo>
                  <a:pt x="151" y="13777"/>
                </a:lnTo>
                <a:lnTo>
                  <a:pt x="0" y="11504"/>
                </a:lnTo>
                <a:lnTo>
                  <a:pt x="151" y="9231"/>
                </a:lnTo>
                <a:lnTo>
                  <a:pt x="1869" y="5083"/>
                </a:lnTo>
                <a:lnTo>
                  <a:pt x="3369" y="3369"/>
                </a:lnTo>
                <a:lnTo>
                  <a:pt x="5083" y="1869"/>
                </a:lnTo>
                <a:lnTo>
                  <a:pt x="9231" y="151"/>
                </a:lnTo>
                <a:lnTo>
                  <a:pt x="11504" y="0"/>
                </a:lnTo>
                <a:lnTo>
                  <a:pt x="13777" y="151"/>
                </a:lnTo>
                <a:lnTo>
                  <a:pt x="17924" y="1869"/>
                </a:lnTo>
                <a:lnTo>
                  <a:pt x="19639" y="3369"/>
                </a:lnTo>
                <a:lnTo>
                  <a:pt x="21139" y="5083"/>
                </a:lnTo>
                <a:lnTo>
                  <a:pt x="22857" y="9231"/>
                </a:lnTo>
                <a:lnTo>
                  <a:pt x="23008" y="11504"/>
                </a:lnTo>
                <a:lnTo>
                  <a:pt x="22857" y="13777"/>
                </a:lnTo>
                <a:lnTo>
                  <a:pt x="21139" y="17924"/>
                </a:lnTo>
                <a:lnTo>
                  <a:pt x="19639" y="19639"/>
                </a:lnTo>
                <a:lnTo>
                  <a:pt x="17924" y="21139"/>
                </a:lnTo>
                <a:lnTo>
                  <a:pt x="13777" y="22857"/>
                </a:lnTo>
                <a:lnTo>
                  <a:pt x="11504" y="23008"/>
                </a:lnTo>
                <a:lnTo>
                  <a:pt x="9231" y="22857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111" name="Shape 1111"/>
          <p:cNvSpPr/>
          <p:nvPr/>
        </p:nvSpPr>
        <p:spPr>
          <a:xfrm>
            <a:off x="6057601" y="1972549"/>
            <a:ext cx="23155" cy="23155"/>
          </a:xfrm>
          <a:custGeom>
            <a:avLst/>
            <a:gdLst/>
            <a:ahLst/>
            <a:cxnLst/>
            <a:rect l="0" t="0" r="r" b="b"/>
            <a:pathLst>
              <a:path w="23155" h="23155">
                <a:moveTo>
                  <a:pt x="9290" y="23002"/>
                </a:moveTo>
                <a:lnTo>
                  <a:pt x="5116" y="21273"/>
                </a:lnTo>
                <a:lnTo>
                  <a:pt x="3391" y="19764"/>
                </a:lnTo>
                <a:lnTo>
                  <a:pt x="1881" y="18039"/>
                </a:lnTo>
                <a:lnTo>
                  <a:pt x="152" y="13864"/>
                </a:lnTo>
                <a:lnTo>
                  <a:pt x="0" y="11577"/>
                </a:lnTo>
                <a:lnTo>
                  <a:pt x="152" y="9290"/>
                </a:lnTo>
                <a:lnTo>
                  <a:pt x="1881" y="5116"/>
                </a:lnTo>
                <a:lnTo>
                  <a:pt x="3391" y="3391"/>
                </a:lnTo>
                <a:lnTo>
                  <a:pt x="5116" y="1881"/>
                </a:lnTo>
                <a:lnTo>
                  <a:pt x="9290" y="152"/>
                </a:lnTo>
                <a:lnTo>
                  <a:pt x="11577" y="0"/>
                </a:lnTo>
                <a:lnTo>
                  <a:pt x="13864" y="152"/>
                </a:lnTo>
                <a:lnTo>
                  <a:pt x="18039" y="1881"/>
                </a:lnTo>
                <a:lnTo>
                  <a:pt x="19764" y="3391"/>
                </a:lnTo>
                <a:lnTo>
                  <a:pt x="21273" y="5116"/>
                </a:lnTo>
                <a:lnTo>
                  <a:pt x="23002" y="9290"/>
                </a:lnTo>
                <a:lnTo>
                  <a:pt x="23155" y="11577"/>
                </a:lnTo>
                <a:lnTo>
                  <a:pt x="23002" y="13864"/>
                </a:lnTo>
                <a:lnTo>
                  <a:pt x="21273" y="18039"/>
                </a:lnTo>
                <a:lnTo>
                  <a:pt x="19764" y="19764"/>
                </a:lnTo>
                <a:lnTo>
                  <a:pt x="18039" y="21273"/>
                </a:lnTo>
                <a:lnTo>
                  <a:pt x="13864" y="23002"/>
                </a:lnTo>
                <a:lnTo>
                  <a:pt x="11577" y="23155"/>
                </a:lnTo>
                <a:lnTo>
                  <a:pt x="9290" y="23002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112" name="Shape 1112"/>
          <p:cNvSpPr/>
          <p:nvPr/>
        </p:nvSpPr>
        <p:spPr>
          <a:xfrm>
            <a:off x="6105607" y="1977343"/>
            <a:ext cx="23368" cy="23368"/>
          </a:xfrm>
          <a:custGeom>
            <a:avLst/>
            <a:gdLst/>
            <a:ahLst/>
            <a:cxnLst/>
            <a:rect l="0" t="0" r="r" b="b"/>
            <a:pathLst>
              <a:path w="23368" h="23368">
                <a:moveTo>
                  <a:pt x="9376" y="23214"/>
                </a:moveTo>
                <a:lnTo>
                  <a:pt x="5163" y="21469"/>
                </a:lnTo>
                <a:lnTo>
                  <a:pt x="3422" y="19946"/>
                </a:lnTo>
                <a:lnTo>
                  <a:pt x="1898" y="18205"/>
                </a:lnTo>
                <a:lnTo>
                  <a:pt x="153" y="13992"/>
                </a:lnTo>
                <a:lnTo>
                  <a:pt x="0" y="11684"/>
                </a:lnTo>
                <a:lnTo>
                  <a:pt x="153" y="9376"/>
                </a:lnTo>
                <a:lnTo>
                  <a:pt x="1898" y="5163"/>
                </a:lnTo>
                <a:lnTo>
                  <a:pt x="3422" y="3422"/>
                </a:lnTo>
                <a:lnTo>
                  <a:pt x="5163" y="1898"/>
                </a:lnTo>
                <a:lnTo>
                  <a:pt x="9376" y="153"/>
                </a:lnTo>
                <a:lnTo>
                  <a:pt x="11684" y="0"/>
                </a:lnTo>
                <a:lnTo>
                  <a:pt x="13992" y="153"/>
                </a:lnTo>
                <a:lnTo>
                  <a:pt x="18205" y="1898"/>
                </a:lnTo>
                <a:lnTo>
                  <a:pt x="19946" y="3422"/>
                </a:lnTo>
                <a:lnTo>
                  <a:pt x="21469" y="5163"/>
                </a:lnTo>
                <a:lnTo>
                  <a:pt x="23214" y="9376"/>
                </a:lnTo>
                <a:lnTo>
                  <a:pt x="23368" y="11684"/>
                </a:lnTo>
                <a:lnTo>
                  <a:pt x="23214" y="13992"/>
                </a:lnTo>
                <a:lnTo>
                  <a:pt x="21469" y="18205"/>
                </a:lnTo>
                <a:lnTo>
                  <a:pt x="19946" y="19946"/>
                </a:lnTo>
                <a:lnTo>
                  <a:pt x="18205" y="21469"/>
                </a:lnTo>
                <a:lnTo>
                  <a:pt x="13992" y="23214"/>
                </a:lnTo>
                <a:lnTo>
                  <a:pt x="11684" y="23368"/>
                </a:lnTo>
                <a:lnTo>
                  <a:pt x="9376" y="23214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1113" name="Shape 1113"/>
          <p:cNvSpPr/>
          <p:nvPr/>
        </p:nvSpPr>
        <p:spPr>
          <a:xfrm>
            <a:off x="6157985" y="1982586"/>
            <a:ext cx="23574" cy="23574"/>
          </a:xfrm>
          <a:custGeom>
            <a:avLst/>
            <a:gdLst/>
            <a:ahLst/>
            <a:cxnLst/>
            <a:rect l="0" t="0" r="r" b="b"/>
            <a:pathLst>
              <a:path w="23574" h="23574">
                <a:moveTo>
                  <a:pt x="9458" y="23419"/>
                </a:moveTo>
                <a:lnTo>
                  <a:pt x="5208" y="21658"/>
                </a:lnTo>
                <a:lnTo>
                  <a:pt x="3452" y="20121"/>
                </a:lnTo>
                <a:lnTo>
                  <a:pt x="1915" y="18365"/>
                </a:lnTo>
                <a:lnTo>
                  <a:pt x="155" y="14115"/>
                </a:lnTo>
                <a:lnTo>
                  <a:pt x="0" y="11787"/>
                </a:lnTo>
                <a:lnTo>
                  <a:pt x="155" y="9458"/>
                </a:lnTo>
                <a:lnTo>
                  <a:pt x="1915" y="5208"/>
                </a:lnTo>
                <a:lnTo>
                  <a:pt x="3452" y="3452"/>
                </a:lnTo>
                <a:lnTo>
                  <a:pt x="5208" y="1915"/>
                </a:lnTo>
                <a:lnTo>
                  <a:pt x="9458" y="155"/>
                </a:lnTo>
                <a:lnTo>
                  <a:pt x="11787" y="0"/>
                </a:lnTo>
                <a:lnTo>
                  <a:pt x="14115" y="155"/>
                </a:lnTo>
                <a:lnTo>
                  <a:pt x="18365" y="1915"/>
                </a:lnTo>
                <a:lnTo>
                  <a:pt x="20121" y="3452"/>
                </a:lnTo>
                <a:lnTo>
                  <a:pt x="21658" y="5208"/>
                </a:lnTo>
                <a:lnTo>
                  <a:pt x="23419" y="9458"/>
                </a:lnTo>
                <a:lnTo>
                  <a:pt x="23574" y="11787"/>
                </a:lnTo>
                <a:lnTo>
                  <a:pt x="23419" y="14115"/>
                </a:lnTo>
                <a:lnTo>
                  <a:pt x="21658" y="18365"/>
                </a:lnTo>
                <a:lnTo>
                  <a:pt x="20121" y="20121"/>
                </a:lnTo>
                <a:lnTo>
                  <a:pt x="18365" y="21658"/>
                </a:lnTo>
                <a:lnTo>
                  <a:pt x="14115" y="23419"/>
                </a:lnTo>
                <a:lnTo>
                  <a:pt x="11787" y="23574"/>
                </a:lnTo>
                <a:lnTo>
                  <a:pt x="9458" y="23419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1114" name="Shape 1114"/>
          <p:cNvSpPr/>
          <p:nvPr/>
        </p:nvSpPr>
        <p:spPr>
          <a:xfrm>
            <a:off x="6195635" y="1986362"/>
            <a:ext cx="23705" cy="23705"/>
          </a:xfrm>
          <a:custGeom>
            <a:avLst/>
            <a:gdLst/>
            <a:ahLst/>
            <a:cxnLst/>
            <a:rect l="0" t="0" r="r" b="b"/>
            <a:pathLst>
              <a:path w="23705" h="23705">
                <a:moveTo>
                  <a:pt x="9511" y="23548"/>
                </a:moveTo>
                <a:lnTo>
                  <a:pt x="5237" y="21778"/>
                </a:lnTo>
                <a:lnTo>
                  <a:pt x="3471" y="20233"/>
                </a:lnTo>
                <a:lnTo>
                  <a:pt x="1926" y="18467"/>
                </a:lnTo>
                <a:lnTo>
                  <a:pt x="156" y="14193"/>
                </a:lnTo>
                <a:lnTo>
                  <a:pt x="0" y="11852"/>
                </a:lnTo>
                <a:lnTo>
                  <a:pt x="156" y="9511"/>
                </a:lnTo>
                <a:lnTo>
                  <a:pt x="1926" y="5237"/>
                </a:lnTo>
                <a:lnTo>
                  <a:pt x="3471" y="3471"/>
                </a:lnTo>
                <a:lnTo>
                  <a:pt x="5237" y="1926"/>
                </a:lnTo>
                <a:lnTo>
                  <a:pt x="9511" y="156"/>
                </a:lnTo>
                <a:lnTo>
                  <a:pt x="11852" y="0"/>
                </a:lnTo>
                <a:lnTo>
                  <a:pt x="14193" y="156"/>
                </a:lnTo>
                <a:lnTo>
                  <a:pt x="18467" y="1926"/>
                </a:lnTo>
                <a:lnTo>
                  <a:pt x="20233" y="3471"/>
                </a:lnTo>
                <a:lnTo>
                  <a:pt x="21778" y="5237"/>
                </a:lnTo>
                <a:lnTo>
                  <a:pt x="23548" y="9511"/>
                </a:lnTo>
                <a:lnTo>
                  <a:pt x="23705" y="11852"/>
                </a:lnTo>
                <a:lnTo>
                  <a:pt x="23548" y="14193"/>
                </a:lnTo>
                <a:lnTo>
                  <a:pt x="21778" y="18467"/>
                </a:lnTo>
                <a:lnTo>
                  <a:pt x="20233" y="20233"/>
                </a:lnTo>
                <a:lnTo>
                  <a:pt x="18467" y="21778"/>
                </a:lnTo>
                <a:lnTo>
                  <a:pt x="14193" y="23548"/>
                </a:lnTo>
                <a:lnTo>
                  <a:pt x="11852" y="23705"/>
                </a:lnTo>
                <a:lnTo>
                  <a:pt x="9511" y="23548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1115" name="Shape 1115"/>
          <p:cNvSpPr/>
          <p:nvPr/>
        </p:nvSpPr>
        <p:spPr>
          <a:xfrm>
            <a:off x="5798878" y="1954446"/>
            <a:ext cx="22041" cy="22041"/>
          </a:xfrm>
          <a:custGeom>
            <a:avLst/>
            <a:gdLst/>
            <a:ahLst/>
            <a:cxnLst/>
            <a:rect l="0" t="0" r="r" b="b"/>
            <a:pathLst>
              <a:path w="22041" h="22041">
                <a:moveTo>
                  <a:pt x="8843" y="21896"/>
                </a:moveTo>
                <a:lnTo>
                  <a:pt x="4869" y="20250"/>
                </a:lnTo>
                <a:lnTo>
                  <a:pt x="3227" y="18813"/>
                </a:lnTo>
                <a:lnTo>
                  <a:pt x="1791" y="17171"/>
                </a:lnTo>
                <a:lnTo>
                  <a:pt x="145" y="13197"/>
                </a:lnTo>
                <a:lnTo>
                  <a:pt x="0" y="11020"/>
                </a:lnTo>
                <a:lnTo>
                  <a:pt x="145" y="8843"/>
                </a:lnTo>
                <a:lnTo>
                  <a:pt x="1791" y="4869"/>
                </a:lnTo>
                <a:lnTo>
                  <a:pt x="3227" y="3227"/>
                </a:lnTo>
                <a:lnTo>
                  <a:pt x="4869" y="1791"/>
                </a:lnTo>
                <a:lnTo>
                  <a:pt x="8843" y="145"/>
                </a:lnTo>
                <a:lnTo>
                  <a:pt x="11020" y="0"/>
                </a:lnTo>
                <a:lnTo>
                  <a:pt x="13197" y="145"/>
                </a:lnTo>
                <a:lnTo>
                  <a:pt x="17171" y="1791"/>
                </a:lnTo>
                <a:lnTo>
                  <a:pt x="18813" y="3227"/>
                </a:lnTo>
                <a:lnTo>
                  <a:pt x="20250" y="4869"/>
                </a:lnTo>
                <a:lnTo>
                  <a:pt x="21896" y="8843"/>
                </a:lnTo>
                <a:lnTo>
                  <a:pt x="22041" y="11020"/>
                </a:lnTo>
                <a:lnTo>
                  <a:pt x="21896" y="13197"/>
                </a:lnTo>
                <a:lnTo>
                  <a:pt x="20250" y="17171"/>
                </a:lnTo>
                <a:lnTo>
                  <a:pt x="18813" y="18813"/>
                </a:lnTo>
                <a:lnTo>
                  <a:pt x="17171" y="20250"/>
                </a:lnTo>
                <a:lnTo>
                  <a:pt x="13197" y="21896"/>
                </a:lnTo>
                <a:lnTo>
                  <a:pt x="11020" y="22041"/>
                </a:lnTo>
                <a:lnTo>
                  <a:pt x="8843" y="2189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116" name="Shape 1116"/>
          <p:cNvSpPr/>
          <p:nvPr/>
        </p:nvSpPr>
        <p:spPr>
          <a:xfrm>
            <a:off x="5829301" y="1957713"/>
            <a:ext cx="22287" cy="22287"/>
          </a:xfrm>
          <a:custGeom>
            <a:avLst/>
            <a:gdLst/>
            <a:ahLst/>
            <a:cxnLst/>
            <a:rect l="0" t="0" r="r" b="b"/>
            <a:pathLst>
              <a:path w="22287" h="22287">
                <a:moveTo>
                  <a:pt x="8942" y="22140"/>
                </a:moveTo>
                <a:lnTo>
                  <a:pt x="4924" y="20476"/>
                </a:lnTo>
                <a:lnTo>
                  <a:pt x="3263" y="19023"/>
                </a:lnTo>
                <a:lnTo>
                  <a:pt x="1811" y="17362"/>
                </a:lnTo>
                <a:lnTo>
                  <a:pt x="146" y="13344"/>
                </a:lnTo>
                <a:lnTo>
                  <a:pt x="0" y="11143"/>
                </a:lnTo>
                <a:lnTo>
                  <a:pt x="146" y="8942"/>
                </a:lnTo>
                <a:lnTo>
                  <a:pt x="1811" y="4924"/>
                </a:lnTo>
                <a:lnTo>
                  <a:pt x="3263" y="3263"/>
                </a:lnTo>
                <a:lnTo>
                  <a:pt x="4924" y="1811"/>
                </a:lnTo>
                <a:lnTo>
                  <a:pt x="8942" y="146"/>
                </a:lnTo>
                <a:lnTo>
                  <a:pt x="11143" y="0"/>
                </a:lnTo>
                <a:lnTo>
                  <a:pt x="13344" y="146"/>
                </a:lnTo>
                <a:lnTo>
                  <a:pt x="17362" y="1811"/>
                </a:lnTo>
                <a:lnTo>
                  <a:pt x="19023" y="3263"/>
                </a:lnTo>
                <a:lnTo>
                  <a:pt x="20476" y="4924"/>
                </a:lnTo>
                <a:lnTo>
                  <a:pt x="22140" y="8942"/>
                </a:lnTo>
                <a:lnTo>
                  <a:pt x="22287" y="11143"/>
                </a:lnTo>
                <a:lnTo>
                  <a:pt x="22140" y="13344"/>
                </a:lnTo>
                <a:lnTo>
                  <a:pt x="20476" y="17362"/>
                </a:lnTo>
                <a:lnTo>
                  <a:pt x="19023" y="19023"/>
                </a:lnTo>
                <a:lnTo>
                  <a:pt x="17362" y="20476"/>
                </a:lnTo>
                <a:lnTo>
                  <a:pt x="13344" y="22140"/>
                </a:lnTo>
                <a:lnTo>
                  <a:pt x="11143" y="22287"/>
                </a:lnTo>
                <a:lnTo>
                  <a:pt x="8942" y="22140"/>
                </a:lnTo>
                <a:close/>
              </a:path>
            </a:pathLst>
          </a:custGeom>
          <a:solidFill>
            <a:srgbClr val="88D789"/>
          </a:solidFill>
          <a:ln>
            <a:noFill/>
          </a:ln>
        </p:spPr>
      </p:sp>
      <p:sp>
        <p:nvSpPr>
          <p:cNvPr id="1117" name="Shape 1117"/>
          <p:cNvSpPr/>
          <p:nvPr/>
        </p:nvSpPr>
        <p:spPr>
          <a:xfrm>
            <a:off x="5850836" y="1960031"/>
            <a:ext cx="22448" cy="22448"/>
          </a:xfrm>
          <a:custGeom>
            <a:avLst/>
            <a:gdLst/>
            <a:ahLst/>
            <a:cxnLst/>
            <a:rect l="0" t="0" r="r" b="b"/>
            <a:pathLst>
              <a:path w="22448" h="22448">
                <a:moveTo>
                  <a:pt x="9006" y="22300"/>
                </a:moveTo>
                <a:lnTo>
                  <a:pt x="4959" y="20624"/>
                </a:lnTo>
                <a:lnTo>
                  <a:pt x="3287" y="19160"/>
                </a:lnTo>
                <a:lnTo>
                  <a:pt x="1824" y="17488"/>
                </a:lnTo>
                <a:lnTo>
                  <a:pt x="147" y="13441"/>
                </a:lnTo>
                <a:lnTo>
                  <a:pt x="0" y="11224"/>
                </a:lnTo>
                <a:lnTo>
                  <a:pt x="147" y="9006"/>
                </a:lnTo>
                <a:lnTo>
                  <a:pt x="1824" y="4959"/>
                </a:lnTo>
                <a:lnTo>
                  <a:pt x="3287" y="3287"/>
                </a:lnTo>
                <a:lnTo>
                  <a:pt x="4959" y="1824"/>
                </a:lnTo>
                <a:lnTo>
                  <a:pt x="9006" y="147"/>
                </a:lnTo>
                <a:lnTo>
                  <a:pt x="11224" y="0"/>
                </a:lnTo>
                <a:lnTo>
                  <a:pt x="13441" y="147"/>
                </a:lnTo>
                <a:lnTo>
                  <a:pt x="17488" y="1824"/>
                </a:lnTo>
                <a:lnTo>
                  <a:pt x="19160" y="3287"/>
                </a:lnTo>
                <a:lnTo>
                  <a:pt x="20624" y="4959"/>
                </a:lnTo>
                <a:lnTo>
                  <a:pt x="22300" y="9006"/>
                </a:lnTo>
                <a:lnTo>
                  <a:pt x="22448" y="11224"/>
                </a:lnTo>
                <a:lnTo>
                  <a:pt x="22300" y="13441"/>
                </a:lnTo>
                <a:lnTo>
                  <a:pt x="20624" y="17488"/>
                </a:lnTo>
                <a:lnTo>
                  <a:pt x="19160" y="19160"/>
                </a:lnTo>
                <a:lnTo>
                  <a:pt x="17488" y="20624"/>
                </a:lnTo>
                <a:lnTo>
                  <a:pt x="13441" y="22300"/>
                </a:lnTo>
                <a:lnTo>
                  <a:pt x="11224" y="22448"/>
                </a:lnTo>
                <a:lnTo>
                  <a:pt x="9006" y="22300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118" name="Shape 1118"/>
          <p:cNvSpPr/>
          <p:nvPr/>
        </p:nvSpPr>
        <p:spPr>
          <a:xfrm>
            <a:off x="5873460" y="1962472"/>
            <a:ext cx="22607" cy="22607"/>
          </a:xfrm>
          <a:custGeom>
            <a:avLst/>
            <a:gdLst/>
            <a:ahLst/>
            <a:cxnLst/>
            <a:rect l="0" t="0" r="r" b="b"/>
            <a:pathLst>
              <a:path w="22607" h="22607">
                <a:moveTo>
                  <a:pt x="9070" y="22458"/>
                </a:moveTo>
                <a:lnTo>
                  <a:pt x="4995" y="20770"/>
                </a:lnTo>
                <a:lnTo>
                  <a:pt x="3310" y="19296"/>
                </a:lnTo>
                <a:lnTo>
                  <a:pt x="1837" y="17612"/>
                </a:lnTo>
                <a:lnTo>
                  <a:pt x="148" y="13536"/>
                </a:lnTo>
                <a:lnTo>
                  <a:pt x="0" y="11303"/>
                </a:lnTo>
                <a:lnTo>
                  <a:pt x="148" y="9070"/>
                </a:lnTo>
                <a:lnTo>
                  <a:pt x="1837" y="4995"/>
                </a:lnTo>
                <a:lnTo>
                  <a:pt x="3310" y="3310"/>
                </a:lnTo>
                <a:lnTo>
                  <a:pt x="4995" y="1837"/>
                </a:lnTo>
                <a:lnTo>
                  <a:pt x="9070" y="148"/>
                </a:lnTo>
                <a:lnTo>
                  <a:pt x="11303" y="0"/>
                </a:lnTo>
                <a:lnTo>
                  <a:pt x="13536" y="148"/>
                </a:lnTo>
                <a:lnTo>
                  <a:pt x="17612" y="1837"/>
                </a:lnTo>
                <a:lnTo>
                  <a:pt x="19296" y="3310"/>
                </a:lnTo>
                <a:lnTo>
                  <a:pt x="20770" y="4995"/>
                </a:lnTo>
                <a:lnTo>
                  <a:pt x="22458" y="9070"/>
                </a:lnTo>
                <a:lnTo>
                  <a:pt x="22607" y="11303"/>
                </a:lnTo>
                <a:lnTo>
                  <a:pt x="22458" y="13536"/>
                </a:lnTo>
                <a:lnTo>
                  <a:pt x="20770" y="17612"/>
                </a:lnTo>
                <a:lnTo>
                  <a:pt x="19296" y="19296"/>
                </a:lnTo>
                <a:lnTo>
                  <a:pt x="17612" y="20770"/>
                </a:lnTo>
                <a:lnTo>
                  <a:pt x="13536" y="22458"/>
                </a:lnTo>
                <a:lnTo>
                  <a:pt x="11303" y="22607"/>
                </a:lnTo>
                <a:lnTo>
                  <a:pt x="9070" y="22458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119" name="Shape 1119"/>
          <p:cNvSpPr/>
          <p:nvPr/>
        </p:nvSpPr>
        <p:spPr>
          <a:xfrm>
            <a:off x="5909629" y="1966381"/>
            <a:ext cx="22841" cy="22841"/>
          </a:xfrm>
          <a:custGeom>
            <a:avLst/>
            <a:gdLst/>
            <a:ahLst/>
            <a:cxnLst/>
            <a:rect l="0" t="0" r="r" b="b"/>
            <a:pathLst>
              <a:path w="22841" h="22841">
                <a:moveTo>
                  <a:pt x="9164" y="22691"/>
                </a:moveTo>
                <a:lnTo>
                  <a:pt x="5046" y="20985"/>
                </a:lnTo>
                <a:lnTo>
                  <a:pt x="3345" y="19496"/>
                </a:lnTo>
                <a:lnTo>
                  <a:pt x="1856" y="17795"/>
                </a:lnTo>
                <a:lnTo>
                  <a:pt x="150" y="13677"/>
                </a:lnTo>
                <a:lnTo>
                  <a:pt x="0" y="11420"/>
                </a:lnTo>
                <a:lnTo>
                  <a:pt x="150" y="9164"/>
                </a:lnTo>
                <a:lnTo>
                  <a:pt x="1856" y="5046"/>
                </a:lnTo>
                <a:lnTo>
                  <a:pt x="3345" y="3345"/>
                </a:lnTo>
                <a:lnTo>
                  <a:pt x="5046" y="1856"/>
                </a:lnTo>
                <a:lnTo>
                  <a:pt x="9164" y="150"/>
                </a:lnTo>
                <a:lnTo>
                  <a:pt x="11420" y="0"/>
                </a:lnTo>
                <a:lnTo>
                  <a:pt x="13677" y="150"/>
                </a:lnTo>
                <a:lnTo>
                  <a:pt x="17795" y="1856"/>
                </a:lnTo>
                <a:lnTo>
                  <a:pt x="19496" y="3345"/>
                </a:lnTo>
                <a:lnTo>
                  <a:pt x="20985" y="5046"/>
                </a:lnTo>
                <a:lnTo>
                  <a:pt x="22691" y="9164"/>
                </a:lnTo>
                <a:lnTo>
                  <a:pt x="22841" y="11420"/>
                </a:lnTo>
                <a:lnTo>
                  <a:pt x="22691" y="13677"/>
                </a:lnTo>
                <a:lnTo>
                  <a:pt x="20985" y="17795"/>
                </a:lnTo>
                <a:lnTo>
                  <a:pt x="19496" y="19496"/>
                </a:lnTo>
                <a:lnTo>
                  <a:pt x="17795" y="20985"/>
                </a:lnTo>
                <a:lnTo>
                  <a:pt x="13677" y="22691"/>
                </a:lnTo>
                <a:lnTo>
                  <a:pt x="11420" y="22841"/>
                </a:lnTo>
                <a:lnTo>
                  <a:pt x="9164" y="22691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120" name="Shape 1120"/>
          <p:cNvSpPr/>
          <p:nvPr/>
        </p:nvSpPr>
        <p:spPr>
          <a:xfrm>
            <a:off x="5948766" y="1970623"/>
            <a:ext cx="23072" cy="23072"/>
          </a:xfrm>
          <a:custGeom>
            <a:avLst/>
            <a:gdLst/>
            <a:ahLst/>
            <a:cxnLst/>
            <a:rect l="0" t="0" r="r" b="b"/>
            <a:pathLst>
              <a:path w="23072" h="23072">
                <a:moveTo>
                  <a:pt x="9257" y="22920"/>
                </a:moveTo>
                <a:lnTo>
                  <a:pt x="5097" y="21197"/>
                </a:lnTo>
                <a:lnTo>
                  <a:pt x="3378" y="19693"/>
                </a:lnTo>
                <a:lnTo>
                  <a:pt x="1874" y="17974"/>
                </a:lnTo>
                <a:lnTo>
                  <a:pt x="151" y="13815"/>
                </a:lnTo>
                <a:lnTo>
                  <a:pt x="0" y="11536"/>
                </a:lnTo>
                <a:lnTo>
                  <a:pt x="151" y="9257"/>
                </a:lnTo>
                <a:lnTo>
                  <a:pt x="1874" y="5097"/>
                </a:lnTo>
                <a:lnTo>
                  <a:pt x="3378" y="3378"/>
                </a:lnTo>
                <a:lnTo>
                  <a:pt x="5097" y="1874"/>
                </a:lnTo>
                <a:lnTo>
                  <a:pt x="9257" y="151"/>
                </a:lnTo>
                <a:lnTo>
                  <a:pt x="11536" y="0"/>
                </a:lnTo>
                <a:lnTo>
                  <a:pt x="13815" y="151"/>
                </a:lnTo>
                <a:lnTo>
                  <a:pt x="17974" y="1874"/>
                </a:lnTo>
                <a:lnTo>
                  <a:pt x="19693" y="3378"/>
                </a:lnTo>
                <a:lnTo>
                  <a:pt x="21197" y="5097"/>
                </a:lnTo>
                <a:lnTo>
                  <a:pt x="22920" y="9257"/>
                </a:lnTo>
                <a:lnTo>
                  <a:pt x="23072" y="11536"/>
                </a:lnTo>
                <a:lnTo>
                  <a:pt x="22920" y="13815"/>
                </a:lnTo>
                <a:lnTo>
                  <a:pt x="21197" y="17974"/>
                </a:lnTo>
                <a:lnTo>
                  <a:pt x="19693" y="19693"/>
                </a:lnTo>
                <a:lnTo>
                  <a:pt x="17974" y="21197"/>
                </a:lnTo>
                <a:lnTo>
                  <a:pt x="13815" y="22920"/>
                </a:lnTo>
                <a:lnTo>
                  <a:pt x="11536" y="23072"/>
                </a:lnTo>
                <a:lnTo>
                  <a:pt x="9257" y="22920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121" name="Shape 1121"/>
          <p:cNvSpPr/>
          <p:nvPr/>
        </p:nvSpPr>
        <p:spPr>
          <a:xfrm>
            <a:off x="5976692" y="1973655"/>
            <a:ext cx="23223" cy="23223"/>
          </a:xfrm>
          <a:custGeom>
            <a:avLst/>
            <a:gdLst/>
            <a:ahLst/>
            <a:cxnLst/>
            <a:rect l="0" t="0" r="r" b="b"/>
            <a:pathLst>
              <a:path w="23223" h="23223">
                <a:moveTo>
                  <a:pt x="9317" y="23070"/>
                </a:moveTo>
                <a:lnTo>
                  <a:pt x="5131" y="21335"/>
                </a:lnTo>
                <a:lnTo>
                  <a:pt x="3400" y="19822"/>
                </a:lnTo>
                <a:lnTo>
                  <a:pt x="1887" y="18091"/>
                </a:lnTo>
                <a:lnTo>
                  <a:pt x="152" y="13905"/>
                </a:lnTo>
                <a:lnTo>
                  <a:pt x="0" y="11611"/>
                </a:lnTo>
                <a:lnTo>
                  <a:pt x="152" y="9317"/>
                </a:lnTo>
                <a:lnTo>
                  <a:pt x="1887" y="5131"/>
                </a:lnTo>
                <a:lnTo>
                  <a:pt x="3400" y="3400"/>
                </a:lnTo>
                <a:lnTo>
                  <a:pt x="5131" y="1887"/>
                </a:lnTo>
                <a:lnTo>
                  <a:pt x="9317" y="152"/>
                </a:lnTo>
                <a:lnTo>
                  <a:pt x="11611" y="0"/>
                </a:lnTo>
                <a:lnTo>
                  <a:pt x="13905" y="152"/>
                </a:lnTo>
                <a:lnTo>
                  <a:pt x="18091" y="1887"/>
                </a:lnTo>
                <a:lnTo>
                  <a:pt x="19822" y="3400"/>
                </a:lnTo>
                <a:lnTo>
                  <a:pt x="21335" y="5131"/>
                </a:lnTo>
                <a:lnTo>
                  <a:pt x="23070" y="9317"/>
                </a:lnTo>
                <a:lnTo>
                  <a:pt x="23223" y="11611"/>
                </a:lnTo>
                <a:lnTo>
                  <a:pt x="23070" y="13905"/>
                </a:lnTo>
                <a:lnTo>
                  <a:pt x="21335" y="18091"/>
                </a:lnTo>
                <a:lnTo>
                  <a:pt x="19822" y="19822"/>
                </a:lnTo>
                <a:lnTo>
                  <a:pt x="18091" y="21335"/>
                </a:lnTo>
                <a:lnTo>
                  <a:pt x="13905" y="23070"/>
                </a:lnTo>
                <a:lnTo>
                  <a:pt x="11611" y="23223"/>
                </a:lnTo>
                <a:lnTo>
                  <a:pt x="9317" y="23070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122" name="Shape 1122"/>
          <p:cNvSpPr/>
          <p:nvPr/>
        </p:nvSpPr>
        <p:spPr>
          <a:xfrm>
            <a:off x="6021654" y="1978547"/>
            <a:ext cx="23442" cy="23442"/>
          </a:xfrm>
          <a:custGeom>
            <a:avLst/>
            <a:gdLst/>
            <a:ahLst/>
            <a:cxnLst/>
            <a:rect l="0" t="0" r="r" b="b"/>
            <a:pathLst>
              <a:path w="23442" h="23442">
                <a:moveTo>
                  <a:pt x="9405" y="23288"/>
                </a:moveTo>
                <a:lnTo>
                  <a:pt x="5179" y="21537"/>
                </a:lnTo>
                <a:lnTo>
                  <a:pt x="3433" y="20009"/>
                </a:lnTo>
                <a:lnTo>
                  <a:pt x="1904" y="18263"/>
                </a:lnTo>
                <a:lnTo>
                  <a:pt x="154" y="14036"/>
                </a:lnTo>
                <a:lnTo>
                  <a:pt x="0" y="11721"/>
                </a:lnTo>
                <a:lnTo>
                  <a:pt x="154" y="9405"/>
                </a:lnTo>
                <a:lnTo>
                  <a:pt x="1904" y="5179"/>
                </a:lnTo>
                <a:lnTo>
                  <a:pt x="3433" y="3433"/>
                </a:lnTo>
                <a:lnTo>
                  <a:pt x="5179" y="1904"/>
                </a:lnTo>
                <a:lnTo>
                  <a:pt x="9405" y="154"/>
                </a:lnTo>
                <a:lnTo>
                  <a:pt x="11721" y="0"/>
                </a:lnTo>
                <a:lnTo>
                  <a:pt x="14036" y="154"/>
                </a:lnTo>
                <a:lnTo>
                  <a:pt x="18263" y="1904"/>
                </a:lnTo>
                <a:lnTo>
                  <a:pt x="20009" y="3433"/>
                </a:lnTo>
                <a:lnTo>
                  <a:pt x="21537" y="5179"/>
                </a:lnTo>
                <a:lnTo>
                  <a:pt x="23288" y="9405"/>
                </a:lnTo>
                <a:lnTo>
                  <a:pt x="23442" y="11721"/>
                </a:lnTo>
                <a:lnTo>
                  <a:pt x="23288" y="14036"/>
                </a:lnTo>
                <a:lnTo>
                  <a:pt x="21537" y="18263"/>
                </a:lnTo>
                <a:lnTo>
                  <a:pt x="20009" y="20009"/>
                </a:lnTo>
                <a:lnTo>
                  <a:pt x="18263" y="21537"/>
                </a:lnTo>
                <a:lnTo>
                  <a:pt x="14036" y="23288"/>
                </a:lnTo>
                <a:lnTo>
                  <a:pt x="11721" y="23442"/>
                </a:lnTo>
                <a:lnTo>
                  <a:pt x="9405" y="2328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123" name="Shape 1123"/>
          <p:cNvSpPr/>
          <p:nvPr/>
        </p:nvSpPr>
        <p:spPr>
          <a:xfrm>
            <a:off x="6070756" y="1983902"/>
            <a:ext cx="23656" cy="23656"/>
          </a:xfrm>
          <a:custGeom>
            <a:avLst/>
            <a:gdLst/>
            <a:ahLst/>
            <a:cxnLst/>
            <a:rect l="0" t="0" r="r" b="b"/>
            <a:pathLst>
              <a:path w="23656" h="23656">
                <a:moveTo>
                  <a:pt x="9491" y="23500"/>
                </a:moveTo>
                <a:lnTo>
                  <a:pt x="5226" y="21734"/>
                </a:lnTo>
                <a:lnTo>
                  <a:pt x="3464" y="20191"/>
                </a:lnTo>
                <a:lnTo>
                  <a:pt x="1922" y="18429"/>
                </a:lnTo>
                <a:lnTo>
                  <a:pt x="155" y="14164"/>
                </a:lnTo>
                <a:lnTo>
                  <a:pt x="0" y="11828"/>
                </a:lnTo>
                <a:lnTo>
                  <a:pt x="155" y="9491"/>
                </a:lnTo>
                <a:lnTo>
                  <a:pt x="1922" y="5226"/>
                </a:lnTo>
                <a:lnTo>
                  <a:pt x="3464" y="3464"/>
                </a:lnTo>
                <a:lnTo>
                  <a:pt x="5226" y="1922"/>
                </a:lnTo>
                <a:lnTo>
                  <a:pt x="9491" y="155"/>
                </a:lnTo>
                <a:lnTo>
                  <a:pt x="11828" y="0"/>
                </a:lnTo>
                <a:lnTo>
                  <a:pt x="14164" y="155"/>
                </a:lnTo>
                <a:lnTo>
                  <a:pt x="18429" y="1922"/>
                </a:lnTo>
                <a:lnTo>
                  <a:pt x="20191" y="3464"/>
                </a:lnTo>
                <a:lnTo>
                  <a:pt x="21734" y="5226"/>
                </a:lnTo>
                <a:lnTo>
                  <a:pt x="23500" y="9491"/>
                </a:lnTo>
                <a:lnTo>
                  <a:pt x="23656" y="11828"/>
                </a:lnTo>
                <a:lnTo>
                  <a:pt x="23500" y="14164"/>
                </a:lnTo>
                <a:lnTo>
                  <a:pt x="21734" y="18429"/>
                </a:lnTo>
                <a:lnTo>
                  <a:pt x="20191" y="20191"/>
                </a:lnTo>
                <a:lnTo>
                  <a:pt x="18429" y="21734"/>
                </a:lnTo>
                <a:lnTo>
                  <a:pt x="14164" y="23500"/>
                </a:lnTo>
                <a:lnTo>
                  <a:pt x="11828" y="23656"/>
                </a:lnTo>
                <a:lnTo>
                  <a:pt x="9491" y="23500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1124" name="Shape 1124"/>
          <p:cNvSpPr/>
          <p:nvPr/>
        </p:nvSpPr>
        <p:spPr>
          <a:xfrm>
            <a:off x="6106081" y="1987762"/>
            <a:ext cx="23793" cy="23793"/>
          </a:xfrm>
          <a:custGeom>
            <a:avLst/>
            <a:gdLst/>
            <a:ahLst/>
            <a:cxnLst/>
            <a:rect l="0" t="0" r="r" b="b"/>
            <a:pathLst>
              <a:path w="23793" h="23793">
                <a:moveTo>
                  <a:pt x="9546" y="23636"/>
                </a:moveTo>
                <a:lnTo>
                  <a:pt x="5257" y="21859"/>
                </a:lnTo>
                <a:lnTo>
                  <a:pt x="3484" y="20308"/>
                </a:lnTo>
                <a:lnTo>
                  <a:pt x="1933" y="18536"/>
                </a:lnTo>
                <a:lnTo>
                  <a:pt x="156" y="14246"/>
                </a:lnTo>
                <a:lnTo>
                  <a:pt x="0" y="11896"/>
                </a:lnTo>
                <a:lnTo>
                  <a:pt x="156" y="9546"/>
                </a:lnTo>
                <a:lnTo>
                  <a:pt x="1933" y="5257"/>
                </a:lnTo>
                <a:lnTo>
                  <a:pt x="3484" y="3484"/>
                </a:lnTo>
                <a:lnTo>
                  <a:pt x="5257" y="1933"/>
                </a:lnTo>
                <a:lnTo>
                  <a:pt x="9546" y="156"/>
                </a:lnTo>
                <a:lnTo>
                  <a:pt x="11896" y="0"/>
                </a:lnTo>
                <a:lnTo>
                  <a:pt x="14246" y="156"/>
                </a:lnTo>
                <a:lnTo>
                  <a:pt x="18536" y="1933"/>
                </a:lnTo>
                <a:lnTo>
                  <a:pt x="20308" y="3484"/>
                </a:lnTo>
                <a:lnTo>
                  <a:pt x="21859" y="5257"/>
                </a:lnTo>
                <a:lnTo>
                  <a:pt x="23636" y="9546"/>
                </a:lnTo>
                <a:lnTo>
                  <a:pt x="23793" y="11896"/>
                </a:lnTo>
                <a:lnTo>
                  <a:pt x="23636" y="14246"/>
                </a:lnTo>
                <a:lnTo>
                  <a:pt x="21859" y="18536"/>
                </a:lnTo>
                <a:lnTo>
                  <a:pt x="20308" y="20308"/>
                </a:lnTo>
                <a:lnTo>
                  <a:pt x="18536" y="21859"/>
                </a:lnTo>
                <a:lnTo>
                  <a:pt x="14246" y="23636"/>
                </a:lnTo>
                <a:lnTo>
                  <a:pt x="11896" y="23793"/>
                </a:lnTo>
                <a:lnTo>
                  <a:pt x="9546" y="23636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125" name="Shape 1125"/>
          <p:cNvSpPr/>
          <p:nvPr/>
        </p:nvSpPr>
        <p:spPr>
          <a:xfrm>
            <a:off x="5694045" y="1955611"/>
            <a:ext cx="22098" cy="22098"/>
          </a:xfrm>
          <a:custGeom>
            <a:avLst/>
            <a:gdLst/>
            <a:ahLst/>
            <a:cxnLst/>
            <a:rect l="0" t="0" r="r" b="b"/>
            <a:pathLst>
              <a:path w="22098" h="22098">
                <a:moveTo>
                  <a:pt x="8866" y="21952"/>
                </a:moveTo>
                <a:lnTo>
                  <a:pt x="4882" y="20302"/>
                </a:lnTo>
                <a:lnTo>
                  <a:pt x="3236" y="18861"/>
                </a:lnTo>
                <a:lnTo>
                  <a:pt x="1795" y="17215"/>
                </a:lnTo>
                <a:lnTo>
                  <a:pt x="145" y="13231"/>
                </a:lnTo>
                <a:lnTo>
                  <a:pt x="0" y="11049"/>
                </a:lnTo>
                <a:lnTo>
                  <a:pt x="145" y="8866"/>
                </a:lnTo>
                <a:lnTo>
                  <a:pt x="1795" y="4882"/>
                </a:lnTo>
                <a:lnTo>
                  <a:pt x="3236" y="3236"/>
                </a:lnTo>
                <a:lnTo>
                  <a:pt x="4882" y="1795"/>
                </a:lnTo>
                <a:lnTo>
                  <a:pt x="8866" y="145"/>
                </a:lnTo>
                <a:lnTo>
                  <a:pt x="11049" y="0"/>
                </a:lnTo>
                <a:lnTo>
                  <a:pt x="13231" y="145"/>
                </a:lnTo>
                <a:lnTo>
                  <a:pt x="17215" y="1795"/>
                </a:lnTo>
                <a:lnTo>
                  <a:pt x="18861" y="3236"/>
                </a:lnTo>
                <a:lnTo>
                  <a:pt x="20302" y="4882"/>
                </a:lnTo>
                <a:lnTo>
                  <a:pt x="21952" y="8866"/>
                </a:lnTo>
                <a:lnTo>
                  <a:pt x="22098" y="11049"/>
                </a:lnTo>
                <a:lnTo>
                  <a:pt x="21952" y="13231"/>
                </a:lnTo>
                <a:lnTo>
                  <a:pt x="20302" y="17215"/>
                </a:lnTo>
                <a:lnTo>
                  <a:pt x="18861" y="18861"/>
                </a:lnTo>
                <a:lnTo>
                  <a:pt x="17215" y="20302"/>
                </a:lnTo>
                <a:lnTo>
                  <a:pt x="13231" y="21952"/>
                </a:lnTo>
                <a:lnTo>
                  <a:pt x="11049" y="22098"/>
                </a:lnTo>
                <a:lnTo>
                  <a:pt x="8866" y="21952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126" name="Shape 1126"/>
          <p:cNvSpPr/>
          <p:nvPr/>
        </p:nvSpPr>
        <p:spPr>
          <a:xfrm>
            <a:off x="5721048" y="1958965"/>
            <a:ext cx="22347" cy="22347"/>
          </a:xfrm>
          <a:custGeom>
            <a:avLst/>
            <a:gdLst/>
            <a:ahLst/>
            <a:cxnLst/>
            <a:rect l="0" t="0" r="r" b="b"/>
            <a:pathLst>
              <a:path w="22347" h="22347">
                <a:moveTo>
                  <a:pt x="8966" y="22200"/>
                </a:moveTo>
                <a:lnTo>
                  <a:pt x="4937" y="20531"/>
                </a:lnTo>
                <a:lnTo>
                  <a:pt x="3272" y="19074"/>
                </a:lnTo>
                <a:lnTo>
                  <a:pt x="1815" y="17409"/>
                </a:lnTo>
                <a:lnTo>
                  <a:pt x="147" y="13381"/>
                </a:lnTo>
                <a:lnTo>
                  <a:pt x="0" y="11173"/>
                </a:lnTo>
                <a:lnTo>
                  <a:pt x="147" y="8966"/>
                </a:lnTo>
                <a:lnTo>
                  <a:pt x="1815" y="4937"/>
                </a:lnTo>
                <a:lnTo>
                  <a:pt x="3272" y="3272"/>
                </a:lnTo>
                <a:lnTo>
                  <a:pt x="4937" y="1815"/>
                </a:lnTo>
                <a:lnTo>
                  <a:pt x="8966" y="147"/>
                </a:lnTo>
                <a:lnTo>
                  <a:pt x="11173" y="0"/>
                </a:lnTo>
                <a:lnTo>
                  <a:pt x="13381" y="147"/>
                </a:lnTo>
                <a:lnTo>
                  <a:pt x="17409" y="1815"/>
                </a:lnTo>
                <a:lnTo>
                  <a:pt x="19074" y="3272"/>
                </a:lnTo>
                <a:lnTo>
                  <a:pt x="20531" y="4937"/>
                </a:lnTo>
                <a:lnTo>
                  <a:pt x="22200" y="8966"/>
                </a:lnTo>
                <a:lnTo>
                  <a:pt x="22347" y="11173"/>
                </a:lnTo>
                <a:lnTo>
                  <a:pt x="22200" y="13381"/>
                </a:lnTo>
                <a:lnTo>
                  <a:pt x="20531" y="17409"/>
                </a:lnTo>
                <a:lnTo>
                  <a:pt x="19074" y="19074"/>
                </a:lnTo>
                <a:lnTo>
                  <a:pt x="17409" y="20531"/>
                </a:lnTo>
                <a:lnTo>
                  <a:pt x="13381" y="22200"/>
                </a:lnTo>
                <a:lnTo>
                  <a:pt x="11173" y="22347"/>
                </a:lnTo>
                <a:lnTo>
                  <a:pt x="8966" y="22200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127" name="Shape 1127"/>
          <p:cNvSpPr/>
          <p:nvPr/>
        </p:nvSpPr>
        <p:spPr>
          <a:xfrm>
            <a:off x="5740177" y="1961346"/>
            <a:ext cx="22511" cy="22511"/>
          </a:xfrm>
          <a:custGeom>
            <a:avLst/>
            <a:gdLst/>
            <a:ahLst/>
            <a:cxnLst/>
            <a:rect l="0" t="0" r="r" b="b"/>
            <a:pathLst>
              <a:path w="22511" h="22511">
                <a:moveTo>
                  <a:pt x="9032" y="22363"/>
                </a:moveTo>
                <a:lnTo>
                  <a:pt x="4973" y="20682"/>
                </a:lnTo>
                <a:lnTo>
                  <a:pt x="3296" y="19214"/>
                </a:lnTo>
                <a:lnTo>
                  <a:pt x="1829" y="17537"/>
                </a:lnTo>
                <a:lnTo>
                  <a:pt x="148" y="13479"/>
                </a:lnTo>
                <a:lnTo>
                  <a:pt x="0" y="11255"/>
                </a:lnTo>
                <a:lnTo>
                  <a:pt x="148" y="9032"/>
                </a:lnTo>
                <a:lnTo>
                  <a:pt x="1829" y="4973"/>
                </a:lnTo>
                <a:lnTo>
                  <a:pt x="3296" y="3296"/>
                </a:lnTo>
                <a:lnTo>
                  <a:pt x="4973" y="1829"/>
                </a:lnTo>
                <a:lnTo>
                  <a:pt x="9032" y="148"/>
                </a:lnTo>
                <a:lnTo>
                  <a:pt x="11255" y="0"/>
                </a:lnTo>
                <a:lnTo>
                  <a:pt x="13479" y="148"/>
                </a:lnTo>
                <a:lnTo>
                  <a:pt x="17537" y="1829"/>
                </a:lnTo>
                <a:lnTo>
                  <a:pt x="19214" y="3296"/>
                </a:lnTo>
                <a:lnTo>
                  <a:pt x="20682" y="4973"/>
                </a:lnTo>
                <a:lnTo>
                  <a:pt x="22363" y="9032"/>
                </a:lnTo>
                <a:lnTo>
                  <a:pt x="22511" y="11255"/>
                </a:lnTo>
                <a:lnTo>
                  <a:pt x="22363" y="13479"/>
                </a:lnTo>
                <a:lnTo>
                  <a:pt x="20682" y="17537"/>
                </a:lnTo>
                <a:lnTo>
                  <a:pt x="19214" y="19214"/>
                </a:lnTo>
                <a:lnTo>
                  <a:pt x="17537" y="20682"/>
                </a:lnTo>
                <a:lnTo>
                  <a:pt x="13479" y="22363"/>
                </a:lnTo>
                <a:lnTo>
                  <a:pt x="11255" y="22511"/>
                </a:lnTo>
                <a:lnTo>
                  <a:pt x="9032" y="2236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128" name="Shape 1128"/>
          <p:cNvSpPr/>
          <p:nvPr/>
        </p:nvSpPr>
        <p:spPr>
          <a:xfrm>
            <a:off x="5760288" y="1963854"/>
            <a:ext cx="22672" cy="22672"/>
          </a:xfrm>
          <a:custGeom>
            <a:avLst/>
            <a:gdLst/>
            <a:ahLst/>
            <a:cxnLst/>
            <a:rect l="0" t="0" r="r" b="b"/>
            <a:pathLst>
              <a:path w="22672" h="22672">
                <a:moveTo>
                  <a:pt x="9096" y="22523"/>
                </a:moveTo>
                <a:lnTo>
                  <a:pt x="5009" y="20830"/>
                </a:lnTo>
                <a:lnTo>
                  <a:pt x="3320" y="19352"/>
                </a:lnTo>
                <a:lnTo>
                  <a:pt x="1842" y="17663"/>
                </a:lnTo>
                <a:lnTo>
                  <a:pt x="149" y="13575"/>
                </a:lnTo>
                <a:lnTo>
                  <a:pt x="0" y="11336"/>
                </a:lnTo>
                <a:lnTo>
                  <a:pt x="149" y="9096"/>
                </a:lnTo>
                <a:lnTo>
                  <a:pt x="1842" y="5009"/>
                </a:lnTo>
                <a:lnTo>
                  <a:pt x="3320" y="3320"/>
                </a:lnTo>
                <a:lnTo>
                  <a:pt x="5009" y="1842"/>
                </a:lnTo>
                <a:lnTo>
                  <a:pt x="9096" y="149"/>
                </a:lnTo>
                <a:lnTo>
                  <a:pt x="11336" y="0"/>
                </a:lnTo>
                <a:lnTo>
                  <a:pt x="13575" y="149"/>
                </a:lnTo>
                <a:lnTo>
                  <a:pt x="17663" y="1842"/>
                </a:lnTo>
                <a:lnTo>
                  <a:pt x="19352" y="3320"/>
                </a:lnTo>
                <a:lnTo>
                  <a:pt x="20830" y="5009"/>
                </a:lnTo>
                <a:lnTo>
                  <a:pt x="22523" y="9096"/>
                </a:lnTo>
                <a:lnTo>
                  <a:pt x="22672" y="11336"/>
                </a:lnTo>
                <a:lnTo>
                  <a:pt x="22523" y="13575"/>
                </a:lnTo>
                <a:lnTo>
                  <a:pt x="20830" y="17663"/>
                </a:lnTo>
                <a:lnTo>
                  <a:pt x="19352" y="19352"/>
                </a:lnTo>
                <a:lnTo>
                  <a:pt x="17663" y="20830"/>
                </a:lnTo>
                <a:lnTo>
                  <a:pt x="13575" y="22523"/>
                </a:lnTo>
                <a:lnTo>
                  <a:pt x="11336" y="22672"/>
                </a:lnTo>
                <a:lnTo>
                  <a:pt x="9096" y="22523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1129" name="Shape 1129"/>
          <p:cNvSpPr/>
          <p:nvPr/>
        </p:nvSpPr>
        <p:spPr>
          <a:xfrm>
            <a:off x="5792467" y="1967875"/>
            <a:ext cx="22913" cy="22913"/>
          </a:xfrm>
          <a:custGeom>
            <a:avLst/>
            <a:gdLst/>
            <a:ahLst/>
            <a:cxnLst/>
            <a:rect l="0" t="0" r="r" b="b"/>
            <a:pathLst>
              <a:path w="22913" h="22913">
                <a:moveTo>
                  <a:pt x="9193" y="22762"/>
                </a:moveTo>
                <a:lnTo>
                  <a:pt x="5062" y="21051"/>
                </a:lnTo>
                <a:lnTo>
                  <a:pt x="3355" y="19557"/>
                </a:lnTo>
                <a:lnTo>
                  <a:pt x="1861" y="17850"/>
                </a:lnTo>
                <a:lnTo>
                  <a:pt x="150" y="13719"/>
                </a:lnTo>
                <a:lnTo>
                  <a:pt x="0" y="11456"/>
                </a:lnTo>
                <a:lnTo>
                  <a:pt x="150" y="9193"/>
                </a:lnTo>
                <a:lnTo>
                  <a:pt x="1861" y="5062"/>
                </a:lnTo>
                <a:lnTo>
                  <a:pt x="3355" y="3355"/>
                </a:lnTo>
                <a:lnTo>
                  <a:pt x="5062" y="1861"/>
                </a:lnTo>
                <a:lnTo>
                  <a:pt x="9193" y="150"/>
                </a:lnTo>
                <a:lnTo>
                  <a:pt x="11456" y="0"/>
                </a:lnTo>
                <a:lnTo>
                  <a:pt x="13719" y="150"/>
                </a:lnTo>
                <a:lnTo>
                  <a:pt x="17850" y="1861"/>
                </a:lnTo>
                <a:lnTo>
                  <a:pt x="19557" y="3355"/>
                </a:lnTo>
                <a:lnTo>
                  <a:pt x="21051" y="5062"/>
                </a:lnTo>
                <a:lnTo>
                  <a:pt x="22762" y="9193"/>
                </a:lnTo>
                <a:lnTo>
                  <a:pt x="22913" y="11456"/>
                </a:lnTo>
                <a:lnTo>
                  <a:pt x="22762" y="13719"/>
                </a:lnTo>
                <a:lnTo>
                  <a:pt x="21051" y="17850"/>
                </a:lnTo>
                <a:lnTo>
                  <a:pt x="19557" y="19557"/>
                </a:lnTo>
                <a:lnTo>
                  <a:pt x="17850" y="21051"/>
                </a:lnTo>
                <a:lnTo>
                  <a:pt x="13719" y="22762"/>
                </a:lnTo>
                <a:lnTo>
                  <a:pt x="11456" y="22913"/>
                </a:lnTo>
                <a:lnTo>
                  <a:pt x="9193" y="22762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130" name="Shape 1130"/>
          <p:cNvSpPr/>
          <p:nvPr/>
        </p:nvSpPr>
        <p:spPr>
          <a:xfrm>
            <a:off x="5827329" y="1972242"/>
            <a:ext cx="23149" cy="23149"/>
          </a:xfrm>
          <a:custGeom>
            <a:avLst/>
            <a:gdLst/>
            <a:ahLst/>
            <a:cxnLst/>
            <a:rect l="0" t="0" r="r" b="b"/>
            <a:pathLst>
              <a:path w="23149" h="23149">
                <a:moveTo>
                  <a:pt x="9288" y="22997"/>
                </a:moveTo>
                <a:lnTo>
                  <a:pt x="5114" y="21268"/>
                </a:lnTo>
                <a:lnTo>
                  <a:pt x="3390" y="19759"/>
                </a:lnTo>
                <a:lnTo>
                  <a:pt x="1881" y="18034"/>
                </a:lnTo>
                <a:lnTo>
                  <a:pt x="152" y="13861"/>
                </a:lnTo>
                <a:lnTo>
                  <a:pt x="0" y="11574"/>
                </a:lnTo>
                <a:lnTo>
                  <a:pt x="152" y="9288"/>
                </a:lnTo>
                <a:lnTo>
                  <a:pt x="1881" y="5114"/>
                </a:lnTo>
                <a:lnTo>
                  <a:pt x="3390" y="3390"/>
                </a:lnTo>
                <a:lnTo>
                  <a:pt x="5114" y="1881"/>
                </a:lnTo>
                <a:lnTo>
                  <a:pt x="9288" y="152"/>
                </a:lnTo>
                <a:lnTo>
                  <a:pt x="11574" y="0"/>
                </a:lnTo>
                <a:lnTo>
                  <a:pt x="13861" y="152"/>
                </a:lnTo>
                <a:lnTo>
                  <a:pt x="18034" y="1881"/>
                </a:lnTo>
                <a:lnTo>
                  <a:pt x="19759" y="3390"/>
                </a:lnTo>
                <a:lnTo>
                  <a:pt x="21268" y="5114"/>
                </a:lnTo>
                <a:lnTo>
                  <a:pt x="22997" y="9288"/>
                </a:lnTo>
                <a:lnTo>
                  <a:pt x="23149" y="11574"/>
                </a:lnTo>
                <a:lnTo>
                  <a:pt x="22997" y="13861"/>
                </a:lnTo>
                <a:lnTo>
                  <a:pt x="21268" y="18034"/>
                </a:lnTo>
                <a:lnTo>
                  <a:pt x="19759" y="19759"/>
                </a:lnTo>
                <a:lnTo>
                  <a:pt x="18034" y="21268"/>
                </a:lnTo>
                <a:lnTo>
                  <a:pt x="13861" y="22997"/>
                </a:lnTo>
                <a:lnTo>
                  <a:pt x="11574" y="23149"/>
                </a:lnTo>
                <a:lnTo>
                  <a:pt x="9288" y="22997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131" name="Shape 1131"/>
          <p:cNvSpPr/>
          <p:nvPr/>
        </p:nvSpPr>
        <p:spPr>
          <a:xfrm>
            <a:off x="5852229" y="1975367"/>
            <a:ext cx="23305" cy="23305"/>
          </a:xfrm>
          <a:custGeom>
            <a:avLst/>
            <a:gdLst/>
            <a:ahLst/>
            <a:cxnLst/>
            <a:rect l="0" t="0" r="r" b="b"/>
            <a:pathLst>
              <a:path w="23305" h="23305">
                <a:moveTo>
                  <a:pt x="9350" y="23151"/>
                </a:moveTo>
                <a:lnTo>
                  <a:pt x="5149" y="21411"/>
                </a:lnTo>
                <a:lnTo>
                  <a:pt x="3412" y="19892"/>
                </a:lnTo>
                <a:lnTo>
                  <a:pt x="1893" y="18156"/>
                </a:lnTo>
                <a:lnTo>
                  <a:pt x="153" y="13954"/>
                </a:lnTo>
                <a:lnTo>
                  <a:pt x="0" y="11652"/>
                </a:lnTo>
                <a:lnTo>
                  <a:pt x="153" y="9350"/>
                </a:lnTo>
                <a:lnTo>
                  <a:pt x="1893" y="5149"/>
                </a:lnTo>
                <a:lnTo>
                  <a:pt x="3412" y="3412"/>
                </a:lnTo>
                <a:lnTo>
                  <a:pt x="5149" y="1893"/>
                </a:lnTo>
                <a:lnTo>
                  <a:pt x="9350" y="153"/>
                </a:lnTo>
                <a:lnTo>
                  <a:pt x="11652" y="0"/>
                </a:lnTo>
                <a:lnTo>
                  <a:pt x="13954" y="153"/>
                </a:lnTo>
                <a:lnTo>
                  <a:pt x="18156" y="1893"/>
                </a:lnTo>
                <a:lnTo>
                  <a:pt x="19892" y="3412"/>
                </a:lnTo>
                <a:lnTo>
                  <a:pt x="21411" y="5149"/>
                </a:lnTo>
                <a:lnTo>
                  <a:pt x="23151" y="9350"/>
                </a:lnTo>
                <a:lnTo>
                  <a:pt x="23305" y="11652"/>
                </a:lnTo>
                <a:lnTo>
                  <a:pt x="23151" y="13954"/>
                </a:lnTo>
                <a:lnTo>
                  <a:pt x="21411" y="18156"/>
                </a:lnTo>
                <a:lnTo>
                  <a:pt x="19892" y="19892"/>
                </a:lnTo>
                <a:lnTo>
                  <a:pt x="18156" y="21411"/>
                </a:lnTo>
                <a:lnTo>
                  <a:pt x="13954" y="23151"/>
                </a:lnTo>
                <a:lnTo>
                  <a:pt x="11652" y="23305"/>
                </a:lnTo>
                <a:lnTo>
                  <a:pt x="9350" y="2315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132" name="Shape 1132"/>
          <p:cNvSpPr/>
          <p:nvPr/>
        </p:nvSpPr>
        <p:spPr>
          <a:xfrm>
            <a:off x="5892366" y="1980413"/>
            <a:ext cx="23533" cy="23533"/>
          </a:xfrm>
          <a:custGeom>
            <a:avLst/>
            <a:gdLst/>
            <a:ahLst/>
            <a:cxnLst/>
            <a:rect l="0" t="0" r="r" b="b"/>
            <a:pathLst>
              <a:path w="23533" h="23533">
                <a:moveTo>
                  <a:pt x="9442" y="23378"/>
                </a:moveTo>
                <a:lnTo>
                  <a:pt x="5199" y="21621"/>
                </a:lnTo>
                <a:lnTo>
                  <a:pt x="3446" y="20087"/>
                </a:lnTo>
                <a:lnTo>
                  <a:pt x="1912" y="18333"/>
                </a:lnTo>
                <a:lnTo>
                  <a:pt x="154" y="14091"/>
                </a:lnTo>
                <a:lnTo>
                  <a:pt x="0" y="11766"/>
                </a:lnTo>
                <a:lnTo>
                  <a:pt x="154" y="9442"/>
                </a:lnTo>
                <a:lnTo>
                  <a:pt x="1912" y="5199"/>
                </a:lnTo>
                <a:lnTo>
                  <a:pt x="3446" y="3446"/>
                </a:lnTo>
                <a:lnTo>
                  <a:pt x="5199" y="1912"/>
                </a:lnTo>
                <a:lnTo>
                  <a:pt x="9442" y="154"/>
                </a:lnTo>
                <a:lnTo>
                  <a:pt x="11766" y="0"/>
                </a:lnTo>
                <a:lnTo>
                  <a:pt x="14091" y="154"/>
                </a:lnTo>
                <a:lnTo>
                  <a:pt x="18333" y="1912"/>
                </a:lnTo>
                <a:lnTo>
                  <a:pt x="20087" y="3446"/>
                </a:lnTo>
                <a:lnTo>
                  <a:pt x="21621" y="5199"/>
                </a:lnTo>
                <a:lnTo>
                  <a:pt x="23378" y="9442"/>
                </a:lnTo>
                <a:lnTo>
                  <a:pt x="23533" y="11766"/>
                </a:lnTo>
                <a:lnTo>
                  <a:pt x="23378" y="14091"/>
                </a:lnTo>
                <a:lnTo>
                  <a:pt x="21621" y="18333"/>
                </a:lnTo>
                <a:lnTo>
                  <a:pt x="20087" y="20087"/>
                </a:lnTo>
                <a:lnTo>
                  <a:pt x="18333" y="21621"/>
                </a:lnTo>
                <a:lnTo>
                  <a:pt x="14091" y="23378"/>
                </a:lnTo>
                <a:lnTo>
                  <a:pt x="11766" y="23533"/>
                </a:lnTo>
                <a:lnTo>
                  <a:pt x="9442" y="23378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133" name="Shape 1133"/>
          <p:cNvSpPr/>
          <p:nvPr/>
        </p:nvSpPr>
        <p:spPr>
          <a:xfrm>
            <a:off x="5936260" y="1985943"/>
            <a:ext cx="23757" cy="23757"/>
          </a:xfrm>
          <a:custGeom>
            <a:avLst/>
            <a:gdLst/>
            <a:ahLst/>
            <a:cxnLst/>
            <a:rect l="0" t="0" r="r" b="b"/>
            <a:pathLst>
              <a:path w="23757" h="23757">
                <a:moveTo>
                  <a:pt x="9532" y="23601"/>
                </a:moveTo>
                <a:lnTo>
                  <a:pt x="5249" y="21827"/>
                </a:lnTo>
                <a:lnTo>
                  <a:pt x="3479" y="20278"/>
                </a:lnTo>
                <a:lnTo>
                  <a:pt x="1930" y="18508"/>
                </a:lnTo>
                <a:lnTo>
                  <a:pt x="156" y="14225"/>
                </a:lnTo>
                <a:lnTo>
                  <a:pt x="0" y="11878"/>
                </a:lnTo>
                <a:lnTo>
                  <a:pt x="156" y="9532"/>
                </a:lnTo>
                <a:lnTo>
                  <a:pt x="1930" y="5249"/>
                </a:lnTo>
                <a:lnTo>
                  <a:pt x="3479" y="3479"/>
                </a:lnTo>
                <a:lnTo>
                  <a:pt x="5249" y="1930"/>
                </a:lnTo>
                <a:lnTo>
                  <a:pt x="9532" y="156"/>
                </a:lnTo>
                <a:lnTo>
                  <a:pt x="11878" y="0"/>
                </a:lnTo>
                <a:lnTo>
                  <a:pt x="14225" y="156"/>
                </a:lnTo>
                <a:lnTo>
                  <a:pt x="18508" y="1930"/>
                </a:lnTo>
                <a:lnTo>
                  <a:pt x="20278" y="3479"/>
                </a:lnTo>
                <a:lnTo>
                  <a:pt x="21827" y="5249"/>
                </a:lnTo>
                <a:lnTo>
                  <a:pt x="23601" y="9532"/>
                </a:lnTo>
                <a:lnTo>
                  <a:pt x="23757" y="11878"/>
                </a:lnTo>
                <a:lnTo>
                  <a:pt x="23601" y="14225"/>
                </a:lnTo>
                <a:lnTo>
                  <a:pt x="21827" y="18508"/>
                </a:lnTo>
                <a:lnTo>
                  <a:pt x="20278" y="20278"/>
                </a:lnTo>
                <a:lnTo>
                  <a:pt x="18508" y="21827"/>
                </a:lnTo>
                <a:lnTo>
                  <a:pt x="14225" y="23601"/>
                </a:lnTo>
                <a:lnTo>
                  <a:pt x="11878" y="23757"/>
                </a:lnTo>
                <a:lnTo>
                  <a:pt x="9532" y="2360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134" name="Shape 1134"/>
          <p:cNvSpPr/>
          <p:nvPr/>
        </p:nvSpPr>
        <p:spPr>
          <a:xfrm>
            <a:off x="5967879" y="1989934"/>
            <a:ext cx="23902" cy="23902"/>
          </a:xfrm>
          <a:custGeom>
            <a:avLst/>
            <a:gdLst/>
            <a:ahLst/>
            <a:cxnLst/>
            <a:rect l="0" t="0" r="r" b="b"/>
            <a:pathLst>
              <a:path w="23902" h="23902">
                <a:moveTo>
                  <a:pt x="9590" y="23745"/>
                </a:moveTo>
                <a:lnTo>
                  <a:pt x="5281" y="21960"/>
                </a:lnTo>
                <a:lnTo>
                  <a:pt x="3500" y="20402"/>
                </a:lnTo>
                <a:lnTo>
                  <a:pt x="1942" y="18621"/>
                </a:lnTo>
                <a:lnTo>
                  <a:pt x="157" y="14312"/>
                </a:lnTo>
                <a:lnTo>
                  <a:pt x="0" y="11951"/>
                </a:lnTo>
                <a:lnTo>
                  <a:pt x="157" y="9590"/>
                </a:lnTo>
                <a:lnTo>
                  <a:pt x="1942" y="5281"/>
                </a:lnTo>
                <a:lnTo>
                  <a:pt x="3500" y="3500"/>
                </a:lnTo>
                <a:lnTo>
                  <a:pt x="5281" y="1942"/>
                </a:lnTo>
                <a:lnTo>
                  <a:pt x="9590" y="157"/>
                </a:lnTo>
                <a:lnTo>
                  <a:pt x="11951" y="0"/>
                </a:lnTo>
                <a:lnTo>
                  <a:pt x="14312" y="157"/>
                </a:lnTo>
                <a:lnTo>
                  <a:pt x="18621" y="1942"/>
                </a:lnTo>
                <a:lnTo>
                  <a:pt x="20402" y="3500"/>
                </a:lnTo>
                <a:lnTo>
                  <a:pt x="21960" y="5281"/>
                </a:lnTo>
                <a:lnTo>
                  <a:pt x="23745" y="9590"/>
                </a:lnTo>
                <a:lnTo>
                  <a:pt x="23902" y="11951"/>
                </a:lnTo>
                <a:lnTo>
                  <a:pt x="23745" y="14312"/>
                </a:lnTo>
                <a:lnTo>
                  <a:pt x="21960" y="18621"/>
                </a:lnTo>
                <a:lnTo>
                  <a:pt x="20402" y="20402"/>
                </a:lnTo>
                <a:lnTo>
                  <a:pt x="18621" y="21960"/>
                </a:lnTo>
                <a:lnTo>
                  <a:pt x="14312" y="23745"/>
                </a:lnTo>
                <a:lnTo>
                  <a:pt x="11951" y="23902"/>
                </a:lnTo>
                <a:lnTo>
                  <a:pt x="9590" y="23745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1135" name="Shape 1135"/>
          <p:cNvSpPr/>
          <p:nvPr/>
        </p:nvSpPr>
        <p:spPr>
          <a:xfrm>
            <a:off x="6019319" y="1996438"/>
            <a:ext cx="24113" cy="24113"/>
          </a:xfrm>
          <a:custGeom>
            <a:avLst/>
            <a:gdLst/>
            <a:ahLst/>
            <a:cxnLst/>
            <a:rect l="0" t="0" r="r" b="b"/>
            <a:pathLst>
              <a:path w="24113" h="24113">
                <a:moveTo>
                  <a:pt x="9675" y="23954"/>
                </a:moveTo>
                <a:lnTo>
                  <a:pt x="5327" y="22154"/>
                </a:lnTo>
                <a:lnTo>
                  <a:pt x="3531" y="20582"/>
                </a:lnTo>
                <a:lnTo>
                  <a:pt x="1959" y="18785"/>
                </a:lnTo>
                <a:lnTo>
                  <a:pt x="158" y="14438"/>
                </a:lnTo>
                <a:lnTo>
                  <a:pt x="0" y="12056"/>
                </a:lnTo>
                <a:lnTo>
                  <a:pt x="158" y="9675"/>
                </a:lnTo>
                <a:lnTo>
                  <a:pt x="1959" y="5327"/>
                </a:lnTo>
                <a:lnTo>
                  <a:pt x="3531" y="3531"/>
                </a:lnTo>
                <a:lnTo>
                  <a:pt x="5327" y="1959"/>
                </a:lnTo>
                <a:lnTo>
                  <a:pt x="9675" y="158"/>
                </a:lnTo>
                <a:lnTo>
                  <a:pt x="12056" y="0"/>
                </a:lnTo>
                <a:lnTo>
                  <a:pt x="14438" y="158"/>
                </a:lnTo>
                <a:lnTo>
                  <a:pt x="18785" y="1959"/>
                </a:lnTo>
                <a:lnTo>
                  <a:pt x="20582" y="3531"/>
                </a:lnTo>
                <a:lnTo>
                  <a:pt x="22154" y="5327"/>
                </a:lnTo>
                <a:lnTo>
                  <a:pt x="23954" y="9675"/>
                </a:lnTo>
                <a:lnTo>
                  <a:pt x="24113" y="12056"/>
                </a:lnTo>
                <a:lnTo>
                  <a:pt x="23954" y="14438"/>
                </a:lnTo>
                <a:lnTo>
                  <a:pt x="22154" y="18785"/>
                </a:lnTo>
                <a:lnTo>
                  <a:pt x="20582" y="20582"/>
                </a:lnTo>
                <a:lnTo>
                  <a:pt x="18785" y="22154"/>
                </a:lnTo>
                <a:lnTo>
                  <a:pt x="14438" y="23954"/>
                </a:lnTo>
                <a:lnTo>
                  <a:pt x="12056" y="24113"/>
                </a:lnTo>
                <a:lnTo>
                  <a:pt x="9675" y="23954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1136" name="Shape 1136"/>
          <p:cNvSpPr/>
          <p:nvPr/>
        </p:nvSpPr>
        <p:spPr>
          <a:xfrm>
            <a:off x="6076258" y="2003651"/>
            <a:ext cx="24313" cy="24313"/>
          </a:xfrm>
          <a:custGeom>
            <a:avLst/>
            <a:gdLst/>
            <a:ahLst/>
            <a:cxnLst/>
            <a:rect l="0" t="0" r="r" b="b"/>
            <a:pathLst>
              <a:path w="24313" h="24313">
                <a:moveTo>
                  <a:pt x="9755" y="24153"/>
                </a:moveTo>
                <a:lnTo>
                  <a:pt x="5371" y="22337"/>
                </a:lnTo>
                <a:lnTo>
                  <a:pt x="3560" y="20752"/>
                </a:lnTo>
                <a:lnTo>
                  <a:pt x="1975" y="18941"/>
                </a:lnTo>
                <a:lnTo>
                  <a:pt x="160" y="14558"/>
                </a:lnTo>
                <a:lnTo>
                  <a:pt x="0" y="12156"/>
                </a:lnTo>
                <a:lnTo>
                  <a:pt x="160" y="9755"/>
                </a:lnTo>
                <a:lnTo>
                  <a:pt x="1975" y="5371"/>
                </a:lnTo>
                <a:lnTo>
                  <a:pt x="3560" y="3560"/>
                </a:lnTo>
                <a:lnTo>
                  <a:pt x="5371" y="1975"/>
                </a:lnTo>
                <a:lnTo>
                  <a:pt x="9755" y="160"/>
                </a:lnTo>
                <a:lnTo>
                  <a:pt x="12156" y="0"/>
                </a:lnTo>
                <a:lnTo>
                  <a:pt x="14558" y="160"/>
                </a:lnTo>
                <a:lnTo>
                  <a:pt x="18941" y="1975"/>
                </a:lnTo>
                <a:lnTo>
                  <a:pt x="20752" y="3560"/>
                </a:lnTo>
                <a:lnTo>
                  <a:pt x="22337" y="5371"/>
                </a:lnTo>
                <a:lnTo>
                  <a:pt x="24153" y="9755"/>
                </a:lnTo>
                <a:lnTo>
                  <a:pt x="24313" y="12156"/>
                </a:lnTo>
                <a:lnTo>
                  <a:pt x="24153" y="14558"/>
                </a:lnTo>
                <a:lnTo>
                  <a:pt x="22337" y="18941"/>
                </a:lnTo>
                <a:lnTo>
                  <a:pt x="20752" y="20752"/>
                </a:lnTo>
                <a:lnTo>
                  <a:pt x="18941" y="22337"/>
                </a:lnTo>
                <a:lnTo>
                  <a:pt x="14558" y="24153"/>
                </a:lnTo>
                <a:lnTo>
                  <a:pt x="12156" y="24313"/>
                </a:lnTo>
                <a:lnTo>
                  <a:pt x="9755" y="24153"/>
                </a:lnTo>
                <a:close/>
              </a:path>
            </a:pathLst>
          </a:custGeom>
          <a:solidFill>
            <a:srgbClr val="7DD181"/>
          </a:solidFill>
          <a:ln>
            <a:noFill/>
          </a:ln>
        </p:spPr>
      </p:sp>
      <p:sp>
        <p:nvSpPr>
          <p:cNvPr id="1137" name="Shape 1137"/>
          <p:cNvSpPr/>
          <p:nvPr/>
        </p:nvSpPr>
        <p:spPr>
          <a:xfrm>
            <a:off x="6117723" y="2008913"/>
            <a:ext cx="24437" cy="24437"/>
          </a:xfrm>
          <a:custGeom>
            <a:avLst/>
            <a:gdLst/>
            <a:ahLst/>
            <a:cxnLst/>
            <a:rect l="0" t="0" r="r" b="b"/>
            <a:pathLst>
              <a:path w="24437" h="24437">
                <a:moveTo>
                  <a:pt x="9804" y="24276"/>
                </a:moveTo>
                <a:lnTo>
                  <a:pt x="5399" y="22451"/>
                </a:lnTo>
                <a:lnTo>
                  <a:pt x="3578" y="20858"/>
                </a:lnTo>
                <a:lnTo>
                  <a:pt x="1985" y="19037"/>
                </a:lnTo>
                <a:lnTo>
                  <a:pt x="160" y="14632"/>
                </a:lnTo>
                <a:lnTo>
                  <a:pt x="0" y="12218"/>
                </a:lnTo>
                <a:lnTo>
                  <a:pt x="160" y="9804"/>
                </a:lnTo>
                <a:lnTo>
                  <a:pt x="1985" y="5399"/>
                </a:lnTo>
                <a:lnTo>
                  <a:pt x="3578" y="3578"/>
                </a:lnTo>
                <a:lnTo>
                  <a:pt x="5399" y="1985"/>
                </a:lnTo>
                <a:lnTo>
                  <a:pt x="9804" y="160"/>
                </a:lnTo>
                <a:lnTo>
                  <a:pt x="12218" y="0"/>
                </a:lnTo>
                <a:lnTo>
                  <a:pt x="14632" y="160"/>
                </a:lnTo>
                <a:lnTo>
                  <a:pt x="19037" y="1985"/>
                </a:lnTo>
                <a:lnTo>
                  <a:pt x="20858" y="3578"/>
                </a:lnTo>
                <a:lnTo>
                  <a:pt x="22451" y="5399"/>
                </a:lnTo>
                <a:lnTo>
                  <a:pt x="24276" y="9804"/>
                </a:lnTo>
                <a:lnTo>
                  <a:pt x="24437" y="12218"/>
                </a:lnTo>
                <a:lnTo>
                  <a:pt x="24276" y="14632"/>
                </a:lnTo>
                <a:lnTo>
                  <a:pt x="22451" y="19037"/>
                </a:lnTo>
                <a:lnTo>
                  <a:pt x="20858" y="20858"/>
                </a:lnTo>
                <a:lnTo>
                  <a:pt x="19037" y="22451"/>
                </a:lnTo>
                <a:lnTo>
                  <a:pt x="14632" y="24276"/>
                </a:lnTo>
                <a:lnTo>
                  <a:pt x="12218" y="24437"/>
                </a:lnTo>
                <a:lnTo>
                  <a:pt x="9804" y="2427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138" name="Shape 1138"/>
          <p:cNvSpPr/>
          <p:nvPr/>
        </p:nvSpPr>
        <p:spPr>
          <a:xfrm>
            <a:off x="6162368" y="2014588"/>
            <a:ext cx="24550" cy="24550"/>
          </a:xfrm>
          <a:custGeom>
            <a:avLst/>
            <a:gdLst/>
            <a:ahLst/>
            <a:cxnLst/>
            <a:rect l="0" t="0" r="r" b="b"/>
            <a:pathLst>
              <a:path w="24550" h="24550">
                <a:moveTo>
                  <a:pt x="9850" y="24389"/>
                </a:moveTo>
                <a:lnTo>
                  <a:pt x="5424" y="22555"/>
                </a:lnTo>
                <a:lnTo>
                  <a:pt x="3595" y="20955"/>
                </a:lnTo>
                <a:lnTo>
                  <a:pt x="1994" y="19126"/>
                </a:lnTo>
                <a:lnTo>
                  <a:pt x="161" y="14700"/>
                </a:lnTo>
                <a:lnTo>
                  <a:pt x="0" y="12275"/>
                </a:lnTo>
                <a:lnTo>
                  <a:pt x="161" y="9850"/>
                </a:lnTo>
                <a:lnTo>
                  <a:pt x="1994" y="5424"/>
                </a:lnTo>
                <a:lnTo>
                  <a:pt x="3595" y="3595"/>
                </a:lnTo>
                <a:lnTo>
                  <a:pt x="5424" y="1994"/>
                </a:lnTo>
                <a:lnTo>
                  <a:pt x="9850" y="161"/>
                </a:lnTo>
                <a:lnTo>
                  <a:pt x="12275" y="0"/>
                </a:lnTo>
                <a:lnTo>
                  <a:pt x="14700" y="161"/>
                </a:lnTo>
                <a:lnTo>
                  <a:pt x="19126" y="1994"/>
                </a:lnTo>
                <a:lnTo>
                  <a:pt x="20955" y="3595"/>
                </a:lnTo>
                <a:lnTo>
                  <a:pt x="22555" y="5424"/>
                </a:lnTo>
                <a:lnTo>
                  <a:pt x="24389" y="9850"/>
                </a:lnTo>
                <a:lnTo>
                  <a:pt x="24550" y="12275"/>
                </a:lnTo>
                <a:lnTo>
                  <a:pt x="24389" y="14700"/>
                </a:lnTo>
                <a:lnTo>
                  <a:pt x="22555" y="19126"/>
                </a:lnTo>
                <a:lnTo>
                  <a:pt x="20955" y="20955"/>
                </a:lnTo>
                <a:lnTo>
                  <a:pt x="19126" y="22555"/>
                </a:lnTo>
                <a:lnTo>
                  <a:pt x="14700" y="24389"/>
                </a:lnTo>
                <a:lnTo>
                  <a:pt x="12275" y="24550"/>
                </a:lnTo>
                <a:lnTo>
                  <a:pt x="9850" y="24389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139" name="Shape 1139"/>
          <p:cNvSpPr/>
          <p:nvPr/>
        </p:nvSpPr>
        <p:spPr>
          <a:xfrm>
            <a:off x="5586531" y="1956816"/>
            <a:ext cx="22136" cy="22136"/>
          </a:xfrm>
          <a:custGeom>
            <a:avLst/>
            <a:gdLst/>
            <a:ahLst/>
            <a:cxnLst/>
            <a:rect l="0" t="0" r="r" b="b"/>
            <a:pathLst>
              <a:path w="22136" h="22136">
                <a:moveTo>
                  <a:pt x="8881" y="21990"/>
                </a:moveTo>
                <a:lnTo>
                  <a:pt x="4891" y="20337"/>
                </a:lnTo>
                <a:lnTo>
                  <a:pt x="3241" y="18894"/>
                </a:lnTo>
                <a:lnTo>
                  <a:pt x="1798" y="17245"/>
                </a:lnTo>
                <a:lnTo>
                  <a:pt x="145" y="13254"/>
                </a:lnTo>
                <a:lnTo>
                  <a:pt x="0" y="11068"/>
                </a:lnTo>
                <a:lnTo>
                  <a:pt x="145" y="8881"/>
                </a:lnTo>
                <a:lnTo>
                  <a:pt x="1798" y="4891"/>
                </a:lnTo>
                <a:lnTo>
                  <a:pt x="3241" y="3241"/>
                </a:lnTo>
                <a:lnTo>
                  <a:pt x="4891" y="1798"/>
                </a:lnTo>
                <a:lnTo>
                  <a:pt x="8881" y="145"/>
                </a:lnTo>
                <a:lnTo>
                  <a:pt x="11068" y="0"/>
                </a:lnTo>
                <a:lnTo>
                  <a:pt x="13254" y="145"/>
                </a:lnTo>
                <a:lnTo>
                  <a:pt x="17245" y="1798"/>
                </a:lnTo>
                <a:lnTo>
                  <a:pt x="18894" y="3241"/>
                </a:lnTo>
                <a:lnTo>
                  <a:pt x="20337" y="4891"/>
                </a:lnTo>
                <a:lnTo>
                  <a:pt x="21990" y="8881"/>
                </a:lnTo>
                <a:lnTo>
                  <a:pt x="22136" y="11068"/>
                </a:lnTo>
                <a:lnTo>
                  <a:pt x="21990" y="13254"/>
                </a:lnTo>
                <a:lnTo>
                  <a:pt x="20337" y="17245"/>
                </a:lnTo>
                <a:lnTo>
                  <a:pt x="18894" y="18894"/>
                </a:lnTo>
                <a:lnTo>
                  <a:pt x="17245" y="20337"/>
                </a:lnTo>
                <a:lnTo>
                  <a:pt x="13254" y="21990"/>
                </a:lnTo>
                <a:lnTo>
                  <a:pt x="11068" y="22136"/>
                </a:lnTo>
                <a:lnTo>
                  <a:pt x="8881" y="21990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140" name="Shape 1140"/>
          <p:cNvSpPr/>
          <p:nvPr/>
        </p:nvSpPr>
        <p:spPr>
          <a:xfrm>
            <a:off x="5609923" y="1960260"/>
            <a:ext cx="22388" cy="22388"/>
          </a:xfrm>
          <a:custGeom>
            <a:avLst/>
            <a:gdLst/>
            <a:ahLst/>
            <a:cxnLst/>
            <a:rect l="0" t="0" r="r" b="b"/>
            <a:pathLst>
              <a:path w="22388" h="22388">
                <a:moveTo>
                  <a:pt x="8982" y="22241"/>
                </a:moveTo>
                <a:lnTo>
                  <a:pt x="4946" y="20569"/>
                </a:lnTo>
                <a:lnTo>
                  <a:pt x="3278" y="19109"/>
                </a:lnTo>
                <a:lnTo>
                  <a:pt x="1819" y="17441"/>
                </a:lnTo>
                <a:lnTo>
                  <a:pt x="147" y="13405"/>
                </a:lnTo>
                <a:lnTo>
                  <a:pt x="0" y="11194"/>
                </a:lnTo>
                <a:lnTo>
                  <a:pt x="147" y="8982"/>
                </a:lnTo>
                <a:lnTo>
                  <a:pt x="1819" y="4946"/>
                </a:lnTo>
                <a:lnTo>
                  <a:pt x="3278" y="3278"/>
                </a:lnTo>
                <a:lnTo>
                  <a:pt x="4946" y="1819"/>
                </a:lnTo>
                <a:lnTo>
                  <a:pt x="8982" y="147"/>
                </a:lnTo>
                <a:lnTo>
                  <a:pt x="11194" y="0"/>
                </a:lnTo>
                <a:lnTo>
                  <a:pt x="13405" y="147"/>
                </a:lnTo>
                <a:lnTo>
                  <a:pt x="17441" y="1819"/>
                </a:lnTo>
                <a:lnTo>
                  <a:pt x="19109" y="3278"/>
                </a:lnTo>
                <a:lnTo>
                  <a:pt x="20569" y="4946"/>
                </a:lnTo>
                <a:lnTo>
                  <a:pt x="22241" y="8982"/>
                </a:lnTo>
                <a:lnTo>
                  <a:pt x="22388" y="11194"/>
                </a:lnTo>
                <a:lnTo>
                  <a:pt x="22241" y="13405"/>
                </a:lnTo>
                <a:lnTo>
                  <a:pt x="20569" y="17441"/>
                </a:lnTo>
                <a:lnTo>
                  <a:pt x="19109" y="19109"/>
                </a:lnTo>
                <a:lnTo>
                  <a:pt x="17441" y="20569"/>
                </a:lnTo>
                <a:lnTo>
                  <a:pt x="13405" y="22241"/>
                </a:lnTo>
                <a:lnTo>
                  <a:pt x="11194" y="22388"/>
                </a:lnTo>
                <a:lnTo>
                  <a:pt x="8982" y="22241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141" name="Shape 1141"/>
          <p:cNvSpPr/>
          <p:nvPr/>
        </p:nvSpPr>
        <p:spPr>
          <a:xfrm>
            <a:off x="5626509" y="1962707"/>
            <a:ext cx="22554" cy="22554"/>
          </a:xfrm>
          <a:custGeom>
            <a:avLst/>
            <a:gdLst/>
            <a:ahLst/>
            <a:cxnLst/>
            <a:rect l="0" t="0" r="r" b="b"/>
            <a:pathLst>
              <a:path w="22554" h="22554">
                <a:moveTo>
                  <a:pt x="9049" y="22405"/>
                </a:moveTo>
                <a:lnTo>
                  <a:pt x="4983" y="20721"/>
                </a:lnTo>
                <a:lnTo>
                  <a:pt x="3303" y="19251"/>
                </a:lnTo>
                <a:lnTo>
                  <a:pt x="1832" y="17571"/>
                </a:lnTo>
                <a:lnTo>
                  <a:pt x="148" y="13504"/>
                </a:lnTo>
                <a:lnTo>
                  <a:pt x="0" y="11277"/>
                </a:lnTo>
                <a:lnTo>
                  <a:pt x="148" y="9049"/>
                </a:lnTo>
                <a:lnTo>
                  <a:pt x="1832" y="4983"/>
                </a:lnTo>
                <a:lnTo>
                  <a:pt x="3303" y="3303"/>
                </a:lnTo>
                <a:lnTo>
                  <a:pt x="4983" y="1832"/>
                </a:lnTo>
                <a:lnTo>
                  <a:pt x="9049" y="148"/>
                </a:lnTo>
                <a:lnTo>
                  <a:pt x="11277" y="0"/>
                </a:lnTo>
                <a:lnTo>
                  <a:pt x="13504" y="148"/>
                </a:lnTo>
                <a:lnTo>
                  <a:pt x="17571" y="1832"/>
                </a:lnTo>
                <a:lnTo>
                  <a:pt x="19251" y="3303"/>
                </a:lnTo>
                <a:lnTo>
                  <a:pt x="20721" y="4983"/>
                </a:lnTo>
                <a:lnTo>
                  <a:pt x="22405" y="9049"/>
                </a:lnTo>
                <a:lnTo>
                  <a:pt x="22554" y="11277"/>
                </a:lnTo>
                <a:lnTo>
                  <a:pt x="22405" y="13504"/>
                </a:lnTo>
                <a:lnTo>
                  <a:pt x="20721" y="17571"/>
                </a:lnTo>
                <a:lnTo>
                  <a:pt x="19251" y="19251"/>
                </a:lnTo>
                <a:lnTo>
                  <a:pt x="17571" y="20721"/>
                </a:lnTo>
                <a:lnTo>
                  <a:pt x="13504" y="22405"/>
                </a:lnTo>
                <a:lnTo>
                  <a:pt x="11277" y="22554"/>
                </a:lnTo>
                <a:lnTo>
                  <a:pt x="9049" y="22405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142" name="Shape 1142"/>
          <p:cNvSpPr/>
          <p:nvPr/>
        </p:nvSpPr>
        <p:spPr>
          <a:xfrm>
            <a:off x="5643958" y="1965286"/>
            <a:ext cx="22718" cy="22718"/>
          </a:xfrm>
          <a:custGeom>
            <a:avLst/>
            <a:gdLst/>
            <a:ahLst/>
            <a:cxnLst/>
            <a:rect l="0" t="0" r="r" b="b"/>
            <a:pathLst>
              <a:path w="22718" h="22718">
                <a:moveTo>
                  <a:pt x="9115" y="22569"/>
                </a:moveTo>
                <a:lnTo>
                  <a:pt x="5019" y="20872"/>
                </a:lnTo>
                <a:lnTo>
                  <a:pt x="3327" y="19391"/>
                </a:lnTo>
                <a:lnTo>
                  <a:pt x="1846" y="17699"/>
                </a:lnTo>
                <a:lnTo>
                  <a:pt x="149" y="13603"/>
                </a:lnTo>
                <a:lnTo>
                  <a:pt x="0" y="11359"/>
                </a:lnTo>
                <a:lnTo>
                  <a:pt x="149" y="9115"/>
                </a:lnTo>
                <a:lnTo>
                  <a:pt x="1846" y="5019"/>
                </a:lnTo>
                <a:lnTo>
                  <a:pt x="3327" y="3327"/>
                </a:lnTo>
                <a:lnTo>
                  <a:pt x="5019" y="1846"/>
                </a:lnTo>
                <a:lnTo>
                  <a:pt x="9115" y="149"/>
                </a:lnTo>
                <a:lnTo>
                  <a:pt x="11359" y="0"/>
                </a:lnTo>
                <a:lnTo>
                  <a:pt x="13603" y="149"/>
                </a:lnTo>
                <a:lnTo>
                  <a:pt x="17699" y="1846"/>
                </a:lnTo>
                <a:lnTo>
                  <a:pt x="19391" y="3327"/>
                </a:lnTo>
                <a:lnTo>
                  <a:pt x="20872" y="5019"/>
                </a:lnTo>
                <a:lnTo>
                  <a:pt x="22569" y="9115"/>
                </a:lnTo>
                <a:lnTo>
                  <a:pt x="22718" y="11359"/>
                </a:lnTo>
                <a:lnTo>
                  <a:pt x="22569" y="13603"/>
                </a:lnTo>
                <a:lnTo>
                  <a:pt x="20872" y="17699"/>
                </a:lnTo>
                <a:lnTo>
                  <a:pt x="19391" y="19391"/>
                </a:lnTo>
                <a:lnTo>
                  <a:pt x="17699" y="20872"/>
                </a:lnTo>
                <a:lnTo>
                  <a:pt x="13603" y="22569"/>
                </a:lnTo>
                <a:lnTo>
                  <a:pt x="11359" y="22718"/>
                </a:lnTo>
                <a:lnTo>
                  <a:pt x="9115" y="22569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1143" name="Shape 1143"/>
          <p:cNvSpPr/>
          <p:nvPr/>
        </p:nvSpPr>
        <p:spPr>
          <a:xfrm>
            <a:off x="5671905" y="1969424"/>
            <a:ext cx="22962" cy="22962"/>
          </a:xfrm>
          <a:custGeom>
            <a:avLst/>
            <a:gdLst/>
            <a:ahLst/>
            <a:cxnLst/>
            <a:rect l="0" t="0" r="r" b="b"/>
            <a:pathLst>
              <a:path w="22962" h="22962">
                <a:moveTo>
                  <a:pt x="9213" y="22811"/>
                </a:moveTo>
                <a:lnTo>
                  <a:pt x="5073" y="21096"/>
                </a:lnTo>
                <a:lnTo>
                  <a:pt x="3362" y="19600"/>
                </a:lnTo>
                <a:lnTo>
                  <a:pt x="1865" y="17889"/>
                </a:lnTo>
                <a:lnTo>
                  <a:pt x="151" y="13749"/>
                </a:lnTo>
                <a:lnTo>
                  <a:pt x="0" y="11481"/>
                </a:lnTo>
                <a:lnTo>
                  <a:pt x="151" y="9213"/>
                </a:lnTo>
                <a:lnTo>
                  <a:pt x="1865" y="5073"/>
                </a:lnTo>
                <a:lnTo>
                  <a:pt x="3362" y="3362"/>
                </a:lnTo>
                <a:lnTo>
                  <a:pt x="5073" y="1865"/>
                </a:lnTo>
                <a:lnTo>
                  <a:pt x="9213" y="151"/>
                </a:lnTo>
                <a:lnTo>
                  <a:pt x="11481" y="0"/>
                </a:lnTo>
                <a:lnTo>
                  <a:pt x="13749" y="151"/>
                </a:lnTo>
                <a:lnTo>
                  <a:pt x="17889" y="1865"/>
                </a:lnTo>
                <a:lnTo>
                  <a:pt x="19600" y="3362"/>
                </a:lnTo>
                <a:lnTo>
                  <a:pt x="21096" y="5073"/>
                </a:lnTo>
                <a:lnTo>
                  <a:pt x="22811" y="9213"/>
                </a:lnTo>
                <a:lnTo>
                  <a:pt x="22962" y="11481"/>
                </a:lnTo>
                <a:lnTo>
                  <a:pt x="22811" y="13749"/>
                </a:lnTo>
                <a:lnTo>
                  <a:pt x="21096" y="17889"/>
                </a:lnTo>
                <a:lnTo>
                  <a:pt x="19600" y="19600"/>
                </a:lnTo>
                <a:lnTo>
                  <a:pt x="17889" y="21096"/>
                </a:lnTo>
                <a:lnTo>
                  <a:pt x="13749" y="22811"/>
                </a:lnTo>
                <a:lnTo>
                  <a:pt x="11481" y="22962"/>
                </a:lnTo>
                <a:lnTo>
                  <a:pt x="9213" y="22811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1144" name="Shape 1144"/>
          <p:cNvSpPr/>
          <p:nvPr/>
        </p:nvSpPr>
        <p:spPr>
          <a:xfrm>
            <a:off x="5702218" y="1973922"/>
            <a:ext cx="23203" cy="23203"/>
          </a:xfrm>
          <a:custGeom>
            <a:avLst/>
            <a:gdLst/>
            <a:ahLst/>
            <a:cxnLst/>
            <a:rect l="0" t="0" r="r" b="b"/>
            <a:pathLst>
              <a:path w="23203" h="23203">
                <a:moveTo>
                  <a:pt x="9309" y="23050"/>
                </a:moveTo>
                <a:lnTo>
                  <a:pt x="5126" y="21318"/>
                </a:lnTo>
                <a:lnTo>
                  <a:pt x="3398" y="19805"/>
                </a:lnTo>
                <a:lnTo>
                  <a:pt x="1885" y="18076"/>
                </a:lnTo>
                <a:lnTo>
                  <a:pt x="152" y="13893"/>
                </a:lnTo>
                <a:lnTo>
                  <a:pt x="0" y="11601"/>
                </a:lnTo>
                <a:lnTo>
                  <a:pt x="152" y="9309"/>
                </a:lnTo>
                <a:lnTo>
                  <a:pt x="1885" y="5126"/>
                </a:lnTo>
                <a:lnTo>
                  <a:pt x="3398" y="3398"/>
                </a:lnTo>
                <a:lnTo>
                  <a:pt x="5126" y="1885"/>
                </a:lnTo>
                <a:lnTo>
                  <a:pt x="9309" y="152"/>
                </a:lnTo>
                <a:lnTo>
                  <a:pt x="11601" y="0"/>
                </a:lnTo>
                <a:lnTo>
                  <a:pt x="13893" y="152"/>
                </a:lnTo>
                <a:lnTo>
                  <a:pt x="18076" y="1885"/>
                </a:lnTo>
                <a:lnTo>
                  <a:pt x="19805" y="3398"/>
                </a:lnTo>
                <a:lnTo>
                  <a:pt x="21318" y="5126"/>
                </a:lnTo>
                <a:lnTo>
                  <a:pt x="23050" y="9309"/>
                </a:lnTo>
                <a:lnTo>
                  <a:pt x="23203" y="11601"/>
                </a:lnTo>
                <a:lnTo>
                  <a:pt x="23050" y="13893"/>
                </a:lnTo>
                <a:lnTo>
                  <a:pt x="21318" y="18076"/>
                </a:lnTo>
                <a:lnTo>
                  <a:pt x="19805" y="19805"/>
                </a:lnTo>
                <a:lnTo>
                  <a:pt x="18076" y="21318"/>
                </a:lnTo>
                <a:lnTo>
                  <a:pt x="13893" y="23050"/>
                </a:lnTo>
                <a:lnTo>
                  <a:pt x="11601" y="23203"/>
                </a:lnTo>
                <a:lnTo>
                  <a:pt x="9309" y="23050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145" name="Shape 1145"/>
          <p:cNvSpPr/>
          <p:nvPr/>
        </p:nvSpPr>
        <p:spPr>
          <a:xfrm>
            <a:off x="5723893" y="1977145"/>
            <a:ext cx="23362" cy="23362"/>
          </a:xfrm>
          <a:custGeom>
            <a:avLst/>
            <a:gdLst/>
            <a:ahLst/>
            <a:cxnLst/>
            <a:rect l="0" t="0" r="r" b="b"/>
            <a:pathLst>
              <a:path w="23362" h="23362">
                <a:moveTo>
                  <a:pt x="9373" y="23208"/>
                </a:moveTo>
                <a:lnTo>
                  <a:pt x="5161" y="21464"/>
                </a:lnTo>
                <a:lnTo>
                  <a:pt x="3421" y="19941"/>
                </a:lnTo>
                <a:lnTo>
                  <a:pt x="1898" y="18200"/>
                </a:lnTo>
                <a:lnTo>
                  <a:pt x="153" y="13988"/>
                </a:lnTo>
                <a:lnTo>
                  <a:pt x="0" y="11681"/>
                </a:lnTo>
                <a:lnTo>
                  <a:pt x="153" y="9373"/>
                </a:lnTo>
                <a:lnTo>
                  <a:pt x="1898" y="5161"/>
                </a:lnTo>
                <a:lnTo>
                  <a:pt x="3421" y="3421"/>
                </a:lnTo>
                <a:lnTo>
                  <a:pt x="5161" y="1898"/>
                </a:lnTo>
                <a:lnTo>
                  <a:pt x="9373" y="153"/>
                </a:lnTo>
                <a:lnTo>
                  <a:pt x="11681" y="0"/>
                </a:lnTo>
                <a:lnTo>
                  <a:pt x="13988" y="153"/>
                </a:lnTo>
                <a:lnTo>
                  <a:pt x="18200" y="1898"/>
                </a:lnTo>
                <a:lnTo>
                  <a:pt x="19941" y="3421"/>
                </a:lnTo>
                <a:lnTo>
                  <a:pt x="21464" y="5161"/>
                </a:lnTo>
                <a:lnTo>
                  <a:pt x="23208" y="9373"/>
                </a:lnTo>
                <a:lnTo>
                  <a:pt x="23362" y="11681"/>
                </a:lnTo>
                <a:lnTo>
                  <a:pt x="23208" y="13988"/>
                </a:lnTo>
                <a:lnTo>
                  <a:pt x="21464" y="18200"/>
                </a:lnTo>
                <a:lnTo>
                  <a:pt x="19941" y="19941"/>
                </a:lnTo>
                <a:lnTo>
                  <a:pt x="18200" y="21464"/>
                </a:lnTo>
                <a:lnTo>
                  <a:pt x="13988" y="23208"/>
                </a:lnTo>
                <a:lnTo>
                  <a:pt x="11681" y="23362"/>
                </a:lnTo>
                <a:lnTo>
                  <a:pt x="9373" y="23208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1146" name="Shape 1146"/>
          <p:cNvSpPr/>
          <p:nvPr/>
        </p:nvSpPr>
        <p:spPr>
          <a:xfrm>
            <a:off x="5758871" y="1982355"/>
            <a:ext cx="23596" cy="23596"/>
          </a:xfrm>
          <a:custGeom>
            <a:avLst/>
            <a:gdLst/>
            <a:ahLst/>
            <a:cxnLst/>
            <a:rect l="0" t="0" r="r" b="b"/>
            <a:pathLst>
              <a:path w="23596" h="23596">
                <a:moveTo>
                  <a:pt x="9467" y="23441"/>
                </a:moveTo>
                <a:lnTo>
                  <a:pt x="5213" y="21679"/>
                </a:lnTo>
                <a:lnTo>
                  <a:pt x="3455" y="20141"/>
                </a:lnTo>
                <a:lnTo>
                  <a:pt x="1917" y="18383"/>
                </a:lnTo>
                <a:lnTo>
                  <a:pt x="155" y="14129"/>
                </a:lnTo>
                <a:lnTo>
                  <a:pt x="0" y="11798"/>
                </a:lnTo>
                <a:lnTo>
                  <a:pt x="155" y="9467"/>
                </a:lnTo>
                <a:lnTo>
                  <a:pt x="1917" y="5213"/>
                </a:lnTo>
                <a:lnTo>
                  <a:pt x="3455" y="3455"/>
                </a:lnTo>
                <a:lnTo>
                  <a:pt x="5213" y="1917"/>
                </a:lnTo>
                <a:lnTo>
                  <a:pt x="9467" y="155"/>
                </a:lnTo>
                <a:lnTo>
                  <a:pt x="11798" y="0"/>
                </a:lnTo>
                <a:lnTo>
                  <a:pt x="14129" y="155"/>
                </a:lnTo>
                <a:lnTo>
                  <a:pt x="18383" y="1917"/>
                </a:lnTo>
                <a:lnTo>
                  <a:pt x="20141" y="3455"/>
                </a:lnTo>
                <a:lnTo>
                  <a:pt x="21679" y="5213"/>
                </a:lnTo>
                <a:lnTo>
                  <a:pt x="23441" y="9467"/>
                </a:lnTo>
                <a:lnTo>
                  <a:pt x="23596" y="11798"/>
                </a:lnTo>
                <a:lnTo>
                  <a:pt x="23441" y="14129"/>
                </a:lnTo>
                <a:lnTo>
                  <a:pt x="21679" y="18383"/>
                </a:lnTo>
                <a:lnTo>
                  <a:pt x="20141" y="20141"/>
                </a:lnTo>
                <a:lnTo>
                  <a:pt x="18383" y="21679"/>
                </a:lnTo>
                <a:lnTo>
                  <a:pt x="14129" y="23441"/>
                </a:lnTo>
                <a:lnTo>
                  <a:pt x="11798" y="23596"/>
                </a:lnTo>
                <a:lnTo>
                  <a:pt x="9467" y="23441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1147" name="Shape 1147"/>
          <p:cNvSpPr/>
          <p:nvPr/>
        </p:nvSpPr>
        <p:spPr>
          <a:xfrm>
            <a:off x="5797181" y="1988071"/>
            <a:ext cx="23829" cy="23829"/>
          </a:xfrm>
          <a:custGeom>
            <a:avLst/>
            <a:gdLst/>
            <a:ahLst/>
            <a:cxnLst/>
            <a:rect l="0" t="0" r="r" b="b"/>
            <a:pathLst>
              <a:path w="23829" h="23829">
                <a:moveTo>
                  <a:pt x="9561" y="23672"/>
                </a:moveTo>
                <a:lnTo>
                  <a:pt x="5265" y="21893"/>
                </a:lnTo>
                <a:lnTo>
                  <a:pt x="3489" y="20340"/>
                </a:lnTo>
                <a:lnTo>
                  <a:pt x="1936" y="18564"/>
                </a:lnTo>
                <a:lnTo>
                  <a:pt x="156" y="14268"/>
                </a:lnTo>
                <a:lnTo>
                  <a:pt x="0" y="11914"/>
                </a:lnTo>
                <a:lnTo>
                  <a:pt x="156" y="9561"/>
                </a:lnTo>
                <a:lnTo>
                  <a:pt x="1936" y="5265"/>
                </a:lnTo>
                <a:lnTo>
                  <a:pt x="3489" y="3489"/>
                </a:lnTo>
                <a:lnTo>
                  <a:pt x="5265" y="1936"/>
                </a:lnTo>
                <a:lnTo>
                  <a:pt x="9561" y="156"/>
                </a:lnTo>
                <a:lnTo>
                  <a:pt x="11914" y="0"/>
                </a:lnTo>
                <a:lnTo>
                  <a:pt x="14268" y="156"/>
                </a:lnTo>
                <a:lnTo>
                  <a:pt x="18564" y="1936"/>
                </a:lnTo>
                <a:lnTo>
                  <a:pt x="20340" y="3489"/>
                </a:lnTo>
                <a:lnTo>
                  <a:pt x="21893" y="5265"/>
                </a:lnTo>
                <a:lnTo>
                  <a:pt x="23672" y="9561"/>
                </a:lnTo>
                <a:lnTo>
                  <a:pt x="23829" y="11914"/>
                </a:lnTo>
                <a:lnTo>
                  <a:pt x="23672" y="14268"/>
                </a:lnTo>
                <a:lnTo>
                  <a:pt x="21893" y="18564"/>
                </a:lnTo>
                <a:lnTo>
                  <a:pt x="20340" y="20340"/>
                </a:lnTo>
                <a:lnTo>
                  <a:pt x="18564" y="21893"/>
                </a:lnTo>
                <a:lnTo>
                  <a:pt x="14268" y="23672"/>
                </a:lnTo>
                <a:lnTo>
                  <a:pt x="11914" y="23829"/>
                </a:lnTo>
                <a:lnTo>
                  <a:pt x="9561" y="2367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148" name="Shape 1148"/>
          <p:cNvSpPr/>
          <p:nvPr/>
        </p:nvSpPr>
        <p:spPr>
          <a:xfrm>
            <a:off x="5824814" y="1992201"/>
            <a:ext cx="23982" cy="23982"/>
          </a:xfrm>
          <a:custGeom>
            <a:avLst/>
            <a:gdLst/>
            <a:ahLst/>
            <a:cxnLst/>
            <a:rect l="0" t="0" r="r" b="b"/>
            <a:pathLst>
              <a:path w="23982" h="23982">
                <a:moveTo>
                  <a:pt x="9622" y="23824"/>
                </a:moveTo>
                <a:lnTo>
                  <a:pt x="5298" y="22033"/>
                </a:lnTo>
                <a:lnTo>
                  <a:pt x="3512" y="20469"/>
                </a:lnTo>
                <a:lnTo>
                  <a:pt x="1948" y="18683"/>
                </a:lnTo>
                <a:lnTo>
                  <a:pt x="157" y="14359"/>
                </a:lnTo>
                <a:lnTo>
                  <a:pt x="0" y="11991"/>
                </a:lnTo>
                <a:lnTo>
                  <a:pt x="157" y="9622"/>
                </a:lnTo>
                <a:lnTo>
                  <a:pt x="1948" y="5298"/>
                </a:lnTo>
                <a:lnTo>
                  <a:pt x="3512" y="3512"/>
                </a:lnTo>
                <a:lnTo>
                  <a:pt x="5298" y="1948"/>
                </a:lnTo>
                <a:lnTo>
                  <a:pt x="9622" y="157"/>
                </a:lnTo>
                <a:lnTo>
                  <a:pt x="11991" y="0"/>
                </a:lnTo>
                <a:lnTo>
                  <a:pt x="14359" y="157"/>
                </a:lnTo>
                <a:lnTo>
                  <a:pt x="18683" y="1948"/>
                </a:lnTo>
                <a:lnTo>
                  <a:pt x="20469" y="3512"/>
                </a:lnTo>
                <a:lnTo>
                  <a:pt x="22033" y="5298"/>
                </a:lnTo>
                <a:lnTo>
                  <a:pt x="23824" y="9622"/>
                </a:lnTo>
                <a:lnTo>
                  <a:pt x="23982" y="11991"/>
                </a:lnTo>
                <a:lnTo>
                  <a:pt x="23824" y="14359"/>
                </a:lnTo>
                <a:lnTo>
                  <a:pt x="22033" y="18683"/>
                </a:lnTo>
                <a:lnTo>
                  <a:pt x="20469" y="20469"/>
                </a:lnTo>
                <a:lnTo>
                  <a:pt x="18683" y="22033"/>
                </a:lnTo>
                <a:lnTo>
                  <a:pt x="14359" y="23824"/>
                </a:lnTo>
                <a:lnTo>
                  <a:pt x="11991" y="23982"/>
                </a:lnTo>
                <a:lnTo>
                  <a:pt x="9622" y="23824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1149" name="Shape 1149"/>
          <p:cNvSpPr/>
          <p:nvPr/>
        </p:nvSpPr>
        <p:spPr>
          <a:xfrm>
            <a:off x="5869835" y="1998939"/>
            <a:ext cx="24206" cy="24206"/>
          </a:xfrm>
          <a:custGeom>
            <a:avLst/>
            <a:gdLst/>
            <a:ahLst/>
            <a:cxnLst/>
            <a:rect l="0" t="0" r="r" b="b"/>
            <a:pathLst>
              <a:path w="24206" h="24206">
                <a:moveTo>
                  <a:pt x="9712" y="24046"/>
                </a:moveTo>
                <a:lnTo>
                  <a:pt x="5348" y="22239"/>
                </a:lnTo>
                <a:lnTo>
                  <a:pt x="3544" y="20661"/>
                </a:lnTo>
                <a:lnTo>
                  <a:pt x="1966" y="18857"/>
                </a:lnTo>
                <a:lnTo>
                  <a:pt x="159" y="14494"/>
                </a:lnTo>
                <a:lnTo>
                  <a:pt x="0" y="12103"/>
                </a:lnTo>
                <a:lnTo>
                  <a:pt x="159" y="9712"/>
                </a:lnTo>
                <a:lnTo>
                  <a:pt x="1966" y="5348"/>
                </a:lnTo>
                <a:lnTo>
                  <a:pt x="3544" y="3544"/>
                </a:lnTo>
                <a:lnTo>
                  <a:pt x="5348" y="1966"/>
                </a:lnTo>
                <a:lnTo>
                  <a:pt x="9712" y="159"/>
                </a:lnTo>
                <a:lnTo>
                  <a:pt x="12103" y="0"/>
                </a:lnTo>
                <a:lnTo>
                  <a:pt x="14494" y="159"/>
                </a:lnTo>
                <a:lnTo>
                  <a:pt x="18857" y="1966"/>
                </a:lnTo>
                <a:lnTo>
                  <a:pt x="20661" y="3544"/>
                </a:lnTo>
                <a:lnTo>
                  <a:pt x="22239" y="5348"/>
                </a:lnTo>
                <a:lnTo>
                  <a:pt x="24046" y="9712"/>
                </a:lnTo>
                <a:lnTo>
                  <a:pt x="24206" y="12103"/>
                </a:lnTo>
                <a:lnTo>
                  <a:pt x="24046" y="14494"/>
                </a:lnTo>
                <a:lnTo>
                  <a:pt x="22239" y="18857"/>
                </a:lnTo>
                <a:lnTo>
                  <a:pt x="20661" y="20661"/>
                </a:lnTo>
                <a:lnTo>
                  <a:pt x="18857" y="22239"/>
                </a:lnTo>
                <a:lnTo>
                  <a:pt x="14494" y="24046"/>
                </a:lnTo>
                <a:lnTo>
                  <a:pt x="12103" y="24206"/>
                </a:lnTo>
                <a:lnTo>
                  <a:pt x="9712" y="24046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1150" name="Shape 1150"/>
          <p:cNvSpPr/>
          <p:nvPr/>
        </p:nvSpPr>
        <p:spPr>
          <a:xfrm>
            <a:off x="5919763" y="2006425"/>
            <a:ext cx="24423" cy="24423"/>
          </a:xfrm>
          <a:custGeom>
            <a:avLst/>
            <a:gdLst/>
            <a:ahLst/>
            <a:cxnLst/>
            <a:rect l="0" t="0" r="r" b="b"/>
            <a:pathLst>
              <a:path w="24423" h="24423">
                <a:moveTo>
                  <a:pt x="9799" y="24262"/>
                </a:moveTo>
                <a:lnTo>
                  <a:pt x="5396" y="22439"/>
                </a:lnTo>
                <a:lnTo>
                  <a:pt x="3576" y="20847"/>
                </a:lnTo>
                <a:lnTo>
                  <a:pt x="1984" y="19027"/>
                </a:lnTo>
                <a:lnTo>
                  <a:pt x="160" y="14624"/>
                </a:lnTo>
                <a:lnTo>
                  <a:pt x="0" y="12211"/>
                </a:lnTo>
                <a:lnTo>
                  <a:pt x="160" y="9799"/>
                </a:lnTo>
                <a:lnTo>
                  <a:pt x="1984" y="5396"/>
                </a:lnTo>
                <a:lnTo>
                  <a:pt x="3576" y="3576"/>
                </a:lnTo>
                <a:lnTo>
                  <a:pt x="5396" y="1984"/>
                </a:lnTo>
                <a:lnTo>
                  <a:pt x="9799" y="160"/>
                </a:lnTo>
                <a:lnTo>
                  <a:pt x="12211" y="0"/>
                </a:lnTo>
                <a:lnTo>
                  <a:pt x="14624" y="160"/>
                </a:lnTo>
                <a:lnTo>
                  <a:pt x="19027" y="1984"/>
                </a:lnTo>
                <a:lnTo>
                  <a:pt x="20847" y="3576"/>
                </a:lnTo>
                <a:lnTo>
                  <a:pt x="22439" y="5396"/>
                </a:lnTo>
                <a:lnTo>
                  <a:pt x="24262" y="9799"/>
                </a:lnTo>
                <a:lnTo>
                  <a:pt x="24423" y="12211"/>
                </a:lnTo>
                <a:lnTo>
                  <a:pt x="24262" y="14624"/>
                </a:lnTo>
                <a:lnTo>
                  <a:pt x="22439" y="19027"/>
                </a:lnTo>
                <a:lnTo>
                  <a:pt x="20847" y="20847"/>
                </a:lnTo>
                <a:lnTo>
                  <a:pt x="19027" y="22439"/>
                </a:lnTo>
                <a:lnTo>
                  <a:pt x="14624" y="24262"/>
                </a:lnTo>
                <a:lnTo>
                  <a:pt x="12211" y="24423"/>
                </a:lnTo>
                <a:lnTo>
                  <a:pt x="9799" y="24262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151" name="Shape 1151"/>
          <p:cNvSpPr/>
          <p:nvPr/>
        </p:nvSpPr>
        <p:spPr>
          <a:xfrm>
            <a:off x="5956185" y="2011894"/>
            <a:ext cx="24563" cy="24563"/>
          </a:xfrm>
          <a:custGeom>
            <a:avLst/>
            <a:gdLst/>
            <a:ahLst/>
            <a:cxnLst/>
            <a:rect l="0" t="0" r="r" b="b"/>
            <a:pathLst>
              <a:path w="24563" h="24563">
                <a:moveTo>
                  <a:pt x="9855" y="24401"/>
                </a:moveTo>
                <a:lnTo>
                  <a:pt x="5427" y="22567"/>
                </a:lnTo>
                <a:lnTo>
                  <a:pt x="3597" y="20966"/>
                </a:lnTo>
                <a:lnTo>
                  <a:pt x="1996" y="19136"/>
                </a:lnTo>
                <a:lnTo>
                  <a:pt x="161" y="14707"/>
                </a:lnTo>
                <a:lnTo>
                  <a:pt x="0" y="12281"/>
                </a:lnTo>
                <a:lnTo>
                  <a:pt x="161" y="9855"/>
                </a:lnTo>
                <a:lnTo>
                  <a:pt x="1996" y="5427"/>
                </a:lnTo>
                <a:lnTo>
                  <a:pt x="3597" y="3597"/>
                </a:lnTo>
                <a:lnTo>
                  <a:pt x="5427" y="1996"/>
                </a:lnTo>
                <a:lnTo>
                  <a:pt x="9855" y="161"/>
                </a:lnTo>
                <a:lnTo>
                  <a:pt x="12281" y="0"/>
                </a:lnTo>
                <a:lnTo>
                  <a:pt x="14707" y="161"/>
                </a:lnTo>
                <a:lnTo>
                  <a:pt x="19136" y="1996"/>
                </a:lnTo>
                <a:lnTo>
                  <a:pt x="20966" y="3597"/>
                </a:lnTo>
                <a:lnTo>
                  <a:pt x="22567" y="5427"/>
                </a:lnTo>
                <a:lnTo>
                  <a:pt x="24401" y="9855"/>
                </a:lnTo>
                <a:lnTo>
                  <a:pt x="24563" y="12281"/>
                </a:lnTo>
                <a:lnTo>
                  <a:pt x="24401" y="14707"/>
                </a:lnTo>
                <a:lnTo>
                  <a:pt x="22567" y="19136"/>
                </a:lnTo>
                <a:lnTo>
                  <a:pt x="20966" y="20966"/>
                </a:lnTo>
                <a:lnTo>
                  <a:pt x="19136" y="22567"/>
                </a:lnTo>
                <a:lnTo>
                  <a:pt x="14707" y="24401"/>
                </a:lnTo>
                <a:lnTo>
                  <a:pt x="12281" y="24563"/>
                </a:lnTo>
                <a:lnTo>
                  <a:pt x="9855" y="2440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152" name="Shape 1152"/>
          <p:cNvSpPr/>
          <p:nvPr/>
        </p:nvSpPr>
        <p:spPr>
          <a:xfrm>
            <a:off x="5995460" y="2017798"/>
            <a:ext cx="24696" cy="24696"/>
          </a:xfrm>
          <a:custGeom>
            <a:avLst/>
            <a:gdLst/>
            <a:ahLst/>
            <a:cxnLst/>
            <a:rect l="0" t="0" r="r" b="b"/>
            <a:pathLst>
              <a:path w="24696" h="24696">
                <a:moveTo>
                  <a:pt x="9908" y="24533"/>
                </a:moveTo>
                <a:lnTo>
                  <a:pt x="5456" y="22689"/>
                </a:lnTo>
                <a:lnTo>
                  <a:pt x="3616" y="21079"/>
                </a:lnTo>
                <a:lnTo>
                  <a:pt x="2006" y="19239"/>
                </a:lnTo>
                <a:lnTo>
                  <a:pt x="162" y="14787"/>
                </a:lnTo>
                <a:lnTo>
                  <a:pt x="0" y="12348"/>
                </a:lnTo>
                <a:lnTo>
                  <a:pt x="162" y="9908"/>
                </a:lnTo>
                <a:lnTo>
                  <a:pt x="2006" y="5456"/>
                </a:lnTo>
                <a:lnTo>
                  <a:pt x="3616" y="3616"/>
                </a:lnTo>
                <a:lnTo>
                  <a:pt x="5456" y="2006"/>
                </a:lnTo>
                <a:lnTo>
                  <a:pt x="9908" y="162"/>
                </a:lnTo>
                <a:lnTo>
                  <a:pt x="12348" y="0"/>
                </a:lnTo>
                <a:lnTo>
                  <a:pt x="14787" y="162"/>
                </a:lnTo>
                <a:lnTo>
                  <a:pt x="19239" y="2006"/>
                </a:lnTo>
                <a:lnTo>
                  <a:pt x="21079" y="3616"/>
                </a:lnTo>
                <a:lnTo>
                  <a:pt x="22689" y="5456"/>
                </a:lnTo>
                <a:lnTo>
                  <a:pt x="24533" y="9908"/>
                </a:lnTo>
                <a:lnTo>
                  <a:pt x="24696" y="12348"/>
                </a:lnTo>
                <a:lnTo>
                  <a:pt x="24533" y="14787"/>
                </a:lnTo>
                <a:lnTo>
                  <a:pt x="22689" y="19239"/>
                </a:lnTo>
                <a:lnTo>
                  <a:pt x="21079" y="21079"/>
                </a:lnTo>
                <a:lnTo>
                  <a:pt x="19239" y="22689"/>
                </a:lnTo>
                <a:lnTo>
                  <a:pt x="14787" y="24533"/>
                </a:lnTo>
                <a:lnTo>
                  <a:pt x="12348" y="24696"/>
                </a:lnTo>
                <a:lnTo>
                  <a:pt x="9908" y="2453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153" name="Shape 1153"/>
          <p:cNvSpPr/>
          <p:nvPr/>
        </p:nvSpPr>
        <p:spPr>
          <a:xfrm>
            <a:off x="6060502" y="2027596"/>
            <a:ext cx="24873" cy="24873"/>
          </a:xfrm>
          <a:custGeom>
            <a:avLst/>
            <a:gdLst/>
            <a:ahLst/>
            <a:cxnLst/>
            <a:rect l="0" t="0" r="r" b="b"/>
            <a:pathLst>
              <a:path w="24873" h="24873">
                <a:moveTo>
                  <a:pt x="9979" y="24709"/>
                </a:moveTo>
                <a:lnTo>
                  <a:pt x="5495" y="22851"/>
                </a:lnTo>
                <a:lnTo>
                  <a:pt x="3642" y="21230"/>
                </a:lnTo>
                <a:lnTo>
                  <a:pt x="2021" y="19377"/>
                </a:lnTo>
                <a:lnTo>
                  <a:pt x="163" y="14893"/>
                </a:lnTo>
                <a:lnTo>
                  <a:pt x="0" y="12436"/>
                </a:lnTo>
                <a:lnTo>
                  <a:pt x="163" y="9979"/>
                </a:lnTo>
                <a:lnTo>
                  <a:pt x="2021" y="5495"/>
                </a:lnTo>
                <a:lnTo>
                  <a:pt x="3642" y="3642"/>
                </a:lnTo>
                <a:lnTo>
                  <a:pt x="5495" y="2021"/>
                </a:lnTo>
                <a:lnTo>
                  <a:pt x="9979" y="163"/>
                </a:lnTo>
                <a:lnTo>
                  <a:pt x="12436" y="0"/>
                </a:lnTo>
                <a:lnTo>
                  <a:pt x="14893" y="163"/>
                </a:lnTo>
                <a:lnTo>
                  <a:pt x="19377" y="2021"/>
                </a:lnTo>
                <a:lnTo>
                  <a:pt x="21230" y="3642"/>
                </a:lnTo>
                <a:lnTo>
                  <a:pt x="22851" y="5495"/>
                </a:lnTo>
                <a:lnTo>
                  <a:pt x="24709" y="9979"/>
                </a:lnTo>
                <a:lnTo>
                  <a:pt x="24873" y="12436"/>
                </a:lnTo>
                <a:lnTo>
                  <a:pt x="24709" y="14893"/>
                </a:lnTo>
                <a:lnTo>
                  <a:pt x="22851" y="19377"/>
                </a:lnTo>
                <a:lnTo>
                  <a:pt x="21230" y="21230"/>
                </a:lnTo>
                <a:lnTo>
                  <a:pt x="19377" y="22851"/>
                </a:lnTo>
                <a:lnTo>
                  <a:pt x="14893" y="24709"/>
                </a:lnTo>
                <a:lnTo>
                  <a:pt x="12436" y="24873"/>
                </a:lnTo>
                <a:lnTo>
                  <a:pt x="9979" y="24709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1154" name="Shape 1154"/>
          <p:cNvSpPr/>
          <p:nvPr/>
        </p:nvSpPr>
        <p:spPr>
          <a:xfrm>
            <a:off x="6134215" y="2038735"/>
            <a:ext cx="24989" cy="24989"/>
          </a:xfrm>
          <a:custGeom>
            <a:avLst/>
            <a:gdLst/>
            <a:ahLst/>
            <a:cxnLst/>
            <a:rect l="0" t="0" r="r" b="b"/>
            <a:pathLst>
              <a:path w="24989" h="24989">
                <a:moveTo>
                  <a:pt x="10026" y="24824"/>
                </a:moveTo>
                <a:lnTo>
                  <a:pt x="5521" y="22958"/>
                </a:lnTo>
                <a:lnTo>
                  <a:pt x="3659" y="21329"/>
                </a:lnTo>
                <a:lnTo>
                  <a:pt x="2030" y="19468"/>
                </a:lnTo>
                <a:lnTo>
                  <a:pt x="164" y="14963"/>
                </a:lnTo>
                <a:lnTo>
                  <a:pt x="0" y="12494"/>
                </a:lnTo>
                <a:lnTo>
                  <a:pt x="164" y="10026"/>
                </a:lnTo>
                <a:lnTo>
                  <a:pt x="2030" y="5521"/>
                </a:lnTo>
                <a:lnTo>
                  <a:pt x="3659" y="3659"/>
                </a:lnTo>
                <a:lnTo>
                  <a:pt x="5521" y="2030"/>
                </a:lnTo>
                <a:lnTo>
                  <a:pt x="10026" y="164"/>
                </a:lnTo>
                <a:lnTo>
                  <a:pt x="12494" y="0"/>
                </a:lnTo>
                <a:lnTo>
                  <a:pt x="14963" y="164"/>
                </a:lnTo>
                <a:lnTo>
                  <a:pt x="19468" y="2030"/>
                </a:lnTo>
                <a:lnTo>
                  <a:pt x="21329" y="3659"/>
                </a:lnTo>
                <a:lnTo>
                  <a:pt x="22958" y="5521"/>
                </a:lnTo>
                <a:lnTo>
                  <a:pt x="24824" y="10026"/>
                </a:lnTo>
                <a:lnTo>
                  <a:pt x="24989" y="12494"/>
                </a:lnTo>
                <a:lnTo>
                  <a:pt x="24824" y="14963"/>
                </a:lnTo>
                <a:lnTo>
                  <a:pt x="22958" y="19468"/>
                </a:lnTo>
                <a:lnTo>
                  <a:pt x="21329" y="21329"/>
                </a:lnTo>
                <a:lnTo>
                  <a:pt x="19468" y="22958"/>
                </a:lnTo>
                <a:lnTo>
                  <a:pt x="14963" y="24824"/>
                </a:lnTo>
                <a:lnTo>
                  <a:pt x="12494" y="24989"/>
                </a:lnTo>
                <a:lnTo>
                  <a:pt x="10026" y="24824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1155" name="Shape 1155"/>
          <p:cNvSpPr/>
          <p:nvPr/>
        </p:nvSpPr>
        <p:spPr>
          <a:xfrm>
            <a:off x="6189078" y="2047056"/>
            <a:ext cx="25002" cy="25002"/>
          </a:xfrm>
          <a:custGeom>
            <a:avLst/>
            <a:gdLst/>
            <a:ahLst/>
            <a:cxnLst/>
            <a:rect l="0" t="0" r="r" b="b"/>
            <a:pathLst>
              <a:path w="25002" h="25002">
                <a:moveTo>
                  <a:pt x="10031" y="24838"/>
                </a:moveTo>
                <a:lnTo>
                  <a:pt x="5524" y="22971"/>
                </a:lnTo>
                <a:lnTo>
                  <a:pt x="3661" y="21341"/>
                </a:lnTo>
                <a:lnTo>
                  <a:pt x="2031" y="19478"/>
                </a:lnTo>
                <a:lnTo>
                  <a:pt x="164" y="14971"/>
                </a:lnTo>
                <a:lnTo>
                  <a:pt x="0" y="12501"/>
                </a:lnTo>
                <a:lnTo>
                  <a:pt x="164" y="10031"/>
                </a:lnTo>
                <a:lnTo>
                  <a:pt x="2031" y="5524"/>
                </a:lnTo>
                <a:lnTo>
                  <a:pt x="3661" y="3661"/>
                </a:lnTo>
                <a:lnTo>
                  <a:pt x="5524" y="2031"/>
                </a:lnTo>
                <a:lnTo>
                  <a:pt x="10031" y="164"/>
                </a:lnTo>
                <a:lnTo>
                  <a:pt x="12501" y="0"/>
                </a:lnTo>
                <a:lnTo>
                  <a:pt x="14971" y="164"/>
                </a:lnTo>
                <a:lnTo>
                  <a:pt x="19478" y="2031"/>
                </a:lnTo>
                <a:lnTo>
                  <a:pt x="21341" y="3661"/>
                </a:lnTo>
                <a:lnTo>
                  <a:pt x="22971" y="5524"/>
                </a:lnTo>
                <a:lnTo>
                  <a:pt x="24838" y="10031"/>
                </a:lnTo>
                <a:lnTo>
                  <a:pt x="25002" y="12501"/>
                </a:lnTo>
                <a:lnTo>
                  <a:pt x="24838" y="14971"/>
                </a:lnTo>
                <a:lnTo>
                  <a:pt x="22971" y="19478"/>
                </a:lnTo>
                <a:lnTo>
                  <a:pt x="21341" y="21341"/>
                </a:lnTo>
                <a:lnTo>
                  <a:pt x="19478" y="22971"/>
                </a:lnTo>
                <a:lnTo>
                  <a:pt x="14971" y="24838"/>
                </a:lnTo>
                <a:lnTo>
                  <a:pt x="12501" y="25002"/>
                </a:lnTo>
                <a:lnTo>
                  <a:pt x="10031" y="24838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1156" name="Shape 1156"/>
          <p:cNvSpPr/>
          <p:nvPr/>
        </p:nvSpPr>
        <p:spPr>
          <a:xfrm>
            <a:off x="6280783" y="2060272"/>
            <a:ext cx="26663" cy="26663"/>
          </a:xfrm>
          <a:custGeom>
            <a:avLst/>
            <a:gdLst/>
            <a:ahLst/>
            <a:cxnLst/>
            <a:rect l="0" t="0" r="r" b="b"/>
            <a:pathLst>
              <a:path w="26663" h="26663">
                <a:moveTo>
                  <a:pt x="10698" y="26487"/>
                </a:moveTo>
                <a:lnTo>
                  <a:pt x="5891" y="24496"/>
                </a:lnTo>
                <a:lnTo>
                  <a:pt x="3904" y="22758"/>
                </a:lnTo>
                <a:lnTo>
                  <a:pt x="2166" y="20772"/>
                </a:lnTo>
                <a:lnTo>
                  <a:pt x="175" y="15965"/>
                </a:lnTo>
                <a:lnTo>
                  <a:pt x="0" y="13331"/>
                </a:lnTo>
                <a:lnTo>
                  <a:pt x="175" y="10698"/>
                </a:lnTo>
                <a:lnTo>
                  <a:pt x="2166" y="5891"/>
                </a:lnTo>
                <a:lnTo>
                  <a:pt x="3904" y="3904"/>
                </a:lnTo>
                <a:lnTo>
                  <a:pt x="5891" y="2166"/>
                </a:lnTo>
                <a:lnTo>
                  <a:pt x="10698" y="175"/>
                </a:lnTo>
                <a:lnTo>
                  <a:pt x="13331" y="0"/>
                </a:lnTo>
                <a:lnTo>
                  <a:pt x="15965" y="175"/>
                </a:lnTo>
                <a:lnTo>
                  <a:pt x="20772" y="2166"/>
                </a:lnTo>
                <a:lnTo>
                  <a:pt x="22758" y="3904"/>
                </a:lnTo>
                <a:lnTo>
                  <a:pt x="24496" y="5891"/>
                </a:lnTo>
                <a:lnTo>
                  <a:pt x="26487" y="10698"/>
                </a:lnTo>
                <a:lnTo>
                  <a:pt x="26663" y="13331"/>
                </a:lnTo>
                <a:lnTo>
                  <a:pt x="26487" y="15965"/>
                </a:lnTo>
                <a:lnTo>
                  <a:pt x="24496" y="20772"/>
                </a:lnTo>
                <a:lnTo>
                  <a:pt x="22758" y="22758"/>
                </a:lnTo>
                <a:lnTo>
                  <a:pt x="20772" y="24496"/>
                </a:lnTo>
                <a:lnTo>
                  <a:pt x="15965" y="26487"/>
                </a:lnTo>
                <a:lnTo>
                  <a:pt x="13331" y="26663"/>
                </a:lnTo>
                <a:lnTo>
                  <a:pt x="10698" y="26487"/>
                </a:lnTo>
                <a:close/>
              </a:path>
            </a:pathLst>
          </a:custGeom>
          <a:solidFill>
            <a:srgbClr val="70C976"/>
          </a:solidFill>
          <a:ln>
            <a:noFill/>
          </a:ln>
        </p:spPr>
      </p:sp>
      <p:sp>
        <p:nvSpPr>
          <p:cNvPr id="1157" name="Shape 1157"/>
          <p:cNvSpPr/>
          <p:nvPr/>
        </p:nvSpPr>
        <p:spPr>
          <a:xfrm>
            <a:off x="5513314" y="1957642"/>
            <a:ext cx="22152" cy="22152"/>
          </a:xfrm>
          <a:custGeom>
            <a:avLst/>
            <a:gdLst/>
            <a:ahLst/>
            <a:cxnLst/>
            <a:rect l="0" t="0" r="r" b="b"/>
            <a:pathLst>
              <a:path w="22152" h="22152">
                <a:moveTo>
                  <a:pt x="8888" y="22006"/>
                </a:moveTo>
                <a:lnTo>
                  <a:pt x="4894" y="20352"/>
                </a:lnTo>
                <a:lnTo>
                  <a:pt x="3244" y="18908"/>
                </a:lnTo>
                <a:lnTo>
                  <a:pt x="1800" y="17258"/>
                </a:lnTo>
                <a:lnTo>
                  <a:pt x="145" y="13264"/>
                </a:lnTo>
                <a:lnTo>
                  <a:pt x="0" y="11076"/>
                </a:lnTo>
                <a:lnTo>
                  <a:pt x="145" y="8888"/>
                </a:lnTo>
                <a:lnTo>
                  <a:pt x="1800" y="4894"/>
                </a:lnTo>
                <a:lnTo>
                  <a:pt x="3244" y="3244"/>
                </a:lnTo>
                <a:lnTo>
                  <a:pt x="4894" y="1800"/>
                </a:lnTo>
                <a:lnTo>
                  <a:pt x="8888" y="145"/>
                </a:lnTo>
                <a:lnTo>
                  <a:pt x="11076" y="0"/>
                </a:lnTo>
                <a:lnTo>
                  <a:pt x="13264" y="145"/>
                </a:lnTo>
                <a:lnTo>
                  <a:pt x="17258" y="1800"/>
                </a:lnTo>
                <a:lnTo>
                  <a:pt x="18908" y="3244"/>
                </a:lnTo>
                <a:lnTo>
                  <a:pt x="20352" y="4894"/>
                </a:lnTo>
                <a:lnTo>
                  <a:pt x="22006" y="8888"/>
                </a:lnTo>
                <a:lnTo>
                  <a:pt x="22152" y="11076"/>
                </a:lnTo>
                <a:lnTo>
                  <a:pt x="22006" y="13264"/>
                </a:lnTo>
                <a:lnTo>
                  <a:pt x="20352" y="17258"/>
                </a:lnTo>
                <a:lnTo>
                  <a:pt x="18908" y="18908"/>
                </a:lnTo>
                <a:lnTo>
                  <a:pt x="17258" y="20352"/>
                </a:lnTo>
                <a:lnTo>
                  <a:pt x="13264" y="22006"/>
                </a:lnTo>
                <a:lnTo>
                  <a:pt x="11076" y="22152"/>
                </a:lnTo>
                <a:lnTo>
                  <a:pt x="8888" y="22006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158" name="Shape 1158"/>
          <p:cNvSpPr/>
          <p:nvPr/>
        </p:nvSpPr>
        <p:spPr>
          <a:xfrm>
            <a:off x="5534188" y="1961149"/>
            <a:ext cx="22405" cy="22405"/>
          </a:xfrm>
          <a:custGeom>
            <a:avLst/>
            <a:gdLst/>
            <a:ahLst/>
            <a:cxnLst/>
            <a:rect l="0" t="0" r="r" b="b"/>
            <a:pathLst>
              <a:path w="22405" h="22405">
                <a:moveTo>
                  <a:pt x="8989" y="22257"/>
                </a:moveTo>
                <a:lnTo>
                  <a:pt x="4950" y="20584"/>
                </a:lnTo>
                <a:lnTo>
                  <a:pt x="3281" y="19123"/>
                </a:lnTo>
                <a:lnTo>
                  <a:pt x="1820" y="17454"/>
                </a:lnTo>
                <a:lnTo>
                  <a:pt x="147" y="13415"/>
                </a:lnTo>
                <a:lnTo>
                  <a:pt x="0" y="11202"/>
                </a:lnTo>
                <a:lnTo>
                  <a:pt x="147" y="8989"/>
                </a:lnTo>
                <a:lnTo>
                  <a:pt x="1820" y="4950"/>
                </a:lnTo>
                <a:lnTo>
                  <a:pt x="3281" y="3281"/>
                </a:lnTo>
                <a:lnTo>
                  <a:pt x="4950" y="1820"/>
                </a:lnTo>
                <a:lnTo>
                  <a:pt x="8989" y="147"/>
                </a:lnTo>
                <a:lnTo>
                  <a:pt x="11202" y="0"/>
                </a:lnTo>
                <a:lnTo>
                  <a:pt x="13415" y="147"/>
                </a:lnTo>
                <a:lnTo>
                  <a:pt x="17454" y="1820"/>
                </a:lnTo>
                <a:lnTo>
                  <a:pt x="19123" y="3281"/>
                </a:lnTo>
                <a:lnTo>
                  <a:pt x="20584" y="4950"/>
                </a:lnTo>
                <a:lnTo>
                  <a:pt x="22257" y="8989"/>
                </a:lnTo>
                <a:lnTo>
                  <a:pt x="22405" y="11202"/>
                </a:lnTo>
                <a:lnTo>
                  <a:pt x="22257" y="13415"/>
                </a:lnTo>
                <a:lnTo>
                  <a:pt x="20584" y="17454"/>
                </a:lnTo>
                <a:lnTo>
                  <a:pt x="19123" y="19123"/>
                </a:lnTo>
                <a:lnTo>
                  <a:pt x="17454" y="20584"/>
                </a:lnTo>
                <a:lnTo>
                  <a:pt x="13415" y="22257"/>
                </a:lnTo>
                <a:lnTo>
                  <a:pt x="11202" y="22405"/>
                </a:lnTo>
                <a:lnTo>
                  <a:pt x="8989" y="22257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159" name="Shape 1159"/>
          <p:cNvSpPr/>
          <p:nvPr/>
        </p:nvSpPr>
        <p:spPr>
          <a:xfrm>
            <a:off x="5548997" y="1963642"/>
            <a:ext cx="22571" cy="22571"/>
          </a:xfrm>
          <a:custGeom>
            <a:avLst/>
            <a:gdLst/>
            <a:ahLst/>
            <a:cxnLst/>
            <a:rect l="0" t="0" r="r" b="b"/>
            <a:pathLst>
              <a:path w="22571" h="22571">
                <a:moveTo>
                  <a:pt x="9056" y="22423"/>
                </a:moveTo>
                <a:lnTo>
                  <a:pt x="4987" y="20737"/>
                </a:lnTo>
                <a:lnTo>
                  <a:pt x="3305" y="19266"/>
                </a:lnTo>
                <a:lnTo>
                  <a:pt x="1834" y="17584"/>
                </a:lnTo>
                <a:lnTo>
                  <a:pt x="148" y="13515"/>
                </a:lnTo>
                <a:lnTo>
                  <a:pt x="0" y="11285"/>
                </a:lnTo>
                <a:lnTo>
                  <a:pt x="148" y="9056"/>
                </a:lnTo>
                <a:lnTo>
                  <a:pt x="1834" y="4987"/>
                </a:lnTo>
                <a:lnTo>
                  <a:pt x="3305" y="3305"/>
                </a:lnTo>
                <a:lnTo>
                  <a:pt x="4987" y="1834"/>
                </a:lnTo>
                <a:lnTo>
                  <a:pt x="9056" y="148"/>
                </a:lnTo>
                <a:lnTo>
                  <a:pt x="11285" y="0"/>
                </a:lnTo>
                <a:lnTo>
                  <a:pt x="13515" y="148"/>
                </a:lnTo>
                <a:lnTo>
                  <a:pt x="17584" y="1834"/>
                </a:lnTo>
                <a:lnTo>
                  <a:pt x="19266" y="3305"/>
                </a:lnTo>
                <a:lnTo>
                  <a:pt x="20737" y="4987"/>
                </a:lnTo>
                <a:lnTo>
                  <a:pt x="22423" y="9056"/>
                </a:lnTo>
                <a:lnTo>
                  <a:pt x="22571" y="11285"/>
                </a:lnTo>
                <a:lnTo>
                  <a:pt x="22423" y="13515"/>
                </a:lnTo>
                <a:lnTo>
                  <a:pt x="20737" y="17584"/>
                </a:lnTo>
                <a:lnTo>
                  <a:pt x="19266" y="19266"/>
                </a:lnTo>
                <a:lnTo>
                  <a:pt x="17584" y="20737"/>
                </a:lnTo>
                <a:lnTo>
                  <a:pt x="13515" y="22423"/>
                </a:lnTo>
                <a:lnTo>
                  <a:pt x="11285" y="22571"/>
                </a:lnTo>
                <a:lnTo>
                  <a:pt x="9056" y="22423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160" name="Shape 1160"/>
          <p:cNvSpPr/>
          <p:nvPr/>
        </p:nvSpPr>
        <p:spPr>
          <a:xfrm>
            <a:off x="5564585" y="1966269"/>
            <a:ext cx="22737" cy="22737"/>
          </a:xfrm>
          <a:custGeom>
            <a:avLst/>
            <a:gdLst/>
            <a:ahLst/>
            <a:cxnLst/>
            <a:rect l="0" t="0" r="r" b="b"/>
            <a:pathLst>
              <a:path w="22737" h="22737">
                <a:moveTo>
                  <a:pt x="9122" y="22587"/>
                </a:moveTo>
                <a:lnTo>
                  <a:pt x="5023" y="20889"/>
                </a:lnTo>
                <a:lnTo>
                  <a:pt x="3329" y="19407"/>
                </a:lnTo>
                <a:lnTo>
                  <a:pt x="1847" y="17713"/>
                </a:lnTo>
                <a:lnTo>
                  <a:pt x="149" y="13614"/>
                </a:lnTo>
                <a:lnTo>
                  <a:pt x="0" y="11368"/>
                </a:lnTo>
                <a:lnTo>
                  <a:pt x="149" y="9122"/>
                </a:lnTo>
                <a:lnTo>
                  <a:pt x="1847" y="5023"/>
                </a:lnTo>
                <a:lnTo>
                  <a:pt x="3329" y="3329"/>
                </a:lnTo>
                <a:lnTo>
                  <a:pt x="5023" y="1847"/>
                </a:lnTo>
                <a:lnTo>
                  <a:pt x="9122" y="149"/>
                </a:lnTo>
                <a:lnTo>
                  <a:pt x="11368" y="0"/>
                </a:lnTo>
                <a:lnTo>
                  <a:pt x="13614" y="149"/>
                </a:lnTo>
                <a:lnTo>
                  <a:pt x="17713" y="1847"/>
                </a:lnTo>
                <a:lnTo>
                  <a:pt x="19407" y="3329"/>
                </a:lnTo>
                <a:lnTo>
                  <a:pt x="20889" y="5023"/>
                </a:lnTo>
                <a:lnTo>
                  <a:pt x="22587" y="9122"/>
                </a:lnTo>
                <a:lnTo>
                  <a:pt x="22737" y="11368"/>
                </a:lnTo>
                <a:lnTo>
                  <a:pt x="22587" y="13614"/>
                </a:lnTo>
                <a:lnTo>
                  <a:pt x="20889" y="17713"/>
                </a:lnTo>
                <a:lnTo>
                  <a:pt x="19407" y="19407"/>
                </a:lnTo>
                <a:lnTo>
                  <a:pt x="17713" y="20889"/>
                </a:lnTo>
                <a:lnTo>
                  <a:pt x="13614" y="22587"/>
                </a:lnTo>
                <a:lnTo>
                  <a:pt x="11368" y="22737"/>
                </a:lnTo>
                <a:lnTo>
                  <a:pt x="9122" y="22587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1161" name="Shape 1161"/>
          <p:cNvSpPr/>
          <p:nvPr/>
        </p:nvSpPr>
        <p:spPr>
          <a:xfrm>
            <a:off x="5589567" y="1970489"/>
            <a:ext cx="22982" cy="22982"/>
          </a:xfrm>
          <a:custGeom>
            <a:avLst/>
            <a:gdLst/>
            <a:ahLst/>
            <a:cxnLst/>
            <a:rect l="0" t="0" r="r" b="b"/>
            <a:pathLst>
              <a:path w="22982" h="22982">
                <a:moveTo>
                  <a:pt x="9221" y="22831"/>
                </a:moveTo>
                <a:lnTo>
                  <a:pt x="5077" y="21115"/>
                </a:lnTo>
                <a:lnTo>
                  <a:pt x="3365" y="19616"/>
                </a:lnTo>
                <a:lnTo>
                  <a:pt x="1867" y="17904"/>
                </a:lnTo>
                <a:lnTo>
                  <a:pt x="151" y="13761"/>
                </a:lnTo>
                <a:lnTo>
                  <a:pt x="0" y="11491"/>
                </a:lnTo>
                <a:lnTo>
                  <a:pt x="151" y="9221"/>
                </a:lnTo>
                <a:lnTo>
                  <a:pt x="1867" y="5077"/>
                </a:lnTo>
                <a:lnTo>
                  <a:pt x="3365" y="3365"/>
                </a:lnTo>
                <a:lnTo>
                  <a:pt x="5077" y="1867"/>
                </a:lnTo>
                <a:lnTo>
                  <a:pt x="9221" y="151"/>
                </a:lnTo>
                <a:lnTo>
                  <a:pt x="11491" y="0"/>
                </a:lnTo>
                <a:lnTo>
                  <a:pt x="13761" y="151"/>
                </a:lnTo>
                <a:lnTo>
                  <a:pt x="17904" y="1867"/>
                </a:lnTo>
                <a:lnTo>
                  <a:pt x="19616" y="3365"/>
                </a:lnTo>
                <a:lnTo>
                  <a:pt x="21115" y="5077"/>
                </a:lnTo>
                <a:lnTo>
                  <a:pt x="22831" y="9221"/>
                </a:lnTo>
                <a:lnTo>
                  <a:pt x="22982" y="11491"/>
                </a:lnTo>
                <a:lnTo>
                  <a:pt x="22831" y="13761"/>
                </a:lnTo>
                <a:lnTo>
                  <a:pt x="21115" y="17904"/>
                </a:lnTo>
                <a:lnTo>
                  <a:pt x="19616" y="19616"/>
                </a:lnTo>
                <a:lnTo>
                  <a:pt x="17904" y="21115"/>
                </a:lnTo>
                <a:lnTo>
                  <a:pt x="13761" y="22831"/>
                </a:lnTo>
                <a:lnTo>
                  <a:pt x="11491" y="22982"/>
                </a:lnTo>
                <a:lnTo>
                  <a:pt x="9221" y="22831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1162" name="Shape 1162"/>
          <p:cNvSpPr/>
          <p:nvPr/>
        </p:nvSpPr>
        <p:spPr>
          <a:xfrm>
            <a:off x="5616687" y="1975080"/>
            <a:ext cx="23225" cy="23225"/>
          </a:xfrm>
          <a:custGeom>
            <a:avLst/>
            <a:gdLst/>
            <a:ahLst/>
            <a:cxnLst/>
            <a:rect l="0" t="0" r="r" b="b"/>
            <a:pathLst>
              <a:path w="23225" h="23225">
                <a:moveTo>
                  <a:pt x="9318" y="23072"/>
                </a:moveTo>
                <a:lnTo>
                  <a:pt x="5131" y="21338"/>
                </a:lnTo>
                <a:lnTo>
                  <a:pt x="3401" y="19824"/>
                </a:lnTo>
                <a:lnTo>
                  <a:pt x="1887" y="18093"/>
                </a:lnTo>
                <a:lnTo>
                  <a:pt x="152" y="13906"/>
                </a:lnTo>
                <a:lnTo>
                  <a:pt x="0" y="11612"/>
                </a:lnTo>
                <a:lnTo>
                  <a:pt x="152" y="9318"/>
                </a:lnTo>
                <a:lnTo>
                  <a:pt x="1887" y="5131"/>
                </a:lnTo>
                <a:lnTo>
                  <a:pt x="3401" y="3401"/>
                </a:lnTo>
                <a:lnTo>
                  <a:pt x="5131" y="1887"/>
                </a:lnTo>
                <a:lnTo>
                  <a:pt x="9318" y="152"/>
                </a:lnTo>
                <a:lnTo>
                  <a:pt x="11612" y="0"/>
                </a:lnTo>
                <a:lnTo>
                  <a:pt x="13906" y="152"/>
                </a:lnTo>
                <a:lnTo>
                  <a:pt x="18093" y="1887"/>
                </a:lnTo>
                <a:lnTo>
                  <a:pt x="19824" y="3401"/>
                </a:lnTo>
                <a:lnTo>
                  <a:pt x="21338" y="5131"/>
                </a:lnTo>
                <a:lnTo>
                  <a:pt x="23072" y="9318"/>
                </a:lnTo>
                <a:lnTo>
                  <a:pt x="23225" y="11612"/>
                </a:lnTo>
                <a:lnTo>
                  <a:pt x="23072" y="13906"/>
                </a:lnTo>
                <a:lnTo>
                  <a:pt x="21338" y="18093"/>
                </a:lnTo>
                <a:lnTo>
                  <a:pt x="19824" y="19824"/>
                </a:lnTo>
                <a:lnTo>
                  <a:pt x="18093" y="21338"/>
                </a:lnTo>
                <a:lnTo>
                  <a:pt x="13906" y="23072"/>
                </a:lnTo>
                <a:lnTo>
                  <a:pt x="11612" y="23225"/>
                </a:lnTo>
                <a:lnTo>
                  <a:pt x="9318" y="2307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163" name="Shape 1163"/>
          <p:cNvSpPr/>
          <p:nvPr/>
        </p:nvSpPr>
        <p:spPr>
          <a:xfrm>
            <a:off x="5636093" y="1978371"/>
            <a:ext cx="23385" cy="23385"/>
          </a:xfrm>
          <a:custGeom>
            <a:avLst/>
            <a:gdLst/>
            <a:ahLst/>
            <a:cxnLst/>
            <a:rect l="0" t="0" r="r" b="b"/>
            <a:pathLst>
              <a:path w="23385" h="23385">
                <a:moveTo>
                  <a:pt x="9382" y="23231"/>
                </a:moveTo>
                <a:lnTo>
                  <a:pt x="5167" y="21485"/>
                </a:lnTo>
                <a:lnTo>
                  <a:pt x="3424" y="19960"/>
                </a:lnTo>
                <a:lnTo>
                  <a:pt x="1900" y="18218"/>
                </a:lnTo>
                <a:lnTo>
                  <a:pt x="154" y="14002"/>
                </a:lnTo>
                <a:lnTo>
                  <a:pt x="0" y="11692"/>
                </a:lnTo>
                <a:lnTo>
                  <a:pt x="154" y="9382"/>
                </a:lnTo>
                <a:lnTo>
                  <a:pt x="1900" y="5167"/>
                </a:lnTo>
                <a:lnTo>
                  <a:pt x="3424" y="3424"/>
                </a:lnTo>
                <a:lnTo>
                  <a:pt x="5167" y="1900"/>
                </a:lnTo>
                <a:lnTo>
                  <a:pt x="9382" y="154"/>
                </a:lnTo>
                <a:lnTo>
                  <a:pt x="11692" y="0"/>
                </a:lnTo>
                <a:lnTo>
                  <a:pt x="14002" y="154"/>
                </a:lnTo>
                <a:lnTo>
                  <a:pt x="18218" y="1900"/>
                </a:lnTo>
                <a:lnTo>
                  <a:pt x="19960" y="3424"/>
                </a:lnTo>
                <a:lnTo>
                  <a:pt x="21485" y="5167"/>
                </a:lnTo>
                <a:lnTo>
                  <a:pt x="23231" y="9382"/>
                </a:lnTo>
                <a:lnTo>
                  <a:pt x="23385" y="11692"/>
                </a:lnTo>
                <a:lnTo>
                  <a:pt x="23231" y="14002"/>
                </a:lnTo>
                <a:lnTo>
                  <a:pt x="21485" y="18218"/>
                </a:lnTo>
                <a:lnTo>
                  <a:pt x="19960" y="19960"/>
                </a:lnTo>
                <a:lnTo>
                  <a:pt x="18218" y="21485"/>
                </a:lnTo>
                <a:lnTo>
                  <a:pt x="14002" y="23231"/>
                </a:lnTo>
                <a:lnTo>
                  <a:pt x="11692" y="23385"/>
                </a:lnTo>
                <a:lnTo>
                  <a:pt x="9382" y="23231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1164" name="Shape 1164"/>
          <p:cNvSpPr/>
          <p:nvPr/>
        </p:nvSpPr>
        <p:spPr>
          <a:xfrm>
            <a:off x="5667435" y="1983694"/>
            <a:ext cx="23623" cy="23623"/>
          </a:xfrm>
          <a:custGeom>
            <a:avLst/>
            <a:gdLst/>
            <a:ahLst/>
            <a:cxnLst/>
            <a:rect l="0" t="0" r="r" b="b"/>
            <a:pathLst>
              <a:path w="23623" h="23623">
                <a:moveTo>
                  <a:pt x="9478" y="23467"/>
                </a:moveTo>
                <a:lnTo>
                  <a:pt x="5219" y="21703"/>
                </a:lnTo>
                <a:lnTo>
                  <a:pt x="3459" y="20163"/>
                </a:lnTo>
                <a:lnTo>
                  <a:pt x="1919" y="18403"/>
                </a:lnTo>
                <a:lnTo>
                  <a:pt x="155" y="14145"/>
                </a:lnTo>
                <a:lnTo>
                  <a:pt x="0" y="11811"/>
                </a:lnTo>
                <a:lnTo>
                  <a:pt x="155" y="9478"/>
                </a:lnTo>
                <a:lnTo>
                  <a:pt x="1919" y="5219"/>
                </a:lnTo>
                <a:lnTo>
                  <a:pt x="3459" y="3459"/>
                </a:lnTo>
                <a:lnTo>
                  <a:pt x="5219" y="1919"/>
                </a:lnTo>
                <a:lnTo>
                  <a:pt x="9478" y="155"/>
                </a:lnTo>
                <a:lnTo>
                  <a:pt x="11811" y="0"/>
                </a:lnTo>
                <a:lnTo>
                  <a:pt x="14145" y="155"/>
                </a:lnTo>
                <a:lnTo>
                  <a:pt x="18403" y="1919"/>
                </a:lnTo>
                <a:lnTo>
                  <a:pt x="20163" y="3459"/>
                </a:lnTo>
                <a:lnTo>
                  <a:pt x="21703" y="5219"/>
                </a:lnTo>
                <a:lnTo>
                  <a:pt x="23467" y="9478"/>
                </a:lnTo>
                <a:lnTo>
                  <a:pt x="23623" y="11811"/>
                </a:lnTo>
                <a:lnTo>
                  <a:pt x="23467" y="14145"/>
                </a:lnTo>
                <a:lnTo>
                  <a:pt x="21703" y="18403"/>
                </a:lnTo>
                <a:lnTo>
                  <a:pt x="20163" y="20163"/>
                </a:lnTo>
                <a:lnTo>
                  <a:pt x="18403" y="21703"/>
                </a:lnTo>
                <a:lnTo>
                  <a:pt x="14145" y="23467"/>
                </a:lnTo>
                <a:lnTo>
                  <a:pt x="11811" y="23623"/>
                </a:lnTo>
                <a:lnTo>
                  <a:pt x="9478" y="23467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1165" name="Shape 1165"/>
          <p:cNvSpPr/>
          <p:nvPr/>
        </p:nvSpPr>
        <p:spPr>
          <a:xfrm>
            <a:off x="5701798" y="1989540"/>
            <a:ext cx="23859" cy="23859"/>
          </a:xfrm>
          <a:custGeom>
            <a:avLst/>
            <a:gdLst/>
            <a:ahLst/>
            <a:cxnLst/>
            <a:rect l="0" t="0" r="r" b="b"/>
            <a:pathLst>
              <a:path w="23859" h="23859">
                <a:moveTo>
                  <a:pt x="9572" y="23702"/>
                </a:moveTo>
                <a:lnTo>
                  <a:pt x="5271" y="21920"/>
                </a:lnTo>
                <a:lnTo>
                  <a:pt x="3494" y="20365"/>
                </a:lnTo>
                <a:lnTo>
                  <a:pt x="1938" y="18587"/>
                </a:lnTo>
                <a:lnTo>
                  <a:pt x="157" y="14286"/>
                </a:lnTo>
                <a:lnTo>
                  <a:pt x="0" y="11929"/>
                </a:lnTo>
                <a:lnTo>
                  <a:pt x="157" y="9572"/>
                </a:lnTo>
                <a:lnTo>
                  <a:pt x="1938" y="5271"/>
                </a:lnTo>
                <a:lnTo>
                  <a:pt x="3494" y="3494"/>
                </a:lnTo>
                <a:lnTo>
                  <a:pt x="5271" y="1938"/>
                </a:lnTo>
                <a:lnTo>
                  <a:pt x="9572" y="157"/>
                </a:lnTo>
                <a:lnTo>
                  <a:pt x="11929" y="0"/>
                </a:lnTo>
                <a:lnTo>
                  <a:pt x="14286" y="157"/>
                </a:lnTo>
                <a:lnTo>
                  <a:pt x="18587" y="1938"/>
                </a:lnTo>
                <a:lnTo>
                  <a:pt x="20365" y="3494"/>
                </a:lnTo>
                <a:lnTo>
                  <a:pt x="21920" y="5271"/>
                </a:lnTo>
                <a:lnTo>
                  <a:pt x="23702" y="9572"/>
                </a:lnTo>
                <a:lnTo>
                  <a:pt x="23859" y="11929"/>
                </a:lnTo>
                <a:lnTo>
                  <a:pt x="23702" y="14286"/>
                </a:lnTo>
                <a:lnTo>
                  <a:pt x="21920" y="18587"/>
                </a:lnTo>
                <a:lnTo>
                  <a:pt x="20365" y="20365"/>
                </a:lnTo>
                <a:lnTo>
                  <a:pt x="18587" y="21920"/>
                </a:lnTo>
                <a:lnTo>
                  <a:pt x="14286" y="23702"/>
                </a:lnTo>
                <a:lnTo>
                  <a:pt x="11929" y="23859"/>
                </a:lnTo>
                <a:lnTo>
                  <a:pt x="9572" y="2370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166" name="Shape 1166"/>
          <p:cNvSpPr/>
          <p:nvPr/>
        </p:nvSpPr>
        <p:spPr>
          <a:xfrm>
            <a:off x="5726607" y="1993768"/>
            <a:ext cx="24014" cy="24014"/>
          </a:xfrm>
          <a:custGeom>
            <a:avLst/>
            <a:gdLst/>
            <a:ahLst/>
            <a:cxnLst/>
            <a:rect l="0" t="0" r="r" b="b"/>
            <a:pathLst>
              <a:path w="24014" h="24014">
                <a:moveTo>
                  <a:pt x="9635" y="23856"/>
                </a:moveTo>
                <a:lnTo>
                  <a:pt x="5305" y="22063"/>
                </a:lnTo>
                <a:lnTo>
                  <a:pt x="3516" y="20497"/>
                </a:lnTo>
                <a:lnTo>
                  <a:pt x="1951" y="18708"/>
                </a:lnTo>
                <a:lnTo>
                  <a:pt x="158" y="14379"/>
                </a:lnTo>
                <a:lnTo>
                  <a:pt x="0" y="12007"/>
                </a:lnTo>
                <a:lnTo>
                  <a:pt x="158" y="9635"/>
                </a:lnTo>
                <a:lnTo>
                  <a:pt x="1951" y="5305"/>
                </a:lnTo>
                <a:lnTo>
                  <a:pt x="3516" y="3516"/>
                </a:lnTo>
                <a:lnTo>
                  <a:pt x="5305" y="1951"/>
                </a:lnTo>
                <a:lnTo>
                  <a:pt x="9635" y="158"/>
                </a:lnTo>
                <a:lnTo>
                  <a:pt x="12007" y="0"/>
                </a:lnTo>
                <a:lnTo>
                  <a:pt x="14379" y="158"/>
                </a:lnTo>
                <a:lnTo>
                  <a:pt x="18708" y="1951"/>
                </a:lnTo>
                <a:lnTo>
                  <a:pt x="20497" y="3516"/>
                </a:lnTo>
                <a:lnTo>
                  <a:pt x="22063" y="5305"/>
                </a:lnTo>
                <a:lnTo>
                  <a:pt x="23856" y="9635"/>
                </a:lnTo>
                <a:lnTo>
                  <a:pt x="24014" y="12007"/>
                </a:lnTo>
                <a:lnTo>
                  <a:pt x="23856" y="14379"/>
                </a:lnTo>
                <a:lnTo>
                  <a:pt x="22063" y="18708"/>
                </a:lnTo>
                <a:lnTo>
                  <a:pt x="20497" y="20497"/>
                </a:lnTo>
                <a:lnTo>
                  <a:pt x="18708" y="22063"/>
                </a:lnTo>
                <a:lnTo>
                  <a:pt x="14379" y="23856"/>
                </a:lnTo>
                <a:lnTo>
                  <a:pt x="12007" y="24014"/>
                </a:lnTo>
                <a:lnTo>
                  <a:pt x="9635" y="23856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1167" name="Shape 1167"/>
          <p:cNvSpPr/>
          <p:nvPr/>
        </p:nvSpPr>
        <p:spPr>
          <a:xfrm>
            <a:off x="5767069" y="2000672"/>
            <a:ext cx="24244" cy="24244"/>
          </a:xfrm>
          <a:custGeom>
            <a:avLst/>
            <a:gdLst/>
            <a:ahLst/>
            <a:cxnLst/>
            <a:rect l="0" t="0" r="r" b="b"/>
            <a:pathLst>
              <a:path w="24244" h="24244">
                <a:moveTo>
                  <a:pt x="9727" y="24085"/>
                </a:moveTo>
                <a:lnTo>
                  <a:pt x="5356" y="22274"/>
                </a:lnTo>
                <a:lnTo>
                  <a:pt x="3550" y="20694"/>
                </a:lnTo>
                <a:lnTo>
                  <a:pt x="1970" y="18887"/>
                </a:lnTo>
                <a:lnTo>
                  <a:pt x="159" y="14517"/>
                </a:lnTo>
                <a:lnTo>
                  <a:pt x="0" y="12122"/>
                </a:lnTo>
                <a:lnTo>
                  <a:pt x="159" y="9727"/>
                </a:lnTo>
                <a:lnTo>
                  <a:pt x="1970" y="5356"/>
                </a:lnTo>
                <a:lnTo>
                  <a:pt x="3550" y="3550"/>
                </a:lnTo>
                <a:lnTo>
                  <a:pt x="5356" y="1970"/>
                </a:lnTo>
                <a:lnTo>
                  <a:pt x="9727" y="159"/>
                </a:lnTo>
                <a:lnTo>
                  <a:pt x="12122" y="0"/>
                </a:lnTo>
                <a:lnTo>
                  <a:pt x="14517" y="159"/>
                </a:lnTo>
                <a:lnTo>
                  <a:pt x="18887" y="1970"/>
                </a:lnTo>
                <a:lnTo>
                  <a:pt x="20694" y="3550"/>
                </a:lnTo>
                <a:lnTo>
                  <a:pt x="22274" y="5356"/>
                </a:lnTo>
                <a:lnTo>
                  <a:pt x="24085" y="9727"/>
                </a:lnTo>
                <a:lnTo>
                  <a:pt x="24244" y="12122"/>
                </a:lnTo>
                <a:lnTo>
                  <a:pt x="24085" y="14517"/>
                </a:lnTo>
                <a:lnTo>
                  <a:pt x="22274" y="18887"/>
                </a:lnTo>
                <a:lnTo>
                  <a:pt x="20694" y="20694"/>
                </a:lnTo>
                <a:lnTo>
                  <a:pt x="18887" y="22274"/>
                </a:lnTo>
                <a:lnTo>
                  <a:pt x="14517" y="24085"/>
                </a:lnTo>
                <a:lnTo>
                  <a:pt x="12122" y="24244"/>
                </a:lnTo>
                <a:lnTo>
                  <a:pt x="9727" y="24085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1168" name="Shape 1168"/>
          <p:cNvSpPr/>
          <p:nvPr/>
        </p:nvSpPr>
        <p:spPr>
          <a:xfrm>
            <a:off x="5811999" y="2008350"/>
            <a:ext cx="24471" cy="24471"/>
          </a:xfrm>
          <a:custGeom>
            <a:avLst/>
            <a:gdLst/>
            <a:ahLst/>
            <a:cxnLst/>
            <a:rect l="0" t="0" r="r" b="b"/>
            <a:pathLst>
              <a:path w="24471" h="24471">
                <a:moveTo>
                  <a:pt x="9818" y="24309"/>
                </a:moveTo>
                <a:lnTo>
                  <a:pt x="5406" y="22482"/>
                </a:lnTo>
                <a:lnTo>
                  <a:pt x="3583" y="20887"/>
                </a:lnTo>
                <a:lnTo>
                  <a:pt x="1988" y="19064"/>
                </a:lnTo>
                <a:lnTo>
                  <a:pt x="161" y="14652"/>
                </a:lnTo>
                <a:lnTo>
                  <a:pt x="0" y="12235"/>
                </a:lnTo>
                <a:lnTo>
                  <a:pt x="161" y="9818"/>
                </a:lnTo>
                <a:lnTo>
                  <a:pt x="1988" y="5406"/>
                </a:lnTo>
                <a:lnTo>
                  <a:pt x="3583" y="3583"/>
                </a:lnTo>
                <a:lnTo>
                  <a:pt x="5406" y="1988"/>
                </a:lnTo>
                <a:lnTo>
                  <a:pt x="9818" y="161"/>
                </a:lnTo>
                <a:lnTo>
                  <a:pt x="12235" y="0"/>
                </a:lnTo>
                <a:lnTo>
                  <a:pt x="14652" y="161"/>
                </a:lnTo>
                <a:lnTo>
                  <a:pt x="19064" y="1988"/>
                </a:lnTo>
                <a:lnTo>
                  <a:pt x="20887" y="3583"/>
                </a:lnTo>
                <a:lnTo>
                  <a:pt x="22482" y="5406"/>
                </a:lnTo>
                <a:lnTo>
                  <a:pt x="24309" y="9818"/>
                </a:lnTo>
                <a:lnTo>
                  <a:pt x="24471" y="12235"/>
                </a:lnTo>
                <a:lnTo>
                  <a:pt x="24309" y="14652"/>
                </a:lnTo>
                <a:lnTo>
                  <a:pt x="22482" y="19064"/>
                </a:lnTo>
                <a:lnTo>
                  <a:pt x="20887" y="20887"/>
                </a:lnTo>
                <a:lnTo>
                  <a:pt x="19064" y="22482"/>
                </a:lnTo>
                <a:lnTo>
                  <a:pt x="14652" y="24309"/>
                </a:lnTo>
                <a:lnTo>
                  <a:pt x="12235" y="24471"/>
                </a:lnTo>
                <a:lnTo>
                  <a:pt x="9818" y="24309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169" name="Shape 1169"/>
          <p:cNvSpPr/>
          <p:nvPr/>
        </p:nvSpPr>
        <p:spPr>
          <a:xfrm>
            <a:off x="5844813" y="2013966"/>
            <a:ext cx="24619" cy="24619"/>
          </a:xfrm>
          <a:custGeom>
            <a:avLst/>
            <a:gdLst/>
            <a:ahLst/>
            <a:cxnLst/>
            <a:rect l="0" t="0" r="r" b="b"/>
            <a:pathLst>
              <a:path w="24619" h="24619">
                <a:moveTo>
                  <a:pt x="9877" y="24457"/>
                </a:moveTo>
                <a:lnTo>
                  <a:pt x="5439" y="22618"/>
                </a:lnTo>
                <a:lnTo>
                  <a:pt x="3605" y="21013"/>
                </a:lnTo>
                <a:lnTo>
                  <a:pt x="2000" y="19179"/>
                </a:lnTo>
                <a:lnTo>
                  <a:pt x="162" y="14741"/>
                </a:lnTo>
                <a:lnTo>
                  <a:pt x="0" y="12309"/>
                </a:lnTo>
                <a:lnTo>
                  <a:pt x="162" y="9877"/>
                </a:lnTo>
                <a:lnTo>
                  <a:pt x="2000" y="5439"/>
                </a:lnTo>
                <a:lnTo>
                  <a:pt x="3605" y="3605"/>
                </a:lnTo>
                <a:lnTo>
                  <a:pt x="5439" y="2000"/>
                </a:lnTo>
                <a:lnTo>
                  <a:pt x="9877" y="162"/>
                </a:lnTo>
                <a:lnTo>
                  <a:pt x="12309" y="0"/>
                </a:lnTo>
                <a:lnTo>
                  <a:pt x="14741" y="162"/>
                </a:lnTo>
                <a:lnTo>
                  <a:pt x="19179" y="2000"/>
                </a:lnTo>
                <a:lnTo>
                  <a:pt x="21013" y="3605"/>
                </a:lnTo>
                <a:lnTo>
                  <a:pt x="22618" y="5439"/>
                </a:lnTo>
                <a:lnTo>
                  <a:pt x="24457" y="9877"/>
                </a:lnTo>
                <a:lnTo>
                  <a:pt x="24619" y="12309"/>
                </a:lnTo>
                <a:lnTo>
                  <a:pt x="24457" y="14741"/>
                </a:lnTo>
                <a:lnTo>
                  <a:pt x="22618" y="19179"/>
                </a:lnTo>
                <a:lnTo>
                  <a:pt x="21013" y="21013"/>
                </a:lnTo>
                <a:lnTo>
                  <a:pt x="19179" y="22618"/>
                </a:lnTo>
                <a:lnTo>
                  <a:pt x="14741" y="24457"/>
                </a:lnTo>
                <a:lnTo>
                  <a:pt x="12309" y="24619"/>
                </a:lnTo>
                <a:lnTo>
                  <a:pt x="9877" y="24457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1170" name="Shape 1170"/>
          <p:cNvSpPr/>
          <p:nvPr/>
        </p:nvSpPr>
        <p:spPr>
          <a:xfrm>
            <a:off x="5880234" y="2020032"/>
            <a:ext cx="24763" cy="24763"/>
          </a:xfrm>
          <a:custGeom>
            <a:avLst/>
            <a:gdLst/>
            <a:ahLst/>
            <a:cxnLst/>
            <a:rect l="0" t="0" r="r" b="b"/>
            <a:pathLst>
              <a:path w="24763" h="24763">
                <a:moveTo>
                  <a:pt x="9935" y="24600"/>
                </a:moveTo>
                <a:lnTo>
                  <a:pt x="5471" y="22751"/>
                </a:lnTo>
                <a:lnTo>
                  <a:pt x="3626" y="21137"/>
                </a:lnTo>
                <a:lnTo>
                  <a:pt x="2012" y="19292"/>
                </a:lnTo>
                <a:lnTo>
                  <a:pt x="163" y="14827"/>
                </a:lnTo>
                <a:lnTo>
                  <a:pt x="0" y="12381"/>
                </a:lnTo>
                <a:lnTo>
                  <a:pt x="163" y="9935"/>
                </a:lnTo>
                <a:lnTo>
                  <a:pt x="2012" y="5471"/>
                </a:lnTo>
                <a:lnTo>
                  <a:pt x="3626" y="3626"/>
                </a:lnTo>
                <a:lnTo>
                  <a:pt x="5471" y="2012"/>
                </a:lnTo>
                <a:lnTo>
                  <a:pt x="9935" y="163"/>
                </a:lnTo>
                <a:lnTo>
                  <a:pt x="12381" y="0"/>
                </a:lnTo>
                <a:lnTo>
                  <a:pt x="14827" y="163"/>
                </a:lnTo>
                <a:lnTo>
                  <a:pt x="19292" y="2012"/>
                </a:lnTo>
                <a:lnTo>
                  <a:pt x="21137" y="3626"/>
                </a:lnTo>
                <a:lnTo>
                  <a:pt x="22751" y="5471"/>
                </a:lnTo>
                <a:lnTo>
                  <a:pt x="24600" y="9935"/>
                </a:lnTo>
                <a:lnTo>
                  <a:pt x="24763" y="12381"/>
                </a:lnTo>
                <a:lnTo>
                  <a:pt x="24600" y="14827"/>
                </a:lnTo>
                <a:lnTo>
                  <a:pt x="22751" y="19292"/>
                </a:lnTo>
                <a:lnTo>
                  <a:pt x="21137" y="21137"/>
                </a:lnTo>
                <a:lnTo>
                  <a:pt x="19292" y="22751"/>
                </a:lnTo>
                <a:lnTo>
                  <a:pt x="14827" y="24600"/>
                </a:lnTo>
                <a:lnTo>
                  <a:pt x="12381" y="24763"/>
                </a:lnTo>
                <a:lnTo>
                  <a:pt x="9935" y="24600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171" name="Shape 1171"/>
          <p:cNvSpPr/>
          <p:nvPr/>
        </p:nvSpPr>
        <p:spPr>
          <a:xfrm>
            <a:off x="5938975" y="2030109"/>
            <a:ext cx="24969" cy="24969"/>
          </a:xfrm>
          <a:custGeom>
            <a:avLst/>
            <a:gdLst/>
            <a:ahLst/>
            <a:cxnLst/>
            <a:rect l="0" t="0" r="r" b="b"/>
            <a:pathLst>
              <a:path w="24969" h="24969">
                <a:moveTo>
                  <a:pt x="10018" y="24804"/>
                </a:moveTo>
                <a:lnTo>
                  <a:pt x="5516" y="22940"/>
                </a:lnTo>
                <a:lnTo>
                  <a:pt x="3656" y="21312"/>
                </a:lnTo>
                <a:lnTo>
                  <a:pt x="2028" y="19452"/>
                </a:lnTo>
                <a:lnTo>
                  <a:pt x="164" y="14950"/>
                </a:lnTo>
                <a:lnTo>
                  <a:pt x="0" y="12484"/>
                </a:lnTo>
                <a:lnTo>
                  <a:pt x="164" y="10018"/>
                </a:lnTo>
                <a:lnTo>
                  <a:pt x="2028" y="5516"/>
                </a:lnTo>
                <a:lnTo>
                  <a:pt x="3656" y="3656"/>
                </a:lnTo>
                <a:lnTo>
                  <a:pt x="5516" y="2028"/>
                </a:lnTo>
                <a:lnTo>
                  <a:pt x="10018" y="164"/>
                </a:lnTo>
                <a:lnTo>
                  <a:pt x="12484" y="0"/>
                </a:lnTo>
                <a:lnTo>
                  <a:pt x="14950" y="164"/>
                </a:lnTo>
                <a:lnTo>
                  <a:pt x="19452" y="2028"/>
                </a:lnTo>
                <a:lnTo>
                  <a:pt x="21312" y="3656"/>
                </a:lnTo>
                <a:lnTo>
                  <a:pt x="22940" y="5516"/>
                </a:lnTo>
                <a:lnTo>
                  <a:pt x="24804" y="10018"/>
                </a:lnTo>
                <a:lnTo>
                  <a:pt x="24969" y="12484"/>
                </a:lnTo>
                <a:lnTo>
                  <a:pt x="24804" y="14950"/>
                </a:lnTo>
                <a:lnTo>
                  <a:pt x="22940" y="19452"/>
                </a:lnTo>
                <a:lnTo>
                  <a:pt x="21312" y="21312"/>
                </a:lnTo>
                <a:lnTo>
                  <a:pt x="19452" y="22940"/>
                </a:lnTo>
                <a:lnTo>
                  <a:pt x="14950" y="24804"/>
                </a:lnTo>
                <a:lnTo>
                  <a:pt x="12484" y="24969"/>
                </a:lnTo>
                <a:lnTo>
                  <a:pt x="10018" y="24804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1172" name="Shape 1172"/>
          <p:cNvSpPr/>
          <p:nvPr/>
        </p:nvSpPr>
        <p:spPr>
          <a:xfrm>
            <a:off x="6005672" y="2041580"/>
            <a:ext cx="25128" cy="25128"/>
          </a:xfrm>
          <a:custGeom>
            <a:avLst/>
            <a:gdLst/>
            <a:ahLst/>
            <a:cxnLst/>
            <a:rect l="0" t="0" r="r" b="b"/>
            <a:pathLst>
              <a:path w="25128" h="25128">
                <a:moveTo>
                  <a:pt x="10082" y="24963"/>
                </a:moveTo>
                <a:lnTo>
                  <a:pt x="5552" y="23086"/>
                </a:lnTo>
                <a:lnTo>
                  <a:pt x="3680" y="21448"/>
                </a:lnTo>
                <a:lnTo>
                  <a:pt x="2041" y="19576"/>
                </a:lnTo>
                <a:lnTo>
                  <a:pt x="165" y="15046"/>
                </a:lnTo>
                <a:lnTo>
                  <a:pt x="0" y="12564"/>
                </a:lnTo>
                <a:lnTo>
                  <a:pt x="165" y="10082"/>
                </a:lnTo>
                <a:lnTo>
                  <a:pt x="2041" y="5552"/>
                </a:lnTo>
                <a:lnTo>
                  <a:pt x="3680" y="3680"/>
                </a:lnTo>
                <a:lnTo>
                  <a:pt x="5552" y="2041"/>
                </a:lnTo>
                <a:lnTo>
                  <a:pt x="10082" y="165"/>
                </a:lnTo>
                <a:lnTo>
                  <a:pt x="12564" y="0"/>
                </a:lnTo>
                <a:lnTo>
                  <a:pt x="15046" y="165"/>
                </a:lnTo>
                <a:lnTo>
                  <a:pt x="19576" y="2041"/>
                </a:lnTo>
                <a:lnTo>
                  <a:pt x="21448" y="3680"/>
                </a:lnTo>
                <a:lnTo>
                  <a:pt x="23086" y="5552"/>
                </a:lnTo>
                <a:lnTo>
                  <a:pt x="24963" y="10082"/>
                </a:lnTo>
                <a:lnTo>
                  <a:pt x="25128" y="12564"/>
                </a:lnTo>
                <a:lnTo>
                  <a:pt x="24963" y="15046"/>
                </a:lnTo>
                <a:lnTo>
                  <a:pt x="23086" y="19576"/>
                </a:lnTo>
                <a:lnTo>
                  <a:pt x="21448" y="21448"/>
                </a:lnTo>
                <a:lnTo>
                  <a:pt x="19576" y="23086"/>
                </a:lnTo>
                <a:lnTo>
                  <a:pt x="15046" y="24963"/>
                </a:lnTo>
                <a:lnTo>
                  <a:pt x="12564" y="25128"/>
                </a:lnTo>
                <a:lnTo>
                  <a:pt x="10082" y="24963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1173" name="Shape 1173"/>
          <p:cNvSpPr/>
          <p:nvPr/>
        </p:nvSpPr>
        <p:spPr>
          <a:xfrm>
            <a:off x="6055416" y="2050176"/>
            <a:ext cx="25150" cy="25150"/>
          </a:xfrm>
          <a:custGeom>
            <a:avLst/>
            <a:gdLst/>
            <a:ahLst/>
            <a:cxnLst/>
            <a:rect l="0" t="0" r="r" b="b"/>
            <a:pathLst>
              <a:path w="25150" h="25150">
                <a:moveTo>
                  <a:pt x="10091" y="24985"/>
                </a:moveTo>
                <a:lnTo>
                  <a:pt x="5556" y="23107"/>
                </a:lnTo>
                <a:lnTo>
                  <a:pt x="3683" y="21467"/>
                </a:lnTo>
                <a:lnTo>
                  <a:pt x="2043" y="19593"/>
                </a:lnTo>
                <a:lnTo>
                  <a:pt x="165" y="15059"/>
                </a:lnTo>
                <a:lnTo>
                  <a:pt x="0" y="12575"/>
                </a:lnTo>
                <a:lnTo>
                  <a:pt x="165" y="10091"/>
                </a:lnTo>
                <a:lnTo>
                  <a:pt x="2043" y="5556"/>
                </a:lnTo>
                <a:lnTo>
                  <a:pt x="3683" y="3683"/>
                </a:lnTo>
                <a:lnTo>
                  <a:pt x="5556" y="2043"/>
                </a:lnTo>
                <a:lnTo>
                  <a:pt x="10091" y="165"/>
                </a:lnTo>
                <a:lnTo>
                  <a:pt x="12575" y="0"/>
                </a:lnTo>
                <a:lnTo>
                  <a:pt x="15059" y="165"/>
                </a:lnTo>
                <a:lnTo>
                  <a:pt x="19593" y="2043"/>
                </a:lnTo>
                <a:lnTo>
                  <a:pt x="21467" y="3683"/>
                </a:lnTo>
                <a:lnTo>
                  <a:pt x="23107" y="5556"/>
                </a:lnTo>
                <a:lnTo>
                  <a:pt x="24985" y="10091"/>
                </a:lnTo>
                <a:lnTo>
                  <a:pt x="25150" y="12575"/>
                </a:lnTo>
                <a:lnTo>
                  <a:pt x="24985" y="15059"/>
                </a:lnTo>
                <a:lnTo>
                  <a:pt x="23107" y="19593"/>
                </a:lnTo>
                <a:lnTo>
                  <a:pt x="21467" y="21467"/>
                </a:lnTo>
                <a:lnTo>
                  <a:pt x="19593" y="23107"/>
                </a:lnTo>
                <a:lnTo>
                  <a:pt x="15059" y="24985"/>
                </a:lnTo>
                <a:lnTo>
                  <a:pt x="12575" y="25150"/>
                </a:lnTo>
                <a:lnTo>
                  <a:pt x="10091" y="24985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1174" name="Shape 1174"/>
          <p:cNvSpPr/>
          <p:nvPr/>
        </p:nvSpPr>
        <p:spPr>
          <a:xfrm>
            <a:off x="6139560" y="2064785"/>
            <a:ext cx="25021" cy="25021"/>
          </a:xfrm>
          <a:custGeom>
            <a:avLst/>
            <a:gdLst/>
            <a:ahLst/>
            <a:cxnLst/>
            <a:rect l="0" t="0" r="r" b="b"/>
            <a:pathLst>
              <a:path w="25021" h="25021">
                <a:moveTo>
                  <a:pt x="10039" y="24857"/>
                </a:moveTo>
                <a:lnTo>
                  <a:pt x="5528" y="22988"/>
                </a:lnTo>
                <a:lnTo>
                  <a:pt x="3664" y="21357"/>
                </a:lnTo>
                <a:lnTo>
                  <a:pt x="2033" y="19493"/>
                </a:lnTo>
                <a:lnTo>
                  <a:pt x="164" y="14982"/>
                </a:lnTo>
                <a:lnTo>
                  <a:pt x="0" y="12510"/>
                </a:lnTo>
                <a:lnTo>
                  <a:pt x="164" y="10039"/>
                </a:lnTo>
                <a:lnTo>
                  <a:pt x="2033" y="5528"/>
                </a:lnTo>
                <a:lnTo>
                  <a:pt x="3664" y="3664"/>
                </a:lnTo>
                <a:lnTo>
                  <a:pt x="5528" y="2033"/>
                </a:lnTo>
                <a:lnTo>
                  <a:pt x="10039" y="164"/>
                </a:lnTo>
                <a:lnTo>
                  <a:pt x="12510" y="0"/>
                </a:lnTo>
                <a:lnTo>
                  <a:pt x="14982" y="164"/>
                </a:lnTo>
                <a:lnTo>
                  <a:pt x="19493" y="2033"/>
                </a:lnTo>
                <a:lnTo>
                  <a:pt x="21357" y="3664"/>
                </a:lnTo>
                <a:lnTo>
                  <a:pt x="22988" y="5528"/>
                </a:lnTo>
                <a:lnTo>
                  <a:pt x="24857" y="10039"/>
                </a:lnTo>
                <a:lnTo>
                  <a:pt x="25021" y="12510"/>
                </a:lnTo>
                <a:lnTo>
                  <a:pt x="24857" y="14982"/>
                </a:lnTo>
                <a:lnTo>
                  <a:pt x="22988" y="19493"/>
                </a:lnTo>
                <a:lnTo>
                  <a:pt x="21357" y="21357"/>
                </a:lnTo>
                <a:lnTo>
                  <a:pt x="19493" y="22988"/>
                </a:lnTo>
                <a:lnTo>
                  <a:pt x="14982" y="24857"/>
                </a:lnTo>
                <a:lnTo>
                  <a:pt x="12510" y="25021"/>
                </a:lnTo>
                <a:lnTo>
                  <a:pt x="10039" y="24857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1175" name="Shape 1175"/>
          <p:cNvSpPr/>
          <p:nvPr/>
        </p:nvSpPr>
        <p:spPr>
          <a:xfrm>
            <a:off x="6237557" y="2081817"/>
            <a:ext cx="24824" cy="24824"/>
          </a:xfrm>
          <a:custGeom>
            <a:avLst/>
            <a:gdLst/>
            <a:ahLst/>
            <a:cxnLst/>
            <a:rect l="0" t="0" r="r" b="b"/>
            <a:pathLst>
              <a:path w="24824" h="24824">
                <a:moveTo>
                  <a:pt x="9960" y="24661"/>
                </a:moveTo>
                <a:lnTo>
                  <a:pt x="5484" y="22807"/>
                </a:lnTo>
                <a:lnTo>
                  <a:pt x="3635" y="21189"/>
                </a:lnTo>
                <a:lnTo>
                  <a:pt x="2017" y="19339"/>
                </a:lnTo>
                <a:lnTo>
                  <a:pt x="163" y="14864"/>
                </a:lnTo>
                <a:lnTo>
                  <a:pt x="0" y="12412"/>
                </a:lnTo>
                <a:lnTo>
                  <a:pt x="163" y="9960"/>
                </a:lnTo>
                <a:lnTo>
                  <a:pt x="2017" y="5484"/>
                </a:lnTo>
                <a:lnTo>
                  <a:pt x="3635" y="3635"/>
                </a:lnTo>
                <a:lnTo>
                  <a:pt x="5484" y="2017"/>
                </a:lnTo>
                <a:lnTo>
                  <a:pt x="9960" y="163"/>
                </a:lnTo>
                <a:lnTo>
                  <a:pt x="12412" y="0"/>
                </a:lnTo>
                <a:lnTo>
                  <a:pt x="14864" y="163"/>
                </a:lnTo>
                <a:lnTo>
                  <a:pt x="19339" y="2017"/>
                </a:lnTo>
                <a:lnTo>
                  <a:pt x="21189" y="3635"/>
                </a:lnTo>
                <a:lnTo>
                  <a:pt x="22807" y="5484"/>
                </a:lnTo>
                <a:lnTo>
                  <a:pt x="24661" y="9960"/>
                </a:lnTo>
                <a:lnTo>
                  <a:pt x="24824" y="12412"/>
                </a:lnTo>
                <a:lnTo>
                  <a:pt x="24661" y="14864"/>
                </a:lnTo>
                <a:lnTo>
                  <a:pt x="22807" y="19339"/>
                </a:lnTo>
                <a:lnTo>
                  <a:pt x="21189" y="21189"/>
                </a:lnTo>
                <a:lnTo>
                  <a:pt x="19339" y="22807"/>
                </a:lnTo>
                <a:lnTo>
                  <a:pt x="14864" y="24661"/>
                </a:lnTo>
                <a:lnTo>
                  <a:pt x="12412" y="24824"/>
                </a:lnTo>
                <a:lnTo>
                  <a:pt x="9960" y="24661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176" name="Shape 1176"/>
          <p:cNvSpPr/>
          <p:nvPr/>
        </p:nvSpPr>
        <p:spPr>
          <a:xfrm>
            <a:off x="6311470" y="2093933"/>
            <a:ext cx="26445" cy="26445"/>
          </a:xfrm>
          <a:custGeom>
            <a:avLst/>
            <a:gdLst/>
            <a:ahLst/>
            <a:cxnLst/>
            <a:rect l="0" t="0" r="r" b="b"/>
            <a:pathLst>
              <a:path w="26445" h="26445">
                <a:moveTo>
                  <a:pt x="10610" y="26271"/>
                </a:moveTo>
                <a:lnTo>
                  <a:pt x="5843" y="24296"/>
                </a:lnTo>
                <a:lnTo>
                  <a:pt x="3872" y="22572"/>
                </a:lnTo>
                <a:lnTo>
                  <a:pt x="2148" y="20602"/>
                </a:lnTo>
                <a:lnTo>
                  <a:pt x="174" y="15835"/>
                </a:lnTo>
                <a:lnTo>
                  <a:pt x="0" y="13222"/>
                </a:lnTo>
                <a:lnTo>
                  <a:pt x="174" y="10610"/>
                </a:lnTo>
                <a:lnTo>
                  <a:pt x="2148" y="5843"/>
                </a:lnTo>
                <a:lnTo>
                  <a:pt x="3872" y="3872"/>
                </a:lnTo>
                <a:lnTo>
                  <a:pt x="5843" y="2148"/>
                </a:lnTo>
                <a:lnTo>
                  <a:pt x="10610" y="174"/>
                </a:lnTo>
                <a:lnTo>
                  <a:pt x="13222" y="0"/>
                </a:lnTo>
                <a:lnTo>
                  <a:pt x="15835" y="174"/>
                </a:lnTo>
                <a:lnTo>
                  <a:pt x="20602" y="2148"/>
                </a:lnTo>
                <a:lnTo>
                  <a:pt x="22572" y="3872"/>
                </a:lnTo>
                <a:lnTo>
                  <a:pt x="24296" y="5843"/>
                </a:lnTo>
                <a:lnTo>
                  <a:pt x="26271" y="10610"/>
                </a:lnTo>
                <a:lnTo>
                  <a:pt x="26445" y="13222"/>
                </a:lnTo>
                <a:lnTo>
                  <a:pt x="26271" y="15835"/>
                </a:lnTo>
                <a:lnTo>
                  <a:pt x="24296" y="20602"/>
                </a:lnTo>
                <a:lnTo>
                  <a:pt x="22572" y="22572"/>
                </a:lnTo>
                <a:lnTo>
                  <a:pt x="20602" y="24296"/>
                </a:lnTo>
                <a:lnTo>
                  <a:pt x="15835" y="26271"/>
                </a:lnTo>
                <a:lnTo>
                  <a:pt x="13222" y="26445"/>
                </a:lnTo>
                <a:lnTo>
                  <a:pt x="10610" y="26271"/>
                </a:lnTo>
                <a:close/>
              </a:path>
            </a:pathLst>
          </a:custGeom>
          <a:solidFill>
            <a:srgbClr val="71CA77"/>
          </a:solidFill>
          <a:ln>
            <a:noFill/>
          </a:ln>
        </p:spPr>
      </p:sp>
      <p:sp>
        <p:nvSpPr>
          <p:cNvPr id="1177" name="Shape 1177"/>
          <p:cNvSpPr/>
          <p:nvPr/>
        </p:nvSpPr>
        <p:spPr>
          <a:xfrm>
            <a:off x="5438827" y="1958487"/>
            <a:ext cx="22159" cy="22159"/>
          </a:xfrm>
          <a:custGeom>
            <a:avLst/>
            <a:gdLst/>
            <a:ahLst/>
            <a:cxnLst/>
            <a:rect l="0" t="0" r="r" b="b"/>
            <a:pathLst>
              <a:path w="22159" h="22159">
                <a:moveTo>
                  <a:pt x="8890" y="22013"/>
                </a:moveTo>
                <a:lnTo>
                  <a:pt x="4896" y="20358"/>
                </a:lnTo>
                <a:lnTo>
                  <a:pt x="3245" y="18914"/>
                </a:lnTo>
                <a:lnTo>
                  <a:pt x="1800" y="17263"/>
                </a:lnTo>
                <a:lnTo>
                  <a:pt x="145" y="13268"/>
                </a:lnTo>
                <a:lnTo>
                  <a:pt x="0" y="11079"/>
                </a:lnTo>
                <a:lnTo>
                  <a:pt x="145" y="8890"/>
                </a:lnTo>
                <a:lnTo>
                  <a:pt x="1800" y="4896"/>
                </a:lnTo>
                <a:lnTo>
                  <a:pt x="3245" y="3245"/>
                </a:lnTo>
                <a:lnTo>
                  <a:pt x="4896" y="1800"/>
                </a:lnTo>
                <a:lnTo>
                  <a:pt x="8890" y="145"/>
                </a:lnTo>
                <a:lnTo>
                  <a:pt x="11079" y="0"/>
                </a:lnTo>
                <a:lnTo>
                  <a:pt x="13268" y="145"/>
                </a:lnTo>
                <a:lnTo>
                  <a:pt x="17263" y="1800"/>
                </a:lnTo>
                <a:lnTo>
                  <a:pt x="18914" y="3245"/>
                </a:lnTo>
                <a:lnTo>
                  <a:pt x="20358" y="4896"/>
                </a:lnTo>
                <a:lnTo>
                  <a:pt x="22013" y="8890"/>
                </a:lnTo>
                <a:lnTo>
                  <a:pt x="22159" y="11079"/>
                </a:lnTo>
                <a:lnTo>
                  <a:pt x="22013" y="13268"/>
                </a:lnTo>
                <a:lnTo>
                  <a:pt x="20358" y="17263"/>
                </a:lnTo>
                <a:lnTo>
                  <a:pt x="18914" y="18914"/>
                </a:lnTo>
                <a:lnTo>
                  <a:pt x="17263" y="20358"/>
                </a:lnTo>
                <a:lnTo>
                  <a:pt x="13268" y="22013"/>
                </a:lnTo>
                <a:lnTo>
                  <a:pt x="11079" y="22159"/>
                </a:lnTo>
                <a:lnTo>
                  <a:pt x="8890" y="22013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178" name="Shape 1178"/>
          <p:cNvSpPr/>
          <p:nvPr/>
        </p:nvSpPr>
        <p:spPr>
          <a:xfrm>
            <a:off x="5457089" y="1962058"/>
            <a:ext cx="22412" cy="22412"/>
          </a:xfrm>
          <a:custGeom>
            <a:avLst/>
            <a:gdLst/>
            <a:ahLst/>
            <a:cxnLst/>
            <a:rect l="0" t="0" r="r" b="b"/>
            <a:pathLst>
              <a:path w="22412" h="22412">
                <a:moveTo>
                  <a:pt x="8992" y="22265"/>
                </a:moveTo>
                <a:lnTo>
                  <a:pt x="4952" y="20591"/>
                </a:lnTo>
                <a:lnTo>
                  <a:pt x="3282" y="19130"/>
                </a:lnTo>
                <a:lnTo>
                  <a:pt x="1821" y="17460"/>
                </a:lnTo>
                <a:lnTo>
                  <a:pt x="147" y="13420"/>
                </a:lnTo>
                <a:lnTo>
                  <a:pt x="0" y="11206"/>
                </a:lnTo>
                <a:lnTo>
                  <a:pt x="147" y="8992"/>
                </a:lnTo>
                <a:lnTo>
                  <a:pt x="1821" y="4952"/>
                </a:lnTo>
                <a:lnTo>
                  <a:pt x="3282" y="3282"/>
                </a:lnTo>
                <a:lnTo>
                  <a:pt x="4952" y="1821"/>
                </a:lnTo>
                <a:lnTo>
                  <a:pt x="8992" y="147"/>
                </a:lnTo>
                <a:lnTo>
                  <a:pt x="11206" y="0"/>
                </a:lnTo>
                <a:lnTo>
                  <a:pt x="13420" y="147"/>
                </a:lnTo>
                <a:lnTo>
                  <a:pt x="17460" y="1821"/>
                </a:lnTo>
                <a:lnTo>
                  <a:pt x="19130" y="3282"/>
                </a:lnTo>
                <a:lnTo>
                  <a:pt x="20591" y="4952"/>
                </a:lnTo>
                <a:lnTo>
                  <a:pt x="22265" y="8992"/>
                </a:lnTo>
                <a:lnTo>
                  <a:pt x="22412" y="11206"/>
                </a:lnTo>
                <a:lnTo>
                  <a:pt x="22265" y="13420"/>
                </a:lnTo>
                <a:lnTo>
                  <a:pt x="20591" y="17460"/>
                </a:lnTo>
                <a:lnTo>
                  <a:pt x="19130" y="19130"/>
                </a:lnTo>
                <a:lnTo>
                  <a:pt x="17460" y="20591"/>
                </a:lnTo>
                <a:lnTo>
                  <a:pt x="13420" y="22265"/>
                </a:lnTo>
                <a:lnTo>
                  <a:pt x="11206" y="22412"/>
                </a:lnTo>
                <a:lnTo>
                  <a:pt x="8992" y="22265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179" name="Shape 1179"/>
          <p:cNvSpPr/>
          <p:nvPr/>
        </p:nvSpPr>
        <p:spPr>
          <a:xfrm>
            <a:off x="5470053" y="1964598"/>
            <a:ext cx="22579" cy="22579"/>
          </a:xfrm>
          <a:custGeom>
            <a:avLst/>
            <a:gdLst/>
            <a:ahLst/>
            <a:cxnLst/>
            <a:rect l="0" t="0" r="r" b="b"/>
            <a:pathLst>
              <a:path w="22579" h="22579">
                <a:moveTo>
                  <a:pt x="9059" y="22431"/>
                </a:moveTo>
                <a:lnTo>
                  <a:pt x="4988" y="20744"/>
                </a:lnTo>
                <a:lnTo>
                  <a:pt x="3306" y="19273"/>
                </a:lnTo>
                <a:lnTo>
                  <a:pt x="1834" y="17590"/>
                </a:lnTo>
                <a:lnTo>
                  <a:pt x="148" y="13520"/>
                </a:lnTo>
                <a:lnTo>
                  <a:pt x="0" y="11289"/>
                </a:lnTo>
                <a:lnTo>
                  <a:pt x="148" y="9059"/>
                </a:lnTo>
                <a:lnTo>
                  <a:pt x="1834" y="4988"/>
                </a:lnTo>
                <a:lnTo>
                  <a:pt x="3306" y="3306"/>
                </a:lnTo>
                <a:lnTo>
                  <a:pt x="4988" y="1834"/>
                </a:lnTo>
                <a:lnTo>
                  <a:pt x="9059" y="148"/>
                </a:lnTo>
                <a:lnTo>
                  <a:pt x="11289" y="0"/>
                </a:lnTo>
                <a:lnTo>
                  <a:pt x="13520" y="148"/>
                </a:lnTo>
                <a:lnTo>
                  <a:pt x="17590" y="1834"/>
                </a:lnTo>
                <a:lnTo>
                  <a:pt x="19273" y="3306"/>
                </a:lnTo>
                <a:lnTo>
                  <a:pt x="20744" y="4988"/>
                </a:lnTo>
                <a:lnTo>
                  <a:pt x="22431" y="9059"/>
                </a:lnTo>
                <a:lnTo>
                  <a:pt x="22579" y="11289"/>
                </a:lnTo>
                <a:lnTo>
                  <a:pt x="22431" y="13520"/>
                </a:lnTo>
                <a:lnTo>
                  <a:pt x="20744" y="17590"/>
                </a:lnTo>
                <a:lnTo>
                  <a:pt x="19273" y="19273"/>
                </a:lnTo>
                <a:lnTo>
                  <a:pt x="17590" y="20744"/>
                </a:lnTo>
                <a:lnTo>
                  <a:pt x="13520" y="22431"/>
                </a:lnTo>
                <a:lnTo>
                  <a:pt x="11289" y="22579"/>
                </a:lnTo>
                <a:lnTo>
                  <a:pt x="9059" y="22431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180" name="Shape 1180"/>
          <p:cNvSpPr/>
          <p:nvPr/>
        </p:nvSpPr>
        <p:spPr>
          <a:xfrm>
            <a:off x="5483707" y="1967277"/>
            <a:ext cx="22745" cy="22745"/>
          </a:xfrm>
          <a:custGeom>
            <a:avLst/>
            <a:gdLst/>
            <a:ahLst/>
            <a:cxnLst/>
            <a:rect l="0" t="0" r="r" b="b"/>
            <a:pathLst>
              <a:path w="22745" h="22745">
                <a:moveTo>
                  <a:pt x="9126" y="22595"/>
                </a:moveTo>
                <a:lnTo>
                  <a:pt x="5025" y="20897"/>
                </a:lnTo>
                <a:lnTo>
                  <a:pt x="3330" y="19414"/>
                </a:lnTo>
                <a:lnTo>
                  <a:pt x="1848" y="17719"/>
                </a:lnTo>
                <a:lnTo>
                  <a:pt x="149" y="13619"/>
                </a:lnTo>
                <a:lnTo>
                  <a:pt x="0" y="11372"/>
                </a:lnTo>
                <a:lnTo>
                  <a:pt x="149" y="9126"/>
                </a:lnTo>
                <a:lnTo>
                  <a:pt x="1848" y="5025"/>
                </a:lnTo>
                <a:lnTo>
                  <a:pt x="3330" y="3330"/>
                </a:lnTo>
                <a:lnTo>
                  <a:pt x="5025" y="1848"/>
                </a:lnTo>
                <a:lnTo>
                  <a:pt x="9126" y="149"/>
                </a:lnTo>
                <a:lnTo>
                  <a:pt x="11372" y="0"/>
                </a:lnTo>
                <a:lnTo>
                  <a:pt x="13619" y="149"/>
                </a:lnTo>
                <a:lnTo>
                  <a:pt x="17719" y="1848"/>
                </a:lnTo>
                <a:lnTo>
                  <a:pt x="19414" y="3330"/>
                </a:lnTo>
                <a:lnTo>
                  <a:pt x="20897" y="5025"/>
                </a:lnTo>
                <a:lnTo>
                  <a:pt x="22595" y="9126"/>
                </a:lnTo>
                <a:lnTo>
                  <a:pt x="22745" y="11372"/>
                </a:lnTo>
                <a:lnTo>
                  <a:pt x="22595" y="13619"/>
                </a:lnTo>
                <a:lnTo>
                  <a:pt x="20897" y="17719"/>
                </a:lnTo>
                <a:lnTo>
                  <a:pt x="19414" y="19414"/>
                </a:lnTo>
                <a:lnTo>
                  <a:pt x="17719" y="20897"/>
                </a:lnTo>
                <a:lnTo>
                  <a:pt x="13619" y="22595"/>
                </a:lnTo>
                <a:lnTo>
                  <a:pt x="11372" y="22745"/>
                </a:lnTo>
                <a:lnTo>
                  <a:pt x="9126" y="22595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1181" name="Shape 1181"/>
          <p:cNvSpPr/>
          <p:nvPr/>
        </p:nvSpPr>
        <p:spPr>
          <a:xfrm>
            <a:off x="5505604" y="1971581"/>
            <a:ext cx="22991" cy="22991"/>
          </a:xfrm>
          <a:custGeom>
            <a:avLst/>
            <a:gdLst/>
            <a:ahLst/>
            <a:cxnLst/>
            <a:rect l="0" t="0" r="r" b="b"/>
            <a:pathLst>
              <a:path w="22991" h="22991">
                <a:moveTo>
                  <a:pt x="9224" y="22839"/>
                </a:moveTo>
                <a:lnTo>
                  <a:pt x="5079" y="21122"/>
                </a:lnTo>
                <a:lnTo>
                  <a:pt x="3366" y="19624"/>
                </a:lnTo>
                <a:lnTo>
                  <a:pt x="1868" y="17911"/>
                </a:lnTo>
                <a:lnTo>
                  <a:pt x="151" y="13766"/>
                </a:lnTo>
                <a:lnTo>
                  <a:pt x="0" y="11495"/>
                </a:lnTo>
                <a:lnTo>
                  <a:pt x="151" y="9224"/>
                </a:lnTo>
                <a:lnTo>
                  <a:pt x="1868" y="5079"/>
                </a:lnTo>
                <a:lnTo>
                  <a:pt x="3366" y="3366"/>
                </a:lnTo>
                <a:lnTo>
                  <a:pt x="5079" y="1868"/>
                </a:lnTo>
                <a:lnTo>
                  <a:pt x="9224" y="151"/>
                </a:lnTo>
                <a:lnTo>
                  <a:pt x="11495" y="0"/>
                </a:lnTo>
                <a:lnTo>
                  <a:pt x="13766" y="151"/>
                </a:lnTo>
                <a:lnTo>
                  <a:pt x="17911" y="1868"/>
                </a:lnTo>
                <a:lnTo>
                  <a:pt x="19624" y="3366"/>
                </a:lnTo>
                <a:lnTo>
                  <a:pt x="21122" y="5079"/>
                </a:lnTo>
                <a:lnTo>
                  <a:pt x="22839" y="9224"/>
                </a:lnTo>
                <a:lnTo>
                  <a:pt x="22991" y="11495"/>
                </a:lnTo>
                <a:lnTo>
                  <a:pt x="22839" y="13766"/>
                </a:lnTo>
                <a:lnTo>
                  <a:pt x="21122" y="17911"/>
                </a:lnTo>
                <a:lnTo>
                  <a:pt x="19624" y="19624"/>
                </a:lnTo>
                <a:lnTo>
                  <a:pt x="17911" y="21122"/>
                </a:lnTo>
                <a:lnTo>
                  <a:pt x="13766" y="22839"/>
                </a:lnTo>
                <a:lnTo>
                  <a:pt x="11495" y="22991"/>
                </a:lnTo>
                <a:lnTo>
                  <a:pt x="9224" y="22839"/>
                </a:lnTo>
                <a:close/>
              </a:path>
            </a:pathLst>
          </a:custGeom>
          <a:solidFill>
            <a:srgbClr val="85D486"/>
          </a:solidFill>
          <a:ln>
            <a:noFill/>
          </a:ln>
        </p:spPr>
      </p:sp>
      <p:sp>
        <p:nvSpPr>
          <p:cNvPr id="1182" name="Shape 1182"/>
          <p:cNvSpPr/>
          <p:nvPr/>
        </p:nvSpPr>
        <p:spPr>
          <a:xfrm>
            <a:off x="5529395" y="1976267"/>
            <a:ext cx="23235" cy="23235"/>
          </a:xfrm>
          <a:custGeom>
            <a:avLst/>
            <a:gdLst/>
            <a:ahLst/>
            <a:cxnLst/>
            <a:rect l="0" t="0" r="r" b="b"/>
            <a:pathLst>
              <a:path w="23235" h="23235">
                <a:moveTo>
                  <a:pt x="9322" y="23082"/>
                </a:moveTo>
                <a:lnTo>
                  <a:pt x="5133" y="21347"/>
                </a:lnTo>
                <a:lnTo>
                  <a:pt x="3402" y="19832"/>
                </a:lnTo>
                <a:lnTo>
                  <a:pt x="1888" y="18101"/>
                </a:lnTo>
                <a:lnTo>
                  <a:pt x="153" y="13912"/>
                </a:lnTo>
                <a:lnTo>
                  <a:pt x="0" y="11617"/>
                </a:lnTo>
                <a:lnTo>
                  <a:pt x="153" y="9322"/>
                </a:lnTo>
                <a:lnTo>
                  <a:pt x="1888" y="5133"/>
                </a:lnTo>
                <a:lnTo>
                  <a:pt x="3402" y="3402"/>
                </a:lnTo>
                <a:lnTo>
                  <a:pt x="5133" y="1888"/>
                </a:lnTo>
                <a:lnTo>
                  <a:pt x="9322" y="153"/>
                </a:lnTo>
                <a:lnTo>
                  <a:pt x="11617" y="0"/>
                </a:lnTo>
                <a:lnTo>
                  <a:pt x="13912" y="153"/>
                </a:lnTo>
                <a:lnTo>
                  <a:pt x="18101" y="1888"/>
                </a:lnTo>
                <a:lnTo>
                  <a:pt x="19832" y="3402"/>
                </a:lnTo>
                <a:lnTo>
                  <a:pt x="21347" y="5133"/>
                </a:lnTo>
                <a:lnTo>
                  <a:pt x="23082" y="9322"/>
                </a:lnTo>
                <a:lnTo>
                  <a:pt x="23235" y="11617"/>
                </a:lnTo>
                <a:lnTo>
                  <a:pt x="23082" y="13912"/>
                </a:lnTo>
                <a:lnTo>
                  <a:pt x="21347" y="18101"/>
                </a:lnTo>
                <a:lnTo>
                  <a:pt x="19832" y="19832"/>
                </a:lnTo>
                <a:lnTo>
                  <a:pt x="18101" y="21347"/>
                </a:lnTo>
                <a:lnTo>
                  <a:pt x="13912" y="23082"/>
                </a:lnTo>
                <a:lnTo>
                  <a:pt x="11617" y="23235"/>
                </a:lnTo>
                <a:lnTo>
                  <a:pt x="9322" y="2308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183" name="Shape 1183"/>
          <p:cNvSpPr/>
          <p:nvPr/>
        </p:nvSpPr>
        <p:spPr>
          <a:xfrm>
            <a:off x="5546433" y="1979628"/>
            <a:ext cx="23396" cy="23396"/>
          </a:xfrm>
          <a:custGeom>
            <a:avLst/>
            <a:gdLst/>
            <a:ahLst/>
            <a:cxnLst/>
            <a:rect l="0" t="0" r="r" b="b"/>
            <a:pathLst>
              <a:path w="23396" h="23396">
                <a:moveTo>
                  <a:pt x="9387" y="23242"/>
                </a:moveTo>
                <a:lnTo>
                  <a:pt x="5169" y="21495"/>
                </a:lnTo>
                <a:lnTo>
                  <a:pt x="3426" y="19970"/>
                </a:lnTo>
                <a:lnTo>
                  <a:pt x="1901" y="18227"/>
                </a:lnTo>
                <a:lnTo>
                  <a:pt x="154" y="14009"/>
                </a:lnTo>
                <a:lnTo>
                  <a:pt x="0" y="11698"/>
                </a:lnTo>
                <a:lnTo>
                  <a:pt x="154" y="9387"/>
                </a:lnTo>
                <a:lnTo>
                  <a:pt x="1901" y="5169"/>
                </a:lnTo>
                <a:lnTo>
                  <a:pt x="3426" y="3426"/>
                </a:lnTo>
                <a:lnTo>
                  <a:pt x="5169" y="1901"/>
                </a:lnTo>
                <a:lnTo>
                  <a:pt x="9387" y="154"/>
                </a:lnTo>
                <a:lnTo>
                  <a:pt x="11698" y="0"/>
                </a:lnTo>
                <a:lnTo>
                  <a:pt x="14009" y="154"/>
                </a:lnTo>
                <a:lnTo>
                  <a:pt x="18227" y="1901"/>
                </a:lnTo>
                <a:lnTo>
                  <a:pt x="19970" y="3426"/>
                </a:lnTo>
                <a:lnTo>
                  <a:pt x="21495" y="5169"/>
                </a:lnTo>
                <a:lnTo>
                  <a:pt x="23242" y="9387"/>
                </a:lnTo>
                <a:lnTo>
                  <a:pt x="23396" y="11698"/>
                </a:lnTo>
                <a:lnTo>
                  <a:pt x="23242" y="14009"/>
                </a:lnTo>
                <a:lnTo>
                  <a:pt x="21495" y="18227"/>
                </a:lnTo>
                <a:lnTo>
                  <a:pt x="19970" y="19970"/>
                </a:lnTo>
                <a:lnTo>
                  <a:pt x="18227" y="21495"/>
                </a:lnTo>
                <a:lnTo>
                  <a:pt x="14009" y="23242"/>
                </a:lnTo>
                <a:lnTo>
                  <a:pt x="11698" y="23396"/>
                </a:lnTo>
                <a:lnTo>
                  <a:pt x="9387" y="23242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1184" name="Shape 1184"/>
          <p:cNvSpPr/>
          <p:nvPr/>
        </p:nvSpPr>
        <p:spPr>
          <a:xfrm>
            <a:off x="5573972" y="1985070"/>
            <a:ext cx="23635" cy="23635"/>
          </a:xfrm>
          <a:custGeom>
            <a:avLst/>
            <a:gdLst/>
            <a:ahLst/>
            <a:cxnLst/>
            <a:rect l="0" t="0" r="r" b="b"/>
            <a:pathLst>
              <a:path w="23635" h="23635">
                <a:moveTo>
                  <a:pt x="9483" y="23480"/>
                </a:moveTo>
                <a:lnTo>
                  <a:pt x="5222" y="21715"/>
                </a:lnTo>
                <a:lnTo>
                  <a:pt x="3461" y="20174"/>
                </a:lnTo>
                <a:lnTo>
                  <a:pt x="1920" y="18413"/>
                </a:lnTo>
                <a:lnTo>
                  <a:pt x="155" y="14152"/>
                </a:lnTo>
                <a:lnTo>
                  <a:pt x="0" y="11817"/>
                </a:lnTo>
                <a:lnTo>
                  <a:pt x="155" y="9483"/>
                </a:lnTo>
                <a:lnTo>
                  <a:pt x="1920" y="5222"/>
                </a:lnTo>
                <a:lnTo>
                  <a:pt x="3461" y="3461"/>
                </a:lnTo>
                <a:lnTo>
                  <a:pt x="5222" y="1920"/>
                </a:lnTo>
                <a:lnTo>
                  <a:pt x="9483" y="155"/>
                </a:lnTo>
                <a:lnTo>
                  <a:pt x="11817" y="0"/>
                </a:lnTo>
                <a:lnTo>
                  <a:pt x="14152" y="155"/>
                </a:lnTo>
                <a:lnTo>
                  <a:pt x="18413" y="1920"/>
                </a:lnTo>
                <a:lnTo>
                  <a:pt x="20174" y="3461"/>
                </a:lnTo>
                <a:lnTo>
                  <a:pt x="21715" y="5222"/>
                </a:lnTo>
                <a:lnTo>
                  <a:pt x="23480" y="9483"/>
                </a:lnTo>
                <a:lnTo>
                  <a:pt x="23635" y="11817"/>
                </a:lnTo>
                <a:lnTo>
                  <a:pt x="23480" y="14152"/>
                </a:lnTo>
                <a:lnTo>
                  <a:pt x="21715" y="18413"/>
                </a:lnTo>
                <a:lnTo>
                  <a:pt x="20174" y="20174"/>
                </a:lnTo>
                <a:lnTo>
                  <a:pt x="18413" y="21715"/>
                </a:lnTo>
                <a:lnTo>
                  <a:pt x="14152" y="23480"/>
                </a:lnTo>
                <a:lnTo>
                  <a:pt x="11817" y="23635"/>
                </a:lnTo>
                <a:lnTo>
                  <a:pt x="9483" y="23480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1185" name="Shape 1185"/>
          <p:cNvSpPr/>
          <p:nvPr/>
        </p:nvSpPr>
        <p:spPr>
          <a:xfrm>
            <a:off x="5604199" y="1991052"/>
            <a:ext cx="23873" cy="23873"/>
          </a:xfrm>
          <a:custGeom>
            <a:avLst/>
            <a:gdLst/>
            <a:ahLst/>
            <a:cxnLst/>
            <a:rect l="0" t="0" r="r" b="b"/>
            <a:pathLst>
              <a:path w="23873" h="23873">
                <a:moveTo>
                  <a:pt x="9578" y="23715"/>
                </a:moveTo>
                <a:lnTo>
                  <a:pt x="5274" y="21933"/>
                </a:lnTo>
                <a:lnTo>
                  <a:pt x="3496" y="20376"/>
                </a:lnTo>
                <a:lnTo>
                  <a:pt x="1939" y="18598"/>
                </a:lnTo>
                <a:lnTo>
                  <a:pt x="157" y="14294"/>
                </a:lnTo>
                <a:lnTo>
                  <a:pt x="0" y="11936"/>
                </a:lnTo>
                <a:lnTo>
                  <a:pt x="157" y="9578"/>
                </a:lnTo>
                <a:lnTo>
                  <a:pt x="1939" y="5274"/>
                </a:lnTo>
                <a:lnTo>
                  <a:pt x="3496" y="3496"/>
                </a:lnTo>
                <a:lnTo>
                  <a:pt x="5274" y="1939"/>
                </a:lnTo>
                <a:lnTo>
                  <a:pt x="9578" y="157"/>
                </a:lnTo>
                <a:lnTo>
                  <a:pt x="11936" y="0"/>
                </a:lnTo>
                <a:lnTo>
                  <a:pt x="14294" y="157"/>
                </a:lnTo>
                <a:lnTo>
                  <a:pt x="18598" y="1939"/>
                </a:lnTo>
                <a:lnTo>
                  <a:pt x="20376" y="3496"/>
                </a:lnTo>
                <a:lnTo>
                  <a:pt x="21933" y="5274"/>
                </a:lnTo>
                <a:lnTo>
                  <a:pt x="23715" y="9578"/>
                </a:lnTo>
                <a:lnTo>
                  <a:pt x="23873" y="11936"/>
                </a:lnTo>
                <a:lnTo>
                  <a:pt x="23715" y="14294"/>
                </a:lnTo>
                <a:lnTo>
                  <a:pt x="21933" y="18598"/>
                </a:lnTo>
                <a:lnTo>
                  <a:pt x="20376" y="20376"/>
                </a:lnTo>
                <a:lnTo>
                  <a:pt x="18598" y="21933"/>
                </a:lnTo>
                <a:lnTo>
                  <a:pt x="14294" y="23715"/>
                </a:lnTo>
                <a:lnTo>
                  <a:pt x="11936" y="23873"/>
                </a:lnTo>
                <a:lnTo>
                  <a:pt x="9578" y="23715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186" name="Shape 1186"/>
          <p:cNvSpPr/>
          <p:nvPr/>
        </p:nvSpPr>
        <p:spPr>
          <a:xfrm>
            <a:off x="5626042" y="1995382"/>
            <a:ext cx="24029" cy="24029"/>
          </a:xfrm>
          <a:custGeom>
            <a:avLst/>
            <a:gdLst/>
            <a:ahLst/>
            <a:cxnLst/>
            <a:rect l="0" t="0" r="r" b="b"/>
            <a:pathLst>
              <a:path w="24029" h="24029">
                <a:moveTo>
                  <a:pt x="9641" y="23871"/>
                </a:moveTo>
                <a:lnTo>
                  <a:pt x="5309" y="22077"/>
                </a:lnTo>
                <a:lnTo>
                  <a:pt x="3519" y="20510"/>
                </a:lnTo>
                <a:lnTo>
                  <a:pt x="1952" y="18720"/>
                </a:lnTo>
                <a:lnTo>
                  <a:pt x="158" y="14388"/>
                </a:lnTo>
                <a:lnTo>
                  <a:pt x="0" y="12014"/>
                </a:lnTo>
                <a:lnTo>
                  <a:pt x="158" y="9641"/>
                </a:lnTo>
                <a:lnTo>
                  <a:pt x="1952" y="5309"/>
                </a:lnTo>
                <a:lnTo>
                  <a:pt x="3519" y="3519"/>
                </a:lnTo>
                <a:lnTo>
                  <a:pt x="5309" y="1952"/>
                </a:lnTo>
                <a:lnTo>
                  <a:pt x="9641" y="158"/>
                </a:lnTo>
                <a:lnTo>
                  <a:pt x="12014" y="0"/>
                </a:lnTo>
                <a:lnTo>
                  <a:pt x="14388" y="158"/>
                </a:lnTo>
                <a:lnTo>
                  <a:pt x="18720" y="1952"/>
                </a:lnTo>
                <a:lnTo>
                  <a:pt x="20510" y="3519"/>
                </a:lnTo>
                <a:lnTo>
                  <a:pt x="22077" y="5309"/>
                </a:lnTo>
                <a:lnTo>
                  <a:pt x="23871" y="9641"/>
                </a:lnTo>
                <a:lnTo>
                  <a:pt x="24029" y="12014"/>
                </a:lnTo>
                <a:lnTo>
                  <a:pt x="23871" y="14388"/>
                </a:lnTo>
                <a:lnTo>
                  <a:pt x="22077" y="18720"/>
                </a:lnTo>
                <a:lnTo>
                  <a:pt x="20510" y="20510"/>
                </a:lnTo>
                <a:lnTo>
                  <a:pt x="18720" y="22077"/>
                </a:lnTo>
                <a:lnTo>
                  <a:pt x="14388" y="23871"/>
                </a:lnTo>
                <a:lnTo>
                  <a:pt x="12014" y="24029"/>
                </a:lnTo>
                <a:lnTo>
                  <a:pt x="9641" y="23871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1187" name="Shape 1187"/>
          <p:cNvSpPr/>
          <p:nvPr/>
        </p:nvSpPr>
        <p:spPr>
          <a:xfrm>
            <a:off x="5661704" y="2002459"/>
            <a:ext cx="24262" cy="24262"/>
          </a:xfrm>
          <a:custGeom>
            <a:avLst/>
            <a:gdLst/>
            <a:ahLst/>
            <a:cxnLst/>
            <a:rect l="0" t="0" r="r" b="b"/>
            <a:pathLst>
              <a:path w="24262" h="24262">
                <a:moveTo>
                  <a:pt x="9734" y="24103"/>
                </a:moveTo>
                <a:lnTo>
                  <a:pt x="5360" y="22291"/>
                </a:lnTo>
                <a:lnTo>
                  <a:pt x="3553" y="20709"/>
                </a:lnTo>
                <a:lnTo>
                  <a:pt x="1971" y="18902"/>
                </a:lnTo>
                <a:lnTo>
                  <a:pt x="159" y="14527"/>
                </a:lnTo>
                <a:lnTo>
                  <a:pt x="0" y="12131"/>
                </a:lnTo>
                <a:lnTo>
                  <a:pt x="159" y="9734"/>
                </a:lnTo>
                <a:lnTo>
                  <a:pt x="1971" y="5360"/>
                </a:lnTo>
                <a:lnTo>
                  <a:pt x="3553" y="3553"/>
                </a:lnTo>
                <a:lnTo>
                  <a:pt x="5360" y="1971"/>
                </a:lnTo>
                <a:lnTo>
                  <a:pt x="9734" y="159"/>
                </a:lnTo>
                <a:lnTo>
                  <a:pt x="12131" y="0"/>
                </a:lnTo>
                <a:lnTo>
                  <a:pt x="14527" y="159"/>
                </a:lnTo>
                <a:lnTo>
                  <a:pt x="18902" y="1971"/>
                </a:lnTo>
                <a:lnTo>
                  <a:pt x="20709" y="3553"/>
                </a:lnTo>
                <a:lnTo>
                  <a:pt x="22291" y="5360"/>
                </a:lnTo>
                <a:lnTo>
                  <a:pt x="24103" y="9734"/>
                </a:lnTo>
                <a:lnTo>
                  <a:pt x="24262" y="12131"/>
                </a:lnTo>
                <a:lnTo>
                  <a:pt x="24103" y="14527"/>
                </a:lnTo>
                <a:lnTo>
                  <a:pt x="22291" y="18902"/>
                </a:lnTo>
                <a:lnTo>
                  <a:pt x="20709" y="20709"/>
                </a:lnTo>
                <a:lnTo>
                  <a:pt x="18902" y="22291"/>
                </a:lnTo>
                <a:lnTo>
                  <a:pt x="14527" y="24103"/>
                </a:lnTo>
                <a:lnTo>
                  <a:pt x="12131" y="24262"/>
                </a:lnTo>
                <a:lnTo>
                  <a:pt x="9734" y="24103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1188" name="Shape 1188"/>
          <p:cNvSpPr/>
          <p:nvPr/>
        </p:nvSpPr>
        <p:spPr>
          <a:xfrm>
            <a:off x="5701359" y="2010340"/>
            <a:ext cx="24493" cy="24493"/>
          </a:xfrm>
          <a:custGeom>
            <a:avLst/>
            <a:gdLst/>
            <a:ahLst/>
            <a:cxnLst/>
            <a:rect l="0" t="0" r="r" b="b"/>
            <a:pathLst>
              <a:path w="24493" h="24493">
                <a:moveTo>
                  <a:pt x="9827" y="24332"/>
                </a:moveTo>
                <a:lnTo>
                  <a:pt x="5411" y="22503"/>
                </a:lnTo>
                <a:lnTo>
                  <a:pt x="3587" y="20906"/>
                </a:lnTo>
                <a:lnTo>
                  <a:pt x="1990" y="19081"/>
                </a:lnTo>
                <a:lnTo>
                  <a:pt x="161" y="14666"/>
                </a:lnTo>
                <a:lnTo>
                  <a:pt x="0" y="12246"/>
                </a:lnTo>
                <a:lnTo>
                  <a:pt x="161" y="9827"/>
                </a:lnTo>
                <a:lnTo>
                  <a:pt x="1990" y="5411"/>
                </a:lnTo>
                <a:lnTo>
                  <a:pt x="3587" y="3587"/>
                </a:lnTo>
                <a:lnTo>
                  <a:pt x="5411" y="1990"/>
                </a:lnTo>
                <a:lnTo>
                  <a:pt x="9827" y="161"/>
                </a:lnTo>
                <a:lnTo>
                  <a:pt x="12246" y="0"/>
                </a:lnTo>
                <a:lnTo>
                  <a:pt x="14666" y="161"/>
                </a:lnTo>
                <a:lnTo>
                  <a:pt x="19081" y="1990"/>
                </a:lnTo>
                <a:lnTo>
                  <a:pt x="20906" y="3587"/>
                </a:lnTo>
                <a:lnTo>
                  <a:pt x="22503" y="5411"/>
                </a:lnTo>
                <a:lnTo>
                  <a:pt x="24332" y="9827"/>
                </a:lnTo>
                <a:lnTo>
                  <a:pt x="24493" y="12246"/>
                </a:lnTo>
                <a:lnTo>
                  <a:pt x="24332" y="14666"/>
                </a:lnTo>
                <a:lnTo>
                  <a:pt x="22503" y="19081"/>
                </a:lnTo>
                <a:lnTo>
                  <a:pt x="20906" y="20906"/>
                </a:lnTo>
                <a:lnTo>
                  <a:pt x="19081" y="22503"/>
                </a:lnTo>
                <a:lnTo>
                  <a:pt x="14666" y="24332"/>
                </a:lnTo>
                <a:lnTo>
                  <a:pt x="12246" y="24493"/>
                </a:lnTo>
                <a:lnTo>
                  <a:pt x="9827" y="24332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189" name="Shape 1189"/>
          <p:cNvSpPr/>
          <p:nvPr/>
        </p:nvSpPr>
        <p:spPr>
          <a:xfrm>
            <a:off x="5730356" y="2016108"/>
            <a:ext cx="24646" cy="24646"/>
          </a:xfrm>
          <a:custGeom>
            <a:avLst/>
            <a:gdLst/>
            <a:ahLst/>
            <a:cxnLst/>
            <a:rect l="0" t="0" r="r" b="b"/>
            <a:pathLst>
              <a:path w="24646" h="24646">
                <a:moveTo>
                  <a:pt x="9888" y="24483"/>
                </a:moveTo>
                <a:lnTo>
                  <a:pt x="5445" y="22643"/>
                </a:lnTo>
                <a:lnTo>
                  <a:pt x="3609" y="21036"/>
                </a:lnTo>
                <a:lnTo>
                  <a:pt x="2002" y="19200"/>
                </a:lnTo>
                <a:lnTo>
                  <a:pt x="162" y="14757"/>
                </a:lnTo>
                <a:lnTo>
                  <a:pt x="0" y="12323"/>
                </a:lnTo>
                <a:lnTo>
                  <a:pt x="162" y="9888"/>
                </a:lnTo>
                <a:lnTo>
                  <a:pt x="2002" y="5445"/>
                </a:lnTo>
                <a:lnTo>
                  <a:pt x="3609" y="3609"/>
                </a:lnTo>
                <a:lnTo>
                  <a:pt x="5445" y="2002"/>
                </a:lnTo>
                <a:lnTo>
                  <a:pt x="9888" y="162"/>
                </a:lnTo>
                <a:lnTo>
                  <a:pt x="12323" y="0"/>
                </a:lnTo>
                <a:lnTo>
                  <a:pt x="14757" y="162"/>
                </a:lnTo>
                <a:lnTo>
                  <a:pt x="19200" y="2002"/>
                </a:lnTo>
                <a:lnTo>
                  <a:pt x="21036" y="3609"/>
                </a:lnTo>
                <a:lnTo>
                  <a:pt x="22643" y="5445"/>
                </a:lnTo>
                <a:lnTo>
                  <a:pt x="24483" y="9888"/>
                </a:lnTo>
                <a:lnTo>
                  <a:pt x="24646" y="12323"/>
                </a:lnTo>
                <a:lnTo>
                  <a:pt x="24483" y="14757"/>
                </a:lnTo>
                <a:lnTo>
                  <a:pt x="22643" y="19200"/>
                </a:lnTo>
                <a:lnTo>
                  <a:pt x="21036" y="21036"/>
                </a:lnTo>
                <a:lnTo>
                  <a:pt x="19200" y="22643"/>
                </a:lnTo>
                <a:lnTo>
                  <a:pt x="14757" y="24483"/>
                </a:lnTo>
                <a:lnTo>
                  <a:pt x="12323" y="24646"/>
                </a:lnTo>
                <a:lnTo>
                  <a:pt x="9888" y="24483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1190" name="Shape 1190"/>
          <p:cNvSpPr/>
          <p:nvPr/>
        </p:nvSpPr>
        <p:spPr>
          <a:xfrm>
            <a:off x="5761690" y="2022348"/>
            <a:ext cx="24797" cy="24797"/>
          </a:xfrm>
          <a:custGeom>
            <a:avLst/>
            <a:gdLst/>
            <a:ahLst/>
            <a:cxnLst/>
            <a:rect l="0" t="0" r="r" b="b"/>
            <a:pathLst>
              <a:path w="24797" h="24797">
                <a:moveTo>
                  <a:pt x="9949" y="24634"/>
                </a:moveTo>
                <a:lnTo>
                  <a:pt x="5478" y="22782"/>
                </a:lnTo>
                <a:lnTo>
                  <a:pt x="3631" y="21166"/>
                </a:lnTo>
                <a:lnTo>
                  <a:pt x="2015" y="19318"/>
                </a:lnTo>
                <a:lnTo>
                  <a:pt x="163" y="14848"/>
                </a:lnTo>
                <a:lnTo>
                  <a:pt x="0" y="12398"/>
                </a:lnTo>
                <a:lnTo>
                  <a:pt x="163" y="9949"/>
                </a:lnTo>
                <a:lnTo>
                  <a:pt x="2015" y="5478"/>
                </a:lnTo>
                <a:lnTo>
                  <a:pt x="3631" y="3631"/>
                </a:lnTo>
                <a:lnTo>
                  <a:pt x="5478" y="2015"/>
                </a:lnTo>
                <a:lnTo>
                  <a:pt x="9949" y="163"/>
                </a:lnTo>
                <a:lnTo>
                  <a:pt x="12398" y="0"/>
                </a:lnTo>
                <a:lnTo>
                  <a:pt x="14848" y="163"/>
                </a:lnTo>
                <a:lnTo>
                  <a:pt x="19318" y="2015"/>
                </a:lnTo>
                <a:lnTo>
                  <a:pt x="21166" y="3631"/>
                </a:lnTo>
                <a:lnTo>
                  <a:pt x="22782" y="5478"/>
                </a:lnTo>
                <a:lnTo>
                  <a:pt x="24634" y="9949"/>
                </a:lnTo>
                <a:lnTo>
                  <a:pt x="24797" y="12398"/>
                </a:lnTo>
                <a:lnTo>
                  <a:pt x="24634" y="14848"/>
                </a:lnTo>
                <a:lnTo>
                  <a:pt x="22782" y="19318"/>
                </a:lnTo>
                <a:lnTo>
                  <a:pt x="21166" y="21166"/>
                </a:lnTo>
                <a:lnTo>
                  <a:pt x="19318" y="22782"/>
                </a:lnTo>
                <a:lnTo>
                  <a:pt x="14848" y="24634"/>
                </a:lnTo>
                <a:lnTo>
                  <a:pt x="12398" y="24797"/>
                </a:lnTo>
                <a:lnTo>
                  <a:pt x="9949" y="2463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191" name="Shape 1191"/>
          <p:cNvSpPr/>
          <p:nvPr/>
        </p:nvSpPr>
        <p:spPr>
          <a:xfrm>
            <a:off x="5813727" y="2032722"/>
            <a:ext cx="25021" cy="25021"/>
          </a:xfrm>
          <a:custGeom>
            <a:avLst/>
            <a:gdLst/>
            <a:ahLst/>
            <a:cxnLst/>
            <a:rect l="0" t="0" r="r" b="b"/>
            <a:pathLst>
              <a:path w="25021" h="25021">
                <a:moveTo>
                  <a:pt x="10039" y="24856"/>
                </a:moveTo>
                <a:lnTo>
                  <a:pt x="5528" y="22988"/>
                </a:lnTo>
                <a:lnTo>
                  <a:pt x="3664" y="21357"/>
                </a:lnTo>
                <a:lnTo>
                  <a:pt x="2033" y="19493"/>
                </a:lnTo>
                <a:lnTo>
                  <a:pt x="164" y="14982"/>
                </a:lnTo>
                <a:lnTo>
                  <a:pt x="0" y="12510"/>
                </a:lnTo>
                <a:lnTo>
                  <a:pt x="164" y="10039"/>
                </a:lnTo>
                <a:lnTo>
                  <a:pt x="2033" y="5528"/>
                </a:lnTo>
                <a:lnTo>
                  <a:pt x="3664" y="3664"/>
                </a:lnTo>
                <a:lnTo>
                  <a:pt x="5528" y="2033"/>
                </a:lnTo>
                <a:lnTo>
                  <a:pt x="10039" y="164"/>
                </a:lnTo>
                <a:lnTo>
                  <a:pt x="12510" y="0"/>
                </a:lnTo>
                <a:lnTo>
                  <a:pt x="14982" y="164"/>
                </a:lnTo>
                <a:lnTo>
                  <a:pt x="19493" y="2033"/>
                </a:lnTo>
                <a:lnTo>
                  <a:pt x="21357" y="3664"/>
                </a:lnTo>
                <a:lnTo>
                  <a:pt x="22988" y="5528"/>
                </a:lnTo>
                <a:lnTo>
                  <a:pt x="24856" y="10039"/>
                </a:lnTo>
                <a:lnTo>
                  <a:pt x="25021" y="12510"/>
                </a:lnTo>
                <a:lnTo>
                  <a:pt x="24856" y="14982"/>
                </a:lnTo>
                <a:lnTo>
                  <a:pt x="22988" y="19493"/>
                </a:lnTo>
                <a:lnTo>
                  <a:pt x="21357" y="21357"/>
                </a:lnTo>
                <a:lnTo>
                  <a:pt x="19493" y="22988"/>
                </a:lnTo>
                <a:lnTo>
                  <a:pt x="14982" y="24856"/>
                </a:lnTo>
                <a:lnTo>
                  <a:pt x="12510" y="25021"/>
                </a:lnTo>
                <a:lnTo>
                  <a:pt x="10039" y="24856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1192" name="Shape 1192"/>
          <p:cNvSpPr/>
          <p:nvPr/>
        </p:nvSpPr>
        <p:spPr>
          <a:xfrm>
            <a:off x="5872915" y="2044536"/>
            <a:ext cx="25238" cy="25238"/>
          </a:xfrm>
          <a:custGeom>
            <a:avLst/>
            <a:gdLst/>
            <a:ahLst/>
            <a:cxnLst/>
            <a:rect l="0" t="0" r="r" b="b"/>
            <a:pathLst>
              <a:path w="25238" h="25238">
                <a:moveTo>
                  <a:pt x="10126" y="25071"/>
                </a:moveTo>
                <a:lnTo>
                  <a:pt x="5576" y="23187"/>
                </a:lnTo>
                <a:lnTo>
                  <a:pt x="3696" y="21542"/>
                </a:lnTo>
                <a:lnTo>
                  <a:pt x="2050" y="19661"/>
                </a:lnTo>
                <a:lnTo>
                  <a:pt x="166" y="15111"/>
                </a:lnTo>
                <a:lnTo>
                  <a:pt x="0" y="12619"/>
                </a:lnTo>
                <a:lnTo>
                  <a:pt x="166" y="10126"/>
                </a:lnTo>
                <a:lnTo>
                  <a:pt x="2050" y="5576"/>
                </a:lnTo>
                <a:lnTo>
                  <a:pt x="3696" y="3696"/>
                </a:lnTo>
                <a:lnTo>
                  <a:pt x="5576" y="2050"/>
                </a:lnTo>
                <a:lnTo>
                  <a:pt x="10126" y="166"/>
                </a:lnTo>
                <a:lnTo>
                  <a:pt x="12619" y="0"/>
                </a:lnTo>
                <a:lnTo>
                  <a:pt x="15111" y="166"/>
                </a:lnTo>
                <a:lnTo>
                  <a:pt x="19661" y="2050"/>
                </a:lnTo>
                <a:lnTo>
                  <a:pt x="21542" y="3696"/>
                </a:lnTo>
                <a:lnTo>
                  <a:pt x="23187" y="5576"/>
                </a:lnTo>
                <a:lnTo>
                  <a:pt x="25071" y="10126"/>
                </a:lnTo>
                <a:lnTo>
                  <a:pt x="25238" y="12619"/>
                </a:lnTo>
                <a:lnTo>
                  <a:pt x="25071" y="15111"/>
                </a:lnTo>
                <a:lnTo>
                  <a:pt x="23187" y="19661"/>
                </a:lnTo>
                <a:lnTo>
                  <a:pt x="21542" y="21542"/>
                </a:lnTo>
                <a:lnTo>
                  <a:pt x="19661" y="23187"/>
                </a:lnTo>
                <a:lnTo>
                  <a:pt x="15111" y="25071"/>
                </a:lnTo>
                <a:lnTo>
                  <a:pt x="12619" y="25238"/>
                </a:lnTo>
                <a:lnTo>
                  <a:pt x="10126" y="25071"/>
                </a:lnTo>
                <a:close/>
              </a:path>
            </a:pathLst>
          </a:custGeom>
          <a:solidFill>
            <a:srgbClr val="78CE7D"/>
          </a:solidFill>
          <a:ln>
            <a:noFill/>
          </a:ln>
        </p:spPr>
      </p:sp>
      <p:sp>
        <p:nvSpPr>
          <p:cNvPr id="1193" name="Shape 1193"/>
          <p:cNvSpPr/>
          <p:nvPr/>
        </p:nvSpPr>
        <p:spPr>
          <a:xfrm>
            <a:off x="5917151" y="2053409"/>
            <a:ext cx="25289" cy="25289"/>
          </a:xfrm>
          <a:custGeom>
            <a:avLst/>
            <a:gdLst/>
            <a:ahLst/>
            <a:cxnLst/>
            <a:rect l="0" t="0" r="r" b="b"/>
            <a:pathLst>
              <a:path w="25289" h="25289">
                <a:moveTo>
                  <a:pt x="10146" y="25122"/>
                </a:moveTo>
                <a:lnTo>
                  <a:pt x="5587" y="23234"/>
                </a:lnTo>
                <a:lnTo>
                  <a:pt x="3703" y="21585"/>
                </a:lnTo>
                <a:lnTo>
                  <a:pt x="2054" y="19701"/>
                </a:lnTo>
                <a:lnTo>
                  <a:pt x="166" y="15142"/>
                </a:lnTo>
                <a:lnTo>
                  <a:pt x="0" y="12644"/>
                </a:lnTo>
                <a:lnTo>
                  <a:pt x="166" y="10146"/>
                </a:lnTo>
                <a:lnTo>
                  <a:pt x="2054" y="5587"/>
                </a:lnTo>
                <a:lnTo>
                  <a:pt x="3703" y="3703"/>
                </a:lnTo>
                <a:lnTo>
                  <a:pt x="5587" y="2054"/>
                </a:lnTo>
                <a:lnTo>
                  <a:pt x="10146" y="166"/>
                </a:lnTo>
                <a:lnTo>
                  <a:pt x="12644" y="0"/>
                </a:lnTo>
                <a:lnTo>
                  <a:pt x="15142" y="166"/>
                </a:lnTo>
                <a:lnTo>
                  <a:pt x="19701" y="2054"/>
                </a:lnTo>
                <a:lnTo>
                  <a:pt x="21585" y="3703"/>
                </a:lnTo>
                <a:lnTo>
                  <a:pt x="23234" y="5587"/>
                </a:lnTo>
                <a:lnTo>
                  <a:pt x="25122" y="10146"/>
                </a:lnTo>
                <a:lnTo>
                  <a:pt x="25289" y="12644"/>
                </a:lnTo>
                <a:lnTo>
                  <a:pt x="25122" y="15142"/>
                </a:lnTo>
                <a:lnTo>
                  <a:pt x="23234" y="19701"/>
                </a:lnTo>
                <a:lnTo>
                  <a:pt x="21585" y="21585"/>
                </a:lnTo>
                <a:lnTo>
                  <a:pt x="19701" y="23234"/>
                </a:lnTo>
                <a:lnTo>
                  <a:pt x="15142" y="25122"/>
                </a:lnTo>
                <a:lnTo>
                  <a:pt x="12644" y="25289"/>
                </a:lnTo>
                <a:lnTo>
                  <a:pt x="10146" y="25122"/>
                </a:lnTo>
                <a:close/>
              </a:path>
            </a:pathLst>
          </a:custGeom>
          <a:solidFill>
            <a:srgbClr val="78CD7C"/>
          </a:solidFill>
          <a:ln>
            <a:noFill/>
          </a:ln>
        </p:spPr>
      </p:sp>
      <p:sp>
        <p:nvSpPr>
          <p:cNvPr id="1194" name="Shape 1194"/>
          <p:cNvSpPr/>
          <p:nvPr/>
        </p:nvSpPr>
        <p:spPr>
          <a:xfrm>
            <a:off x="5992204" y="2068581"/>
            <a:ext cx="25084" cy="25084"/>
          </a:xfrm>
          <a:custGeom>
            <a:avLst/>
            <a:gdLst/>
            <a:ahLst/>
            <a:cxnLst/>
            <a:rect l="0" t="0" r="r" b="b"/>
            <a:pathLst>
              <a:path w="25084" h="25084">
                <a:moveTo>
                  <a:pt x="10064" y="24919"/>
                </a:moveTo>
                <a:lnTo>
                  <a:pt x="5542" y="23046"/>
                </a:lnTo>
                <a:lnTo>
                  <a:pt x="3673" y="21411"/>
                </a:lnTo>
                <a:lnTo>
                  <a:pt x="2038" y="19542"/>
                </a:lnTo>
                <a:lnTo>
                  <a:pt x="165" y="15020"/>
                </a:lnTo>
                <a:lnTo>
                  <a:pt x="0" y="12542"/>
                </a:lnTo>
                <a:lnTo>
                  <a:pt x="165" y="10064"/>
                </a:lnTo>
                <a:lnTo>
                  <a:pt x="2038" y="5542"/>
                </a:lnTo>
                <a:lnTo>
                  <a:pt x="3673" y="3673"/>
                </a:lnTo>
                <a:lnTo>
                  <a:pt x="5542" y="2038"/>
                </a:lnTo>
                <a:lnTo>
                  <a:pt x="10064" y="165"/>
                </a:lnTo>
                <a:lnTo>
                  <a:pt x="12542" y="0"/>
                </a:lnTo>
                <a:lnTo>
                  <a:pt x="15020" y="165"/>
                </a:lnTo>
                <a:lnTo>
                  <a:pt x="19542" y="2038"/>
                </a:lnTo>
                <a:lnTo>
                  <a:pt x="21411" y="3673"/>
                </a:lnTo>
                <a:lnTo>
                  <a:pt x="23046" y="5542"/>
                </a:lnTo>
                <a:lnTo>
                  <a:pt x="24919" y="10064"/>
                </a:lnTo>
                <a:lnTo>
                  <a:pt x="25084" y="12542"/>
                </a:lnTo>
                <a:lnTo>
                  <a:pt x="24919" y="15020"/>
                </a:lnTo>
                <a:lnTo>
                  <a:pt x="23046" y="19542"/>
                </a:lnTo>
                <a:lnTo>
                  <a:pt x="21411" y="21411"/>
                </a:lnTo>
                <a:lnTo>
                  <a:pt x="19542" y="23046"/>
                </a:lnTo>
                <a:lnTo>
                  <a:pt x="15020" y="24919"/>
                </a:lnTo>
                <a:lnTo>
                  <a:pt x="12542" y="25084"/>
                </a:lnTo>
                <a:lnTo>
                  <a:pt x="10064" y="24919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1195" name="Shape 1195"/>
          <p:cNvSpPr/>
          <p:nvPr/>
        </p:nvSpPr>
        <p:spPr>
          <a:xfrm>
            <a:off x="6079835" y="2086289"/>
            <a:ext cx="24862" cy="24862"/>
          </a:xfrm>
          <a:custGeom>
            <a:avLst/>
            <a:gdLst/>
            <a:ahLst/>
            <a:cxnLst/>
            <a:rect l="0" t="0" r="r" b="b"/>
            <a:pathLst>
              <a:path w="24862" h="24862">
                <a:moveTo>
                  <a:pt x="9975" y="24698"/>
                </a:moveTo>
                <a:lnTo>
                  <a:pt x="5493" y="22842"/>
                </a:lnTo>
                <a:lnTo>
                  <a:pt x="3641" y="21221"/>
                </a:lnTo>
                <a:lnTo>
                  <a:pt x="2020" y="19369"/>
                </a:lnTo>
                <a:lnTo>
                  <a:pt x="163" y="14886"/>
                </a:lnTo>
                <a:lnTo>
                  <a:pt x="0" y="12431"/>
                </a:lnTo>
                <a:lnTo>
                  <a:pt x="163" y="9975"/>
                </a:lnTo>
                <a:lnTo>
                  <a:pt x="2020" y="5493"/>
                </a:lnTo>
                <a:lnTo>
                  <a:pt x="3641" y="3641"/>
                </a:lnTo>
                <a:lnTo>
                  <a:pt x="5493" y="2020"/>
                </a:lnTo>
                <a:lnTo>
                  <a:pt x="9975" y="163"/>
                </a:lnTo>
                <a:lnTo>
                  <a:pt x="12431" y="0"/>
                </a:lnTo>
                <a:lnTo>
                  <a:pt x="14886" y="163"/>
                </a:lnTo>
                <a:lnTo>
                  <a:pt x="19369" y="2020"/>
                </a:lnTo>
                <a:lnTo>
                  <a:pt x="21221" y="3641"/>
                </a:lnTo>
                <a:lnTo>
                  <a:pt x="22842" y="5493"/>
                </a:lnTo>
                <a:lnTo>
                  <a:pt x="24698" y="9975"/>
                </a:lnTo>
                <a:lnTo>
                  <a:pt x="24862" y="12431"/>
                </a:lnTo>
                <a:lnTo>
                  <a:pt x="24698" y="14886"/>
                </a:lnTo>
                <a:lnTo>
                  <a:pt x="22842" y="19369"/>
                </a:lnTo>
                <a:lnTo>
                  <a:pt x="21221" y="21221"/>
                </a:lnTo>
                <a:lnTo>
                  <a:pt x="19369" y="22842"/>
                </a:lnTo>
                <a:lnTo>
                  <a:pt x="14886" y="24698"/>
                </a:lnTo>
                <a:lnTo>
                  <a:pt x="12431" y="24862"/>
                </a:lnTo>
                <a:lnTo>
                  <a:pt x="9975" y="24698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1196" name="Shape 1196"/>
          <p:cNvSpPr/>
          <p:nvPr/>
        </p:nvSpPr>
        <p:spPr>
          <a:xfrm>
            <a:off x="6146892" y="2099832"/>
            <a:ext cx="24711" cy="24711"/>
          </a:xfrm>
          <a:custGeom>
            <a:avLst/>
            <a:gdLst/>
            <a:ahLst/>
            <a:cxnLst/>
            <a:rect l="0" t="0" r="r" b="b"/>
            <a:pathLst>
              <a:path w="24711" h="24711">
                <a:moveTo>
                  <a:pt x="9914" y="24548"/>
                </a:moveTo>
                <a:lnTo>
                  <a:pt x="5459" y="22703"/>
                </a:lnTo>
                <a:lnTo>
                  <a:pt x="3618" y="21092"/>
                </a:lnTo>
                <a:lnTo>
                  <a:pt x="2008" y="19251"/>
                </a:lnTo>
                <a:lnTo>
                  <a:pt x="162" y="14796"/>
                </a:lnTo>
                <a:lnTo>
                  <a:pt x="0" y="12355"/>
                </a:lnTo>
                <a:lnTo>
                  <a:pt x="162" y="9914"/>
                </a:lnTo>
                <a:lnTo>
                  <a:pt x="2008" y="5459"/>
                </a:lnTo>
                <a:lnTo>
                  <a:pt x="3618" y="3618"/>
                </a:lnTo>
                <a:lnTo>
                  <a:pt x="5459" y="2008"/>
                </a:lnTo>
                <a:lnTo>
                  <a:pt x="9914" y="162"/>
                </a:lnTo>
                <a:lnTo>
                  <a:pt x="12355" y="0"/>
                </a:lnTo>
                <a:lnTo>
                  <a:pt x="14796" y="162"/>
                </a:lnTo>
                <a:lnTo>
                  <a:pt x="19251" y="2008"/>
                </a:lnTo>
                <a:lnTo>
                  <a:pt x="21092" y="3618"/>
                </a:lnTo>
                <a:lnTo>
                  <a:pt x="22703" y="5459"/>
                </a:lnTo>
                <a:lnTo>
                  <a:pt x="24548" y="9914"/>
                </a:lnTo>
                <a:lnTo>
                  <a:pt x="24711" y="12355"/>
                </a:lnTo>
                <a:lnTo>
                  <a:pt x="24548" y="14796"/>
                </a:lnTo>
                <a:lnTo>
                  <a:pt x="22703" y="19251"/>
                </a:lnTo>
                <a:lnTo>
                  <a:pt x="21092" y="21092"/>
                </a:lnTo>
                <a:lnTo>
                  <a:pt x="19251" y="22703"/>
                </a:lnTo>
                <a:lnTo>
                  <a:pt x="14796" y="24548"/>
                </a:lnTo>
                <a:lnTo>
                  <a:pt x="12355" y="24711"/>
                </a:lnTo>
                <a:lnTo>
                  <a:pt x="9914" y="24548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197" name="Shape 1197"/>
          <p:cNvSpPr/>
          <p:nvPr/>
        </p:nvSpPr>
        <p:spPr>
          <a:xfrm>
            <a:off x="6263798" y="2123428"/>
            <a:ext cx="24482" cy="24482"/>
          </a:xfrm>
          <a:custGeom>
            <a:avLst/>
            <a:gdLst/>
            <a:ahLst/>
            <a:cxnLst/>
            <a:rect l="0" t="0" r="r" b="b"/>
            <a:pathLst>
              <a:path w="24482" h="24482">
                <a:moveTo>
                  <a:pt x="9823" y="24321"/>
                </a:moveTo>
                <a:lnTo>
                  <a:pt x="5409" y="22493"/>
                </a:lnTo>
                <a:lnTo>
                  <a:pt x="3585" y="20897"/>
                </a:lnTo>
                <a:lnTo>
                  <a:pt x="1989" y="19073"/>
                </a:lnTo>
                <a:lnTo>
                  <a:pt x="161" y="14659"/>
                </a:lnTo>
                <a:lnTo>
                  <a:pt x="0" y="12241"/>
                </a:lnTo>
                <a:lnTo>
                  <a:pt x="161" y="9823"/>
                </a:lnTo>
                <a:lnTo>
                  <a:pt x="1989" y="5409"/>
                </a:lnTo>
                <a:lnTo>
                  <a:pt x="3585" y="3585"/>
                </a:lnTo>
                <a:lnTo>
                  <a:pt x="5409" y="1989"/>
                </a:lnTo>
                <a:lnTo>
                  <a:pt x="9823" y="161"/>
                </a:lnTo>
                <a:lnTo>
                  <a:pt x="12241" y="0"/>
                </a:lnTo>
                <a:lnTo>
                  <a:pt x="14659" y="161"/>
                </a:lnTo>
                <a:lnTo>
                  <a:pt x="19073" y="1989"/>
                </a:lnTo>
                <a:lnTo>
                  <a:pt x="20897" y="3585"/>
                </a:lnTo>
                <a:lnTo>
                  <a:pt x="22493" y="5409"/>
                </a:lnTo>
                <a:lnTo>
                  <a:pt x="24321" y="9823"/>
                </a:lnTo>
                <a:lnTo>
                  <a:pt x="24482" y="12241"/>
                </a:lnTo>
                <a:lnTo>
                  <a:pt x="24321" y="14659"/>
                </a:lnTo>
                <a:lnTo>
                  <a:pt x="22493" y="19073"/>
                </a:lnTo>
                <a:lnTo>
                  <a:pt x="20897" y="20897"/>
                </a:lnTo>
                <a:lnTo>
                  <a:pt x="19073" y="22493"/>
                </a:lnTo>
                <a:lnTo>
                  <a:pt x="14659" y="24321"/>
                </a:lnTo>
                <a:lnTo>
                  <a:pt x="12241" y="24482"/>
                </a:lnTo>
                <a:lnTo>
                  <a:pt x="9823" y="24321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198" name="Shape 1198"/>
          <p:cNvSpPr/>
          <p:nvPr/>
        </p:nvSpPr>
        <p:spPr>
          <a:xfrm>
            <a:off x="5324639" y="1959790"/>
            <a:ext cx="22154" cy="22154"/>
          </a:xfrm>
          <a:custGeom>
            <a:avLst/>
            <a:gdLst/>
            <a:ahLst/>
            <a:cxnLst/>
            <a:rect l="0" t="0" r="r" b="b"/>
            <a:pathLst>
              <a:path w="22154" h="22154">
                <a:moveTo>
                  <a:pt x="8888" y="22008"/>
                </a:moveTo>
                <a:lnTo>
                  <a:pt x="4894" y="20354"/>
                </a:lnTo>
                <a:lnTo>
                  <a:pt x="3244" y="18909"/>
                </a:lnTo>
                <a:lnTo>
                  <a:pt x="1800" y="17259"/>
                </a:lnTo>
                <a:lnTo>
                  <a:pt x="145" y="13265"/>
                </a:lnTo>
                <a:lnTo>
                  <a:pt x="0" y="11077"/>
                </a:lnTo>
                <a:lnTo>
                  <a:pt x="145" y="8888"/>
                </a:lnTo>
                <a:lnTo>
                  <a:pt x="1800" y="4894"/>
                </a:lnTo>
                <a:lnTo>
                  <a:pt x="3244" y="3244"/>
                </a:lnTo>
                <a:lnTo>
                  <a:pt x="4894" y="1800"/>
                </a:lnTo>
                <a:lnTo>
                  <a:pt x="8888" y="145"/>
                </a:lnTo>
                <a:lnTo>
                  <a:pt x="11077" y="0"/>
                </a:lnTo>
                <a:lnTo>
                  <a:pt x="13265" y="145"/>
                </a:lnTo>
                <a:lnTo>
                  <a:pt x="17259" y="1800"/>
                </a:lnTo>
                <a:lnTo>
                  <a:pt x="18909" y="3244"/>
                </a:lnTo>
                <a:lnTo>
                  <a:pt x="20354" y="4894"/>
                </a:lnTo>
                <a:lnTo>
                  <a:pt x="22008" y="8888"/>
                </a:lnTo>
                <a:lnTo>
                  <a:pt x="22154" y="11077"/>
                </a:lnTo>
                <a:lnTo>
                  <a:pt x="22008" y="13265"/>
                </a:lnTo>
                <a:lnTo>
                  <a:pt x="20354" y="17259"/>
                </a:lnTo>
                <a:lnTo>
                  <a:pt x="18909" y="18909"/>
                </a:lnTo>
                <a:lnTo>
                  <a:pt x="17259" y="20354"/>
                </a:lnTo>
                <a:lnTo>
                  <a:pt x="13265" y="22008"/>
                </a:lnTo>
                <a:lnTo>
                  <a:pt x="11077" y="22154"/>
                </a:lnTo>
                <a:lnTo>
                  <a:pt x="8888" y="22008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199" name="Shape 1199"/>
          <p:cNvSpPr/>
          <p:nvPr/>
        </p:nvSpPr>
        <p:spPr>
          <a:xfrm>
            <a:off x="5338802" y="1963462"/>
            <a:ext cx="22406" cy="22406"/>
          </a:xfrm>
          <a:custGeom>
            <a:avLst/>
            <a:gdLst/>
            <a:ahLst/>
            <a:cxnLst/>
            <a:rect l="0" t="0" r="r" b="b"/>
            <a:pathLst>
              <a:path w="22406" h="22406">
                <a:moveTo>
                  <a:pt x="8990" y="22259"/>
                </a:moveTo>
                <a:lnTo>
                  <a:pt x="4950" y="20586"/>
                </a:lnTo>
                <a:lnTo>
                  <a:pt x="3281" y="19125"/>
                </a:lnTo>
                <a:lnTo>
                  <a:pt x="1820" y="17456"/>
                </a:lnTo>
                <a:lnTo>
                  <a:pt x="147" y="13416"/>
                </a:lnTo>
                <a:lnTo>
                  <a:pt x="0" y="11203"/>
                </a:lnTo>
                <a:lnTo>
                  <a:pt x="147" y="8990"/>
                </a:lnTo>
                <a:lnTo>
                  <a:pt x="1820" y="4950"/>
                </a:lnTo>
                <a:lnTo>
                  <a:pt x="3281" y="3281"/>
                </a:lnTo>
                <a:lnTo>
                  <a:pt x="4950" y="1820"/>
                </a:lnTo>
                <a:lnTo>
                  <a:pt x="8990" y="147"/>
                </a:lnTo>
                <a:lnTo>
                  <a:pt x="11203" y="0"/>
                </a:lnTo>
                <a:lnTo>
                  <a:pt x="13416" y="147"/>
                </a:lnTo>
                <a:lnTo>
                  <a:pt x="17456" y="1820"/>
                </a:lnTo>
                <a:lnTo>
                  <a:pt x="19125" y="3281"/>
                </a:lnTo>
                <a:lnTo>
                  <a:pt x="20586" y="4950"/>
                </a:lnTo>
                <a:lnTo>
                  <a:pt x="22259" y="8990"/>
                </a:lnTo>
                <a:lnTo>
                  <a:pt x="22406" y="11203"/>
                </a:lnTo>
                <a:lnTo>
                  <a:pt x="22259" y="13416"/>
                </a:lnTo>
                <a:lnTo>
                  <a:pt x="20586" y="17456"/>
                </a:lnTo>
                <a:lnTo>
                  <a:pt x="19125" y="19125"/>
                </a:lnTo>
                <a:lnTo>
                  <a:pt x="17456" y="20586"/>
                </a:lnTo>
                <a:lnTo>
                  <a:pt x="13416" y="22259"/>
                </a:lnTo>
                <a:lnTo>
                  <a:pt x="11203" y="22406"/>
                </a:lnTo>
                <a:lnTo>
                  <a:pt x="8990" y="2225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200" name="Shape 1200"/>
          <p:cNvSpPr/>
          <p:nvPr/>
        </p:nvSpPr>
        <p:spPr>
          <a:xfrm>
            <a:off x="5348865" y="1966075"/>
            <a:ext cx="22574" cy="22574"/>
          </a:xfrm>
          <a:custGeom>
            <a:avLst/>
            <a:gdLst/>
            <a:ahLst/>
            <a:cxnLst/>
            <a:rect l="0" t="0" r="r" b="b"/>
            <a:pathLst>
              <a:path w="22574" h="22574">
                <a:moveTo>
                  <a:pt x="9057" y="22425"/>
                </a:moveTo>
                <a:lnTo>
                  <a:pt x="4987" y="20739"/>
                </a:lnTo>
                <a:lnTo>
                  <a:pt x="3305" y="19268"/>
                </a:lnTo>
                <a:lnTo>
                  <a:pt x="1834" y="17586"/>
                </a:lnTo>
                <a:lnTo>
                  <a:pt x="148" y="13516"/>
                </a:lnTo>
                <a:lnTo>
                  <a:pt x="0" y="11287"/>
                </a:lnTo>
                <a:lnTo>
                  <a:pt x="148" y="9057"/>
                </a:lnTo>
                <a:lnTo>
                  <a:pt x="1834" y="4987"/>
                </a:lnTo>
                <a:lnTo>
                  <a:pt x="3305" y="3305"/>
                </a:lnTo>
                <a:lnTo>
                  <a:pt x="4987" y="1834"/>
                </a:lnTo>
                <a:lnTo>
                  <a:pt x="9057" y="148"/>
                </a:lnTo>
                <a:lnTo>
                  <a:pt x="11287" y="0"/>
                </a:lnTo>
                <a:lnTo>
                  <a:pt x="13516" y="148"/>
                </a:lnTo>
                <a:lnTo>
                  <a:pt x="17586" y="1834"/>
                </a:lnTo>
                <a:lnTo>
                  <a:pt x="19268" y="3305"/>
                </a:lnTo>
                <a:lnTo>
                  <a:pt x="20739" y="4987"/>
                </a:lnTo>
                <a:lnTo>
                  <a:pt x="22425" y="9057"/>
                </a:lnTo>
                <a:lnTo>
                  <a:pt x="22574" y="11287"/>
                </a:lnTo>
                <a:lnTo>
                  <a:pt x="22425" y="13516"/>
                </a:lnTo>
                <a:lnTo>
                  <a:pt x="20739" y="17586"/>
                </a:lnTo>
                <a:lnTo>
                  <a:pt x="19268" y="19268"/>
                </a:lnTo>
                <a:lnTo>
                  <a:pt x="17586" y="20739"/>
                </a:lnTo>
                <a:lnTo>
                  <a:pt x="13516" y="22425"/>
                </a:lnTo>
                <a:lnTo>
                  <a:pt x="11287" y="22574"/>
                </a:lnTo>
                <a:lnTo>
                  <a:pt x="9057" y="22425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201" name="Shape 1201"/>
          <p:cNvSpPr/>
          <p:nvPr/>
        </p:nvSpPr>
        <p:spPr>
          <a:xfrm>
            <a:off x="5359473" y="1968834"/>
            <a:ext cx="22738" cy="22738"/>
          </a:xfrm>
          <a:custGeom>
            <a:avLst/>
            <a:gdLst/>
            <a:ahLst/>
            <a:cxnLst/>
            <a:rect l="0" t="0" r="r" b="b"/>
            <a:pathLst>
              <a:path w="22738" h="22738">
                <a:moveTo>
                  <a:pt x="9123" y="22589"/>
                </a:moveTo>
                <a:lnTo>
                  <a:pt x="5024" y="20891"/>
                </a:lnTo>
                <a:lnTo>
                  <a:pt x="3330" y="19408"/>
                </a:lnTo>
                <a:lnTo>
                  <a:pt x="1847" y="17714"/>
                </a:lnTo>
                <a:lnTo>
                  <a:pt x="149" y="13615"/>
                </a:lnTo>
                <a:lnTo>
                  <a:pt x="0" y="11369"/>
                </a:lnTo>
                <a:lnTo>
                  <a:pt x="149" y="9123"/>
                </a:lnTo>
                <a:lnTo>
                  <a:pt x="1847" y="5024"/>
                </a:lnTo>
                <a:lnTo>
                  <a:pt x="3330" y="3330"/>
                </a:lnTo>
                <a:lnTo>
                  <a:pt x="5024" y="1847"/>
                </a:lnTo>
                <a:lnTo>
                  <a:pt x="9123" y="149"/>
                </a:lnTo>
                <a:lnTo>
                  <a:pt x="11369" y="0"/>
                </a:lnTo>
                <a:lnTo>
                  <a:pt x="13615" y="149"/>
                </a:lnTo>
                <a:lnTo>
                  <a:pt x="17714" y="1847"/>
                </a:lnTo>
                <a:lnTo>
                  <a:pt x="19408" y="3330"/>
                </a:lnTo>
                <a:lnTo>
                  <a:pt x="20891" y="5024"/>
                </a:lnTo>
                <a:lnTo>
                  <a:pt x="22589" y="9123"/>
                </a:lnTo>
                <a:lnTo>
                  <a:pt x="22738" y="11369"/>
                </a:lnTo>
                <a:lnTo>
                  <a:pt x="22589" y="13615"/>
                </a:lnTo>
                <a:lnTo>
                  <a:pt x="20891" y="17714"/>
                </a:lnTo>
                <a:lnTo>
                  <a:pt x="19408" y="19408"/>
                </a:lnTo>
                <a:lnTo>
                  <a:pt x="17714" y="20891"/>
                </a:lnTo>
                <a:lnTo>
                  <a:pt x="13615" y="22589"/>
                </a:lnTo>
                <a:lnTo>
                  <a:pt x="11369" y="22738"/>
                </a:lnTo>
                <a:lnTo>
                  <a:pt x="9123" y="22589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1202" name="Shape 1202"/>
          <p:cNvSpPr/>
          <p:nvPr/>
        </p:nvSpPr>
        <p:spPr>
          <a:xfrm>
            <a:off x="5376504" y="1973270"/>
            <a:ext cx="22984" cy="22984"/>
          </a:xfrm>
          <a:custGeom>
            <a:avLst/>
            <a:gdLst/>
            <a:ahLst/>
            <a:cxnLst/>
            <a:rect l="0" t="0" r="r" b="b"/>
            <a:pathLst>
              <a:path w="22984" h="22984">
                <a:moveTo>
                  <a:pt x="9222" y="22833"/>
                </a:moveTo>
                <a:lnTo>
                  <a:pt x="5078" y="21117"/>
                </a:lnTo>
                <a:lnTo>
                  <a:pt x="3366" y="19618"/>
                </a:lnTo>
                <a:lnTo>
                  <a:pt x="1867" y="17906"/>
                </a:lnTo>
                <a:lnTo>
                  <a:pt x="151" y="13762"/>
                </a:lnTo>
                <a:lnTo>
                  <a:pt x="0" y="11492"/>
                </a:lnTo>
                <a:lnTo>
                  <a:pt x="151" y="9222"/>
                </a:lnTo>
                <a:lnTo>
                  <a:pt x="1867" y="5078"/>
                </a:lnTo>
                <a:lnTo>
                  <a:pt x="3366" y="3366"/>
                </a:lnTo>
                <a:lnTo>
                  <a:pt x="5078" y="1867"/>
                </a:lnTo>
                <a:lnTo>
                  <a:pt x="9222" y="151"/>
                </a:lnTo>
                <a:lnTo>
                  <a:pt x="11492" y="0"/>
                </a:lnTo>
                <a:lnTo>
                  <a:pt x="13762" y="151"/>
                </a:lnTo>
                <a:lnTo>
                  <a:pt x="17906" y="1867"/>
                </a:lnTo>
                <a:lnTo>
                  <a:pt x="19618" y="3366"/>
                </a:lnTo>
                <a:lnTo>
                  <a:pt x="21117" y="5078"/>
                </a:lnTo>
                <a:lnTo>
                  <a:pt x="22833" y="9222"/>
                </a:lnTo>
                <a:lnTo>
                  <a:pt x="22984" y="11492"/>
                </a:lnTo>
                <a:lnTo>
                  <a:pt x="22833" y="13762"/>
                </a:lnTo>
                <a:lnTo>
                  <a:pt x="21117" y="17906"/>
                </a:lnTo>
                <a:lnTo>
                  <a:pt x="19618" y="19618"/>
                </a:lnTo>
                <a:lnTo>
                  <a:pt x="17906" y="21117"/>
                </a:lnTo>
                <a:lnTo>
                  <a:pt x="13762" y="22833"/>
                </a:lnTo>
                <a:lnTo>
                  <a:pt x="11492" y="22984"/>
                </a:lnTo>
                <a:lnTo>
                  <a:pt x="9222" y="22833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1203" name="Shape 1203"/>
          <p:cNvSpPr/>
          <p:nvPr/>
        </p:nvSpPr>
        <p:spPr>
          <a:xfrm>
            <a:off x="5395035" y="1978106"/>
            <a:ext cx="23227" cy="23227"/>
          </a:xfrm>
          <a:custGeom>
            <a:avLst/>
            <a:gdLst/>
            <a:ahLst/>
            <a:cxnLst/>
            <a:rect l="0" t="0" r="r" b="b"/>
            <a:pathLst>
              <a:path w="23227" h="23227">
                <a:moveTo>
                  <a:pt x="9319" y="23074"/>
                </a:moveTo>
                <a:lnTo>
                  <a:pt x="5132" y="21340"/>
                </a:lnTo>
                <a:lnTo>
                  <a:pt x="3401" y="19826"/>
                </a:lnTo>
                <a:lnTo>
                  <a:pt x="1887" y="18095"/>
                </a:lnTo>
                <a:lnTo>
                  <a:pt x="152" y="13908"/>
                </a:lnTo>
                <a:lnTo>
                  <a:pt x="0" y="11613"/>
                </a:lnTo>
                <a:lnTo>
                  <a:pt x="152" y="9319"/>
                </a:lnTo>
                <a:lnTo>
                  <a:pt x="1887" y="5132"/>
                </a:lnTo>
                <a:lnTo>
                  <a:pt x="3401" y="3401"/>
                </a:lnTo>
                <a:lnTo>
                  <a:pt x="5132" y="1887"/>
                </a:lnTo>
                <a:lnTo>
                  <a:pt x="9319" y="152"/>
                </a:lnTo>
                <a:lnTo>
                  <a:pt x="11613" y="0"/>
                </a:lnTo>
                <a:lnTo>
                  <a:pt x="13908" y="152"/>
                </a:lnTo>
                <a:lnTo>
                  <a:pt x="18095" y="1887"/>
                </a:lnTo>
                <a:lnTo>
                  <a:pt x="19826" y="3401"/>
                </a:lnTo>
                <a:lnTo>
                  <a:pt x="21340" y="5132"/>
                </a:lnTo>
                <a:lnTo>
                  <a:pt x="23074" y="9319"/>
                </a:lnTo>
                <a:lnTo>
                  <a:pt x="23227" y="11613"/>
                </a:lnTo>
                <a:lnTo>
                  <a:pt x="23074" y="13908"/>
                </a:lnTo>
                <a:lnTo>
                  <a:pt x="21340" y="18095"/>
                </a:lnTo>
                <a:lnTo>
                  <a:pt x="19826" y="19826"/>
                </a:lnTo>
                <a:lnTo>
                  <a:pt x="18095" y="21340"/>
                </a:lnTo>
                <a:lnTo>
                  <a:pt x="13908" y="23074"/>
                </a:lnTo>
                <a:lnTo>
                  <a:pt x="11613" y="23227"/>
                </a:lnTo>
                <a:lnTo>
                  <a:pt x="9319" y="23074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204" name="Shape 1204"/>
          <p:cNvSpPr/>
          <p:nvPr/>
        </p:nvSpPr>
        <p:spPr>
          <a:xfrm>
            <a:off x="5408321" y="1981578"/>
            <a:ext cx="23389" cy="23389"/>
          </a:xfrm>
          <a:custGeom>
            <a:avLst/>
            <a:gdLst/>
            <a:ahLst/>
            <a:cxnLst/>
            <a:rect l="0" t="0" r="r" b="b"/>
            <a:pathLst>
              <a:path w="23389" h="23389">
                <a:moveTo>
                  <a:pt x="9384" y="23234"/>
                </a:moveTo>
                <a:lnTo>
                  <a:pt x="5167" y="21488"/>
                </a:lnTo>
                <a:lnTo>
                  <a:pt x="3425" y="19963"/>
                </a:lnTo>
                <a:lnTo>
                  <a:pt x="1900" y="18221"/>
                </a:lnTo>
                <a:lnTo>
                  <a:pt x="154" y="14004"/>
                </a:lnTo>
                <a:lnTo>
                  <a:pt x="0" y="11694"/>
                </a:lnTo>
                <a:lnTo>
                  <a:pt x="154" y="9384"/>
                </a:lnTo>
                <a:lnTo>
                  <a:pt x="1900" y="5167"/>
                </a:lnTo>
                <a:lnTo>
                  <a:pt x="3425" y="3425"/>
                </a:lnTo>
                <a:lnTo>
                  <a:pt x="5167" y="1900"/>
                </a:lnTo>
                <a:lnTo>
                  <a:pt x="9384" y="154"/>
                </a:lnTo>
                <a:lnTo>
                  <a:pt x="11694" y="0"/>
                </a:lnTo>
                <a:lnTo>
                  <a:pt x="14004" y="154"/>
                </a:lnTo>
                <a:lnTo>
                  <a:pt x="18221" y="1900"/>
                </a:lnTo>
                <a:lnTo>
                  <a:pt x="19963" y="3425"/>
                </a:lnTo>
                <a:lnTo>
                  <a:pt x="21488" y="5167"/>
                </a:lnTo>
                <a:lnTo>
                  <a:pt x="23234" y="9384"/>
                </a:lnTo>
                <a:lnTo>
                  <a:pt x="23389" y="11694"/>
                </a:lnTo>
                <a:lnTo>
                  <a:pt x="23234" y="14004"/>
                </a:lnTo>
                <a:lnTo>
                  <a:pt x="21488" y="18221"/>
                </a:lnTo>
                <a:lnTo>
                  <a:pt x="19963" y="19963"/>
                </a:lnTo>
                <a:lnTo>
                  <a:pt x="18221" y="21488"/>
                </a:lnTo>
                <a:lnTo>
                  <a:pt x="14004" y="23234"/>
                </a:lnTo>
                <a:lnTo>
                  <a:pt x="11694" y="23389"/>
                </a:lnTo>
                <a:lnTo>
                  <a:pt x="9384" y="23234"/>
                </a:lnTo>
                <a:close/>
              </a:path>
            </a:pathLst>
          </a:custGeom>
          <a:solidFill>
            <a:srgbClr val="82D385"/>
          </a:solidFill>
          <a:ln>
            <a:noFill/>
          </a:ln>
        </p:spPr>
      </p:sp>
      <p:sp>
        <p:nvSpPr>
          <p:cNvPr id="1205" name="Shape 1205"/>
          <p:cNvSpPr/>
          <p:nvPr/>
        </p:nvSpPr>
        <p:spPr>
          <a:xfrm>
            <a:off x="5429826" y="1987206"/>
            <a:ext cx="23626" cy="23626"/>
          </a:xfrm>
          <a:custGeom>
            <a:avLst/>
            <a:gdLst/>
            <a:ahLst/>
            <a:cxnLst/>
            <a:rect l="0" t="0" r="r" b="b"/>
            <a:pathLst>
              <a:path w="23626" h="23626">
                <a:moveTo>
                  <a:pt x="9479" y="23470"/>
                </a:moveTo>
                <a:lnTo>
                  <a:pt x="5220" y="21706"/>
                </a:lnTo>
                <a:lnTo>
                  <a:pt x="3459" y="20166"/>
                </a:lnTo>
                <a:lnTo>
                  <a:pt x="1919" y="18406"/>
                </a:lnTo>
                <a:lnTo>
                  <a:pt x="155" y="14146"/>
                </a:lnTo>
                <a:lnTo>
                  <a:pt x="0" y="11813"/>
                </a:lnTo>
                <a:lnTo>
                  <a:pt x="155" y="9479"/>
                </a:lnTo>
                <a:lnTo>
                  <a:pt x="1919" y="5220"/>
                </a:lnTo>
                <a:lnTo>
                  <a:pt x="3459" y="3459"/>
                </a:lnTo>
                <a:lnTo>
                  <a:pt x="5220" y="1919"/>
                </a:lnTo>
                <a:lnTo>
                  <a:pt x="9479" y="155"/>
                </a:lnTo>
                <a:lnTo>
                  <a:pt x="11813" y="0"/>
                </a:lnTo>
                <a:lnTo>
                  <a:pt x="14146" y="155"/>
                </a:lnTo>
                <a:lnTo>
                  <a:pt x="18406" y="1919"/>
                </a:lnTo>
                <a:lnTo>
                  <a:pt x="20166" y="3459"/>
                </a:lnTo>
                <a:lnTo>
                  <a:pt x="21706" y="5220"/>
                </a:lnTo>
                <a:lnTo>
                  <a:pt x="23470" y="9479"/>
                </a:lnTo>
                <a:lnTo>
                  <a:pt x="23626" y="11813"/>
                </a:lnTo>
                <a:lnTo>
                  <a:pt x="23470" y="14146"/>
                </a:lnTo>
                <a:lnTo>
                  <a:pt x="21706" y="18406"/>
                </a:lnTo>
                <a:lnTo>
                  <a:pt x="20166" y="20166"/>
                </a:lnTo>
                <a:lnTo>
                  <a:pt x="18406" y="21706"/>
                </a:lnTo>
                <a:lnTo>
                  <a:pt x="14146" y="23470"/>
                </a:lnTo>
                <a:lnTo>
                  <a:pt x="11813" y="23626"/>
                </a:lnTo>
                <a:lnTo>
                  <a:pt x="9479" y="23470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1206" name="Shape 1206"/>
          <p:cNvSpPr/>
          <p:nvPr/>
        </p:nvSpPr>
        <p:spPr>
          <a:xfrm>
            <a:off x="5453470" y="1993403"/>
            <a:ext cx="23862" cy="23862"/>
          </a:xfrm>
          <a:custGeom>
            <a:avLst/>
            <a:gdLst/>
            <a:ahLst/>
            <a:cxnLst/>
            <a:rect l="0" t="0" r="r" b="b"/>
            <a:pathLst>
              <a:path w="23862" h="23862">
                <a:moveTo>
                  <a:pt x="9574" y="23705"/>
                </a:moveTo>
                <a:lnTo>
                  <a:pt x="5272" y="21923"/>
                </a:lnTo>
                <a:lnTo>
                  <a:pt x="3494" y="20368"/>
                </a:lnTo>
                <a:lnTo>
                  <a:pt x="1939" y="18590"/>
                </a:lnTo>
                <a:lnTo>
                  <a:pt x="157" y="14288"/>
                </a:lnTo>
                <a:lnTo>
                  <a:pt x="0" y="11931"/>
                </a:lnTo>
                <a:lnTo>
                  <a:pt x="157" y="9574"/>
                </a:lnTo>
                <a:lnTo>
                  <a:pt x="1939" y="5272"/>
                </a:lnTo>
                <a:lnTo>
                  <a:pt x="3494" y="3494"/>
                </a:lnTo>
                <a:lnTo>
                  <a:pt x="5272" y="1939"/>
                </a:lnTo>
                <a:lnTo>
                  <a:pt x="9574" y="157"/>
                </a:lnTo>
                <a:lnTo>
                  <a:pt x="11931" y="0"/>
                </a:lnTo>
                <a:lnTo>
                  <a:pt x="14288" y="157"/>
                </a:lnTo>
                <a:lnTo>
                  <a:pt x="18590" y="1939"/>
                </a:lnTo>
                <a:lnTo>
                  <a:pt x="20368" y="3494"/>
                </a:lnTo>
                <a:lnTo>
                  <a:pt x="21923" y="5272"/>
                </a:lnTo>
                <a:lnTo>
                  <a:pt x="23705" y="9574"/>
                </a:lnTo>
                <a:lnTo>
                  <a:pt x="23862" y="11931"/>
                </a:lnTo>
                <a:lnTo>
                  <a:pt x="23705" y="14288"/>
                </a:lnTo>
                <a:lnTo>
                  <a:pt x="21923" y="18590"/>
                </a:lnTo>
                <a:lnTo>
                  <a:pt x="20368" y="20368"/>
                </a:lnTo>
                <a:lnTo>
                  <a:pt x="18590" y="21923"/>
                </a:lnTo>
                <a:lnTo>
                  <a:pt x="14288" y="23705"/>
                </a:lnTo>
                <a:lnTo>
                  <a:pt x="11931" y="23862"/>
                </a:lnTo>
                <a:lnTo>
                  <a:pt x="9574" y="23705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207" name="Shape 1207"/>
          <p:cNvSpPr/>
          <p:nvPr/>
        </p:nvSpPr>
        <p:spPr>
          <a:xfrm>
            <a:off x="5470582" y="1997895"/>
            <a:ext cx="24018" cy="24018"/>
          </a:xfrm>
          <a:custGeom>
            <a:avLst/>
            <a:gdLst/>
            <a:ahLst/>
            <a:cxnLst/>
            <a:rect l="0" t="0" r="r" b="b"/>
            <a:pathLst>
              <a:path w="24018" h="24018">
                <a:moveTo>
                  <a:pt x="9636" y="23860"/>
                </a:moveTo>
                <a:lnTo>
                  <a:pt x="5306" y="22066"/>
                </a:lnTo>
                <a:lnTo>
                  <a:pt x="3517" y="20501"/>
                </a:lnTo>
                <a:lnTo>
                  <a:pt x="1951" y="18711"/>
                </a:lnTo>
                <a:lnTo>
                  <a:pt x="158" y="14381"/>
                </a:lnTo>
                <a:lnTo>
                  <a:pt x="0" y="12009"/>
                </a:lnTo>
                <a:lnTo>
                  <a:pt x="158" y="9636"/>
                </a:lnTo>
                <a:lnTo>
                  <a:pt x="1951" y="5306"/>
                </a:lnTo>
                <a:lnTo>
                  <a:pt x="3517" y="3517"/>
                </a:lnTo>
                <a:lnTo>
                  <a:pt x="5306" y="1951"/>
                </a:lnTo>
                <a:lnTo>
                  <a:pt x="9636" y="158"/>
                </a:lnTo>
                <a:lnTo>
                  <a:pt x="12009" y="0"/>
                </a:lnTo>
                <a:lnTo>
                  <a:pt x="14381" y="158"/>
                </a:lnTo>
                <a:lnTo>
                  <a:pt x="18711" y="1951"/>
                </a:lnTo>
                <a:lnTo>
                  <a:pt x="20501" y="3517"/>
                </a:lnTo>
                <a:lnTo>
                  <a:pt x="22066" y="5306"/>
                </a:lnTo>
                <a:lnTo>
                  <a:pt x="23860" y="9636"/>
                </a:lnTo>
                <a:lnTo>
                  <a:pt x="24018" y="12009"/>
                </a:lnTo>
                <a:lnTo>
                  <a:pt x="23860" y="14381"/>
                </a:lnTo>
                <a:lnTo>
                  <a:pt x="22066" y="18711"/>
                </a:lnTo>
                <a:lnTo>
                  <a:pt x="20501" y="20501"/>
                </a:lnTo>
                <a:lnTo>
                  <a:pt x="18711" y="22066"/>
                </a:lnTo>
                <a:lnTo>
                  <a:pt x="14381" y="23860"/>
                </a:lnTo>
                <a:lnTo>
                  <a:pt x="12009" y="24018"/>
                </a:lnTo>
                <a:lnTo>
                  <a:pt x="9636" y="23860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1208" name="Shape 1208"/>
          <p:cNvSpPr/>
          <p:nvPr/>
        </p:nvSpPr>
        <p:spPr>
          <a:xfrm>
            <a:off x="5498567" y="2005248"/>
            <a:ext cx="24248" cy="24248"/>
          </a:xfrm>
          <a:custGeom>
            <a:avLst/>
            <a:gdLst/>
            <a:ahLst/>
            <a:cxnLst/>
            <a:rect l="0" t="0" r="r" b="b"/>
            <a:pathLst>
              <a:path w="24248" h="24248">
                <a:moveTo>
                  <a:pt x="9729" y="24089"/>
                </a:moveTo>
                <a:lnTo>
                  <a:pt x="5357" y="22278"/>
                </a:lnTo>
                <a:lnTo>
                  <a:pt x="3551" y="20697"/>
                </a:lnTo>
                <a:lnTo>
                  <a:pt x="1970" y="18891"/>
                </a:lnTo>
                <a:lnTo>
                  <a:pt x="159" y="14519"/>
                </a:lnTo>
                <a:lnTo>
                  <a:pt x="0" y="12124"/>
                </a:lnTo>
                <a:lnTo>
                  <a:pt x="159" y="9729"/>
                </a:lnTo>
                <a:lnTo>
                  <a:pt x="1970" y="5357"/>
                </a:lnTo>
                <a:lnTo>
                  <a:pt x="3551" y="3551"/>
                </a:lnTo>
                <a:lnTo>
                  <a:pt x="5357" y="1970"/>
                </a:lnTo>
                <a:lnTo>
                  <a:pt x="9729" y="159"/>
                </a:lnTo>
                <a:lnTo>
                  <a:pt x="12124" y="0"/>
                </a:lnTo>
                <a:lnTo>
                  <a:pt x="14519" y="159"/>
                </a:lnTo>
                <a:lnTo>
                  <a:pt x="18891" y="1970"/>
                </a:lnTo>
                <a:lnTo>
                  <a:pt x="20697" y="3551"/>
                </a:lnTo>
                <a:lnTo>
                  <a:pt x="22278" y="5357"/>
                </a:lnTo>
                <a:lnTo>
                  <a:pt x="24089" y="9729"/>
                </a:lnTo>
                <a:lnTo>
                  <a:pt x="24248" y="12124"/>
                </a:lnTo>
                <a:lnTo>
                  <a:pt x="24089" y="14519"/>
                </a:lnTo>
                <a:lnTo>
                  <a:pt x="22278" y="18891"/>
                </a:lnTo>
                <a:lnTo>
                  <a:pt x="20697" y="20697"/>
                </a:lnTo>
                <a:lnTo>
                  <a:pt x="18891" y="22278"/>
                </a:lnTo>
                <a:lnTo>
                  <a:pt x="14519" y="24089"/>
                </a:lnTo>
                <a:lnTo>
                  <a:pt x="12124" y="24248"/>
                </a:lnTo>
                <a:lnTo>
                  <a:pt x="9729" y="24089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1209" name="Shape 1209"/>
          <p:cNvSpPr/>
          <p:nvPr/>
        </p:nvSpPr>
        <p:spPr>
          <a:xfrm>
            <a:off x="5529751" y="2013452"/>
            <a:ext cx="24477" cy="24477"/>
          </a:xfrm>
          <a:custGeom>
            <a:avLst/>
            <a:gdLst/>
            <a:ahLst/>
            <a:cxnLst/>
            <a:rect l="0" t="0" r="r" b="b"/>
            <a:pathLst>
              <a:path w="24477" h="24477">
                <a:moveTo>
                  <a:pt x="9821" y="24316"/>
                </a:moveTo>
                <a:lnTo>
                  <a:pt x="5408" y="22488"/>
                </a:lnTo>
                <a:lnTo>
                  <a:pt x="3584" y="20893"/>
                </a:lnTo>
                <a:lnTo>
                  <a:pt x="1989" y="19069"/>
                </a:lnTo>
                <a:lnTo>
                  <a:pt x="161" y="14656"/>
                </a:lnTo>
                <a:lnTo>
                  <a:pt x="0" y="12238"/>
                </a:lnTo>
                <a:lnTo>
                  <a:pt x="161" y="9821"/>
                </a:lnTo>
                <a:lnTo>
                  <a:pt x="1989" y="5408"/>
                </a:lnTo>
                <a:lnTo>
                  <a:pt x="3584" y="3584"/>
                </a:lnTo>
                <a:lnTo>
                  <a:pt x="5408" y="1989"/>
                </a:lnTo>
                <a:lnTo>
                  <a:pt x="9821" y="161"/>
                </a:lnTo>
                <a:lnTo>
                  <a:pt x="12238" y="0"/>
                </a:lnTo>
                <a:lnTo>
                  <a:pt x="14656" y="161"/>
                </a:lnTo>
                <a:lnTo>
                  <a:pt x="19069" y="1989"/>
                </a:lnTo>
                <a:lnTo>
                  <a:pt x="20893" y="3584"/>
                </a:lnTo>
                <a:lnTo>
                  <a:pt x="22488" y="5408"/>
                </a:lnTo>
                <a:lnTo>
                  <a:pt x="24316" y="9821"/>
                </a:lnTo>
                <a:lnTo>
                  <a:pt x="24477" y="12238"/>
                </a:lnTo>
                <a:lnTo>
                  <a:pt x="24316" y="14656"/>
                </a:lnTo>
                <a:lnTo>
                  <a:pt x="22488" y="19069"/>
                </a:lnTo>
                <a:lnTo>
                  <a:pt x="20893" y="20893"/>
                </a:lnTo>
                <a:lnTo>
                  <a:pt x="19069" y="22488"/>
                </a:lnTo>
                <a:lnTo>
                  <a:pt x="14656" y="24316"/>
                </a:lnTo>
                <a:lnTo>
                  <a:pt x="12238" y="24477"/>
                </a:lnTo>
                <a:lnTo>
                  <a:pt x="9821" y="2431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210" name="Shape 1210"/>
          <p:cNvSpPr/>
          <p:nvPr/>
        </p:nvSpPr>
        <p:spPr>
          <a:xfrm>
            <a:off x="5552600" y="2019469"/>
            <a:ext cx="24627" cy="24627"/>
          </a:xfrm>
          <a:custGeom>
            <a:avLst/>
            <a:gdLst/>
            <a:ahLst/>
            <a:cxnLst/>
            <a:rect l="0" t="0" r="r" b="b"/>
            <a:pathLst>
              <a:path w="24627" h="24627">
                <a:moveTo>
                  <a:pt x="9881" y="24465"/>
                </a:moveTo>
                <a:lnTo>
                  <a:pt x="5441" y="22626"/>
                </a:lnTo>
                <a:lnTo>
                  <a:pt x="3606" y="21020"/>
                </a:lnTo>
                <a:lnTo>
                  <a:pt x="2001" y="19185"/>
                </a:lnTo>
                <a:lnTo>
                  <a:pt x="162" y="14746"/>
                </a:lnTo>
                <a:lnTo>
                  <a:pt x="0" y="12313"/>
                </a:lnTo>
                <a:lnTo>
                  <a:pt x="162" y="9881"/>
                </a:lnTo>
                <a:lnTo>
                  <a:pt x="2001" y="5441"/>
                </a:lnTo>
                <a:lnTo>
                  <a:pt x="3606" y="3606"/>
                </a:lnTo>
                <a:lnTo>
                  <a:pt x="5441" y="2001"/>
                </a:lnTo>
                <a:lnTo>
                  <a:pt x="9881" y="162"/>
                </a:lnTo>
                <a:lnTo>
                  <a:pt x="12313" y="0"/>
                </a:lnTo>
                <a:lnTo>
                  <a:pt x="14746" y="162"/>
                </a:lnTo>
                <a:lnTo>
                  <a:pt x="19185" y="2001"/>
                </a:lnTo>
                <a:lnTo>
                  <a:pt x="21020" y="3606"/>
                </a:lnTo>
                <a:lnTo>
                  <a:pt x="22626" y="5441"/>
                </a:lnTo>
                <a:lnTo>
                  <a:pt x="24465" y="9881"/>
                </a:lnTo>
                <a:lnTo>
                  <a:pt x="24627" y="12313"/>
                </a:lnTo>
                <a:lnTo>
                  <a:pt x="24465" y="14746"/>
                </a:lnTo>
                <a:lnTo>
                  <a:pt x="22626" y="19185"/>
                </a:lnTo>
                <a:lnTo>
                  <a:pt x="21020" y="21020"/>
                </a:lnTo>
                <a:lnTo>
                  <a:pt x="19185" y="22626"/>
                </a:lnTo>
                <a:lnTo>
                  <a:pt x="14746" y="24465"/>
                </a:lnTo>
                <a:lnTo>
                  <a:pt x="12313" y="24627"/>
                </a:lnTo>
                <a:lnTo>
                  <a:pt x="9881" y="24465"/>
                </a:lnTo>
                <a:close/>
              </a:path>
            </a:pathLst>
          </a:custGeom>
          <a:solidFill>
            <a:srgbClr val="7CD07F"/>
          </a:solidFill>
          <a:ln>
            <a:noFill/>
          </a:ln>
        </p:spPr>
      </p:sp>
      <p:sp>
        <p:nvSpPr>
          <p:cNvPr id="1211" name="Shape 1211"/>
          <p:cNvSpPr/>
          <p:nvPr/>
        </p:nvSpPr>
        <p:spPr>
          <a:xfrm>
            <a:off x="5577333" y="2025989"/>
            <a:ext cx="24773" cy="24773"/>
          </a:xfrm>
          <a:custGeom>
            <a:avLst/>
            <a:gdLst/>
            <a:ahLst/>
            <a:cxnLst/>
            <a:rect l="0" t="0" r="r" b="b"/>
            <a:pathLst>
              <a:path w="24773" h="24773">
                <a:moveTo>
                  <a:pt x="9939" y="24610"/>
                </a:moveTo>
                <a:lnTo>
                  <a:pt x="5473" y="22760"/>
                </a:lnTo>
                <a:lnTo>
                  <a:pt x="3627" y="21145"/>
                </a:lnTo>
                <a:lnTo>
                  <a:pt x="2013" y="19299"/>
                </a:lnTo>
                <a:lnTo>
                  <a:pt x="163" y="14833"/>
                </a:lnTo>
                <a:lnTo>
                  <a:pt x="0" y="12386"/>
                </a:lnTo>
                <a:lnTo>
                  <a:pt x="163" y="9939"/>
                </a:lnTo>
                <a:lnTo>
                  <a:pt x="2013" y="5473"/>
                </a:lnTo>
                <a:lnTo>
                  <a:pt x="3627" y="3627"/>
                </a:lnTo>
                <a:lnTo>
                  <a:pt x="5473" y="2013"/>
                </a:lnTo>
                <a:lnTo>
                  <a:pt x="9939" y="163"/>
                </a:lnTo>
                <a:lnTo>
                  <a:pt x="12386" y="0"/>
                </a:lnTo>
                <a:lnTo>
                  <a:pt x="14833" y="163"/>
                </a:lnTo>
                <a:lnTo>
                  <a:pt x="19299" y="2013"/>
                </a:lnTo>
                <a:lnTo>
                  <a:pt x="21145" y="3627"/>
                </a:lnTo>
                <a:lnTo>
                  <a:pt x="22760" y="5473"/>
                </a:lnTo>
                <a:lnTo>
                  <a:pt x="24610" y="9939"/>
                </a:lnTo>
                <a:lnTo>
                  <a:pt x="24773" y="12386"/>
                </a:lnTo>
                <a:lnTo>
                  <a:pt x="24610" y="14833"/>
                </a:lnTo>
                <a:lnTo>
                  <a:pt x="22760" y="19299"/>
                </a:lnTo>
                <a:lnTo>
                  <a:pt x="21145" y="21145"/>
                </a:lnTo>
                <a:lnTo>
                  <a:pt x="19299" y="22760"/>
                </a:lnTo>
                <a:lnTo>
                  <a:pt x="14833" y="24610"/>
                </a:lnTo>
                <a:lnTo>
                  <a:pt x="12386" y="24773"/>
                </a:lnTo>
                <a:lnTo>
                  <a:pt x="9939" y="24610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212" name="Shape 1212"/>
          <p:cNvSpPr/>
          <p:nvPr/>
        </p:nvSpPr>
        <p:spPr>
          <a:xfrm>
            <a:off x="5618509" y="2036856"/>
            <a:ext cx="24983" cy="24983"/>
          </a:xfrm>
          <a:custGeom>
            <a:avLst/>
            <a:gdLst/>
            <a:ahLst/>
            <a:cxnLst/>
            <a:rect l="0" t="0" r="r" b="b"/>
            <a:pathLst>
              <a:path w="24983" h="24983">
                <a:moveTo>
                  <a:pt x="10024" y="24819"/>
                </a:moveTo>
                <a:lnTo>
                  <a:pt x="5520" y="22953"/>
                </a:lnTo>
                <a:lnTo>
                  <a:pt x="3658" y="21325"/>
                </a:lnTo>
                <a:lnTo>
                  <a:pt x="2030" y="19463"/>
                </a:lnTo>
                <a:lnTo>
                  <a:pt x="164" y="14959"/>
                </a:lnTo>
                <a:lnTo>
                  <a:pt x="0" y="12491"/>
                </a:lnTo>
                <a:lnTo>
                  <a:pt x="164" y="10024"/>
                </a:lnTo>
                <a:lnTo>
                  <a:pt x="2030" y="5520"/>
                </a:lnTo>
                <a:lnTo>
                  <a:pt x="3658" y="3658"/>
                </a:lnTo>
                <a:lnTo>
                  <a:pt x="5520" y="2030"/>
                </a:lnTo>
                <a:lnTo>
                  <a:pt x="10024" y="164"/>
                </a:lnTo>
                <a:lnTo>
                  <a:pt x="12491" y="0"/>
                </a:lnTo>
                <a:lnTo>
                  <a:pt x="14959" y="164"/>
                </a:lnTo>
                <a:lnTo>
                  <a:pt x="19463" y="2030"/>
                </a:lnTo>
                <a:lnTo>
                  <a:pt x="21325" y="3658"/>
                </a:lnTo>
                <a:lnTo>
                  <a:pt x="22953" y="5520"/>
                </a:lnTo>
                <a:lnTo>
                  <a:pt x="24819" y="10024"/>
                </a:lnTo>
                <a:lnTo>
                  <a:pt x="24983" y="12491"/>
                </a:lnTo>
                <a:lnTo>
                  <a:pt x="24819" y="14959"/>
                </a:lnTo>
                <a:lnTo>
                  <a:pt x="22953" y="19463"/>
                </a:lnTo>
                <a:lnTo>
                  <a:pt x="21325" y="21325"/>
                </a:lnTo>
                <a:lnTo>
                  <a:pt x="19463" y="22953"/>
                </a:lnTo>
                <a:lnTo>
                  <a:pt x="14959" y="24819"/>
                </a:lnTo>
                <a:lnTo>
                  <a:pt x="12491" y="24983"/>
                </a:lnTo>
                <a:lnTo>
                  <a:pt x="10024" y="24819"/>
                </a:lnTo>
                <a:close/>
              </a:path>
            </a:pathLst>
          </a:custGeom>
          <a:solidFill>
            <a:srgbClr val="7ACE7E"/>
          </a:solidFill>
          <a:ln>
            <a:noFill/>
          </a:ln>
        </p:spPr>
      </p:sp>
      <p:sp>
        <p:nvSpPr>
          <p:cNvPr id="1213" name="Shape 1213"/>
          <p:cNvSpPr/>
          <p:nvPr/>
        </p:nvSpPr>
        <p:spPr>
          <a:xfrm>
            <a:off x="5665504" y="2049283"/>
            <a:ext cx="25155" cy="25155"/>
          </a:xfrm>
          <a:custGeom>
            <a:avLst/>
            <a:gdLst/>
            <a:ahLst/>
            <a:cxnLst/>
            <a:rect l="0" t="0" r="r" b="b"/>
            <a:pathLst>
              <a:path w="25155" h="25155">
                <a:moveTo>
                  <a:pt x="10092" y="24989"/>
                </a:moveTo>
                <a:lnTo>
                  <a:pt x="5557" y="23111"/>
                </a:lnTo>
                <a:lnTo>
                  <a:pt x="3683" y="21471"/>
                </a:lnTo>
                <a:lnTo>
                  <a:pt x="2044" y="19597"/>
                </a:lnTo>
                <a:lnTo>
                  <a:pt x="165" y="15062"/>
                </a:lnTo>
                <a:lnTo>
                  <a:pt x="0" y="12577"/>
                </a:lnTo>
                <a:lnTo>
                  <a:pt x="165" y="10092"/>
                </a:lnTo>
                <a:lnTo>
                  <a:pt x="2044" y="5557"/>
                </a:lnTo>
                <a:lnTo>
                  <a:pt x="3683" y="3683"/>
                </a:lnTo>
                <a:lnTo>
                  <a:pt x="5557" y="2044"/>
                </a:lnTo>
                <a:lnTo>
                  <a:pt x="10092" y="165"/>
                </a:lnTo>
                <a:lnTo>
                  <a:pt x="12577" y="0"/>
                </a:lnTo>
                <a:lnTo>
                  <a:pt x="15062" y="165"/>
                </a:lnTo>
                <a:lnTo>
                  <a:pt x="19597" y="2044"/>
                </a:lnTo>
                <a:lnTo>
                  <a:pt x="21471" y="3683"/>
                </a:lnTo>
                <a:lnTo>
                  <a:pt x="23111" y="5557"/>
                </a:lnTo>
                <a:lnTo>
                  <a:pt x="24989" y="10092"/>
                </a:lnTo>
                <a:lnTo>
                  <a:pt x="25155" y="12577"/>
                </a:lnTo>
                <a:lnTo>
                  <a:pt x="24989" y="15062"/>
                </a:lnTo>
                <a:lnTo>
                  <a:pt x="23111" y="19597"/>
                </a:lnTo>
                <a:lnTo>
                  <a:pt x="21471" y="21471"/>
                </a:lnTo>
                <a:lnTo>
                  <a:pt x="19597" y="23111"/>
                </a:lnTo>
                <a:lnTo>
                  <a:pt x="15062" y="24989"/>
                </a:lnTo>
                <a:lnTo>
                  <a:pt x="12577" y="25155"/>
                </a:lnTo>
                <a:lnTo>
                  <a:pt x="10092" y="24989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1214" name="Shape 1214"/>
          <p:cNvSpPr/>
          <p:nvPr/>
        </p:nvSpPr>
        <p:spPr>
          <a:xfrm>
            <a:off x="5700735" y="2058638"/>
            <a:ext cx="25179" cy="25179"/>
          </a:xfrm>
          <a:custGeom>
            <a:avLst/>
            <a:gdLst/>
            <a:ahLst/>
            <a:cxnLst/>
            <a:rect l="0" t="0" r="r" b="b"/>
            <a:pathLst>
              <a:path w="25179" h="25179">
                <a:moveTo>
                  <a:pt x="10102" y="25014"/>
                </a:moveTo>
                <a:lnTo>
                  <a:pt x="5563" y="23133"/>
                </a:lnTo>
                <a:lnTo>
                  <a:pt x="3687" y="21492"/>
                </a:lnTo>
                <a:lnTo>
                  <a:pt x="2046" y="19616"/>
                </a:lnTo>
                <a:lnTo>
                  <a:pt x="165" y="15077"/>
                </a:lnTo>
                <a:lnTo>
                  <a:pt x="0" y="12589"/>
                </a:lnTo>
                <a:lnTo>
                  <a:pt x="165" y="10102"/>
                </a:lnTo>
                <a:lnTo>
                  <a:pt x="2046" y="5563"/>
                </a:lnTo>
                <a:lnTo>
                  <a:pt x="3687" y="3687"/>
                </a:lnTo>
                <a:lnTo>
                  <a:pt x="5563" y="2046"/>
                </a:lnTo>
                <a:lnTo>
                  <a:pt x="10102" y="165"/>
                </a:lnTo>
                <a:lnTo>
                  <a:pt x="12589" y="0"/>
                </a:lnTo>
                <a:lnTo>
                  <a:pt x="15077" y="165"/>
                </a:lnTo>
                <a:lnTo>
                  <a:pt x="19616" y="2046"/>
                </a:lnTo>
                <a:lnTo>
                  <a:pt x="21492" y="3687"/>
                </a:lnTo>
                <a:lnTo>
                  <a:pt x="23133" y="5563"/>
                </a:lnTo>
                <a:lnTo>
                  <a:pt x="25014" y="10102"/>
                </a:lnTo>
                <a:lnTo>
                  <a:pt x="25179" y="12589"/>
                </a:lnTo>
                <a:lnTo>
                  <a:pt x="25014" y="15077"/>
                </a:lnTo>
                <a:lnTo>
                  <a:pt x="23133" y="19616"/>
                </a:lnTo>
                <a:lnTo>
                  <a:pt x="21492" y="21492"/>
                </a:lnTo>
                <a:lnTo>
                  <a:pt x="19616" y="23133"/>
                </a:lnTo>
                <a:lnTo>
                  <a:pt x="15077" y="25014"/>
                </a:lnTo>
                <a:lnTo>
                  <a:pt x="12589" y="25179"/>
                </a:lnTo>
                <a:lnTo>
                  <a:pt x="10102" y="25014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1215" name="Shape 1215"/>
          <p:cNvSpPr/>
          <p:nvPr/>
        </p:nvSpPr>
        <p:spPr>
          <a:xfrm>
            <a:off x="5760681" y="2074622"/>
            <a:ext cx="25039" cy="25039"/>
          </a:xfrm>
          <a:custGeom>
            <a:avLst/>
            <a:gdLst/>
            <a:ahLst/>
            <a:cxnLst/>
            <a:rect l="0" t="0" r="r" b="b"/>
            <a:pathLst>
              <a:path w="25039" h="25039">
                <a:moveTo>
                  <a:pt x="10046" y="24874"/>
                </a:moveTo>
                <a:lnTo>
                  <a:pt x="5532" y="23004"/>
                </a:lnTo>
                <a:lnTo>
                  <a:pt x="3666" y="21372"/>
                </a:lnTo>
                <a:lnTo>
                  <a:pt x="2034" y="19506"/>
                </a:lnTo>
                <a:lnTo>
                  <a:pt x="164" y="14992"/>
                </a:lnTo>
                <a:lnTo>
                  <a:pt x="0" y="12519"/>
                </a:lnTo>
                <a:lnTo>
                  <a:pt x="164" y="10046"/>
                </a:lnTo>
                <a:lnTo>
                  <a:pt x="2034" y="5532"/>
                </a:lnTo>
                <a:lnTo>
                  <a:pt x="3666" y="3666"/>
                </a:lnTo>
                <a:lnTo>
                  <a:pt x="5532" y="2034"/>
                </a:lnTo>
                <a:lnTo>
                  <a:pt x="10046" y="164"/>
                </a:lnTo>
                <a:lnTo>
                  <a:pt x="12519" y="0"/>
                </a:lnTo>
                <a:lnTo>
                  <a:pt x="14992" y="164"/>
                </a:lnTo>
                <a:lnTo>
                  <a:pt x="19506" y="2034"/>
                </a:lnTo>
                <a:lnTo>
                  <a:pt x="21372" y="3666"/>
                </a:lnTo>
                <a:lnTo>
                  <a:pt x="23004" y="5532"/>
                </a:lnTo>
                <a:lnTo>
                  <a:pt x="24874" y="10046"/>
                </a:lnTo>
                <a:lnTo>
                  <a:pt x="25039" y="12519"/>
                </a:lnTo>
                <a:lnTo>
                  <a:pt x="24874" y="14992"/>
                </a:lnTo>
                <a:lnTo>
                  <a:pt x="23004" y="19506"/>
                </a:lnTo>
                <a:lnTo>
                  <a:pt x="21372" y="21372"/>
                </a:lnTo>
                <a:lnTo>
                  <a:pt x="19506" y="23004"/>
                </a:lnTo>
                <a:lnTo>
                  <a:pt x="14992" y="24874"/>
                </a:lnTo>
                <a:lnTo>
                  <a:pt x="12519" y="25039"/>
                </a:lnTo>
                <a:lnTo>
                  <a:pt x="10046" y="24874"/>
                </a:lnTo>
                <a:close/>
              </a:path>
            </a:pathLst>
          </a:custGeom>
          <a:solidFill>
            <a:srgbClr val="79CE7E"/>
          </a:solidFill>
          <a:ln>
            <a:noFill/>
          </a:ln>
        </p:spPr>
      </p:sp>
      <p:sp>
        <p:nvSpPr>
          <p:cNvPr id="1216" name="Shape 1216"/>
          <p:cNvSpPr/>
          <p:nvPr/>
        </p:nvSpPr>
        <p:spPr>
          <a:xfrm>
            <a:off x="5831011" y="2093388"/>
            <a:ext cx="24835" cy="24835"/>
          </a:xfrm>
          <a:custGeom>
            <a:avLst/>
            <a:gdLst/>
            <a:ahLst/>
            <a:cxnLst/>
            <a:rect l="0" t="0" r="r" b="b"/>
            <a:pathLst>
              <a:path w="24835" h="24835">
                <a:moveTo>
                  <a:pt x="9964" y="24672"/>
                </a:moveTo>
                <a:lnTo>
                  <a:pt x="5487" y="22817"/>
                </a:lnTo>
                <a:lnTo>
                  <a:pt x="3637" y="21198"/>
                </a:lnTo>
                <a:lnTo>
                  <a:pt x="2018" y="19348"/>
                </a:lnTo>
                <a:lnTo>
                  <a:pt x="163" y="14871"/>
                </a:lnTo>
                <a:lnTo>
                  <a:pt x="0" y="12417"/>
                </a:lnTo>
                <a:lnTo>
                  <a:pt x="163" y="9964"/>
                </a:lnTo>
                <a:lnTo>
                  <a:pt x="2018" y="5487"/>
                </a:lnTo>
                <a:lnTo>
                  <a:pt x="3637" y="3637"/>
                </a:lnTo>
                <a:lnTo>
                  <a:pt x="5487" y="2018"/>
                </a:lnTo>
                <a:lnTo>
                  <a:pt x="9964" y="163"/>
                </a:lnTo>
                <a:lnTo>
                  <a:pt x="12417" y="0"/>
                </a:lnTo>
                <a:lnTo>
                  <a:pt x="14871" y="163"/>
                </a:lnTo>
                <a:lnTo>
                  <a:pt x="19348" y="2018"/>
                </a:lnTo>
                <a:lnTo>
                  <a:pt x="21198" y="3637"/>
                </a:lnTo>
                <a:lnTo>
                  <a:pt x="22817" y="5487"/>
                </a:lnTo>
                <a:lnTo>
                  <a:pt x="24672" y="9964"/>
                </a:lnTo>
                <a:lnTo>
                  <a:pt x="24835" y="12417"/>
                </a:lnTo>
                <a:lnTo>
                  <a:pt x="24672" y="14871"/>
                </a:lnTo>
                <a:lnTo>
                  <a:pt x="22817" y="19348"/>
                </a:lnTo>
                <a:lnTo>
                  <a:pt x="21198" y="21198"/>
                </a:lnTo>
                <a:lnTo>
                  <a:pt x="19348" y="22817"/>
                </a:lnTo>
                <a:lnTo>
                  <a:pt x="14871" y="24672"/>
                </a:lnTo>
                <a:lnTo>
                  <a:pt x="12417" y="24835"/>
                </a:lnTo>
                <a:lnTo>
                  <a:pt x="9964" y="24672"/>
                </a:lnTo>
                <a:close/>
              </a:path>
            </a:pathLst>
          </a:custGeom>
          <a:solidFill>
            <a:srgbClr val="7BCF7E"/>
          </a:solidFill>
          <a:ln>
            <a:noFill/>
          </a:ln>
        </p:spPr>
      </p:sp>
      <p:sp>
        <p:nvSpPr>
          <p:cNvPr id="1217" name="Shape 1217"/>
          <p:cNvSpPr/>
          <p:nvPr/>
        </p:nvSpPr>
        <p:spPr>
          <a:xfrm>
            <a:off x="5885060" y="2107806"/>
            <a:ext cx="24690" cy="24690"/>
          </a:xfrm>
          <a:custGeom>
            <a:avLst/>
            <a:gdLst/>
            <a:ahLst/>
            <a:cxnLst/>
            <a:rect l="0" t="0" r="r" b="b"/>
            <a:pathLst>
              <a:path w="24690" h="24690">
                <a:moveTo>
                  <a:pt x="9906" y="24528"/>
                </a:moveTo>
                <a:lnTo>
                  <a:pt x="5455" y="22684"/>
                </a:lnTo>
                <a:lnTo>
                  <a:pt x="3615" y="21074"/>
                </a:lnTo>
                <a:lnTo>
                  <a:pt x="2006" y="19235"/>
                </a:lnTo>
                <a:lnTo>
                  <a:pt x="162" y="14784"/>
                </a:lnTo>
                <a:lnTo>
                  <a:pt x="0" y="12345"/>
                </a:lnTo>
                <a:lnTo>
                  <a:pt x="162" y="9906"/>
                </a:lnTo>
                <a:lnTo>
                  <a:pt x="2006" y="5455"/>
                </a:lnTo>
                <a:lnTo>
                  <a:pt x="3615" y="3615"/>
                </a:lnTo>
                <a:lnTo>
                  <a:pt x="5455" y="2006"/>
                </a:lnTo>
                <a:lnTo>
                  <a:pt x="9906" y="162"/>
                </a:lnTo>
                <a:lnTo>
                  <a:pt x="12345" y="0"/>
                </a:lnTo>
                <a:lnTo>
                  <a:pt x="14784" y="162"/>
                </a:lnTo>
                <a:lnTo>
                  <a:pt x="19235" y="2006"/>
                </a:lnTo>
                <a:lnTo>
                  <a:pt x="21074" y="3615"/>
                </a:lnTo>
                <a:lnTo>
                  <a:pt x="22684" y="5455"/>
                </a:lnTo>
                <a:lnTo>
                  <a:pt x="24528" y="9906"/>
                </a:lnTo>
                <a:lnTo>
                  <a:pt x="24690" y="12345"/>
                </a:lnTo>
                <a:lnTo>
                  <a:pt x="24528" y="14784"/>
                </a:lnTo>
                <a:lnTo>
                  <a:pt x="22684" y="19235"/>
                </a:lnTo>
                <a:lnTo>
                  <a:pt x="21074" y="21074"/>
                </a:lnTo>
                <a:lnTo>
                  <a:pt x="19235" y="22684"/>
                </a:lnTo>
                <a:lnTo>
                  <a:pt x="14784" y="24528"/>
                </a:lnTo>
                <a:lnTo>
                  <a:pt x="12345" y="24690"/>
                </a:lnTo>
                <a:lnTo>
                  <a:pt x="9906" y="24528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218" name="Shape 1218"/>
          <p:cNvSpPr/>
          <p:nvPr/>
        </p:nvSpPr>
        <p:spPr>
          <a:xfrm>
            <a:off x="5979768" y="2133061"/>
            <a:ext cx="24466" cy="24466"/>
          </a:xfrm>
          <a:custGeom>
            <a:avLst/>
            <a:gdLst/>
            <a:ahLst/>
            <a:cxnLst/>
            <a:rect l="0" t="0" r="r" b="b"/>
            <a:pathLst>
              <a:path w="24466" h="24466">
                <a:moveTo>
                  <a:pt x="9816" y="24305"/>
                </a:moveTo>
                <a:lnTo>
                  <a:pt x="5405" y="22478"/>
                </a:lnTo>
                <a:lnTo>
                  <a:pt x="3583" y="20883"/>
                </a:lnTo>
                <a:lnTo>
                  <a:pt x="1988" y="19060"/>
                </a:lnTo>
                <a:lnTo>
                  <a:pt x="161" y="14650"/>
                </a:lnTo>
                <a:lnTo>
                  <a:pt x="0" y="12233"/>
                </a:lnTo>
                <a:lnTo>
                  <a:pt x="161" y="9816"/>
                </a:lnTo>
                <a:lnTo>
                  <a:pt x="1988" y="5405"/>
                </a:lnTo>
                <a:lnTo>
                  <a:pt x="3583" y="3583"/>
                </a:lnTo>
                <a:lnTo>
                  <a:pt x="5405" y="1988"/>
                </a:lnTo>
                <a:lnTo>
                  <a:pt x="9816" y="161"/>
                </a:lnTo>
                <a:lnTo>
                  <a:pt x="12233" y="0"/>
                </a:lnTo>
                <a:lnTo>
                  <a:pt x="14650" y="161"/>
                </a:lnTo>
                <a:lnTo>
                  <a:pt x="19060" y="1988"/>
                </a:lnTo>
                <a:lnTo>
                  <a:pt x="20883" y="3583"/>
                </a:lnTo>
                <a:lnTo>
                  <a:pt x="22478" y="5405"/>
                </a:lnTo>
                <a:lnTo>
                  <a:pt x="24305" y="9816"/>
                </a:lnTo>
                <a:lnTo>
                  <a:pt x="24466" y="12233"/>
                </a:lnTo>
                <a:lnTo>
                  <a:pt x="24305" y="14650"/>
                </a:lnTo>
                <a:lnTo>
                  <a:pt x="22478" y="19060"/>
                </a:lnTo>
                <a:lnTo>
                  <a:pt x="20883" y="20883"/>
                </a:lnTo>
                <a:lnTo>
                  <a:pt x="19060" y="22478"/>
                </a:lnTo>
                <a:lnTo>
                  <a:pt x="14650" y="24305"/>
                </a:lnTo>
                <a:lnTo>
                  <a:pt x="12233" y="24466"/>
                </a:lnTo>
                <a:lnTo>
                  <a:pt x="9816" y="24305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219" name="Shape 1219"/>
          <p:cNvSpPr/>
          <p:nvPr/>
        </p:nvSpPr>
        <p:spPr>
          <a:xfrm>
            <a:off x="6095734" y="2163965"/>
            <a:ext cx="24238" cy="24238"/>
          </a:xfrm>
          <a:custGeom>
            <a:avLst/>
            <a:gdLst/>
            <a:ahLst/>
            <a:cxnLst/>
            <a:rect l="0" t="0" r="r" b="b"/>
            <a:pathLst>
              <a:path w="24238" h="24238">
                <a:moveTo>
                  <a:pt x="9725" y="24079"/>
                </a:moveTo>
                <a:lnTo>
                  <a:pt x="5355" y="22269"/>
                </a:lnTo>
                <a:lnTo>
                  <a:pt x="3549" y="20689"/>
                </a:lnTo>
                <a:lnTo>
                  <a:pt x="1969" y="18883"/>
                </a:lnTo>
                <a:lnTo>
                  <a:pt x="159" y="14513"/>
                </a:lnTo>
                <a:lnTo>
                  <a:pt x="0" y="12119"/>
                </a:lnTo>
                <a:lnTo>
                  <a:pt x="159" y="9725"/>
                </a:lnTo>
                <a:lnTo>
                  <a:pt x="1969" y="5355"/>
                </a:lnTo>
                <a:lnTo>
                  <a:pt x="3549" y="3549"/>
                </a:lnTo>
                <a:lnTo>
                  <a:pt x="5355" y="1969"/>
                </a:lnTo>
                <a:lnTo>
                  <a:pt x="9725" y="159"/>
                </a:lnTo>
                <a:lnTo>
                  <a:pt x="12119" y="0"/>
                </a:lnTo>
                <a:lnTo>
                  <a:pt x="14513" y="159"/>
                </a:lnTo>
                <a:lnTo>
                  <a:pt x="18883" y="1969"/>
                </a:lnTo>
                <a:lnTo>
                  <a:pt x="20689" y="3549"/>
                </a:lnTo>
                <a:lnTo>
                  <a:pt x="22269" y="5355"/>
                </a:lnTo>
                <a:lnTo>
                  <a:pt x="24079" y="9725"/>
                </a:lnTo>
                <a:lnTo>
                  <a:pt x="24238" y="12119"/>
                </a:lnTo>
                <a:lnTo>
                  <a:pt x="24079" y="14513"/>
                </a:lnTo>
                <a:lnTo>
                  <a:pt x="22269" y="18883"/>
                </a:lnTo>
                <a:lnTo>
                  <a:pt x="20689" y="20689"/>
                </a:lnTo>
                <a:lnTo>
                  <a:pt x="18883" y="22269"/>
                </a:lnTo>
                <a:lnTo>
                  <a:pt x="14513" y="24079"/>
                </a:lnTo>
                <a:lnTo>
                  <a:pt x="12119" y="24238"/>
                </a:lnTo>
                <a:lnTo>
                  <a:pt x="9725" y="24079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1220" name="Shape 1220"/>
          <p:cNvSpPr/>
          <p:nvPr/>
        </p:nvSpPr>
        <p:spPr>
          <a:xfrm>
            <a:off x="6188678" y="2188724"/>
            <a:ext cx="24085" cy="24085"/>
          </a:xfrm>
          <a:custGeom>
            <a:avLst/>
            <a:gdLst/>
            <a:ahLst/>
            <a:cxnLst/>
            <a:rect l="0" t="0" r="r" b="b"/>
            <a:pathLst>
              <a:path w="24085" h="24085">
                <a:moveTo>
                  <a:pt x="9663" y="23927"/>
                </a:moveTo>
                <a:lnTo>
                  <a:pt x="5321" y="22128"/>
                </a:lnTo>
                <a:lnTo>
                  <a:pt x="3527" y="20558"/>
                </a:lnTo>
                <a:lnTo>
                  <a:pt x="1957" y="18764"/>
                </a:lnTo>
                <a:lnTo>
                  <a:pt x="158" y="14421"/>
                </a:lnTo>
                <a:lnTo>
                  <a:pt x="0" y="12042"/>
                </a:lnTo>
                <a:lnTo>
                  <a:pt x="158" y="9663"/>
                </a:lnTo>
                <a:lnTo>
                  <a:pt x="1957" y="5321"/>
                </a:lnTo>
                <a:lnTo>
                  <a:pt x="3527" y="3527"/>
                </a:lnTo>
                <a:lnTo>
                  <a:pt x="5321" y="1957"/>
                </a:lnTo>
                <a:lnTo>
                  <a:pt x="9663" y="158"/>
                </a:lnTo>
                <a:lnTo>
                  <a:pt x="12042" y="0"/>
                </a:lnTo>
                <a:lnTo>
                  <a:pt x="14421" y="158"/>
                </a:lnTo>
                <a:lnTo>
                  <a:pt x="18764" y="1957"/>
                </a:lnTo>
                <a:lnTo>
                  <a:pt x="20558" y="3527"/>
                </a:lnTo>
                <a:lnTo>
                  <a:pt x="22128" y="5321"/>
                </a:lnTo>
                <a:lnTo>
                  <a:pt x="23927" y="9663"/>
                </a:lnTo>
                <a:lnTo>
                  <a:pt x="24085" y="12042"/>
                </a:lnTo>
                <a:lnTo>
                  <a:pt x="23927" y="14421"/>
                </a:lnTo>
                <a:lnTo>
                  <a:pt x="22128" y="18764"/>
                </a:lnTo>
                <a:lnTo>
                  <a:pt x="20558" y="20558"/>
                </a:lnTo>
                <a:lnTo>
                  <a:pt x="18764" y="22128"/>
                </a:lnTo>
                <a:lnTo>
                  <a:pt x="14421" y="23927"/>
                </a:lnTo>
                <a:lnTo>
                  <a:pt x="12042" y="24085"/>
                </a:lnTo>
                <a:lnTo>
                  <a:pt x="9663" y="23927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1221" name="Shape 1221"/>
          <p:cNvSpPr/>
          <p:nvPr/>
        </p:nvSpPr>
        <p:spPr>
          <a:xfrm>
            <a:off x="6297080" y="2216926"/>
            <a:ext cx="25745" cy="25745"/>
          </a:xfrm>
          <a:custGeom>
            <a:avLst/>
            <a:gdLst/>
            <a:ahLst/>
            <a:cxnLst/>
            <a:rect l="0" t="0" r="r" b="b"/>
            <a:pathLst>
              <a:path w="25745" h="25745">
                <a:moveTo>
                  <a:pt x="10329" y="25575"/>
                </a:moveTo>
                <a:lnTo>
                  <a:pt x="5688" y="23653"/>
                </a:lnTo>
                <a:lnTo>
                  <a:pt x="3770" y="21975"/>
                </a:lnTo>
                <a:lnTo>
                  <a:pt x="2092" y="20056"/>
                </a:lnTo>
                <a:lnTo>
                  <a:pt x="169" y="15415"/>
                </a:lnTo>
                <a:lnTo>
                  <a:pt x="0" y="12872"/>
                </a:lnTo>
                <a:lnTo>
                  <a:pt x="169" y="10329"/>
                </a:lnTo>
                <a:lnTo>
                  <a:pt x="2092" y="5688"/>
                </a:lnTo>
                <a:lnTo>
                  <a:pt x="3770" y="3770"/>
                </a:lnTo>
                <a:lnTo>
                  <a:pt x="5688" y="2092"/>
                </a:lnTo>
                <a:lnTo>
                  <a:pt x="10329" y="169"/>
                </a:lnTo>
                <a:lnTo>
                  <a:pt x="12872" y="0"/>
                </a:lnTo>
                <a:lnTo>
                  <a:pt x="15415" y="169"/>
                </a:lnTo>
                <a:lnTo>
                  <a:pt x="20056" y="2092"/>
                </a:lnTo>
                <a:lnTo>
                  <a:pt x="21975" y="3770"/>
                </a:lnTo>
                <a:lnTo>
                  <a:pt x="23653" y="5688"/>
                </a:lnTo>
                <a:lnTo>
                  <a:pt x="25575" y="10329"/>
                </a:lnTo>
                <a:lnTo>
                  <a:pt x="25745" y="12872"/>
                </a:lnTo>
                <a:lnTo>
                  <a:pt x="25575" y="15415"/>
                </a:lnTo>
                <a:lnTo>
                  <a:pt x="23653" y="20056"/>
                </a:lnTo>
                <a:lnTo>
                  <a:pt x="21975" y="21975"/>
                </a:lnTo>
                <a:lnTo>
                  <a:pt x="20056" y="23653"/>
                </a:lnTo>
                <a:lnTo>
                  <a:pt x="15415" y="25575"/>
                </a:lnTo>
                <a:lnTo>
                  <a:pt x="12872" y="25745"/>
                </a:lnTo>
                <a:lnTo>
                  <a:pt x="10329" y="25575"/>
                </a:lnTo>
                <a:close/>
              </a:path>
            </a:pathLst>
          </a:custGeom>
          <a:solidFill>
            <a:srgbClr val="75CC7A"/>
          </a:solidFill>
          <a:ln>
            <a:noFill/>
          </a:ln>
        </p:spPr>
      </p:sp>
      <p:sp>
        <p:nvSpPr>
          <p:cNvPr id="1222" name="Shape 1222"/>
          <p:cNvSpPr/>
          <p:nvPr/>
        </p:nvSpPr>
        <p:spPr>
          <a:xfrm>
            <a:off x="5207398" y="1961138"/>
            <a:ext cx="22130" cy="22130"/>
          </a:xfrm>
          <a:custGeom>
            <a:avLst/>
            <a:gdLst/>
            <a:ahLst/>
            <a:cxnLst/>
            <a:rect l="0" t="0" r="r" b="b"/>
            <a:pathLst>
              <a:path w="22130" h="22130">
                <a:moveTo>
                  <a:pt x="8879" y="21984"/>
                </a:moveTo>
                <a:lnTo>
                  <a:pt x="4889" y="20332"/>
                </a:lnTo>
                <a:lnTo>
                  <a:pt x="3240" y="18889"/>
                </a:lnTo>
                <a:lnTo>
                  <a:pt x="1798" y="17240"/>
                </a:lnTo>
                <a:lnTo>
                  <a:pt x="145" y="13251"/>
                </a:lnTo>
                <a:lnTo>
                  <a:pt x="0" y="11065"/>
                </a:lnTo>
                <a:lnTo>
                  <a:pt x="145" y="8879"/>
                </a:lnTo>
                <a:lnTo>
                  <a:pt x="1798" y="4889"/>
                </a:lnTo>
                <a:lnTo>
                  <a:pt x="3240" y="3240"/>
                </a:lnTo>
                <a:lnTo>
                  <a:pt x="4889" y="1798"/>
                </a:lnTo>
                <a:lnTo>
                  <a:pt x="8879" y="145"/>
                </a:lnTo>
                <a:lnTo>
                  <a:pt x="11065" y="0"/>
                </a:lnTo>
                <a:lnTo>
                  <a:pt x="13251" y="145"/>
                </a:lnTo>
                <a:lnTo>
                  <a:pt x="17240" y="1798"/>
                </a:lnTo>
                <a:lnTo>
                  <a:pt x="18889" y="3240"/>
                </a:lnTo>
                <a:lnTo>
                  <a:pt x="20332" y="4889"/>
                </a:lnTo>
                <a:lnTo>
                  <a:pt x="21984" y="8879"/>
                </a:lnTo>
                <a:lnTo>
                  <a:pt x="22130" y="11065"/>
                </a:lnTo>
                <a:lnTo>
                  <a:pt x="21984" y="13251"/>
                </a:lnTo>
                <a:lnTo>
                  <a:pt x="20332" y="17240"/>
                </a:lnTo>
                <a:lnTo>
                  <a:pt x="18889" y="18889"/>
                </a:lnTo>
                <a:lnTo>
                  <a:pt x="17240" y="20332"/>
                </a:lnTo>
                <a:lnTo>
                  <a:pt x="13251" y="21984"/>
                </a:lnTo>
                <a:lnTo>
                  <a:pt x="11065" y="22130"/>
                </a:lnTo>
                <a:lnTo>
                  <a:pt x="8879" y="21984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223" name="Shape 1223"/>
          <p:cNvSpPr/>
          <p:nvPr/>
        </p:nvSpPr>
        <p:spPr>
          <a:xfrm>
            <a:off x="5217229" y="1964914"/>
            <a:ext cx="22382" cy="22382"/>
          </a:xfrm>
          <a:custGeom>
            <a:avLst/>
            <a:gdLst/>
            <a:ahLst/>
            <a:cxnLst/>
            <a:rect l="0" t="0" r="r" b="b"/>
            <a:pathLst>
              <a:path w="22382" h="22382">
                <a:moveTo>
                  <a:pt x="8980" y="22234"/>
                </a:moveTo>
                <a:lnTo>
                  <a:pt x="4945" y="20563"/>
                </a:lnTo>
                <a:lnTo>
                  <a:pt x="3277" y="19104"/>
                </a:lnTo>
                <a:lnTo>
                  <a:pt x="1818" y="17436"/>
                </a:lnTo>
                <a:lnTo>
                  <a:pt x="147" y="13401"/>
                </a:lnTo>
                <a:lnTo>
                  <a:pt x="0" y="11191"/>
                </a:lnTo>
                <a:lnTo>
                  <a:pt x="147" y="8980"/>
                </a:lnTo>
                <a:lnTo>
                  <a:pt x="1818" y="4945"/>
                </a:lnTo>
                <a:lnTo>
                  <a:pt x="3277" y="3277"/>
                </a:lnTo>
                <a:lnTo>
                  <a:pt x="4945" y="1818"/>
                </a:lnTo>
                <a:lnTo>
                  <a:pt x="8980" y="147"/>
                </a:lnTo>
                <a:lnTo>
                  <a:pt x="11191" y="0"/>
                </a:lnTo>
                <a:lnTo>
                  <a:pt x="13401" y="147"/>
                </a:lnTo>
                <a:lnTo>
                  <a:pt x="17436" y="1818"/>
                </a:lnTo>
                <a:lnTo>
                  <a:pt x="19104" y="3277"/>
                </a:lnTo>
                <a:lnTo>
                  <a:pt x="20563" y="4945"/>
                </a:lnTo>
                <a:lnTo>
                  <a:pt x="22234" y="8980"/>
                </a:lnTo>
                <a:lnTo>
                  <a:pt x="22382" y="11191"/>
                </a:lnTo>
                <a:lnTo>
                  <a:pt x="22234" y="13401"/>
                </a:lnTo>
                <a:lnTo>
                  <a:pt x="20563" y="17436"/>
                </a:lnTo>
                <a:lnTo>
                  <a:pt x="19104" y="19104"/>
                </a:lnTo>
                <a:lnTo>
                  <a:pt x="17436" y="20563"/>
                </a:lnTo>
                <a:lnTo>
                  <a:pt x="13401" y="22234"/>
                </a:lnTo>
                <a:lnTo>
                  <a:pt x="11191" y="22382"/>
                </a:lnTo>
                <a:lnTo>
                  <a:pt x="8980" y="22234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224" name="Shape 1224"/>
          <p:cNvSpPr/>
          <p:nvPr/>
        </p:nvSpPr>
        <p:spPr>
          <a:xfrm>
            <a:off x="5224223" y="1967605"/>
            <a:ext cx="22547" cy="22547"/>
          </a:xfrm>
          <a:custGeom>
            <a:avLst/>
            <a:gdLst/>
            <a:ahLst/>
            <a:cxnLst/>
            <a:rect l="0" t="0" r="r" b="b"/>
            <a:pathLst>
              <a:path w="22547" h="22547">
                <a:moveTo>
                  <a:pt x="9046" y="22399"/>
                </a:moveTo>
                <a:lnTo>
                  <a:pt x="4981" y="20715"/>
                </a:lnTo>
                <a:lnTo>
                  <a:pt x="3302" y="19245"/>
                </a:lnTo>
                <a:lnTo>
                  <a:pt x="1832" y="17565"/>
                </a:lnTo>
                <a:lnTo>
                  <a:pt x="148" y="13500"/>
                </a:lnTo>
                <a:lnTo>
                  <a:pt x="0" y="11273"/>
                </a:lnTo>
                <a:lnTo>
                  <a:pt x="148" y="9046"/>
                </a:lnTo>
                <a:lnTo>
                  <a:pt x="1832" y="4981"/>
                </a:lnTo>
                <a:lnTo>
                  <a:pt x="3302" y="3302"/>
                </a:lnTo>
                <a:lnTo>
                  <a:pt x="4981" y="1832"/>
                </a:lnTo>
                <a:lnTo>
                  <a:pt x="9046" y="148"/>
                </a:lnTo>
                <a:lnTo>
                  <a:pt x="11273" y="0"/>
                </a:lnTo>
                <a:lnTo>
                  <a:pt x="13500" y="148"/>
                </a:lnTo>
                <a:lnTo>
                  <a:pt x="17565" y="1832"/>
                </a:lnTo>
                <a:lnTo>
                  <a:pt x="19245" y="3302"/>
                </a:lnTo>
                <a:lnTo>
                  <a:pt x="20715" y="4981"/>
                </a:lnTo>
                <a:lnTo>
                  <a:pt x="22399" y="9046"/>
                </a:lnTo>
                <a:lnTo>
                  <a:pt x="22547" y="11273"/>
                </a:lnTo>
                <a:lnTo>
                  <a:pt x="22399" y="13500"/>
                </a:lnTo>
                <a:lnTo>
                  <a:pt x="20715" y="17565"/>
                </a:lnTo>
                <a:lnTo>
                  <a:pt x="19245" y="19245"/>
                </a:lnTo>
                <a:lnTo>
                  <a:pt x="17565" y="20715"/>
                </a:lnTo>
                <a:lnTo>
                  <a:pt x="13500" y="22399"/>
                </a:lnTo>
                <a:lnTo>
                  <a:pt x="11273" y="22547"/>
                </a:lnTo>
                <a:lnTo>
                  <a:pt x="9046" y="22399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225" name="Shape 1225"/>
          <p:cNvSpPr/>
          <p:nvPr/>
        </p:nvSpPr>
        <p:spPr>
          <a:xfrm>
            <a:off x="5231602" y="1970447"/>
            <a:ext cx="22711" cy="22711"/>
          </a:xfrm>
          <a:custGeom>
            <a:avLst/>
            <a:gdLst/>
            <a:ahLst/>
            <a:cxnLst/>
            <a:rect l="0" t="0" r="r" b="b"/>
            <a:pathLst>
              <a:path w="22711" h="22711">
                <a:moveTo>
                  <a:pt x="9112" y="22562"/>
                </a:moveTo>
                <a:lnTo>
                  <a:pt x="5018" y="20866"/>
                </a:lnTo>
                <a:lnTo>
                  <a:pt x="3326" y="19385"/>
                </a:lnTo>
                <a:lnTo>
                  <a:pt x="1845" y="17693"/>
                </a:lnTo>
                <a:lnTo>
                  <a:pt x="149" y="13599"/>
                </a:lnTo>
                <a:lnTo>
                  <a:pt x="0" y="11355"/>
                </a:lnTo>
                <a:lnTo>
                  <a:pt x="149" y="9112"/>
                </a:lnTo>
                <a:lnTo>
                  <a:pt x="1845" y="5018"/>
                </a:lnTo>
                <a:lnTo>
                  <a:pt x="3326" y="3326"/>
                </a:lnTo>
                <a:lnTo>
                  <a:pt x="5018" y="1845"/>
                </a:lnTo>
                <a:lnTo>
                  <a:pt x="9112" y="149"/>
                </a:lnTo>
                <a:lnTo>
                  <a:pt x="11355" y="0"/>
                </a:lnTo>
                <a:lnTo>
                  <a:pt x="13599" y="149"/>
                </a:lnTo>
                <a:lnTo>
                  <a:pt x="17693" y="1845"/>
                </a:lnTo>
                <a:lnTo>
                  <a:pt x="19385" y="3326"/>
                </a:lnTo>
                <a:lnTo>
                  <a:pt x="20866" y="5018"/>
                </a:lnTo>
                <a:lnTo>
                  <a:pt x="22562" y="9112"/>
                </a:lnTo>
                <a:lnTo>
                  <a:pt x="22711" y="11355"/>
                </a:lnTo>
                <a:lnTo>
                  <a:pt x="22562" y="13599"/>
                </a:lnTo>
                <a:lnTo>
                  <a:pt x="20866" y="17693"/>
                </a:lnTo>
                <a:lnTo>
                  <a:pt x="19385" y="19385"/>
                </a:lnTo>
                <a:lnTo>
                  <a:pt x="17693" y="20866"/>
                </a:lnTo>
                <a:lnTo>
                  <a:pt x="13599" y="22562"/>
                </a:lnTo>
                <a:lnTo>
                  <a:pt x="11355" y="22711"/>
                </a:lnTo>
                <a:lnTo>
                  <a:pt x="9112" y="22562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1226" name="Shape 1226"/>
          <p:cNvSpPr/>
          <p:nvPr/>
        </p:nvSpPr>
        <p:spPr>
          <a:xfrm>
            <a:off x="5243464" y="1975022"/>
            <a:ext cx="22955" cy="22955"/>
          </a:xfrm>
          <a:custGeom>
            <a:avLst/>
            <a:gdLst/>
            <a:ahLst/>
            <a:cxnLst/>
            <a:rect l="0" t="0" r="r" b="b"/>
            <a:pathLst>
              <a:path w="22955" h="22955">
                <a:moveTo>
                  <a:pt x="9210" y="22803"/>
                </a:moveTo>
                <a:lnTo>
                  <a:pt x="5071" y="21089"/>
                </a:lnTo>
                <a:lnTo>
                  <a:pt x="3361" y="19593"/>
                </a:lnTo>
                <a:lnTo>
                  <a:pt x="1865" y="17883"/>
                </a:lnTo>
                <a:lnTo>
                  <a:pt x="151" y="13744"/>
                </a:lnTo>
                <a:lnTo>
                  <a:pt x="0" y="11477"/>
                </a:lnTo>
                <a:lnTo>
                  <a:pt x="151" y="9210"/>
                </a:lnTo>
                <a:lnTo>
                  <a:pt x="1865" y="5071"/>
                </a:lnTo>
                <a:lnTo>
                  <a:pt x="3361" y="3361"/>
                </a:lnTo>
                <a:lnTo>
                  <a:pt x="5071" y="1865"/>
                </a:lnTo>
                <a:lnTo>
                  <a:pt x="9210" y="151"/>
                </a:lnTo>
                <a:lnTo>
                  <a:pt x="11477" y="0"/>
                </a:lnTo>
                <a:lnTo>
                  <a:pt x="13744" y="151"/>
                </a:lnTo>
                <a:lnTo>
                  <a:pt x="17883" y="1865"/>
                </a:lnTo>
                <a:lnTo>
                  <a:pt x="19593" y="3361"/>
                </a:lnTo>
                <a:lnTo>
                  <a:pt x="21089" y="5071"/>
                </a:lnTo>
                <a:lnTo>
                  <a:pt x="22803" y="9210"/>
                </a:lnTo>
                <a:lnTo>
                  <a:pt x="22955" y="11477"/>
                </a:lnTo>
                <a:lnTo>
                  <a:pt x="22803" y="13744"/>
                </a:lnTo>
                <a:lnTo>
                  <a:pt x="21089" y="17883"/>
                </a:lnTo>
                <a:lnTo>
                  <a:pt x="19593" y="19593"/>
                </a:lnTo>
                <a:lnTo>
                  <a:pt x="17883" y="21089"/>
                </a:lnTo>
                <a:lnTo>
                  <a:pt x="13744" y="22803"/>
                </a:lnTo>
                <a:lnTo>
                  <a:pt x="11477" y="22955"/>
                </a:lnTo>
                <a:lnTo>
                  <a:pt x="9210" y="22803"/>
                </a:lnTo>
                <a:close/>
              </a:path>
            </a:pathLst>
          </a:custGeom>
          <a:solidFill>
            <a:srgbClr val="85D586"/>
          </a:solidFill>
          <a:ln>
            <a:noFill/>
          </a:ln>
        </p:spPr>
      </p:sp>
      <p:sp>
        <p:nvSpPr>
          <p:cNvPr id="1227" name="Shape 1227"/>
          <p:cNvSpPr/>
          <p:nvPr/>
        </p:nvSpPr>
        <p:spPr>
          <a:xfrm>
            <a:off x="5256391" y="1980016"/>
            <a:ext cx="23195" cy="23195"/>
          </a:xfrm>
          <a:custGeom>
            <a:avLst/>
            <a:gdLst/>
            <a:ahLst/>
            <a:cxnLst/>
            <a:rect l="0" t="0" r="r" b="b"/>
            <a:pathLst>
              <a:path w="23195" h="23195">
                <a:moveTo>
                  <a:pt x="9306" y="23042"/>
                </a:moveTo>
                <a:lnTo>
                  <a:pt x="5124" y="21310"/>
                </a:lnTo>
                <a:lnTo>
                  <a:pt x="3396" y="19798"/>
                </a:lnTo>
                <a:lnTo>
                  <a:pt x="1884" y="18070"/>
                </a:lnTo>
                <a:lnTo>
                  <a:pt x="152" y="13888"/>
                </a:lnTo>
                <a:lnTo>
                  <a:pt x="0" y="11597"/>
                </a:lnTo>
                <a:lnTo>
                  <a:pt x="152" y="9306"/>
                </a:lnTo>
                <a:lnTo>
                  <a:pt x="1884" y="5124"/>
                </a:lnTo>
                <a:lnTo>
                  <a:pt x="3396" y="3396"/>
                </a:lnTo>
                <a:lnTo>
                  <a:pt x="5124" y="1884"/>
                </a:lnTo>
                <a:lnTo>
                  <a:pt x="9306" y="152"/>
                </a:lnTo>
                <a:lnTo>
                  <a:pt x="11597" y="0"/>
                </a:lnTo>
                <a:lnTo>
                  <a:pt x="13888" y="152"/>
                </a:lnTo>
                <a:lnTo>
                  <a:pt x="18070" y="1884"/>
                </a:lnTo>
                <a:lnTo>
                  <a:pt x="19798" y="3396"/>
                </a:lnTo>
                <a:lnTo>
                  <a:pt x="21310" y="5124"/>
                </a:lnTo>
                <a:lnTo>
                  <a:pt x="23042" y="9306"/>
                </a:lnTo>
                <a:lnTo>
                  <a:pt x="23195" y="11597"/>
                </a:lnTo>
                <a:lnTo>
                  <a:pt x="23042" y="13888"/>
                </a:lnTo>
                <a:lnTo>
                  <a:pt x="21310" y="18070"/>
                </a:lnTo>
                <a:lnTo>
                  <a:pt x="19798" y="19798"/>
                </a:lnTo>
                <a:lnTo>
                  <a:pt x="18070" y="21310"/>
                </a:lnTo>
                <a:lnTo>
                  <a:pt x="13888" y="23042"/>
                </a:lnTo>
                <a:lnTo>
                  <a:pt x="11597" y="23195"/>
                </a:lnTo>
                <a:lnTo>
                  <a:pt x="9306" y="23042"/>
                </a:lnTo>
                <a:close/>
              </a:path>
            </a:pathLst>
          </a:custGeom>
          <a:solidFill>
            <a:srgbClr val="84D485"/>
          </a:solidFill>
          <a:ln>
            <a:noFill/>
          </a:ln>
        </p:spPr>
      </p:sp>
      <p:sp>
        <p:nvSpPr>
          <p:cNvPr id="1228" name="Shape 1228"/>
          <p:cNvSpPr/>
          <p:nvPr/>
        </p:nvSpPr>
        <p:spPr>
          <a:xfrm>
            <a:off x="5265673" y="1983605"/>
            <a:ext cx="23353" cy="23353"/>
          </a:xfrm>
          <a:custGeom>
            <a:avLst/>
            <a:gdLst/>
            <a:ahLst/>
            <a:cxnLst/>
            <a:rect l="0" t="0" r="r" b="b"/>
            <a:pathLst>
              <a:path w="23353" h="23353">
                <a:moveTo>
                  <a:pt x="9370" y="23199"/>
                </a:moveTo>
                <a:lnTo>
                  <a:pt x="5159" y="21455"/>
                </a:lnTo>
                <a:lnTo>
                  <a:pt x="3420" y="19933"/>
                </a:lnTo>
                <a:lnTo>
                  <a:pt x="1897" y="18193"/>
                </a:lnTo>
                <a:lnTo>
                  <a:pt x="153" y="13983"/>
                </a:lnTo>
                <a:lnTo>
                  <a:pt x="0" y="11676"/>
                </a:lnTo>
                <a:lnTo>
                  <a:pt x="153" y="9370"/>
                </a:lnTo>
                <a:lnTo>
                  <a:pt x="1897" y="5159"/>
                </a:lnTo>
                <a:lnTo>
                  <a:pt x="3420" y="3420"/>
                </a:lnTo>
                <a:lnTo>
                  <a:pt x="5159" y="1897"/>
                </a:lnTo>
                <a:lnTo>
                  <a:pt x="9370" y="153"/>
                </a:lnTo>
                <a:lnTo>
                  <a:pt x="11676" y="0"/>
                </a:lnTo>
                <a:lnTo>
                  <a:pt x="13983" y="153"/>
                </a:lnTo>
                <a:lnTo>
                  <a:pt x="18193" y="1897"/>
                </a:lnTo>
                <a:lnTo>
                  <a:pt x="19933" y="3420"/>
                </a:lnTo>
                <a:lnTo>
                  <a:pt x="21455" y="5159"/>
                </a:lnTo>
                <a:lnTo>
                  <a:pt x="23199" y="9370"/>
                </a:lnTo>
                <a:lnTo>
                  <a:pt x="23353" y="11676"/>
                </a:lnTo>
                <a:lnTo>
                  <a:pt x="23199" y="13983"/>
                </a:lnTo>
                <a:lnTo>
                  <a:pt x="21455" y="18193"/>
                </a:lnTo>
                <a:lnTo>
                  <a:pt x="19933" y="19933"/>
                </a:lnTo>
                <a:lnTo>
                  <a:pt x="18193" y="21455"/>
                </a:lnTo>
                <a:lnTo>
                  <a:pt x="13983" y="23199"/>
                </a:lnTo>
                <a:lnTo>
                  <a:pt x="11676" y="23353"/>
                </a:lnTo>
                <a:lnTo>
                  <a:pt x="9370" y="23199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1229" name="Shape 1229"/>
          <p:cNvSpPr/>
          <p:nvPr/>
        </p:nvSpPr>
        <p:spPr>
          <a:xfrm>
            <a:off x="5280718" y="1989431"/>
            <a:ext cx="23587" cy="23587"/>
          </a:xfrm>
          <a:custGeom>
            <a:avLst/>
            <a:gdLst/>
            <a:ahLst/>
            <a:cxnLst/>
            <a:rect l="0" t="0" r="r" b="b"/>
            <a:pathLst>
              <a:path w="23587" h="23587">
                <a:moveTo>
                  <a:pt x="9464" y="23432"/>
                </a:moveTo>
                <a:lnTo>
                  <a:pt x="5211" y="21671"/>
                </a:lnTo>
                <a:lnTo>
                  <a:pt x="3454" y="20133"/>
                </a:lnTo>
                <a:lnTo>
                  <a:pt x="1916" y="18376"/>
                </a:lnTo>
                <a:lnTo>
                  <a:pt x="155" y="14123"/>
                </a:lnTo>
                <a:lnTo>
                  <a:pt x="0" y="11793"/>
                </a:lnTo>
                <a:lnTo>
                  <a:pt x="155" y="9464"/>
                </a:lnTo>
                <a:lnTo>
                  <a:pt x="1916" y="5211"/>
                </a:lnTo>
                <a:lnTo>
                  <a:pt x="3454" y="3454"/>
                </a:lnTo>
                <a:lnTo>
                  <a:pt x="5211" y="1916"/>
                </a:lnTo>
                <a:lnTo>
                  <a:pt x="9464" y="155"/>
                </a:lnTo>
                <a:lnTo>
                  <a:pt x="11793" y="0"/>
                </a:lnTo>
                <a:lnTo>
                  <a:pt x="14123" y="155"/>
                </a:lnTo>
                <a:lnTo>
                  <a:pt x="18376" y="1916"/>
                </a:lnTo>
                <a:lnTo>
                  <a:pt x="20133" y="3454"/>
                </a:lnTo>
                <a:lnTo>
                  <a:pt x="21671" y="5211"/>
                </a:lnTo>
                <a:lnTo>
                  <a:pt x="23432" y="9464"/>
                </a:lnTo>
                <a:lnTo>
                  <a:pt x="23587" y="11793"/>
                </a:lnTo>
                <a:lnTo>
                  <a:pt x="23432" y="14123"/>
                </a:lnTo>
                <a:lnTo>
                  <a:pt x="21671" y="18376"/>
                </a:lnTo>
                <a:lnTo>
                  <a:pt x="20133" y="20133"/>
                </a:lnTo>
                <a:lnTo>
                  <a:pt x="18376" y="21671"/>
                </a:lnTo>
                <a:lnTo>
                  <a:pt x="14123" y="23432"/>
                </a:lnTo>
                <a:lnTo>
                  <a:pt x="11793" y="23587"/>
                </a:lnTo>
                <a:lnTo>
                  <a:pt x="9464" y="23432"/>
                </a:lnTo>
                <a:close/>
              </a:path>
            </a:pathLst>
          </a:custGeom>
          <a:solidFill>
            <a:srgbClr val="81D384"/>
          </a:solidFill>
          <a:ln>
            <a:noFill/>
          </a:ln>
        </p:spPr>
      </p:sp>
      <p:sp>
        <p:nvSpPr>
          <p:cNvPr id="1230" name="Shape 1230"/>
          <p:cNvSpPr/>
          <p:nvPr/>
        </p:nvSpPr>
        <p:spPr>
          <a:xfrm>
            <a:off x="5297291" y="1995857"/>
            <a:ext cx="23818" cy="23818"/>
          </a:xfrm>
          <a:custGeom>
            <a:avLst/>
            <a:gdLst/>
            <a:ahLst/>
            <a:cxnLst/>
            <a:rect l="0" t="0" r="r" b="b"/>
            <a:pathLst>
              <a:path w="23818" h="23818">
                <a:moveTo>
                  <a:pt x="9556" y="23661"/>
                </a:moveTo>
                <a:lnTo>
                  <a:pt x="5262" y="21882"/>
                </a:lnTo>
                <a:lnTo>
                  <a:pt x="3488" y="20330"/>
                </a:lnTo>
                <a:lnTo>
                  <a:pt x="1935" y="18555"/>
                </a:lnTo>
                <a:lnTo>
                  <a:pt x="156" y="14261"/>
                </a:lnTo>
                <a:lnTo>
                  <a:pt x="0" y="11909"/>
                </a:lnTo>
                <a:lnTo>
                  <a:pt x="156" y="9556"/>
                </a:lnTo>
                <a:lnTo>
                  <a:pt x="1935" y="5262"/>
                </a:lnTo>
                <a:lnTo>
                  <a:pt x="3488" y="3488"/>
                </a:lnTo>
                <a:lnTo>
                  <a:pt x="5262" y="1935"/>
                </a:lnTo>
                <a:lnTo>
                  <a:pt x="9556" y="156"/>
                </a:lnTo>
                <a:lnTo>
                  <a:pt x="11909" y="0"/>
                </a:lnTo>
                <a:lnTo>
                  <a:pt x="14261" y="156"/>
                </a:lnTo>
                <a:lnTo>
                  <a:pt x="18555" y="1935"/>
                </a:lnTo>
                <a:lnTo>
                  <a:pt x="20330" y="3488"/>
                </a:lnTo>
                <a:lnTo>
                  <a:pt x="21882" y="5262"/>
                </a:lnTo>
                <a:lnTo>
                  <a:pt x="23661" y="9556"/>
                </a:lnTo>
                <a:lnTo>
                  <a:pt x="23818" y="11909"/>
                </a:lnTo>
                <a:lnTo>
                  <a:pt x="23661" y="14261"/>
                </a:lnTo>
                <a:lnTo>
                  <a:pt x="21882" y="18555"/>
                </a:lnTo>
                <a:lnTo>
                  <a:pt x="20330" y="20330"/>
                </a:lnTo>
                <a:lnTo>
                  <a:pt x="18555" y="21882"/>
                </a:lnTo>
                <a:lnTo>
                  <a:pt x="14261" y="23661"/>
                </a:lnTo>
                <a:lnTo>
                  <a:pt x="11909" y="23818"/>
                </a:lnTo>
                <a:lnTo>
                  <a:pt x="9556" y="23661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231" name="Shape 1231"/>
          <p:cNvSpPr/>
          <p:nvPr/>
        </p:nvSpPr>
        <p:spPr>
          <a:xfrm>
            <a:off x="5309307" y="2000519"/>
            <a:ext cx="23969" cy="23969"/>
          </a:xfrm>
          <a:custGeom>
            <a:avLst/>
            <a:gdLst/>
            <a:ahLst/>
            <a:cxnLst/>
            <a:rect l="0" t="0" r="r" b="b"/>
            <a:pathLst>
              <a:path w="23969" h="23969">
                <a:moveTo>
                  <a:pt x="9617" y="23811"/>
                </a:moveTo>
                <a:lnTo>
                  <a:pt x="5295" y="22021"/>
                </a:lnTo>
                <a:lnTo>
                  <a:pt x="3510" y="20459"/>
                </a:lnTo>
                <a:lnTo>
                  <a:pt x="1947" y="18673"/>
                </a:lnTo>
                <a:lnTo>
                  <a:pt x="157" y="14352"/>
                </a:lnTo>
                <a:lnTo>
                  <a:pt x="0" y="11984"/>
                </a:lnTo>
                <a:lnTo>
                  <a:pt x="157" y="9617"/>
                </a:lnTo>
                <a:lnTo>
                  <a:pt x="1947" y="5295"/>
                </a:lnTo>
                <a:lnTo>
                  <a:pt x="3510" y="3510"/>
                </a:lnTo>
                <a:lnTo>
                  <a:pt x="5295" y="1947"/>
                </a:lnTo>
                <a:lnTo>
                  <a:pt x="9617" y="157"/>
                </a:lnTo>
                <a:lnTo>
                  <a:pt x="11984" y="0"/>
                </a:lnTo>
                <a:lnTo>
                  <a:pt x="14352" y="157"/>
                </a:lnTo>
                <a:lnTo>
                  <a:pt x="18673" y="1947"/>
                </a:lnTo>
                <a:lnTo>
                  <a:pt x="20459" y="3510"/>
                </a:lnTo>
                <a:lnTo>
                  <a:pt x="22021" y="5295"/>
                </a:lnTo>
                <a:lnTo>
                  <a:pt x="23811" y="9617"/>
                </a:lnTo>
                <a:lnTo>
                  <a:pt x="23969" y="11984"/>
                </a:lnTo>
                <a:lnTo>
                  <a:pt x="23811" y="14352"/>
                </a:lnTo>
                <a:lnTo>
                  <a:pt x="22021" y="18673"/>
                </a:lnTo>
                <a:lnTo>
                  <a:pt x="20459" y="20459"/>
                </a:lnTo>
                <a:lnTo>
                  <a:pt x="18673" y="22021"/>
                </a:lnTo>
                <a:lnTo>
                  <a:pt x="14352" y="23811"/>
                </a:lnTo>
                <a:lnTo>
                  <a:pt x="11984" y="23969"/>
                </a:lnTo>
                <a:lnTo>
                  <a:pt x="9617" y="23811"/>
                </a:lnTo>
                <a:close/>
              </a:path>
            </a:pathLst>
          </a:custGeom>
          <a:solidFill>
            <a:srgbClr val="7FD282"/>
          </a:solidFill>
          <a:ln>
            <a:noFill/>
          </a:ln>
        </p:spPr>
      </p:sp>
      <p:sp>
        <p:nvSpPr>
          <p:cNvPr id="1232" name="Shape 1232"/>
          <p:cNvSpPr/>
          <p:nvPr/>
        </p:nvSpPr>
        <p:spPr>
          <a:xfrm>
            <a:off x="5328993" y="2008168"/>
            <a:ext cx="24191" cy="24191"/>
          </a:xfrm>
          <a:custGeom>
            <a:avLst/>
            <a:gdLst/>
            <a:ahLst/>
            <a:cxnLst/>
            <a:rect l="0" t="0" r="r" b="b"/>
            <a:pathLst>
              <a:path w="24191" h="24191">
                <a:moveTo>
                  <a:pt x="9706" y="24032"/>
                </a:moveTo>
                <a:lnTo>
                  <a:pt x="5345" y="22225"/>
                </a:lnTo>
                <a:lnTo>
                  <a:pt x="3542" y="20648"/>
                </a:lnTo>
                <a:lnTo>
                  <a:pt x="1965" y="18846"/>
                </a:lnTo>
                <a:lnTo>
                  <a:pt x="159" y="14485"/>
                </a:lnTo>
                <a:lnTo>
                  <a:pt x="0" y="12095"/>
                </a:lnTo>
                <a:lnTo>
                  <a:pt x="159" y="9706"/>
                </a:lnTo>
                <a:lnTo>
                  <a:pt x="1965" y="5345"/>
                </a:lnTo>
                <a:lnTo>
                  <a:pt x="3542" y="3542"/>
                </a:lnTo>
                <a:lnTo>
                  <a:pt x="5345" y="1965"/>
                </a:lnTo>
                <a:lnTo>
                  <a:pt x="9706" y="159"/>
                </a:lnTo>
                <a:lnTo>
                  <a:pt x="12095" y="0"/>
                </a:lnTo>
                <a:lnTo>
                  <a:pt x="14485" y="159"/>
                </a:lnTo>
                <a:lnTo>
                  <a:pt x="18846" y="1965"/>
                </a:lnTo>
                <a:lnTo>
                  <a:pt x="20648" y="3542"/>
                </a:lnTo>
                <a:lnTo>
                  <a:pt x="22225" y="5345"/>
                </a:lnTo>
                <a:lnTo>
                  <a:pt x="24032" y="9706"/>
                </a:lnTo>
                <a:lnTo>
                  <a:pt x="24191" y="12095"/>
                </a:lnTo>
                <a:lnTo>
                  <a:pt x="24032" y="14485"/>
                </a:lnTo>
                <a:lnTo>
                  <a:pt x="22225" y="18846"/>
                </a:lnTo>
                <a:lnTo>
                  <a:pt x="20648" y="20648"/>
                </a:lnTo>
                <a:lnTo>
                  <a:pt x="18846" y="22225"/>
                </a:lnTo>
                <a:lnTo>
                  <a:pt x="14485" y="24032"/>
                </a:lnTo>
                <a:lnTo>
                  <a:pt x="12095" y="24191"/>
                </a:lnTo>
                <a:lnTo>
                  <a:pt x="9706" y="24032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1233" name="Shape 1233"/>
          <p:cNvSpPr/>
          <p:nvPr/>
        </p:nvSpPr>
        <p:spPr>
          <a:xfrm>
            <a:off x="5350983" y="2016721"/>
            <a:ext cx="24405" cy="24405"/>
          </a:xfrm>
          <a:custGeom>
            <a:avLst/>
            <a:gdLst/>
            <a:ahLst/>
            <a:cxnLst/>
            <a:rect l="0" t="0" r="r" b="b"/>
            <a:pathLst>
              <a:path w="24405" h="24405">
                <a:moveTo>
                  <a:pt x="9792" y="24245"/>
                </a:moveTo>
                <a:lnTo>
                  <a:pt x="5392" y="22422"/>
                </a:lnTo>
                <a:lnTo>
                  <a:pt x="3574" y="20831"/>
                </a:lnTo>
                <a:lnTo>
                  <a:pt x="1983" y="19013"/>
                </a:lnTo>
                <a:lnTo>
                  <a:pt x="160" y="14613"/>
                </a:lnTo>
                <a:lnTo>
                  <a:pt x="0" y="12202"/>
                </a:lnTo>
                <a:lnTo>
                  <a:pt x="160" y="9792"/>
                </a:lnTo>
                <a:lnTo>
                  <a:pt x="1983" y="5392"/>
                </a:lnTo>
                <a:lnTo>
                  <a:pt x="3574" y="3574"/>
                </a:lnTo>
                <a:lnTo>
                  <a:pt x="5392" y="1983"/>
                </a:lnTo>
                <a:lnTo>
                  <a:pt x="9792" y="160"/>
                </a:lnTo>
                <a:lnTo>
                  <a:pt x="12202" y="0"/>
                </a:lnTo>
                <a:lnTo>
                  <a:pt x="14613" y="160"/>
                </a:lnTo>
                <a:lnTo>
                  <a:pt x="19013" y="1983"/>
                </a:lnTo>
                <a:lnTo>
                  <a:pt x="20831" y="3574"/>
                </a:lnTo>
                <a:lnTo>
                  <a:pt x="22422" y="5392"/>
                </a:lnTo>
                <a:lnTo>
                  <a:pt x="24245" y="9792"/>
                </a:lnTo>
                <a:lnTo>
                  <a:pt x="24405" y="12202"/>
                </a:lnTo>
                <a:lnTo>
                  <a:pt x="24245" y="14613"/>
                </a:lnTo>
                <a:lnTo>
                  <a:pt x="22422" y="19013"/>
                </a:lnTo>
                <a:lnTo>
                  <a:pt x="20831" y="20831"/>
                </a:lnTo>
                <a:lnTo>
                  <a:pt x="19013" y="22422"/>
                </a:lnTo>
                <a:lnTo>
                  <a:pt x="14613" y="24245"/>
                </a:lnTo>
                <a:lnTo>
                  <a:pt x="12202" y="24405"/>
                </a:lnTo>
                <a:lnTo>
                  <a:pt x="9792" y="24245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234" name="Shape 1234"/>
          <p:cNvSpPr/>
          <p:nvPr/>
        </p:nvSpPr>
        <p:spPr>
          <a:xfrm>
            <a:off x="5367131" y="2023008"/>
            <a:ext cx="24542" cy="24542"/>
          </a:xfrm>
          <a:custGeom>
            <a:avLst/>
            <a:gdLst/>
            <a:ahLst/>
            <a:cxnLst/>
            <a:rect l="0" t="0" r="r" b="b"/>
            <a:pathLst>
              <a:path w="24542" h="24542">
                <a:moveTo>
                  <a:pt x="9847" y="24380"/>
                </a:moveTo>
                <a:lnTo>
                  <a:pt x="5422" y="22548"/>
                </a:lnTo>
                <a:lnTo>
                  <a:pt x="3594" y="20948"/>
                </a:lnTo>
                <a:lnTo>
                  <a:pt x="1994" y="19119"/>
                </a:lnTo>
                <a:lnTo>
                  <a:pt x="161" y="14695"/>
                </a:lnTo>
                <a:lnTo>
                  <a:pt x="0" y="12271"/>
                </a:lnTo>
                <a:lnTo>
                  <a:pt x="161" y="9847"/>
                </a:lnTo>
                <a:lnTo>
                  <a:pt x="1994" y="5422"/>
                </a:lnTo>
                <a:lnTo>
                  <a:pt x="3594" y="3594"/>
                </a:lnTo>
                <a:lnTo>
                  <a:pt x="5422" y="1994"/>
                </a:lnTo>
                <a:lnTo>
                  <a:pt x="9847" y="161"/>
                </a:lnTo>
                <a:lnTo>
                  <a:pt x="12271" y="0"/>
                </a:lnTo>
                <a:lnTo>
                  <a:pt x="14695" y="161"/>
                </a:lnTo>
                <a:lnTo>
                  <a:pt x="19119" y="1994"/>
                </a:lnTo>
                <a:lnTo>
                  <a:pt x="20948" y="3594"/>
                </a:lnTo>
                <a:lnTo>
                  <a:pt x="22548" y="5422"/>
                </a:lnTo>
                <a:lnTo>
                  <a:pt x="24380" y="9847"/>
                </a:lnTo>
                <a:lnTo>
                  <a:pt x="24542" y="12271"/>
                </a:lnTo>
                <a:lnTo>
                  <a:pt x="24380" y="14695"/>
                </a:lnTo>
                <a:lnTo>
                  <a:pt x="22548" y="19119"/>
                </a:lnTo>
                <a:lnTo>
                  <a:pt x="20948" y="20948"/>
                </a:lnTo>
                <a:lnTo>
                  <a:pt x="19119" y="22548"/>
                </a:lnTo>
                <a:lnTo>
                  <a:pt x="14695" y="24380"/>
                </a:lnTo>
                <a:lnTo>
                  <a:pt x="12271" y="24542"/>
                </a:lnTo>
                <a:lnTo>
                  <a:pt x="9847" y="24380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235" name="Shape 1235"/>
          <p:cNvSpPr/>
          <p:nvPr/>
        </p:nvSpPr>
        <p:spPr>
          <a:xfrm>
            <a:off x="5384645" y="2029834"/>
            <a:ext cx="24671" cy="24671"/>
          </a:xfrm>
          <a:custGeom>
            <a:avLst/>
            <a:gdLst/>
            <a:ahLst/>
            <a:cxnLst/>
            <a:rect l="0" t="0" r="r" b="b"/>
            <a:pathLst>
              <a:path w="24671" h="24671">
                <a:moveTo>
                  <a:pt x="9898" y="24509"/>
                </a:moveTo>
                <a:lnTo>
                  <a:pt x="5451" y="22666"/>
                </a:lnTo>
                <a:lnTo>
                  <a:pt x="3613" y="21058"/>
                </a:lnTo>
                <a:lnTo>
                  <a:pt x="2004" y="19220"/>
                </a:lnTo>
                <a:lnTo>
                  <a:pt x="162" y="14772"/>
                </a:lnTo>
                <a:lnTo>
                  <a:pt x="0" y="12335"/>
                </a:lnTo>
                <a:lnTo>
                  <a:pt x="162" y="9898"/>
                </a:lnTo>
                <a:lnTo>
                  <a:pt x="2004" y="5451"/>
                </a:lnTo>
                <a:lnTo>
                  <a:pt x="3613" y="3613"/>
                </a:lnTo>
                <a:lnTo>
                  <a:pt x="5451" y="2004"/>
                </a:lnTo>
                <a:lnTo>
                  <a:pt x="9898" y="162"/>
                </a:lnTo>
                <a:lnTo>
                  <a:pt x="12335" y="0"/>
                </a:lnTo>
                <a:lnTo>
                  <a:pt x="14772" y="162"/>
                </a:lnTo>
                <a:lnTo>
                  <a:pt x="19220" y="2004"/>
                </a:lnTo>
                <a:lnTo>
                  <a:pt x="21058" y="3613"/>
                </a:lnTo>
                <a:lnTo>
                  <a:pt x="22666" y="5451"/>
                </a:lnTo>
                <a:lnTo>
                  <a:pt x="24509" y="9898"/>
                </a:lnTo>
                <a:lnTo>
                  <a:pt x="24671" y="12335"/>
                </a:lnTo>
                <a:lnTo>
                  <a:pt x="24509" y="14772"/>
                </a:lnTo>
                <a:lnTo>
                  <a:pt x="22666" y="19220"/>
                </a:lnTo>
                <a:lnTo>
                  <a:pt x="21058" y="21058"/>
                </a:lnTo>
                <a:lnTo>
                  <a:pt x="19220" y="22666"/>
                </a:lnTo>
                <a:lnTo>
                  <a:pt x="14772" y="24509"/>
                </a:lnTo>
                <a:lnTo>
                  <a:pt x="12335" y="24671"/>
                </a:lnTo>
                <a:lnTo>
                  <a:pt x="9898" y="24509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236" name="Shape 1236"/>
          <p:cNvSpPr/>
          <p:nvPr/>
        </p:nvSpPr>
        <p:spPr>
          <a:xfrm>
            <a:off x="5413883" y="2041242"/>
            <a:ext cx="24839" cy="24839"/>
          </a:xfrm>
          <a:custGeom>
            <a:avLst/>
            <a:gdLst/>
            <a:ahLst/>
            <a:cxnLst/>
            <a:rect l="0" t="0" r="r" b="b"/>
            <a:pathLst>
              <a:path w="24839" h="24839">
                <a:moveTo>
                  <a:pt x="9966" y="24675"/>
                </a:moveTo>
                <a:lnTo>
                  <a:pt x="5488" y="22821"/>
                </a:lnTo>
                <a:lnTo>
                  <a:pt x="3637" y="21201"/>
                </a:lnTo>
                <a:lnTo>
                  <a:pt x="2018" y="19351"/>
                </a:lnTo>
                <a:lnTo>
                  <a:pt x="163" y="14873"/>
                </a:lnTo>
                <a:lnTo>
                  <a:pt x="0" y="12419"/>
                </a:lnTo>
                <a:lnTo>
                  <a:pt x="163" y="9966"/>
                </a:lnTo>
                <a:lnTo>
                  <a:pt x="2018" y="5488"/>
                </a:lnTo>
                <a:lnTo>
                  <a:pt x="3637" y="3637"/>
                </a:lnTo>
                <a:lnTo>
                  <a:pt x="5488" y="2018"/>
                </a:lnTo>
                <a:lnTo>
                  <a:pt x="9966" y="163"/>
                </a:lnTo>
                <a:lnTo>
                  <a:pt x="12419" y="0"/>
                </a:lnTo>
                <a:lnTo>
                  <a:pt x="14873" y="163"/>
                </a:lnTo>
                <a:lnTo>
                  <a:pt x="19351" y="2018"/>
                </a:lnTo>
                <a:lnTo>
                  <a:pt x="21201" y="3637"/>
                </a:lnTo>
                <a:lnTo>
                  <a:pt x="22821" y="5488"/>
                </a:lnTo>
                <a:lnTo>
                  <a:pt x="24675" y="9966"/>
                </a:lnTo>
                <a:lnTo>
                  <a:pt x="24839" y="12419"/>
                </a:lnTo>
                <a:lnTo>
                  <a:pt x="24675" y="14873"/>
                </a:lnTo>
                <a:lnTo>
                  <a:pt x="22821" y="19351"/>
                </a:lnTo>
                <a:lnTo>
                  <a:pt x="21201" y="21201"/>
                </a:lnTo>
                <a:lnTo>
                  <a:pt x="19351" y="22821"/>
                </a:lnTo>
                <a:lnTo>
                  <a:pt x="14873" y="24675"/>
                </a:lnTo>
                <a:lnTo>
                  <a:pt x="12419" y="24839"/>
                </a:lnTo>
                <a:lnTo>
                  <a:pt x="9966" y="24675"/>
                </a:lnTo>
                <a:close/>
              </a:path>
            </a:pathLst>
          </a:custGeom>
          <a:solidFill>
            <a:srgbClr val="7BCF7E"/>
          </a:solidFill>
          <a:ln>
            <a:noFill/>
          </a:ln>
        </p:spPr>
      </p:sp>
      <p:sp>
        <p:nvSpPr>
          <p:cNvPr id="1237" name="Shape 1237"/>
          <p:cNvSpPr/>
          <p:nvPr/>
        </p:nvSpPr>
        <p:spPr>
          <a:xfrm>
            <a:off x="5447379" y="2054337"/>
            <a:ext cx="24947" cy="24947"/>
          </a:xfrm>
          <a:custGeom>
            <a:avLst/>
            <a:gdLst/>
            <a:ahLst/>
            <a:cxnLst/>
            <a:rect l="0" t="0" r="r" b="b"/>
            <a:pathLst>
              <a:path w="24947" h="24947">
                <a:moveTo>
                  <a:pt x="10009" y="24782"/>
                </a:moveTo>
                <a:lnTo>
                  <a:pt x="5512" y="22920"/>
                </a:lnTo>
                <a:lnTo>
                  <a:pt x="3653" y="21293"/>
                </a:lnTo>
                <a:lnTo>
                  <a:pt x="2027" y="19435"/>
                </a:lnTo>
                <a:lnTo>
                  <a:pt x="164" y="14937"/>
                </a:lnTo>
                <a:lnTo>
                  <a:pt x="0" y="12473"/>
                </a:lnTo>
                <a:lnTo>
                  <a:pt x="164" y="10009"/>
                </a:lnTo>
                <a:lnTo>
                  <a:pt x="2027" y="5512"/>
                </a:lnTo>
                <a:lnTo>
                  <a:pt x="3653" y="3653"/>
                </a:lnTo>
                <a:lnTo>
                  <a:pt x="5512" y="2027"/>
                </a:lnTo>
                <a:lnTo>
                  <a:pt x="10009" y="164"/>
                </a:lnTo>
                <a:lnTo>
                  <a:pt x="12473" y="0"/>
                </a:lnTo>
                <a:lnTo>
                  <a:pt x="14937" y="164"/>
                </a:lnTo>
                <a:lnTo>
                  <a:pt x="19435" y="2027"/>
                </a:lnTo>
                <a:lnTo>
                  <a:pt x="21293" y="3653"/>
                </a:lnTo>
                <a:lnTo>
                  <a:pt x="22920" y="5512"/>
                </a:lnTo>
                <a:lnTo>
                  <a:pt x="24782" y="10009"/>
                </a:lnTo>
                <a:lnTo>
                  <a:pt x="24947" y="12473"/>
                </a:lnTo>
                <a:lnTo>
                  <a:pt x="24782" y="14937"/>
                </a:lnTo>
                <a:lnTo>
                  <a:pt x="22920" y="19435"/>
                </a:lnTo>
                <a:lnTo>
                  <a:pt x="21293" y="21293"/>
                </a:lnTo>
                <a:lnTo>
                  <a:pt x="19435" y="22920"/>
                </a:lnTo>
                <a:lnTo>
                  <a:pt x="14937" y="24782"/>
                </a:lnTo>
                <a:lnTo>
                  <a:pt x="12473" y="24947"/>
                </a:lnTo>
                <a:lnTo>
                  <a:pt x="10009" y="24782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1238" name="Shape 1238"/>
          <p:cNvSpPr/>
          <p:nvPr/>
        </p:nvSpPr>
        <p:spPr>
          <a:xfrm>
            <a:off x="5472561" y="2064204"/>
            <a:ext cx="24959" cy="24959"/>
          </a:xfrm>
          <a:custGeom>
            <a:avLst/>
            <a:gdLst/>
            <a:ahLst/>
            <a:cxnLst/>
            <a:rect l="0" t="0" r="r" b="b"/>
            <a:pathLst>
              <a:path w="24959" h="24959">
                <a:moveTo>
                  <a:pt x="10014" y="24794"/>
                </a:moveTo>
                <a:lnTo>
                  <a:pt x="5514" y="22931"/>
                </a:lnTo>
                <a:lnTo>
                  <a:pt x="3655" y="21304"/>
                </a:lnTo>
                <a:lnTo>
                  <a:pt x="2028" y="19444"/>
                </a:lnTo>
                <a:lnTo>
                  <a:pt x="164" y="14944"/>
                </a:lnTo>
                <a:lnTo>
                  <a:pt x="0" y="12479"/>
                </a:lnTo>
                <a:lnTo>
                  <a:pt x="164" y="10014"/>
                </a:lnTo>
                <a:lnTo>
                  <a:pt x="2028" y="5514"/>
                </a:lnTo>
                <a:lnTo>
                  <a:pt x="3655" y="3655"/>
                </a:lnTo>
                <a:lnTo>
                  <a:pt x="5514" y="2028"/>
                </a:lnTo>
                <a:lnTo>
                  <a:pt x="10014" y="164"/>
                </a:lnTo>
                <a:lnTo>
                  <a:pt x="12479" y="0"/>
                </a:lnTo>
                <a:lnTo>
                  <a:pt x="14944" y="164"/>
                </a:lnTo>
                <a:lnTo>
                  <a:pt x="19444" y="2028"/>
                </a:lnTo>
                <a:lnTo>
                  <a:pt x="21304" y="3655"/>
                </a:lnTo>
                <a:lnTo>
                  <a:pt x="22931" y="5514"/>
                </a:lnTo>
                <a:lnTo>
                  <a:pt x="24794" y="10014"/>
                </a:lnTo>
                <a:lnTo>
                  <a:pt x="24959" y="12479"/>
                </a:lnTo>
                <a:lnTo>
                  <a:pt x="24794" y="14944"/>
                </a:lnTo>
                <a:lnTo>
                  <a:pt x="22931" y="19444"/>
                </a:lnTo>
                <a:lnTo>
                  <a:pt x="21304" y="21304"/>
                </a:lnTo>
                <a:lnTo>
                  <a:pt x="19444" y="22931"/>
                </a:lnTo>
                <a:lnTo>
                  <a:pt x="14944" y="24794"/>
                </a:lnTo>
                <a:lnTo>
                  <a:pt x="12479" y="24959"/>
                </a:lnTo>
                <a:lnTo>
                  <a:pt x="10014" y="24794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1239" name="Shape 1239"/>
          <p:cNvSpPr/>
          <p:nvPr/>
        </p:nvSpPr>
        <p:spPr>
          <a:xfrm>
            <a:off x="5515544" y="2081074"/>
            <a:ext cx="24878" cy="24878"/>
          </a:xfrm>
          <a:custGeom>
            <a:avLst/>
            <a:gdLst/>
            <a:ahLst/>
            <a:cxnLst/>
            <a:rect l="0" t="0" r="r" b="b"/>
            <a:pathLst>
              <a:path w="24878" h="24878">
                <a:moveTo>
                  <a:pt x="9981" y="24714"/>
                </a:moveTo>
                <a:lnTo>
                  <a:pt x="5496" y="22857"/>
                </a:lnTo>
                <a:lnTo>
                  <a:pt x="3643" y="21235"/>
                </a:lnTo>
                <a:lnTo>
                  <a:pt x="2021" y="19381"/>
                </a:lnTo>
                <a:lnTo>
                  <a:pt x="163" y="14896"/>
                </a:lnTo>
                <a:lnTo>
                  <a:pt x="0" y="12439"/>
                </a:lnTo>
                <a:lnTo>
                  <a:pt x="163" y="9981"/>
                </a:lnTo>
                <a:lnTo>
                  <a:pt x="2021" y="5496"/>
                </a:lnTo>
                <a:lnTo>
                  <a:pt x="3643" y="3643"/>
                </a:lnTo>
                <a:lnTo>
                  <a:pt x="5496" y="2021"/>
                </a:lnTo>
                <a:lnTo>
                  <a:pt x="9981" y="163"/>
                </a:lnTo>
                <a:lnTo>
                  <a:pt x="12439" y="0"/>
                </a:lnTo>
                <a:lnTo>
                  <a:pt x="14896" y="163"/>
                </a:lnTo>
                <a:lnTo>
                  <a:pt x="19381" y="2021"/>
                </a:lnTo>
                <a:lnTo>
                  <a:pt x="21235" y="3643"/>
                </a:lnTo>
                <a:lnTo>
                  <a:pt x="22857" y="5496"/>
                </a:lnTo>
                <a:lnTo>
                  <a:pt x="24714" y="9981"/>
                </a:lnTo>
                <a:lnTo>
                  <a:pt x="24878" y="12439"/>
                </a:lnTo>
                <a:lnTo>
                  <a:pt x="24714" y="14896"/>
                </a:lnTo>
                <a:lnTo>
                  <a:pt x="22857" y="19381"/>
                </a:lnTo>
                <a:lnTo>
                  <a:pt x="21235" y="21235"/>
                </a:lnTo>
                <a:lnTo>
                  <a:pt x="19381" y="22857"/>
                </a:lnTo>
                <a:lnTo>
                  <a:pt x="14896" y="24714"/>
                </a:lnTo>
                <a:lnTo>
                  <a:pt x="12439" y="24878"/>
                </a:lnTo>
                <a:lnTo>
                  <a:pt x="9981" y="24714"/>
                </a:lnTo>
                <a:close/>
              </a:path>
            </a:pathLst>
          </a:custGeom>
          <a:solidFill>
            <a:srgbClr val="7ACF7E"/>
          </a:solidFill>
          <a:ln>
            <a:noFill/>
          </a:ln>
        </p:spPr>
      </p:sp>
      <p:sp>
        <p:nvSpPr>
          <p:cNvPr id="1240" name="Shape 1240"/>
          <p:cNvSpPr/>
          <p:nvPr/>
        </p:nvSpPr>
        <p:spPr>
          <a:xfrm>
            <a:off x="5566226" y="2100986"/>
            <a:ext cx="24723" cy="24723"/>
          </a:xfrm>
          <a:custGeom>
            <a:avLst/>
            <a:gdLst/>
            <a:ahLst/>
            <a:cxnLst/>
            <a:rect l="0" t="0" r="r" b="b"/>
            <a:pathLst>
              <a:path w="24723" h="24723">
                <a:moveTo>
                  <a:pt x="9919" y="24561"/>
                </a:moveTo>
                <a:lnTo>
                  <a:pt x="5462" y="22714"/>
                </a:lnTo>
                <a:lnTo>
                  <a:pt x="3620" y="21103"/>
                </a:lnTo>
                <a:lnTo>
                  <a:pt x="2009" y="19261"/>
                </a:lnTo>
                <a:lnTo>
                  <a:pt x="162" y="14804"/>
                </a:lnTo>
                <a:lnTo>
                  <a:pt x="0" y="12361"/>
                </a:lnTo>
                <a:lnTo>
                  <a:pt x="162" y="9919"/>
                </a:lnTo>
                <a:lnTo>
                  <a:pt x="2009" y="5462"/>
                </a:lnTo>
                <a:lnTo>
                  <a:pt x="3620" y="3620"/>
                </a:lnTo>
                <a:lnTo>
                  <a:pt x="5462" y="2009"/>
                </a:lnTo>
                <a:lnTo>
                  <a:pt x="9919" y="162"/>
                </a:lnTo>
                <a:lnTo>
                  <a:pt x="12361" y="0"/>
                </a:lnTo>
                <a:lnTo>
                  <a:pt x="14804" y="162"/>
                </a:lnTo>
                <a:lnTo>
                  <a:pt x="19261" y="2009"/>
                </a:lnTo>
                <a:lnTo>
                  <a:pt x="21103" y="3620"/>
                </a:lnTo>
                <a:lnTo>
                  <a:pt x="22714" y="5462"/>
                </a:lnTo>
                <a:lnTo>
                  <a:pt x="24561" y="9919"/>
                </a:lnTo>
                <a:lnTo>
                  <a:pt x="24723" y="12361"/>
                </a:lnTo>
                <a:lnTo>
                  <a:pt x="24561" y="14804"/>
                </a:lnTo>
                <a:lnTo>
                  <a:pt x="22714" y="19261"/>
                </a:lnTo>
                <a:lnTo>
                  <a:pt x="21103" y="21103"/>
                </a:lnTo>
                <a:lnTo>
                  <a:pt x="19261" y="22714"/>
                </a:lnTo>
                <a:lnTo>
                  <a:pt x="14804" y="24561"/>
                </a:lnTo>
                <a:lnTo>
                  <a:pt x="12361" y="24723"/>
                </a:lnTo>
                <a:lnTo>
                  <a:pt x="9919" y="24561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241" name="Shape 1241"/>
          <p:cNvSpPr/>
          <p:nvPr/>
        </p:nvSpPr>
        <p:spPr>
          <a:xfrm>
            <a:off x="5605360" y="2116362"/>
            <a:ext cx="24599" cy="24599"/>
          </a:xfrm>
          <a:custGeom>
            <a:avLst/>
            <a:gdLst/>
            <a:ahLst/>
            <a:cxnLst/>
            <a:rect l="0" t="0" r="r" b="b"/>
            <a:pathLst>
              <a:path w="24599" h="24599">
                <a:moveTo>
                  <a:pt x="9869" y="24437"/>
                </a:moveTo>
                <a:lnTo>
                  <a:pt x="5435" y="22600"/>
                </a:lnTo>
                <a:lnTo>
                  <a:pt x="3602" y="20996"/>
                </a:lnTo>
                <a:lnTo>
                  <a:pt x="1998" y="19164"/>
                </a:lnTo>
                <a:lnTo>
                  <a:pt x="161" y="14729"/>
                </a:lnTo>
                <a:lnTo>
                  <a:pt x="0" y="12299"/>
                </a:lnTo>
                <a:lnTo>
                  <a:pt x="161" y="9869"/>
                </a:lnTo>
                <a:lnTo>
                  <a:pt x="1998" y="5435"/>
                </a:lnTo>
                <a:lnTo>
                  <a:pt x="3602" y="3602"/>
                </a:lnTo>
                <a:lnTo>
                  <a:pt x="5435" y="1998"/>
                </a:lnTo>
                <a:lnTo>
                  <a:pt x="9869" y="161"/>
                </a:lnTo>
                <a:lnTo>
                  <a:pt x="12299" y="0"/>
                </a:lnTo>
                <a:lnTo>
                  <a:pt x="14729" y="161"/>
                </a:lnTo>
                <a:lnTo>
                  <a:pt x="19164" y="1998"/>
                </a:lnTo>
                <a:lnTo>
                  <a:pt x="20996" y="3602"/>
                </a:lnTo>
                <a:lnTo>
                  <a:pt x="22600" y="5435"/>
                </a:lnTo>
                <a:lnTo>
                  <a:pt x="24437" y="9869"/>
                </a:lnTo>
                <a:lnTo>
                  <a:pt x="24599" y="12299"/>
                </a:lnTo>
                <a:lnTo>
                  <a:pt x="24437" y="14729"/>
                </a:lnTo>
                <a:lnTo>
                  <a:pt x="22600" y="19164"/>
                </a:lnTo>
                <a:lnTo>
                  <a:pt x="20996" y="20996"/>
                </a:lnTo>
                <a:lnTo>
                  <a:pt x="19164" y="22600"/>
                </a:lnTo>
                <a:lnTo>
                  <a:pt x="14729" y="24437"/>
                </a:lnTo>
                <a:lnTo>
                  <a:pt x="12299" y="24599"/>
                </a:lnTo>
                <a:lnTo>
                  <a:pt x="9869" y="24437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242" name="Shape 1242"/>
          <p:cNvSpPr/>
          <p:nvPr/>
        </p:nvSpPr>
        <p:spPr>
          <a:xfrm>
            <a:off x="5667337" y="2136474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43" name="Shape 1243"/>
          <p:cNvSpPr/>
          <p:nvPr/>
        </p:nvSpPr>
        <p:spPr>
          <a:xfrm>
            <a:off x="5752305" y="216977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44" name="Shape 1244"/>
          <p:cNvSpPr/>
          <p:nvPr/>
        </p:nvSpPr>
        <p:spPr>
          <a:xfrm>
            <a:off x="5820942" y="2196678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45" name="Shape 1245"/>
          <p:cNvSpPr/>
          <p:nvPr/>
        </p:nvSpPr>
        <p:spPr>
          <a:xfrm>
            <a:off x="5902277" y="2228555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46" name="Shape 1246"/>
          <p:cNvSpPr/>
          <p:nvPr/>
        </p:nvSpPr>
        <p:spPr>
          <a:xfrm>
            <a:off x="6057094" y="2289268"/>
            <a:ext cx="38227" cy="38227"/>
          </a:xfrm>
          <a:custGeom>
            <a:avLst/>
            <a:gdLst/>
            <a:ahLst/>
            <a:cxnLst/>
            <a:rect l="0" t="0" r="r" b="b"/>
            <a:pathLst>
              <a:path w="38227" h="38227">
                <a:moveTo>
                  <a:pt x="15337" y="37975"/>
                </a:moveTo>
                <a:lnTo>
                  <a:pt x="8446" y="35121"/>
                </a:lnTo>
                <a:lnTo>
                  <a:pt x="5598" y="32629"/>
                </a:lnTo>
                <a:lnTo>
                  <a:pt x="3106" y="29781"/>
                </a:lnTo>
                <a:lnTo>
                  <a:pt x="251" y="22889"/>
                </a:lnTo>
                <a:lnTo>
                  <a:pt x="0" y="19113"/>
                </a:lnTo>
                <a:lnTo>
                  <a:pt x="251" y="15337"/>
                </a:lnTo>
                <a:lnTo>
                  <a:pt x="3106" y="8446"/>
                </a:lnTo>
                <a:lnTo>
                  <a:pt x="5598" y="5598"/>
                </a:lnTo>
                <a:lnTo>
                  <a:pt x="8446" y="3106"/>
                </a:lnTo>
                <a:lnTo>
                  <a:pt x="15337" y="251"/>
                </a:lnTo>
                <a:lnTo>
                  <a:pt x="19113" y="0"/>
                </a:lnTo>
                <a:lnTo>
                  <a:pt x="22889" y="251"/>
                </a:lnTo>
                <a:lnTo>
                  <a:pt x="29781" y="3106"/>
                </a:lnTo>
                <a:lnTo>
                  <a:pt x="32629" y="5598"/>
                </a:lnTo>
                <a:lnTo>
                  <a:pt x="35121" y="8446"/>
                </a:lnTo>
                <a:lnTo>
                  <a:pt x="37975" y="15337"/>
                </a:lnTo>
                <a:lnTo>
                  <a:pt x="38227" y="19113"/>
                </a:lnTo>
                <a:lnTo>
                  <a:pt x="37975" y="22889"/>
                </a:lnTo>
                <a:lnTo>
                  <a:pt x="35121" y="29781"/>
                </a:lnTo>
                <a:lnTo>
                  <a:pt x="32629" y="32629"/>
                </a:lnTo>
                <a:lnTo>
                  <a:pt x="29781" y="35121"/>
                </a:lnTo>
                <a:lnTo>
                  <a:pt x="22889" y="37975"/>
                </a:lnTo>
                <a:lnTo>
                  <a:pt x="19113" y="38227"/>
                </a:lnTo>
                <a:lnTo>
                  <a:pt x="15337" y="37975"/>
                </a:lnTo>
                <a:close/>
              </a:path>
            </a:pathLst>
          </a:custGeom>
          <a:solidFill>
            <a:srgbClr val="1A9A34"/>
          </a:solidFill>
          <a:ln>
            <a:noFill/>
          </a:ln>
        </p:spPr>
      </p:sp>
      <p:sp>
        <p:nvSpPr>
          <p:cNvPr id="1247" name="Shape 1247"/>
          <p:cNvSpPr/>
          <p:nvPr/>
        </p:nvSpPr>
        <p:spPr>
          <a:xfrm>
            <a:off x="5127480" y="1962061"/>
            <a:ext cx="22104" cy="22104"/>
          </a:xfrm>
          <a:custGeom>
            <a:avLst/>
            <a:gdLst/>
            <a:ahLst/>
            <a:cxnLst/>
            <a:rect l="0" t="0" r="r" b="b"/>
            <a:pathLst>
              <a:path w="22104" h="22104">
                <a:moveTo>
                  <a:pt x="8868" y="21958"/>
                </a:moveTo>
                <a:lnTo>
                  <a:pt x="4883" y="20308"/>
                </a:lnTo>
                <a:lnTo>
                  <a:pt x="3237" y="18867"/>
                </a:lnTo>
                <a:lnTo>
                  <a:pt x="1796" y="17220"/>
                </a:lnTo>
                <a:lnTo>
                  <a:pt x="145" y="13235"/>
                </a:lnTo>
                <a:lnTo>
                  <a:pt x="0" y="11052"/>
                </a:lnTo>
                <a:lnTo>
                  <a:pt x="145" y="8868"/>
                </a:lnTo>
                <a:lnTo>
                  <a:pt x="1796" y="4883"/>
                </a:lnTo>
                <a:lnTo>
                  <a:pt x="3237" y="3237"/>
                </a:lnTo>
                <a:lnTo>
                  <a:pt x="4883" y="1796"/>
                </a:lnTo>
                <a:lnTo>
                  <a:pt x="8868" y="145"/>
                </a:lnTo>
                <a:lnTo>
                  <a:pt x="11052" y="0"/>
                </a:lnTo>
                <a:lnTo>
                  <a:pt x="13235" y="145"/>
                </a:lnTo>
                <a:lnTo>
                  <a:pt x="17220" y="1796"/>
                </a:lnTo>
                <a:lnTo>
                  <a:pt x="18867" y="3237"/>
                </a:lnTo>
                <a:lnTo>
                  <a:pt x="20308" y="4883"/>
                </a:lnTo>
                <a:lnTo>
                  <a:pt x="21958" y="8868"/>
                </a:lnTo>
                <a:lnTo>
                  <a:pt x="22104" y="11052"/>
                </a:lnTo>
                <a:lnTo>
                  <a:pt x="21958" y="13235"/>
                </a:lnTo>
                <a:lnTo>
                  <a:pt x="20308" y="17220"/>
                </a:lnTo>
                <a:lnTo>
                  <a:pt x="18867" y="18867"/>
                </a:lnTo>
                <a:lnTo>
                  <a:pt x="17220" y="20308"/>
                </a:lnTo>
                <a:lnTo>
                  <a:pt x="13235" y="21958"/>
                </a:lnTo>
                <a:lnTo>
                  <a:pt x="11052" y="22104"/>
                </a:lnTo>
                <a:lnTo>
                  <a:pt x="8868" y="21958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248" name="Shape 1248"/>
          <p:cNvSpPr/>
          <p:nvPr/>
        </p:nvSpPr>
        <p:spPr>
          <a:xfrm>
            <a:off x="5134287" y="1965911"/>
            <a:ext cx="22354" cy="22354"/>
          </a:xfrm>
          <a:custGeom>
            <a:avLst/>
            <a:gdLst/>
            <a:ahLst/>
            <a:cxnLst/>
            <a:rect l="0" t="0" r="r" b="b"/>
            <a:pathLst>
              <a:path w="22354" h="22354">
                <a:moveTo>
                  <a:pt x="8969" y="22207"/>
                </a:moveTo>
                <a:lnTo>
                  <a:pt x="4939" y="20537"/>
                </a:lnTo>
                <a:lnTo>
                  <a:pt x="3273" y="19080"/>
                </a:lnTo>
                <a:lnTo>
                  <a:pt x="1816" y="17415"/>
                </a:lnTo>
                <a:lnTo>
                  <a:pt x="147" y="13385"/>
                </a:lnTo>
                <a:lnTo>
                  <a:pt x="0" y="11177"/>
                </a:lnTo>
                <a:lnTo>
                  <a:pt x="147" y="8969"/>
                </a:lnTo>
                <a:lnTo>
                  <a:pt x="1816" y="4939"/>
                </a:lnTo>
                <a:lnTo>
                  <a:pt x="3273" y="3273"/>
                </a:lnTo>
                <a:lnTo>
                  <a:pt x="4939" y="1816"/>
                </a:lnTo>
                <a:lnTo>
                  <a:pt x="8969" y="147"/>
                </a:lnTo>
                <a:lnTo>
                  <a:pt x="11177" y="0"/>
                </a:lnTo>
                <a:lnTo>
                  <a:pt x="13385" y="147"/>
                </a:lnTo>
                <a:lnTo>
                  <a:pt x="17415" y="1816"/>
                </a:lnTo>
                <a:lnTo>
                  <a:pt x="19080" y="3273"/>
                </a:lnTo>
                <a:lnTo>
                  <a:pt x="20537" y="4939"/>
                </a:lnTo>
                <a:lnTo>
                  <a:pt x="22207" y="8969"/>
                </a:lnTo>
                <a:lnTo>
                  <a:pt x="22354" y="11177"/>
                </a:lnTo>
                <a:lnTo>
                  <a:pt x="22207" y="13385"/>
                </a:lnTo>
                <a:lnTo>
                  <a:pt x="20537" y="17415"/>
                </a:lnTo>
                <a:lnTo>
                  <a:pt x="19080" y="19080"/>
                </a:lnTo>
                <a:lnTo>
                  <a:pt x="17415" y="20537"/>
                </a:lnTo>
                <a:lnTo>
                  <a:pt x="13385" y="22207"/>
                </a:lnTo>
                <a:lnTo>
                  <a:pt x="11177" y="22354"/>
                </a:lnTo>
                <a:lnTo>
                  <a:pt x="8969" y="22207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249" name="Shape 1249"/>
          <p:cNvSpPr/>
          <p:nvPr/>
        </p:nvSpPr>
        <p:spPr>
          <a:xfrm>
            <a:off x="5139134" y="1968655"/>
            <a:ext cx="22518" cy="22518"/>
          </a:xfrm>
          <a:custGeom>
            <a:avLst/>
            <a:gdLst/>
            <a:ahLst/>
            <a:cxnLst/>
            <a:rect l="0" t="0" r="r" b="b"/>
            <a:pathLst>
              <a:path w="22518" h="22518">
                <a:moveTo>
                  <a:pt x="9034" y="22370"/>
                </a:moveTo>
                <a:lnTo>
                  <a:pt x="4975" y="20688"/>
                </a:lnTo>
                <a:lnTo>
                  <a:pt x="3297" y="19220"/>
                </a:lnTo>
                <a:lnTo>
                  <a:pt x="1829" y="17543"/>
                </a:lnTo>
                <a:lnTo>
                  <a:pt x="148" y="13483"/>
                </a:lnTo>
                <a:lnTo>
                  <a:pt x="0" y="11259"/>
                </a:lnTo>
                <a:lnTo>
                  <a:pt x="148" y="9034"/>
                </a:lnTo>
                <a:lnTo>
                  <a:pt x="1829" y="4975"/>
                </a:lnTo>
                <a:lnTo>
                  <a:pt x="3297" y="3297"/>
                </a:lnTo>
                <a:lnTo>
                  <a:pt x="4975" y="1829"/>
                </a:lnTo>
                <a:lnTo>
                  <a:pt x="9034" y="148"/>
                </a:lnTo>
                <a:lnTo>
                  <a:pt x="11259" y="0"/>
                </a:lnTo>
                <a:lnTo>
                  <a:pt x="13483" y="148"/>
                </a:lnTo>
                <a:lnTo>
                  <a:pt x="17543" y="1829"/>
                </a:lnTo>
                <a:lnTo>
                  <a:pt x="19220" y="3297"/>
                </a:lnTo>
                <a:lnTo>
                  <a:pt x="20688" y="4975"/>
                </a:lnTo>
                <a:lnTo>
                  <a:pt x="22370" y="9034"/>
                </a:lnTo>
                <a:lnTo>
                  <a:pt x="22518" y="11259"/>
                </a:lnTo>
                <a:lnTo>
                  <a:pt x="22370" y="13483"/>
                </a:lnTo>
                <a:lnTo>
                  <a:pt x="20688" y="17543"/>
                </a:lnTo>
                <a:lnTo>
                  <a:pt x="19220" y="19220"/>
                </a:lnTo>
                <a:lnTo>
                  <a:pt x="17543" y="20688"/>
                </a:lnTo>
                <a:lnTo>
                  <a:pt x="13483" y="22370"/>
                </a:lnTo>
                <a:lnTo>
                  <a:pt x="11259" y="22518"/>
                </a:lnTo>
                <a:lnTo>
                  <a:pt x="9034" y="22370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250" name="Shape 1250"/>
          <p:cNvSpPr/>
          <p:nvPr/>
        </p:nvSpPr>
        <p:spPr>
          <a:xfrm>
            <a:off x="5144253" y="1971555"/>
            <a:ext cx="22681" cy="22681"/>
          </a:xfrm>
          <a:custGeom>
            <a:avLst/>
            <a:gdLst/>
            <a:ahLst/>
            <a:cxnLst/>
            <a:rect l="0" t="0" r="r" b="b"/>
            <a:pathLst>
              <a:path w="22681" h="22681">
                <a:moveTo>
                  <a:pt x="9100" y="22531"/>
                </a:moveTo>
                <a:lnTo>
                  <a:pt x="5011" y="20838"/>
                </a:lnTo>
                <a:lnTo>
                  <a:pt x="3321" y="19359"/>
                </a:lnTo>
                <a:lnTo>
                  <a:pt x="1843" y="17669"/>
                </a:lnTo>
                <a:lnTo>
                  <a:pt x="149" y="13580"/>
                </a:lnTo>
                <a:lnTo>
                  <a:pt x="0" y="11340"/>
                </a:lnTo>
                <a:lnTo>
                  <a:pt x="149" y="9100"/>
                </a:lnTo>
                <a:lnTo>
                  <a:pt x="1843" y="5011"/>
                </a:lnTo>
                <a:lnTo>
                  <a:pt x="3321" y="3321"/>
                </a:lnTo>
                <a:lnTo>
                  <a:pt x="5011" y="1843"/>
                </a:lnTo>
                <a:lnTo>
                  <a:pt x="9100" y="149"/>
                </a:lnTo>
                <a:lnTo>
                  <a:pt x="11340" y="0"/>
                </a:lnTo>
                <a:lnTo>
                  <a:pt x="13580" y="149"/>
                </a:lnTo>
                <a:lnTo>
                  <a:pt x="17669" y="1843"/>
                </a:lnTo>
                <a:lnTo>
                  <a:pt x="19359" y="3321"/>
                </a:lnTo>
                <a:lnTo>
                  <a:pt x="20838" y="5011"/>
                </a:lnTo>
                <a:lnTo>
                  <a:pt x="22531" y="9100"/>
                </a:lnTo>
                <a:lnTo>
                  <a:pt x="22681" y="11340"/>
                </a:lnTo>
                <a:lnTo>
                  <a:pt x="22531" y="13580"/>
                </a:lnTo>
                <a:lnTo>
                  <a:pt x="20838" y="17669"/>
                </a:lnTo>
                <a:lnTo>
                  <a:pt x="19359" y="19359"/>
                </a:lnTo>
                <a:lnTo>
                  <a:pt x="17669" y="20838"/>
                </a:lnTo>
                <a:lnTo>
                  <a:pt x="13580" y="22531"/>
                </a:lnTo>
                <a:lnTo>
                  <a:pt x="11340" y="22681"/>
                </a:lnTo>
                <a:lnTo>
                  <a:pt x="9100" y="22531"/>
                </a:lnTo>
                <a:close/>
              </a:path>
            </a:pathLst>
          </a:custGeom>
          <a:solidFill>
            <a:srgbClr val="86D588"/>
          </a:solidFill>
          <a:ln>
            <a:noFill/>
          </a:ln>
        </p:spPr>
      </p:sp>
      <p:sp>
        <p:nvSpPr>
          <p:cNvPr id="1251" name="Shape 1251"/>
          <p:cNvSpPr/>
          <p:nvPr/>
        </p:nvSpPr>
        <p:spPr>
          <a:xfrm>
            <a:off x="5152491" y="1976227"/>
            <a:ext cx="22921" cy="22921"/>
          </a:xfrm>
          <a:custGeom>
            <a:avLst/>
            <a:gdLst/>
            <a:ahLst/>
            <a:cxnLst/>
            <a:rect l="0" t="0" r="r" b="b"/>
            <a:pathLst>
              <a:path w="22921" h="22921">
                <a:moveTo>
                  <a:pt x="9196" y="22770"/>
                </a:moveTo>
                <a:lnTo>
                  <a:pt x="5064" y="21058"/>
                </a:lnTo>
                <a:lnTo>
                  <a:pt x="3356" y="19564"/>
                </a:lnTo>
                <a:lnTo>
                  <a:pt x="1862" y="17856"/>
                </a:lnTo>
                <a:lnTo>
                  <a:pt x="150" y="13724"/>
                </a:lnTo>
                <a:lnTo>
                  <a:pt x="0" y="11460"/>
                </a:lnTo>
                <a:lnTo>
                  <a:pt x="150" y="9196"/>
                </a:lnTo>
                <a:lnTo>
                  <a:pt x="1862" y="5064"/>
                </a:lnTo>
                <a:lnTo>
                  <a:pt x="3356" y="3356"/>
                </a:lnTo>
                <a:lnTo>
                  <a:pt x="5064" y="1862"/>
                </a:lnTo>
                <a:lnTo>
                  <a:pt x="9196" y="150"/>
                </a:lnTo>
                <a:lnTo>
                  <a:pt x="11460" y="0"/>
                </a:lnTo>
                <a:lnTo>
                  <a:pt x="13724" y="150"/>
                </a:lnTo>
                <a:lnTo>
                  <a:pt x="17856" y="1862"/>
                </a:lnTo>
                <a:lnTo>
                  <a:pt x="19564" y="3356"/>
                </a:lnTo>
                <a:lnTo>
                  <a:pt x="21058" y="5064"/>
                </a:lnTo>
                <a:lnTo>
                  <a:pt x="22770" y="9196"/>
                </a:lnTo>
                <a:lnTo>
                  <a:pt x="22921" y="11460"/>
                </a:lnTo>
                <a:lnTo>
                  <a:pt x="22770" y="13724"/>
                </a:lnTo>
                <a:lnTo>
                  <a:pt x="21058" y="17856"/>
                </a:lnTo>
                <a:lnTo>
                  <a:pt x="19564" y="19564"/>
                </a:lnTo>
                <a:lnTo>
                  <a:pt x="17856" y="21058"/>
                </a:lnTo>
                <a:lnTo>
                  <a:pt x="13724" y="22770"/>
                </a:lnTo>
                <a:lnTo>
                  <a:pt x="11460" y="22921"/>
                </a:lnTo>
                <a:lnTo>
                  <a:pt x="9196" y="22770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252" name="Shape 1252"/>
          <p:cNvSpPr/>
          <p:nvPr/>
        </p:nvSpPr>
        <p:spPr>
          <a:xfrm>
            <a:off x="5161479" y="1981331"/>
            <a:ext cx="23159" cy="23159"/>
          </a:xfrm>
          <a:custGeom>
            <a:avLst/>
            <a:gdLst/>
            <a:ahLst/>
            <a:cxnLst/>
            <a:rect l="0" t="0" r="r" b="b"/>
            <a:pathLst>
              <a:path w="23159" h="23159">
                <a:moveTo>
                  <a:pt x="9292" y="23006"/>
                </a:moveTo>
                <a:lnTo>
                  <a:pt x="5116" y="21277"/>
                </a:lnTo>
                <a:lnTo>
                  <a:pt x="3391" y="19767"/>
                </a:lnTo>
                <a:lnTo>
                  <a:pt x="1881" y="18042"/>
                </a:lnTo>
                <a:lnTo>
                  <a:pt x="152" y="13867"/>
                </a:lnTo>
                <a:lnTo>
                  <a:pt x="0" y="11579"/>
                </a:lnTo>
                <a:lnTo>
                  <a:pt x="152" y="9292"/>
                </a:lnTo>
                <a:lnTo>
                  <a:pt x="1881" y="5116"/>
                </a:lnTo>
                <a:lnTo>
                  <a:pt x="3391" y="3391"/>
                </a:lnTo>
                <a:lnTo>
                  <a:pt x="5116" y="1881"/>
                </a:lnTo>
                <a:lnTo>
                  <a:pt x="9292" y="152"/>
                </a:lnTo>
                <a:lnTo>
                  <a:pt x="11579" y="0"/>
                </a:lnTo>
                <a:lnTo>
                  <a:pt x="13867" y="152"/>
                </a:lnTo>
                <a:lnTo>
                  <a:pt x="18042" y="1881"/>
                </a:lnTo>
                <a:lnTo>
                  <a:pt x="19767" y="3391"/>
                </a:lnTo>
                <a:lnTo>
                  <a:pt x="21277" y="5116"/>
                </a:lnTo>
                <a:lnTo>
                  <a:pt x="23006" y="9292"/>
                </a:lnTo>
                <a:lnTo>
                  <a:pt x="23159" y="11579"/>
                </a:lnTo>
                <a:lnTo>
                  <a:pt x="23006" y="13867"/>
                </a:lnTo>
                <a:lnTo>
                  <a:pt x="21277" y="18042"/>
                </a:lnTo>
                <a:lnTo>
                  <a:pt x="19767" y="19767"/>
                </a:lnTo>
                <a:lnTo>
                  <a:pt x="18042" y="21277"/>
                </a:lnTo>
                <a:lnTo>
                  <a:pt x="13867" y="23006"/>
                </a:lnTo>
                <a:lnTo>
                  <a:pt x="11579" y="23159"/>
                </a:lnTo>
                <a:lnTo>
                  <a:pt x="9292" y="23006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253" name="Shape 1253"/>
          <p:cNvSpPr/>
          <p:nvPr/>
        </p:nvSpPr>
        <p:spPr>
          <a:xfrm>
            <a:off x="5167941" y="1985002"/>
            <a:ext cx="23314" cy="23314"/>
          </a:xfrm>
          <a:custGeom>
            <a:avLst/>
            <a:gdLst/>
            <a:ahLst/>
            <a:cxnLst/>
            <a:rect l="0" t="0" r="r" b="b"/>
            <a:pathLst>
              <a:path w="23314" h="23314">
                <a:moveTo>
                  <a:pt x="9354" y="23161"/>
                </a:moveTo>
                <a:lnTo>
                  <a:pt x="5151" y="21420"/>
                </a:lnTo>
                <a:lnTo>
                  <a:pt x="3414" y="19900"/>
                </a:lnTo>
                <a:lnTo>
                  <a:pt x="1894" y="18163"/>
                </a:lnTo>
                <a:lnTo>
                  <a:pt x="153" y="13960"/>
                </a:lnTo>
                <a:lnTo>
                  <a:pt x="0" y="11657"/>
                </a:lnTo>
                <a:lnTo>
                  <a:pt x="153" y="9354"/>
                </a:lnTo>
                <a:lnTo>
                  <a:pt x="1894" y="5151"/>
                </a:lnTo>
                <a:lnTo>
                  <a:pt x="3414" y="3414"/>
                </a:lnTo>
                <a:lnTo>
                  <a:pt x="5151" y="1894"/>
                </a:lnTo>
                <a:lnTo>
                  <a:pt x="9354" y="153"/>
                </a:lnTo>
                <a:lnTo>
                  <a:pt x="11657" y="0"/>
                </a:lnTo>
                <a:lnTo>
                  <a:pt x="13960" y="153"/>
                </a:lnTo>
                <a:lnTo>
                  <a:pt x="18163" y="1894"/>
                </a:lnTo>
                <a:lnTo>
                  <a:pt x="19900" y="3414"/>
                </a:lnTo>
                <a:lnTo>
                  <a:pt x="21420" y="5151"/>
                </a:lnTo>
                <a:lnTo>
                  <a:pt x="23161" y="9354"/>
                </a:lnTo>
                <a:lnTo>
                  <a:pt x="23314" y="11657"/>
                </a:lnTo>
                <a:lnTo>
                  <a:pt x="23161" y="13960"/>
                </a:lnTo>
                <a:lnTo>
                  <a:pt x="21420" y="18163"/>
                </a:lnTo>
                <a:lnTo>
                  <a:pt x="19900" y="19900"/>
                </a:lnTo>
                <a:lnTo>
                  <a:pt x="18163" y="21420"/>
                </a:lnTo>
                <a:lnTo>
                  <a:pt x="13960" y="23161"/>
                </a:lnTo>
                <a:lnTo>
                  <a:pt x="11657" y="23314"/>
                </a:lnTo>
                <a:lnTo>
                  <a:pt x="9354" y="23161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254" name="Shape 1254"/>
          <p:cNvSpPr/>
          <p:nvPr/>
        </p:nvSpPr>
        <p:spPr>
          <a:xfrm>
            <a:off x="5178427" y="1990966"/>
            <a:ext cx="23544" cy="23544"/>
          </a:xfrm>
          <a:custGeom>
            <a:avLst/>
            <a:gdLst/>
            <a:ahLst/>
            <a:cxnLst/>
            <a:rect l="0" t="0" r="r" b="b"/>
            <a:pathLst>
              <a:path w="23544" h="23544">
                <a:moveTo>
                  <a:pt x="9446" y="23389"/>
                </a:moveTo>
                <a:lnTo>
                  <a:pt x="5202" y="21631"/>
                </a:lnTo>
                <a:lnTo>
                  <a:pt x="3448" y="20096"/>
                </a:lnTo>
                <a:lnTo>
                  <a:pt x="1913" y="18342"/>
                </a:lnTo>
                <a:lnTo>
                  <a:pt x="155" y="14098"/>
                </a:lnTo>
                <a:lnTo>
                  <a:pt x="0" y="11772"/>
                </a:lnTo>
                <a:lnTo>
                  <a:pt x="155" y="9446"/>
                </a:lnTo>
                <a:lnTo>
                  <a:pt x="1913" y="5202"/>
                </a:lnTo>
                <a:lnTo>
                  <a:pt x="3448" y="3448"/>
                </a:lnTo>
                <a:lnTo>
                  <a:pt x="5202" y="1913"/>
                </a:lnTo>
                <a:lnTo>
                  <a:pt x="9446" y="155"/>
                </a:lnTo>
                <a:lnTo>
                  <a:pt x="11772" y="0"/>
                </a:lnTo>
                <a:lnTo>
                  <a:pt x="14098" y="155"/>
                </a:lnTo>
                <a:lnTo>
                  <a:pt x="18342" y="1913"/>
                </a:lnTo>
                <a:lnTo>
                  <a:pt x="20096" y="3448"/>
                </a:lnTo>
                <a:lnTo>
                  <a:pt x="21631" y="5202"/>
                </a:lnTo>
                <a:lnTo>
                  <a:pt x="23389" y="9446"/>
                </a:lnTo>
                <a:lnTo>
                  <a:pt x="23544" y="11772"/>
                </a:lnTo>
                <a:lnTo>
                  <a:pt x="23389" y="14098"/>
                </a:lnTo>
                <a:lnTo>
                  <a:pt x="21631" y="18342"/>
                </a:lnTo>
                <a:lnTo>
                  <a:pt x="20096" y="20096"/>
                </a:lnTo>
                <a:lnTo>
                  <a:pt x="18342" y="21631"/>
                </a:lnTo>
                <a:lnTo>
                  <a:pt x="14098" y="23389"/>
                </a:lnTo>
                <a:lnTo>
                  <a:pt x="11772" y="23544"/>
                </a:lnTo>
                <a:lnTo>
                  <a:pt x="9446" y="23389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255" name="Shape 1255"/>
          <p:cNvSpPr/>
          <p:nvPr/>
        </p:nvSpPr>
        <p:spPr>
          <a:xfrm>
            <a:off x="5189996" y="1997551"/>
            <a:ext cx="23769" cy="23769"/>
          </a:xfrm>
          <a:custGeom>
            <a:avLst/>
            <a:gdLst/>
            <a:ahLst/>
            <a:cxnLst/>
            <a:rect l="0" t="0" r="r" b="b"/>
            <a:pathLst>
              <a:path w="23769" h="23769">
                <a:moveTo>
                  <a:pt x="9537" y="23613"/>
                </a:moveTo>
                <a:lnTo>
                  <a:pt x="5251" y="21838"/>
                </a:lnTo>
                <a:lnTo>
                  <a:pt x="3481" y="20288"/>
                </a:lnTo>
                <a:lnTo>
                  <a:pt x="1931" y="18517"/>
                </a:lnTo>
                <a:lnTo>
                  <a:pt x="156" y="14232"/>
                </a:lnTo>
                <a:lnTo>
                  <a:pt x="0" y="11884"/>
                </a:lnTo>
                <a:lnTo>
                  <a:pt x="156" y="9537"/>
                </a:lnTo>
                <a:lnTo>
                  <a:pt x="1931" y="5251"/>
                </a:lnTo>
                <a:lnTo>
                  <a:pt x="3481" y="3481"/>
                </a:lnTo>
                <a:lnTo>
                  <a:pt x="5251" y="1931"/>
                </a:lnTo>
                <a:lnTo>
                  <a:pt x="9537" y="156"/>
                </a:lnTo>
                <a:lnTo>
                  <a:pt x="11884" y="0"/>
                </a:lnTo>
                <a:lnTo>
                  <a:pt x="14232" y="156"/>
                </a:lnTo>
                <a:lnTo>
                  <a:pt x="18517" y="1931"/>
                </a:lnTo>
                <a:lnTo>
                  <a:pt x="20288" y="3481"/>
                </a:lnTo>
                <a:lnTo>
                  <a:pt x="21838" y="5251"/>
                </a:lnTo>
                <a:lnTo>
                  <a:pt x="23613" y="9537"/>
                </a:lnTo>
                <a:lnTo>
                  <a:pt x="23769" y="11884"/>
                </a:lnTo>
                <a:lnTo>
                  <a:pt x="23613" y="14232"/>
                </a:lnTo>
                <a:lnTo>
                  <a:pt x="21838" y="18517"/>
                </a:lnTo>
                <a:lnTo>
                  <a:pt x="20288" y="20288"/>
                </a:lnTo>
                <a:lnTo>
                  <a:pt x="18517" y="21838"/>
                </a:lnTo>
                <a:lnTo>
                  <a:pt x="14232" y="23613"/>
                </a:lnTo>
                <a:lnTo>
                  <a:pt x="11884" y="23769"/>
                </a:lnTo>
                <a:lnTo>
                  <a:pt x="9537" y="23613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256" name="Shape 1256"/>
          <p:cNvSpPr/>
          <p:nvPr/>
        </p:nvSpPr>
        <p:spPr>
          <a:xfrm>
            <a:off x="5198395" y="2002335"/>
            <a:ext cx="23916" cy="23916"/>
          </a:xfrm>
          <a:custGeom>
            <a:avLst/>
            <a:gdLst/>
            <a:ahLst/>
            <a:cxnLst/>
            <a:rect l="0" t="0" r="r" b="b"/>
            <a:pathLst>
              <a:path w="23916" h="23916">
                <a:moveTo>
                  <a:pt x="9595" y="23758"/>
                </a:moveTo>
                <a:lnTo>
                  <a:pt x="5284" y="21972"/>
                </a:lnTo>
                <a:lnTo>
                  <a:pt x="3502" y="20413"/>
                </a:lnTo>
                <a:lnTo>
                  <a:pt x="1943" y="18631"/>
                </a:lnTo>
                <a:lnTo>
                  <a:pt x="157" y="14320"/>
                </a:lnTo>
                <a:lnTo>
                  <a:pt x="0" y="11958"/>
                </a:lnTo>
                <a:lnTo>
                  <a:pt x="157" y="9595"/>
                </a:lnTo>
                <a:lnTo>
                  <a:pt x="1943" y="5284"/>
                </a:lnTo>
                <a:lnTo>
                  <a:pt x="3502" y="3502"/>
                </a:lnTo>
                <a:lnTo>
                  <a:pt x="5284" y="1943"/>
                </a:lnTo>
                <a:lnTo>
                  <a:pt x="9595" y="157"/>
                </a:lnTo>
                <a:lnTo>
                  <a:pt x="11958" y="0"/>
                </a:lnTo>
                <a:lnTo>
                  <a:pt x="14320" y="157"/>
                </a:lnTo>
                <a:lnTo>
                  <a:pt x="18631" y="1943"/>
                </a:lnTo>
                <a:lnTo>
                  <a:pt x="20413" y="3502"/>
                </a:lnTo>
                <a:lnTo>
                  <a:pt x="21972" y="5284"/>
                </a:lnTo>
                <a:lnTo>
                  <a:pt x="23758" y="9595"/>
                </a:lnTo>
                <a:lnTo>
                  <a:pt x="23916" y="11958"/>
                </a:lnTo>
                <a:lnTo>
                  <a:pt x="23758" y="14320"/>
                </a:lnTo>
                <a:lnTo>
                  <a:pt x="21972" y="18631"/>
                </a:lnTo>
                <a:lnTo>
                  <a:pt x="20413" y="20413"/>
                </a:lnTo>
                <a:lnTo>
                  <a:pt x="18631" y="21972"/>
                </a:lnTo>
                <a:lnTo>
                  <a:pt x="14320" y="23758"/>
                </a:lnTo>
                <a:lnTo>
                  <a:pt x="11958" y="23916"/>
                </a:lnTo>
                <a:lnTo>
                  <a:pt x="9595" y="23758"/>
                </a:lnTo>
                <a:close/>
              </a:path>
            </a:pathLst>
          </a:custGeom>
          <a:solidFill>
            <a:srgbClr val="80D282"/>
          </a:solidFill>
          <a:ln>
            <a:noFill/>
          </a:ln>
        </p:spPr>
      </p:sp>
      <p:sp>
        <p:nvSpPr>
          <p:cNvPr id="1257" name="Shape 1257"/>
          <p:cNvSpPr/>
          <p:nvPr/>
        </p:nvSpPr>
        <p:spPr>
          <a:xfrm>
            <a:off x="5212175" y="2010192"/>
            <a:ext cx="24129" cy="24129"/>
          </a:xfrm>
          <a:custGeom>
            <a:avLst/>
            <a:gdLst/>
            <a:ahLst/>
            <a:cxnLst/>
            <a:rect l="0" t="0" r="r" b="b"/>
            <a:pathLst>
              <a:path w="24129" h="24129">
                <a:moveTo>
                  <a:pt x="9681" y="23970"/>
                </a:moveTo>
                <a:lnTo>
                  <a:pt x="5331" y="22168"/>
                </a:lnTo>
                <a:lnTo>
                  <a:pt x="3533" y="20595"/>
                </a:lnTo>
                <a:lnTo>
                  <a:pt x="1960" y="18798"/>
                </a:lnTo>
                <a:lnTo>
                  <a:pt x="158" y="14448"/>
                </a:lnTo>
                <a:lnTo>
                  <a:pt x="0" y="12064"/>
                </a:lnTo>
                <a:lnTo>
                  <a:pt x="158" y="9681"/>
                </a:lnTo>
                <a:lnTo>
                  <a:pt x="1960" y="5331"/>
                </a:lnTo>
                <a:lnTo>
                  <a:pt x="3533" y="3533"/>
                </a:lnTo>
                <a:lnTo>
                  <a:pt x="5331" y="1960"/>
                </a:lnTo>
                <a:lnTo>
                  <a:pt x="9681" y="158"/>
                </a:lnTo>
                <a:lnTo>
                  <a:pt x="12064" y="0"/>
                </a:lnTo>
                <a:lnTo>
                  <a:pt x="14448" y="158"/>
                </a:lnTo>
                <a:lnTo>
                  <a:pt x="18798" y="1960"/>
                </a:lnTo>
                <a:lnTo>
                  <a:pt x="20595" y="3533"/>
                </a:lnTo>
                <a:lnTo>
                  <a:pt x="22168" y="5331"/>
                </a:lnTo>
                <a:lnTo>
                  <a:pt x="23970" y="9681"/>
                </a:lnTo>
                <a:lnTo>
                  <a:pt x="24129" y="12064"/>
                </a:lnTo>
                <a:lnTo>
                  <a:pt x="23970" y="14448"/>
                </a:lnTo>
                <a:lnTo>
                  <a:pt x="22168" y="18798"/>
                </a:lnTo>
                <a:lnTo>
                  <a:pt x="20595" y="20595"/>
                </a:lnTo>
                <a:lnTo>
                  <a:pt x="18798" y="22168"/>
                </a:lnTo>
                <a:lnTo>
                  <a:pt x="14448" y="23970"/>
                </a:lnTo>
                <a:lnTo>
                  <a:pt x="12064" y="24129"/>
                </a:lnTo>
                <a:lnTo>
                  <a:pt x="9681" y="23970"/>
                </a:lnTo>
                <a:close/>
              </a:path>
            </a:pathLst>
          </a:custGeom>
          <a:solidFill>
            <a:srgbClr val="7ED182"/>
          </a:solidFill>
          <a:ln>
            <a:noFill/>
          </a:ln>
        </p:spPr>
      </p:sp>
      <p:sp>
        <p:nvSpPr>
          <p:cNvPr id="1258" name="Shape 1258"/>
          <p:cNvSpPr/>
          <p:nvPr/>
        </p:nvSpPr>
        <p:spPr>
          <a:xfrm>
            <a:off x="5227598" y="2018991"/>
            <a:ext cx="24331" cy="24331"/>
          </a:xfrm>
          <a:custGeom>
            <a:avLst/>
            <a:gdLst/>
            <a:ahLst/>
            <a:cxnLst/>
            <a:rect l="0" t="0" r="r" b="b"/>
            <a:pathLst>
              <a:path w="24331" h="24331">
                <a:moveTo>
                  <a:pt x="9762" y="24171"/>
                </a:moveTo>
                <a:lnTo>
                  <a:pt x="5376" y="22354"/>
                </a:lnTo>
                <a:lnTo>
                  <a:pt x="3563" y="20768"/>
                </a:lnTo>
                <a:lnTo>
                  <a:pt x="1977" y="18955"/>
                </a:lnTo>
                <a:lnTo>
                  <a:pt x="160" y="14569"/>
                </a:lnTo>
                <a:lnTo>
                  <a:pt x="0" y="12165"/>
                </a:lnTo>
                <a:lnTo>
                  <a:pt x="160" y="9762"/>
                </a:lnTo>
                <a:lnTo>
                  <a:pt x="1977" y="5376"/>
                </a:lnTo>
                <a:lnTo>
                  <a:pt x="3563" y="3563"/>
                </a:lnTo>
                <a:lnTo>
                  <a:pt x="5376" y="1977"/>
                </a:lnTo>
                <a:lnTo>
                  <a:pt x="9762" y="160"/>
                </a:lnTo>
                <a:lnTo>
                  <a:pt x="12165" y="0"/>
                </a:lnTo>
                <a:lnTo>
                  <a:pt x="14569" y="160"/>
                </a:lnTo>
                <a:lnTo>
                  <a:pt x="18955" y="1977"/>
                </a:lnTo>
                <a:lnTo>
                  <a:pt x="20768" y="3563"/>
                </a:lnTo>
                <a:lnTo>
                  <a:pt x="22354" y="5376"/>
                </a:lnTo>
                <a:lnTo>
                  <a:pt x="24171" y="9762"/>
                </a:lnTo>
                <a:lnTo>
                  <a:pt x="24331" y="12165"/>
                </a:lnTo>
                <a:lnTo>
                  <a:pt x="24171" y="14569"/>
                </a:lnTo>
                <a:lnTo>
                  <a:pt x="22354" y="18955"/>
                </a:lnTo>
                <a:lnTo>
                  <a:pt x="20768" y="20768"/>
                </a:lnTo>
                <a:lnTo>
                  <a:pt x="18955" y="22354"/>
                </a:lnTo>
                <a:lnTo>
                  <a:pt x="14569" y="24171"/>
                </a:lnTo>
                <a:lnTo>
                  <a:pt x="12165" y="24331"/>
                </a:lnTo>
                <a:lnTo>
                  <a:pt x="9762" y="24171"/>
                </a:lnTo>
                <a:close/>
              </a:path>
            </a:pathLst>
          </a:custGeom>
          <a:solidFill>
            <a:srgbClr val="7DD081"/>
          </a:solidFill>
          <a:ln>
            <a:noFill/>
          </a:ln>
        </p:spPr>
      </p:sp>
      <p:sp>
        <p:nvSpPr>
          <p:cNvPr id="1259" name="Shape 1259"/>
          <p:cNvSpPr/>
          <p:nvPr/>
        </p:nvSpPr>
        <p:spPr>
          <a:xfrm>
            <a:off x="5238942" y="2025468"/>
            <a:ext cx="24457" cy="24457"/>
          </a:xfrm>
          <a:custGeom>
            <a:avLst/>
            <a:gdLst/>
            <a:ahLst/>
            <a:cxnLst/>
            <a:rect l="0" t="0" r="r" b="b"/>
            <a:pathLst>
              <a:path w="24457" h="24457">
                <a:moveTo>
                  <a:pt x="9813" y="24296"/>
                </a:moveTo>
                <a:lnTo>
                  <a:pt x="5403" y="22470"/>
                </a:lnTo>
                <a:lnTo>
                  <a:pt x="3581" y="20875"/>
                </a:lnTo>
                <a:lnTo>
                  <a:pt x="1987" y="19053"/>
                </a:lnTo>
                <a:lnTo>
                  <a:pt x="161" y="14644"/>
                </a:lnTo>
                <a:lnTo>
                  <a:pt x="0" y="12228"/>
                </a:lnTo>
                <a:lnTo>
                  <a:pt x="161" y="9813"/>
                </a:lnTo>
                <a:lnTo>
                  <a:pt x="1987" y="5403"/>
                </a:lnTo>
                <a:lnTo>
                  <a:pt x="3581" y="3581"/>
                </a:lnTo>
                <a:lnTo>
                  <a:pt x="5403" y="1987"/>
                </a:lnTo>
                <a:lnTo>
                  <a:pt x="9813" y="161"/>
                </a:lnTo>
                <a:lnTo>
                  <a:pt x="12228" y="0"/>
                </a:lnTo>
                <a:lnTo>
                  <a:pt x="14644" y="161"/>
                </a:lnTo>
                <a:lnTo>
                  <a:pt x="19053" y="1987"/>
                </a:lnTo>
                <a:lnTo>
                  <a:pt x="20875" y="3581"/>
                </a:lnTo>
                <a:lnTo>
                  <a:pt x="22470" y="5403"/>
                </a:lnTo>
                <a:lnTo>
                  <a:pt x="24296" y="9813"/>
                </a:lnTo>
                <a:lnTo>
                  <a:pt x="24457" y="12228"/>
                </a:lnTo>
                <a:lnTo>
                  <a:pt x="24296" y="14644"/>
                </a:lnTo>
                <a:lnTo>
                  <a:pt x="22470" y="19053"/>
                </a:lnTo>
                <a:lnTo>
                  <a:pt x="20875" y="20875"/>
                </a:lnTo>
                <a:lnTo>
                  <a:pt x="19053" y="22470"/>
                </a:lnTo>
                <a:lnTo>
                  <a:pt x="14644" y="24296"/>
                </a:lnTo>
                <a:lnTo>
                  <a:pt x="12228" y="24457"/>
                </a:lnTo>
                <a:lnTo>
                  <a:pt x="9813" y="2429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260" name="Shape 1260"/>
          <p:cNvSpPr/>
          <p:nvPr/>
        </p:nvSpPr>
        <p:spPr>
          <a:xfrm>
            <a:off x="5251265" y="2032510"/>
            <a:ext cx="24573" cy="24573"/>
          </a:xfrm>
          <a:custGeom>
            <a:avLst/>
            <a:gdLst/>
            <a:ahLst/>
            <a:cxnLst/>
            <a:rect l="0" t="0" r="r" b="b"/>
            <a:pathLst>
              <a:path w="24573" h="24573">
                <a:moveTo>
                  <a:pt x="9859" y="24411"/>
                </a:moveTo>
                <a:lnTo>
                  <a:pt x="5429" y="22576"/>
                </a:lnTo>
                <a:lnTo>
                  <a:pt x="3598" y="20974"/>
                </a:lnTo>
                <a:lnTo>
                  <a:pt x="1996" y="19143"/>
                </a:lnTo>
                <a:lnTo>
                  <a:pt x="161" y="14713"/>
                </a:lnTo>
                <a:lnTo>
                  <a:pt x="0" y="12286"/>
                </a:lnTo>
                <a:lnTo>
                  <a:pt x="161" y="9859"/>
                </a:lnTo>
                <a:lnTo>
                  <a:pt x="1996" y="5429"/>
                </a:lnTo>
                <a:lnTo>
                  <a:pt x="3598" y="3598"/>
                </a:lnTo>
                <a:lnTo>
                  <a:pt x="5429" y="1996"/>
                </a:lnTo>
                <a:lnTo>
                  <a:pt x="9859" y="161"/>
                </a:lnTo>
                <a:lnTo>
                  <a:pt x="12286" y="0"/>
                </a:lnTo>
                <a:lnTo>
                  <a:pt x="14713" y="161"/>
                </a:lnTo>
                <a:lnTo>
                  <a:pt x="19143" y="1996"/>
                </a:lnTo>
                <a:lnTo>
                  <a:pt x="20974" y="3598"/>
                </a:lnTo>
                <a:lnTo>
                  <a:pt x="22576" y="5429"/>
                </a:lnTo>
                <a:lnTo>
                  <a:pt x="24411" y="9859"/>
                </a:lnTo>
                <a:lnTo>
                  <a:pt x="24573" y="12286"/>
                </a:lnTo>
                <a:lnTo>
                  <a:pt x="24411" y="14713"/>
                </a:lnTo>
                <a:lnTo>
                  <a:pt x="22576" y="19143"/>
                </a:lnTo>
                <a:lnTo>
                  <a:pt x="20974" y="20974"/>
                </a:lnTo>
                <a:lnTo>
                  <a:pt x="19143" y="22576"/>
                </a:lnTo>
                <a:lnTo>
                  <a:pt x="14713" y="24411"/>
                </a:lnTo>
                <a:lnTo>
                  <a:pt x="12286" y="24573"/>
                </a:lnTo>
                <a:lnTo>
                  <a:pt x="9859" y="24411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261" name="Shape 1261"/>
          <p:cNvSpPr/>
          <p:nvPr/>
        </p:nvSpPr>
        <p:spPr>
          <a:xfrm>
            <a:off x="5271879" y="2044298"/>
            <a:ext cx="24715" cy="24715"/>
          </a:xfrm>
          <a:custGeom>
            <a:avLst/>
            <a:gdLst/>
            <a:ahLst/>
            <a:cxnLst/>
            <a:rect l="0" t="0" r="r" b="b"/>
            <a:pathLst>
              <a:path w="24715" h="24715">
                <a:moveTo>
                  <a:pt x="9916" y="24553"/>
                </a:moveTo>
                <a:lnTo>
                  <a:pt x="5460" y="22707"/>
                </a:lnTo>
                <a:lnTo>
                  <a:pt x="3619" y="21096"/>
                </a:lnTo>
                <a:lnTo>
                  <a:pt x="2008" y="19255"/>
                </a:lnTo>
                <a:lnTo>
                  <a:pt x="162" y="14799"/>
                </a:lnTo>
                <a:lnTo>
                  <a:pt x="0" y="12357"/>
                </a:lnTo>
                <a:lnTo>
                  <a:pt x="162" y="9916"/>
                </a:lnTo>
                <a:lnTo>
                  <a:pt x="2008" y="5460"/>
                </a:lnTo>
                <a:lnTo>
                  <a:pt x="3619" y="3619"/>
                </a:lnTo>
                <a:lnTo>
                  <a:pt x="5460" y="2008"/>
                </a:lnTo>
                <a:lnTo>
                  <a:pt x="9916" y="162"/>
                </a:lnTo>
                <a:lnTo>
                  <a:pt x="12357" y="0"/>
                </a:lnTo>
                <a:lnTo>
                  <a:pt x="14799" y="162"/>
                </a:lnTo>
                <a:lnTo>
                  <a:pt x="19255" y="2008"/>
                </a:lnTo>
                <a:lnTo>
                  <a:pt x="21096" y="3619"/>
                </a:lnTo>
                <a:lnTo>
                  <a:pt x="22707" y="5460"/>
                </a:lnTo>
                <a:lnTo>
                  <a:pt x="24553" y="9916"/>
                </a:lnTo>
                <a:lnTo>
                  <a:pt x="24715" y="12357"/>
                </a:lnTo>
                <a:lnTo>
                  <a:pt x="24553" y="14799"/>
                </a:lnTo>
                <a:lnTo>
                  <a:pt x="22707" y="19255"/>
                </a:lnTo>
                <a:lnTo>
                  <a:pt x="21096" y="21096"/>
                </a:lnTo>
                <a:lnTo>
                  <a:pt x="19255" y="22707"/>
                </a:lnTo>
                <a:lnTo>
                  <a:pt x="14799" y="24553"/>
                </a:lnTo>
                <a:lnTo>
                  <a:pt x="12357" y="24715"/>
                </a:lnTo>
                <a:lnTo>
                  <a:pt x="9916" y="24553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262" name="Shape 1262"/>
          <p:cNvSpPr/>
          <p:nvPr/>
        </p:nvSpPr>
        <p:spPr>
          <a:xfrm>
            <a:off x="5295557" y="2057857"/>
            <a:ext cx="24800" cy="24800"/>
          </a:xfrm>
          <a:custGeom>
            <a:avLst/>
            <a:gdLst/>
            <a:ahLst/>
            <a:cxnLst/>
            <a:rect l="0" t="0" r="r" b="b"/>
            <a:pathLst>
              <a:path w="24800" h="24800">
                <a:moveTo>
                  <a:pt x="9950" y="24636"/>
                </a:moveTo>
                <a:lnTo>
                  <a:pt x="5479" y="22784"/>
                </a:lnTo>
                <a:lnTo>
                  <a:pt x="3631" y="21168"/>
                </a:lnTo>
                <a:lnTo>
                  <a:pt x="2015" y="19320"/>
                </a:lnTo>
                <a:lnTo>
                  <a:pt x="163" y="14849"/>
                </a:lnTo>
                <a:lnTo>
                  <a:pt x="0" y="12400"/>
                </a:lnTo>
                <a:lnTo>
                  <a:pt x="163" y="9950"/>
                </a:lnTo>
                <a:lnTo>
                  <a:pt x="2015" y="5479"/>
                </a:lnTo>
                <a:lnTo>
                  <a:pt x="3631" y="3631"/>
                </a:lnTo>
                <a:lnTo>
                  <a:pt x="5479" y="2015"/>
                </a:lnTo>
                <a:lnTo>
                  <a:pt x="9950" y="163"/>
                </a:lnTo>
                <a:lnTo>
                  <a:pt x="12400" y="0"/>
                </a:lnTo>
                <a:lnTo>
                  <a:pt x="14849" y="163"/>
                </a:lnTo>
                <a:lnTo>
                  <a:pt x="19320" y="2015"/>
                </a:lnTo>
                <a:lnTo>
                  <a:pt x="21168" y="3631"/>
                </a:lnTo>
                <a:lnTo>
                  <a:pt x="22784" y="5479"/>
                </a:lnTo>
                <a:lnTo>
                  <a:pt x="24636" y="9950"/>
                </a:lnTo>
                <a:lnTo>
                  <a:pt x="24800" y="12400"/>
                </a:lnTo>
                <a:lnTo>
                  <a:pt x="24636" y="14849"/>
                </a:lnTo>
                <a:lnTo>
                  <a:pt x="22784" y="19320"/>
                </a:lnTo>
                <a:lnTo>
                  <a:pt x="21168" y="21168"/>
                </a:lnTo>
                <a:lnTo>
                  <a:pt x="19320" y="22784"/>
                </a:lnTo>
                <a:lnTo>
                  <a:pt x="14849" y="24636"/>
                </a:lnTo>
                <a:lnTo>
                  <a:pt x="12400" y="24800"/>
                </a:lnTo>
                <a:lnTo>
                  <a:pt x="9950" y="24636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263" name="Shape 1263"/>
          <p:cNvSpPr/>
          <p:nvPr/>
        </p:nvSpPr>
        <p:spPr>
          <a:xfrm>
            <a:off x="5313398" y="2068085"/>
            <a:ext cx="24808" cy="24808"/>
          </a:xfrm>
          <a:custGeom>
            <a:avLst/>
            <a:gdLst/>
            <a:ahLst/>
            <a:cxnLst/>
            <a:rect l="0" t="0" r="r" b="b"/>
            <a:pathLst>
              <a:path w="24808" h="24808">
                <a:moveTo>
                  <a:pt x="9953" y="24645"/>
                </a:moveTo>
                <a:lnTo>
                  <a:pt x="5481" y="22792"/>
                </a:lnTo>
                <a:lnTo>
                  <a:pt x="3633" y="21175"/>
                </a:lnTo>
                <a:lnTo>
                  <a:pt x="2015" y="19327"/>
                </a:lnTo>
                <a:lnTo>
                  <a:pt x="163" y="14854"/>
                </a:lnTo>
                <a:lnTo>
                  <a:pt x="0" y="12404"/>
                </a:lnTo>
                <a:lnTo>
                  <a:pt x="163" y="9953"/>
                </a:lnTo>
                <a:lnTo>
                  <a:pt x="2015" y="5481"/>
                </a:lnTo>
                <a:lnTo>
                  <a:pt x="3633" y="3633"/>
                </a:lnTo>
                <a:lnTo>
                  <a:pt x="5481" y="2015"/>
                </a:lnTo>
                <a:lnTo>
                  <a:pt x="9953" y="163"/>
                </a:lnTo>
                <a:lnTo>
                  <a:pt x="12404" y="0"/>
                </a:lnTo>
                <a:lnTo>
                  <a:pt x="14854" y="163"/>
                </a:lnTo>
                <a:lnTo>
                  <a:pt x="19327" y="2015"/>
                </a:lnTo>
                <a:lnTo>
                  <a:pt x="21175" y="3633"/>
                </a:lnTo>
                <a:lnTo>
                  <a:pt x="22792" y="5481"/>
                </a:lnTo>
                <a:lnTo>
                  <a:pt x="24645" y="9953"/>
                </a:lnTo>
                <a:lnTo>
                  <a:pt x="24808" y="12404"/>
                </a:lnTo>
                <a:lnTo>
                  <a:pt x="24645" y="14854"/>
                </a:lnTo>
                <a:lnTo>
                  <a:pt x="22792" y="19327"/>
                </a:lnTo>
                <a:lnTo>
                  <a:pt x="21175" y="21175"/>
                </a:lnTo>
                <a:lnTo>
                  <a:pt x="19327" y="22792"/>
                </a:lnTo>
                <a:lnTo>
                  <a:pt x="14854" y="24645"/>
                </a:lnTo>
                <a:lnTo>
                  <a:pt x="12404" y="24808"/>
                </a:lnTo>
                <a:lnTo>
                  <a:pt x="9953" y="24645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264" name="Shape 1264"/>
          <p:cNvSpPr/>
          <p:nvPr/>
        </p:nvSpPr>
        <p:spPr>
          <a:xfrm>
            <a:off x="5343926" y="2085602"/>
            <a:ext cx="24747" cy="24747"/>
          </a:xfrm>
          <a:custGeom>
            <a:avLst/>
            <a:gdLst/>
            <a:ahLst/>
            <a:cxnLst/>
            <a:rect l="0" t="0" r="r" b="b"/>
            <a:pathLst>
              <a:path w="24747" h="24747">
                <a:moveTo>
                  <a:pt x="9929" y="24584"/>
                </a:moveTo>
                <a:lnTo>
                  <a:pt x="5467" y="22736"/>
                </a:lnTo>
                <a:lnTo>
                  <a:pt x="3624" y="21123"/>
                </a:lnTo>
                <a:lnTo>
                  <a:pt x="2010" y="19279"/>
                </a:lnTo>
                <a:lnTo>
                  <a:pt x="162" y="14818"/>
                </a:lnTo>
                <a:lnTo>
                  <a:pt x="0" y="12373"/>
                </a:lnTo>
                <a:lnTo>
                  <a:pt x="162" y="9929"/>
                </a:lnTo>
                <a:lnTo>
                  <a:pt x="2010" y="5467"/>
                </a:lnTo>
                <a:lnTo>
                  <a:pt x="3624" y="3624"/>
                </a:lnTo>
                <a:lnTo>
                  <a:pt x="5467" y="2010"/>
                </a:lnTo>
                <a:lnTo>
                  <a:pt x="9929" y="162"/>
                </a:lnTo>
                <a:lnTo>
                  <a:pt x="12373" y="0"/>
                </a:lnTo>
                <a:lnTo>
                  <a:pt x="14818" y="162"/>
                </a:lnTo>
                <a:lnTo>
                  <a:pt x="19279" y="2010"/>
                </a:lnTo>
                <a:lnTo>
                  <a:pt x="21123" y="3624"/>
                </a:lnTo>
                <a:lnTo>
                  <a:pt x="22736" y="5467"/>
                </a:lnTo>
                <a:lnTo>
                  <a:pt x="24584" y="9929"/>
                </a:lnTo>
                <a:lnTo>
                  <a:pt x="24747" y="12373"/>
                </a:lnTo>
                <a:lnTo>
                  <a:pt x="24584" y="14818"/>
                </a:lnTo>
                <a:lnTo>
                  <a:pt x="22736" y="19279"/>
                </a:lnTo>
                <a:lnTo>
                  <a:pt x="21123" y="21123"/>
                </a:lnTo>
                <a:lnTo>
                  <a:pt x="19279" y="22736"/>
                </a:lnTo>
                <a:lnTo>
                  <a:pt x="14818" y="24584"/>
                </a:lnTo>
                <a:lnTo>
                  <a:pt x="12373" y="24747"/>
                </a:lnTo>
                <a:lnTo>
                  <a:pt x="9929" y="24584"/>
                </a:lnTo>
                <a:close/>
              </a:path>
            </a:pathLst>
          </a:custGeom>
          <a:solidFill>
            <a:srgbClr val="7BCF7F"/>
          </a:solidFill>
          <a:ln>
            <a:noFill/>
          </a:ln>
        </p:spPr>
      </p:sp>
      <p:sp>
        <p:nvSpPr>
          <p:cNvPr id="1265" name="Shape 1265"/>
          <p:cNvSpPr/>
          <p:nvPr/>
        </p:nvSpPr>
        <p:spPr>
          <a:xfrm>
            <a:off x="5379165" y="2105458"/>
            <a:ext cx="26386" cy="26386"/>
          </a:xfrm>
          <a:custGeom>
            <a:avLst/>
            <a:gdLst/>
            <a:ahLst/>
            <a:cxnLst/>
            <a:rect l="0" t="0" r="r" b="b"/>
            <a:pathLst>
              <a:path w="26386" h="26386">
                <a:moveTo>
                  <a:pt x="10587" y="26213"/>
                </a:moveTo>
                <a:lnTo>
                  <a:pt x="5830" y="24242"/>
                </a:lnTo>
                <a:lnTo>
                  <a:pt x="3864" y="22522"/>
                </a:lnTo>
                <a:lnTo>
                  <a:pt x="2144" y="20556"/>
                </a:lnTo>
                <a:lnTo>
                  <a:pt x="173" y="15799"/>
                </a:lnTo>
                <a:lnTo>
                  <a:pt x="0" y="13193"/>
                </a:lnTo>
                <a:lnTo>
                  <a:pt x="173" y="10587"/>
                </a:lnTo>
                <a:lnTo>
                  <a:pt x="2144" y="5830"/>
                </a:lnTo>
                <a:lnTo>
                  <a:pt x="3864" y="3864"/>
                </a:lnTo>
                <a:lnTo>
                  <a:pt x="5830" y="2144"/>
                </a:lnTo>
                <a:lnTo>
                  <a:pt x="10587" y="173"/>
                </a:lnTo>
                <a:lnTo>
                  <a:pt x="13193" y="0"/>
                </a:lnTo>
                <a:lnTo>
                  <a:pt x="15799" y="173"/>
                </a:lnTo>
                <a:lnTo>
                  <a:pt x="20556" y="2144"/>
                </a:lnTo>
                <a:lnTo>
                  <a:pt x="22522" y="3864"/>
                </a:lnTo>
                <a:lnTo>
                  <a:pt x="24242" y="5830"/>
                </a:lnTo>
                <a:lnTo>
                  <a:pt x="26213" y="10587"/>
                </a:lnTo>
                <a:lnTo>
                  <a:pt x="26386" y="13193"/>
                </a:lnTo>
                <a:lnTo>
                  <a:pt x="26213" y="15799"/>
                </a:lnTo>
                <a:lnTo>
                  <a:pt x="24242" y="20556"/>
                </a:lnTo>
                <a:lnTo>
                  <a:pt x="22522" y="22522"/>
                </a:lnTo>
                <a:lnTo>
                  <a:pt x="20556" y="24242"/>
                </a:lnTo>
                <a:lnTo>
                  <a:pt x="15799" y="26213"/>
                </a:lnTo>
                <a:lnTo>
                  <a:pt x="13193" y="26386"/>
                </a:lnTo>
                <a:lnTo>
                  <a:pt x="10587" y="26213"/>
                </a:lnTo>
                <a:close/>
              </a:path>
            </a:pathLst>
          </a:custGeom>
          <a:solidFill>
            <a:srgbClr val="71CA77"/>
          </a:solidFill>
          <a:ln>
            <a:noFill/>
          </a:ln>
        </p:spPr>
      </p:sp>
      <p:sp>
        <p:nvSpPr>
          <p:cNvPr id="1266" name="Shape 1266"/>
          <p:cNvSpPr/>
          <p:nvPr/>
        </p:nvSpPr>
        <p:spPr>
          <a:xfrm>
            <a:off x="5407146" y="2121523"/>
            <a:ext cx="26284" cy="26284"/>
          </a:xfrm>
          <a:custGeom>
            <a:avLst/>
            <a:gdLst/>
            <a:ahLst/>
            <a:cxnLst/>
            <a:rect l="0" t="0" r="r" b="b"/>
            <a:pathLst>
              <a:path w="26284" h="26284">
                <a:moveTo>
                  <a:pt x="10545" y="26111"/>
                </a:moveTo>
                <a:lnTo>
                  <a:pt x="5807" y="24148"/>
                </a:lnTo>
                <a:lnTo>
                  <a:pt x="3849" y="22435"/>
                </a:lnTo>
                <a:lnTo>
                  <a:pt x="2135" y="20476"/>
                </a:lnTo>
                <a:lnTo>
                  <a:pt x="173" y="15738"/>
                </a:lnTo>
                <a:lnTo>
                  <a:pt x="0" y="13142"/>
                </a:lnTo>
                <a:lnTo>
                  <a:pt x="173" y="10545"/>
                </a:lnTo>
                <a:lnTo>
                  <a:pt x="2135" y="5807"/>
                </a:lnTo>
                <a:lnTo>
                  <a:pt x="3849" y="3849"/>
                </a:lnTo>
                <a:lnTo>
                  <a:pt x="5807" y="2135"/>
                </a:lnTo>
                <a:lnTo>
                  <a:pt x="10545" y="173"/>
                </a:lnTo>
                <a:lnTo>
                  <a:pt x="13142" y="0"/>
                </a:lnTo>
                <a:lnTo>
                  <a:pt x="15738" y="173"/>
                </a:lnTo>
                <a:lnTo>
                  <a:pt x="20476" y="2135"/>
                </a:lnTo>
                <a:lnTo>
                  <a:pt x="22435" y="3849"/>
                </a:lnTo>
                <a:lnTo>
                  <a:pt x="24148" y="5807"/>
                </a:lnTo>
                <a:lnTo>
                  <a:pt x="26111" y="10545"/>
                </a:lnTo>
                <a:lnTo>
                  <a:pt x="26284" y="13142"/>
                </a:lnTo>
                <a:lnTo>
                  <a:pt x="26111" y="15738"/>
                </a:lnTo>
                <a:lnTo>
                  <a:pt x="24148" y="20476"/>
                </a:lnTo>
                <a:lnTo>
                  <a:pt x="22435" y="22435"/>
                </a:lnTo>
                <a:lnTo>
                  <a:pt x="20476" y="24148"/>
                </a:lnTo>
                <a:lnTo>
                  <a:pt x="15738" y="26111"/>
                </a:lnTo>
                <a:lnTo>
                  <a:pt x="13142" y="26284"/>
                </a:lnTo>
                <a:lnTo>
                  <a:pt x="10545" y="26111"/>
                </a:lnTo>
                <a:close/>
              </a:path>
            </a:pathLst>
          </a:custGeom>
          <a:solidFill>
            <a:srgbClr val="72CA78"/>
          </a:solidFill>
          <a:ln>
            <a:noFill/>
          </a:ln>
        </p:spPr>
      </p:sp>
      <p:sp>
        <p:nvSpPr>
          <p:cNvPr id="1267" name="Shape 1267"/>
          <p:cNvSpPr/>
          <p:nvPr/>
        </p:nvSpPr>
        <p:spPr>
          <a:xfrm>
            <a:off x="5456635" y="2149935"/>
            <a:ext cx="26109" cy="26109"/>
          </a:xfrm>
          <a:custGeom>
            <a:avLst/>
            <a:gdLst/>
            <a:ahLst/>
            <a:cxnLst/>
            <a:rect l="0" t="0" r="r" b="b"/>
            <a:pathLst>
              <a:path w="26109" h="26109">
                <a:moveTo>
                  <a:pt x="10475" y="25937"/>
                </a:moveTo>
                <a:lnTo>
                  <a:pt x="5768" y="23987"/>
                </a:lnTo>
                <a:lnTo>
                  <a:pt x="3823" y="22285"/>
                </a:lnTo>
                <a:lnTo>
                  <a:pt x="2121" y="20340"/>
                </a:lnTo>
                <a:lnTo>
                  <a:pt x="171" y="15633"/>
                </a:lnTo>
                <a:lnTo>
                  <a:pt x="0" y="13054"/>
                </a:lnTo>
                <a:lnTo>
                  <a:pt x="171" y="10475"/>
                </a:lnTo>
                <a:lnTo>
                  <a:pt x="2121" y="5768"/>
                </a:lnTo>
                <a:lnTo>
                  <a:pt x="3823" y="3823"/>
                </a:lnTo>
                <a:lnTo>
                  <a:pt x="5768" y="2121"/>
                </a:lnTo>
                <a:lnTo>
                  <a:pt x="10475" y="171"/>
                </a:lnTo>
                <a:lnTo>
                  <a:pt x="13054" y="0"/>
                </a:lnTo>
                <a:lnTo>
                  <a:pt x="15633" y="171"/>
                </a:lnTo>
                <a:lnTo>
                  <a:pt x="20340" y="2121"/>
                </a:lnTo>
                <a:lnTo>
                  <a:pt x="22285" y="3823"/>
                </a:lnTo>
                <a:lnTo>
                  <a:pt x="23987" y="5768"/>
                </a:lnTo>
                <a:lnTo>
                  <a:pt x="25937" y="10475"/>
                </a:lnTo>
                <a:lnTo>
                  <a:pt x="26109" y="13054"/>
                </a:lnTo>
                <a:lnTo>
                  <a:pt x="25937" y="15633"/>
                </a:lnTo>
                <a:lnTo>
                  <a:pt x="23987" y="20340"/>
                </a:lnTo>
                <a:lnTo>
                  <a:pt x="22285" y="22285"/>
                </a:lnTo>
                <a:lnTo>
                  <a:pt x="20340" y="23987"/>
                </a:lnTo>
                <a:lnTo>
                  <a:pt x="15633" y="25937"/>
                </a:lnTo>
                <a:lnTo>
                  <a:pt x="13054" y="26109"/>
                </a:lnTo>
                <a:lnTo>
                  <a:pt x="10475" y="25937"/>
                </a:lnTo>
                <a:close/>
              </a:path>
            </a:pathLst>
          </a:custGeom>
          <a:solidFill>
            <a:srgbClr val="73CB79"/>
          </a:solidFill>
          <a:ln>
            <a:noFill/>
          </a:ln>
        </p:spPr>
      </p:sp>
      <p:sp>
        <p:nvSpPr>
          <p:cNvPr id="1268" name="Shape 1268"/>
          <p:cNvSpPr/>
          <p:nvPr/>
        </p:nvSpPr>
        <p:spPr>
          <a:xfrm>
            <a:off x="5511826" y="2178973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69" name="Shape 1269"/>
          <p:cNvSpPr/>
          <p:nvPr/>
        </p:nvSpPr>
        <p:spPr>
          <a:xfrm>
            <a:off x="5567894" y="2213797"/>
            <a:ext cx="25790" cy="25790"/>
          </a:xfrm>
          <a:custGeom>
            <a:avLst/>
            <a:gdLst/>
            <a:ahLst/>
            <a:cxnLst/>
            <a:rect l="0" t="0" r="r" b="b"/>
            <a:pathLst>
              <a:path w="25790" h="25790">
                <a:moveTo>
                  <a:pt x="10347" y="25620"/>
                </a:moveTo>
                <a:lnTo>
                  <a:pt x="5698" y="23694"/>
                </a:lnTo>
                <a:lnTo>
                  <a:pt x="3776" y="22013"/>
                </a:lnTo>
                <a:lnTo>
                  <a:pt x="2095" y="20091"/>
                </a:lnTo>
                <a:lnTo>
                  <a:pt x="169" y="15442"/>
                </a:lnTo>
                <a:lnTo>
                  <a:pt x="0" y="12895"/>
                </a:lnTo>
                <a:lnTo>
                  <a:pt x="169" y="10347"/>
                </a:lnTo>
                <a:lnTo>
                  <a:pt x="2095" y="5698"/>
                </a:lnTo>
                <a:lnTo>
                  <a:pt x="3776" y="3776"/>
                </a:lnTo>
                <a:lnTo>
                  <a:pt x="5698" y="2095"/>
                </a:lnTo>
                <a:lnTo>
                  <a:pt x="10347" y="169"/>
                </a:lnTo>
                <a:lnTo>
                  <a:pt x="12895" y="0"/>
                </a:lnTo>
                <a:lnTo>
                  <a:pt x="15442" y="169"/>
                </a:lnTo>
                <a:lnTo>
                  <a:pt x="20091" y="2095"/>
                </a:lnTo>
                <a:lnTo>
                  <a:pt x="22013" y="3776"/>
                </a:lnTo>
                <a:lnTo>
                  <a:pt x="23694" y="5698"/>
                </a:lnTo>
                <a:lnTo>
                  <a:pt x="25620" y="10347"/>
                </a:lnTo>
                <a:lnTo>
                  <a:pt x="25790" y="12895"/>
                </a:lnTo>
                <a:lnTo>
                  <a:pt x="25620" y="15442"/>
                </a:lnTo>
                <a:lnTo>
                  <a:pt x="23694" y="20091"/>
                </a:lnTo>
                <a:lnTo>
                  <a:pt x="22013" y="22013"/>
                </a:lnTo>
                <a:lnTo>
                  <a:pt x="20091" y="23694"/>
                </a:lnTo>
                <a:lnTo>
                  <a:pt x="15442" y="25620"/>
                </a:lnTo>
                <a:lnTo>
                  <a:pt x="12895" y="25790"/>
                </a:lnTo>
                <a:lnTo>
                  <a:pt x="10347" y="25620"/>
                </a:lnTo>
                <a:close/>
              </a:path>
            </a:pathLst>
          </a:custGeom>
          <a:solidFill>
            <a:srgbClr val="75CC7A"/>
          </a:solidFill>
          <a:ln>
            <a:noFill/>
          </a:ln>
        </p:spPr>
      </p:sp>
      <p:sp>
        <p:nvSpPr>
          <p:cNvPr id="1270" name="Shape 1270"/>
          <p:cNvSpPr/>
          <p:nvPr/>
        </p:nvSpPr>
        <p:spPr>
          <a:xfrm>
            <a:off x="5620944" y="2241536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71" name="Shape 1271"/>
          <p:cNvSpPr/>
          <p:nvPr/>
        </p:nvSpPr>
        <p:spPr>
          <a:xfrm>
            <a:off x="5734856" y="2306881"/>
            <a:ext cx="38199" cy="38199"/>
          </a:xfrm>
          <a:custGeom>
            <a:avLst/>
            <a:gdLst/>
            <a:ahLst/>
            <a:cxnLst/>
            <a:rect l="0" t="0" r="r" b="b"/>
            <a:pathLst>
              <a:path w="38199" h="38199">
                <a:moveTo>
                  <a:pt x="15326" y="37947"/>
                </a:moveTo>
                <a:lnTo>
                  <a:pt x="8440" y="35095"/>
                </a:lnTo>
                <a:lnTo>
                  <a:pt x="5594" y="32605"/>
                </a:lnTo>
                <a:lnTo>
                  <a:pt x="3104" y="29759"/>
                </a:lnTo>
                <a:lnTo>
                  <a:pt x="251" y="22872"/>
                </a:lnTo>
                <a:lnTo>
                  <a:pt x="0" y="19099"/>
                </a:lnTo>
                <a:lnTo>
                  <a:pt x="251" y="15326"/>
                </a:lnTo>
                <a:lnTo>
                  <a:pt x="3104" y="8440"/>
                </a:lnTo>
                <a:lnTo>
                  <a:pt x="5594" y="5594"/>
                </a:lnTo>
                <a:lnTo>
                  <a:pt x="8440" y="3104"/>
                </a:lnTo>
                <a:lnTo>
                  <a:pt x="15326" y="251"/>
                </a:lnTo>
                <a:lnTo>
                  <a:pt x="19099" y="0"/>
                </a:lnTo>
                <a:lnTo>
                  <a:pt x="22872" y="251"/>
                </a:lnTo>
                <a:lnTo>
                  <a:pt x="29759" y="3104"/>
                </a:lnTo>
                <a:lnTo>
                  <a:pt x="32605" y="5594"/>
                </a:lnTo>
                <a:lnTo>
                  <a:pt x="35095" y="8440"/>
                </a:lnTo>
                <a:lnTo>
                  <a:pt x="37947" y="15326"/>
                </a:lnTo>
                <a:lnTo>
                  <a:pt x="38199" y="19099"/>
                </a:lnTo>
                <a:lnTo>
                  <a:pt x="37947" y="22872"/>
                </a:lnTo>
                <a:lnTo>
                  <a:pt x="35095" y="29759"/>
                </a:lnTo>
                <a:lnTo>
                  <a:pt x="32605" y="32605"/>
                </a:lnTo>
                <a:lnTo>
                  <a:pt x="29759" y="35095"/>
                </a:lnTo>
                <a:lnTo>
                  <a:pt x="22872" y="37947"/>
                </a:lnTo>
                <a:lnTo>
                  <a:pt x="19099" y="38199"/>
                </a:lnTo>
                <a:lnTo>
                  <a:pt x="15326" y="37947"/>
                </a:lnTo>
                <a:close/>
              </a:path>
            </a:pathLst>
          </a:custGeom>
          <a:solidFill>
            <a:srgbClr val="1B9A34"/>
          </a:solidFill>
          <a:ln>
            <a:noFill/>
          </a:ln>
        </p:spPr>
      </p:sp>
      <p:sp>
        <p:nvSpPr>
          <p:cNvPr id="1272" name="Shape 1272"/>
          <p:cNvSpPr/>
          <p:nvPr/>
        </p:nvSpPr>
        <p:spPr>
          <a:xfrm>
            <a:off x="5004870" y="1963485"/>
            <a:ext cx="22050" cy="22050"/>
          </a:xfrm>
          <a:custGeom>
            <a:avLst/>
            <a:gdLst/>
            <a:ahLst/>
            <a:cxnLst/>
            <a:rect l="0" t="0" r="r" b="b"/>
            <a:pathLst>
              <a:path w="22050" h="22050">
                <a:moveTo>
                  <a:pt x="8847" y="21905"/>
                </a:moveTo>
                <a:lnTo>
                  <a:pt x="4872" y="20259"/>
                </a:lnTo>
                <a:lnTo>
                  <a:pt x="3229" y="18821"/>
                </a:lnTo>
                <a:lnTo>
                  <a:pt x="1791" y="17178"/>
                </a:lnTo>
                <a:lnTo>
                  <a:pt x="145" y="13203"/>
                </a:lnTo>
                <a:lnTo>
                  <a:pt x="0" y="11025"/>
                </a:lnTo>
                <a:lnTo>
                  <a:pt x="145" y="8847"/>
                </a:lnTo>
                <a:lnTo>
                  <a:pt x="1791" y="4872"/>
                </a:lnTo>
                <a:lnTo>
                  <a:pt x="3229" y="3229"/>
                </a:lnTo>
                <a:lnTo>
                  <a:pt x="4872" y="1791"/>
                </a:lnTo>
                <a:lnTo>
                  <a:pt x="8847" y="145"/>
                </a:lnTo>
                <a:lnTo>
                  <a:pt x="11025" y="0"/>
                </a:lnTo>
                <a:lnTo>
                  <a:pt x="13203" y="145"/>
                </a:lnTo>
                <a:lnTo>
                  <a:pt x="17178" y="1791"/>
                </a:lnTo>
                <a:lnTo>
                  <a:pt x="18821" y="3229"/>
                </a:lnTo>
                <a:lnTo>
                  <a:pt x="20259" y="4872"/>
                </a:lnTo>
                <a:lnTo>
                  <a:pt x="21905" y="8847"/>
                </a:lnTo>
                <a:lnTo>
                  <a:pt x="22050" y="11025"/>
                </a:lnTo>
                <a:lnTo>
                  <a:pt x="21905" y="13203"/>
                </a:lnTo>
                <a:lnTo>
                  <a:pt x="20259" y="17178"/>
                </a:lnTo>
                <a:lnTo>
                  <a:pt x="18821" y="18821"/>
                </a:lnTo>
                <a:lnTo>
                  <a:pt x="17178" y="20259"/>
                </a:lnTo>
                <a:lnTo>
                  <a:pt x="13203" y="21905"/>
                </a:lnTo>
                <a:lnTo>
                  <a:pt x="11025" y="22050"/>
                </a:lnTo>
                <a:lnTo>
                  <a:pt x="8847" y="21905"/>
                </a:lnTo>
                <a:close/>
              </a:path>
            </a:pathLst>
          </a:custGeom>
          <a:solidFill>
            <a:srgbClr val="89D78A"/>
          </a:solidFill>
          <a:ln>
            <a:noFill/>
          </a:ln>
        </p:spPr>
      </p:sp>
      <p:sp>
        <p:nvSpPr>
          <p:cNvPr id="1273" name="Shape 1273"/>
          <p:cNvSpPr/>
          <p:nvPr/>
        </p:nvSpPr>
        <p:spPr>
          <a:xfrm>
            <a:off x="5006925" y="1967448"/>
            <a:ext cx="22295" cy="22295"/>
          </a:xfrm>
          <a:custGeom>
            <a:avLst/>
            <a:gdLst/>
            <a:ahLst/>
            <a:cxnLst/>
            <a:rect l="0" t="0" r="r" b="b"/>
            <a:pathLst>
              <a:path w="22295" h="22295">
                <a:moveTo>
                  <a:pt x="8945" y="22149"/>
                </a:moveTo>
                <a:lnTo>
                  <a:pt x="4926" y="20484"/>
                </a:lnTo>
                <a:lnTo>
                  <a:pt x="3265" y="19030"/>
                </a:lnTo>
                <a:lnTo>
                  <a:pt x="1811" y="17369"/>
                </a:lnTo>
                <a:lnTo>
                  <a:pt x="146" y="13350"/>
                </a:lnTo>
                <a:lnTo>
                  <a:pt x="0" y="11147"/>
                </a:lnTo>
                <a:lnTo>
                  <a:pt x="146" y="8945"/>
                </a:lnTo>
                <a:lnTo>
                  <a:pt x="1811" y="4926"/>
                </a:lnTo>
                <a:lnTo>
                  <a:pt x="3265" y="3265"/>
                </a:lnTo>
                <a:lnTo>
                  <a:pt x="4926" y="1811"/>
                </a:lnTo>
                <a:lnTo>
                  <a:pt x="8945" y="146"/>
                </a:lnTo>
                <a:lnTo>
                  <a:pt x="11147" y="0"/>
                </a:lnTo>
                <a:lnTo>
                  <a:pt x="13350" y="146"/>
                </a:lnTo>
                <a:lnTo>
                  <a:pt x="17369" y="1811"/>
                </a:lnTo>
                <a:lnTo>
                  <a:pt x="19030" y="3265"/>
                </a:lnTo>
                <a:lnTo>
                  <a:pt x="20484" y="4926"/>
                </a:lnTo>
                <a:lnTo>
                  <a:pt x="22149" y="8945"/>
                </a:lnTo>
                <a:lnTo>
                  <a:pt x="22295" y="11147"/>
                </a:lnTo>
                <a:lnTo>
                  <a:pt x="22149" y="13350"/>
                </a:lnTo>
                <a:lnTo>
                  <a:pt x="20484" y="17369"/>
                </a:lnTo>
                <a:lnTo>
                  <a:pt x="19030" y="19030"/>
                </a:lnTo>
                <a:lnTo>
                  <a:pt x="17369" y="20484"/>
                </a:lnTo>
                <a:lnTo>
                  <a:pt x="13350" y="22149"/>
                </a:lnTo>
                <a:lnTo>
                  <a:pt x="11147" y="22295"/>
                </a:lnTo>
                <a:lnTo>
                  <a:pt x="8945" y="22149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274" name="Shape 1274"/>
          <p:cNvSpPr/>
          <p:nvPr/>
        </p:nvSpPr>
        <p:spPr>
          <a:xfrm>
            <a:off x="5008394" y="1970276"/>
            <a:ext cx="22457" cy="22457"/>
          </a:xfrm>
          <a:custGeom>
            <a:avLst/>
            <a:gdLst/>
            <a:ahLst/>
            <a:cxnLst/>
            <a:rect l="0" t="0" r="r" b="b"/>
            <a:pathLst>
              <a:path w="22457" h="22457">
                <a:moveTo>
                  <a:pt x="9010" y="22309"/>
                </a:moveTo>
                <a:lnTo>
                  <a:pt x="4961" y="20632"/>
                </a:lnTo>
                <a:lnTo>
                  <a:pt x="3288" y="19168"/>
                </a:lnTo>
                <a:lnTo>
                  <a:pt x="1824" y="17495"/>
                </a:lnTo>
                <a:lnTo>
                  <a:pt x="147" y="13446"/>
                </a:lnTo>
                <a:lnTo>
                  <a:pt x="0" y="11228"/>
                </a:lnTo>
                <a:lnTo>
                  <a:pt x="147" y="9010"/>
                </a:lnTo>
                <a:lnTo>
                  <a:pt x="1824" y="4961"/>
                </a:lnTo>
                <a:lnTo>
                  <a:pt x="3288" y="3288"/>
                </a:lnTo>
                <a:lnTo>
                  <a:pt x="4961" y="1824"/>
                </a:lnTo>
                <a:lnTo>
                  <a:pt x="9010" y="147"/>
                </a:lnTo>
                <a:lnTo>
                  <a:pt x="11228" y="0"/>
                </a:lnTo>
                <a:lnTo>
                  <a:pt x="13446" y="147"/>
                </a:lnTo>
                <a:lnTo>
                  <a:pt x="17495" y="1824"/>
                </a:lnTo>
                <a:lnTo>
                  <a:pt x="19168" y="3288"/>
                </a:lnTo>
                <a:lnTo>
                  <a:pt x="20632" y="4961"/>
                </a:lnTo>
                <a:lnTo>
                  <a:pt x="22309" y="9010"/>
                </a:lnTo>
                <a:lnTo>
                  <a:pt x="22457" y="11228"/>
                </a:lnTo>
                <a:lnTo>
                  <a:pt x="22309" y="13446"/>
                </a:lnTo>
                <a:lnTo>
                  <a:pt x="20632" y="17495"/>
                </a:lnTo>
                <a:lnTo>
                  <a:pt x="19168" y="19168"/>
                </a:lnTo>
                <a:lnTo>
                  <a:pt x="17495" y="20632"/>
                </a:lnTo>
                <a:lnTo>
                  <a:pt x="13446" y="22309"/>
                </a:lnTo>
                <a:lnTo>
                  <a:pt x="11228" y="22457"/>
                </a:lnTo>
                <a:lnTo>
                  <a:pt x="9010" y="22309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275" name="Shape 1275"/>
          <p:cNvSpPr/>
          <p:nvPr/>
        </p:nvSpPr>
        <p:spPr>
          <a:xfrm>
            <a:off x="5009951" y="1973267"/>
            <a:ext cx="22617" cy="22617"/>
          </a:xfrm>
          <a:custGeom>
            <a:avLst/>
            <a:gdLst/>
            <a:ahLst/>
            <a:cxnLst/>
            <a:rect l="0" t="0" r="r" b="b"/>
            <a:pathLst>
              <a:path w="22617" h="22617">
                <a:moveTo>
                  <a:pt x="9074" y="22468"/>
                </a:moveTo>
                <a:lnTo>
                  <a:pt x="4997" y="20779"/>
                </a:lnTo>
                <a:lnTo>
                  <a:pt x="3312" y="19305"/>
                </a:lnTo>
                <a:lnTo>
                  <a:pt x="1837" y="17620"/>
                </a:lnTo>
                <a:lnTo>
                  <a:pt x="148" y="13542"/>
                </a:lnTo>
                <a:lnTo>
                  <a:pt x="0" y="11308"/>
                </a:lnTo>
                <a:lnTo>
                  <a:pt x="148" y="9074"/>
                </a:lnTo>
                <a:lnTo>
                  <a:pt x="1837" y="4997"/>
                </a:lnTo>
                <a:lnTo>
                  <a:pt x="3312" y="3312"/>
                </a:lnTo>
                <a:lnTo>
                  <a:pt x="4997" y="1837"/>
                </a:lnTo>
                <a:lnTo>
                  <a:pt x="9074" y="148"/>
                </a:lnTo>
                <a:lnTo>
                  <a:pt x="11308" y="0"/>
                </a:lnTo>
                <a:lnTo>
                  <a:pt x="13542" y="148"/>
                </a:lnTo>
                <a:lnTo>
                  <a:pt x="17620" y="1837"/>
                </a:lnTo>
                <a:lnTo>
                  <a:pt x="19305" y="3312"/>
                </a:lnTo>
                <a:lnTo>
                  <a:pt x="20779" y="4997"/>
                </a:lnTo>
                <a:lnTo>
                  <a:pt x="22468" y="9074"/>
                </a:lnTo>
                <a:lnTo>
                  <a:pt x="22617" y="11308"/>
                </a:lnTo>
                <a:lnTo>
                  <a:pt x="22468" y="13542"/>
                </a:lnTo>
                <a:lnTo>
                  <a:pt x="20779" y="17620"/>
                </a:lnTo>
                <a:lnTo>
                  <a:pt x="19305" y="19305"/>
                </a:lnTo>
                <a:lnTo>
                  <a:pt x="17620" y="20779"/>
                </a:lnTo>
                <a:lnTo>
                  <a:pt x="13542" y="22468"/>
                </a:lnTo>
                <a:lnTo>
                  <a:pt x="11308" y="22617"/>
                </a:lnTo>
                <a:lnTo>
                  <a:pt x="9074" y="22468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276" name="Shape 1276"/>
          <p:cNvSpPr/>
          <p:nvPr/>
        </p:nvSpPr>
        <p:spPr>
          <a:xfrm>
            <a:off x="5012466" y="1978090"/>
            <a:ext cx="22853" cy="22853"/>
          </a:xfrm>
          <a:custGeom>
            <a:avLst/>
            <a:gdLst/>
            <a:ahLst/>
            <a:cxnLst/>
            <a:rect l="0" t="0" r="r" b="b"/>
            <a:pathLst>
              <a:path w="22853" h="22853">
                <a:moveTo>
                  <a:pt x="9169" y="22702"/>
                </a:moveTo>
                <a:lnTo>
                  <a:pt x="5049" y="20996"/>
                </a:lnTo>
                <a:lnTo>
                  <a:pt x="3346" y="19506"/>
                </a:lnTo>
                <a:lnTo>
                  <a:pt x="1857" y="17803"/>
                </a:lnTo>
                <a:lnTo>
                  <a:pt x="150" y="13683"/>
                </a:lnTo>
                <a:lnTo>
                  <a:pt x="0" y="11426"/>
                </a:lnTo>
                <a:lnTo>
                  <a:pt x="150" y="9169"/>
                </a:lnTo>
                <a:lnTo>
                  <a:pt x="1857" y="5049"/>
                </a:lnTo>
                <a:lnTo>
                  <a:pt x="3346" y="3346"/>
                </a:lnTo>
                <a:lnTo>
                  <a:pt x="5049" y="1857"/>
                </a:lnTo>
                <a:lnTo>
                  <a:pt x="9169" y="150"/>
                </a:lnTo>
                <a:lnTo>
                  <a:pt x="11426" y="0"/>
                </a:lnTo>
                <a:lnTo>
                  <a:pt x="13683" y="150"/>
                </a:lnTo>
                <a:lnTo>
                  <a:pt x="17803" y="1857"/>
                </a:lnTo>
                <a:lnTo>
                  <a:pt x="19506" y="3346"/>
                </a:lnTo>
                <a:lnTo>
                  <a:pt x="20996" y="5049"/>
                </a:lnTo>
                <a:lnTo>
                  <a:pt x="22702" y="9169"/>
                </a:lnTo>
                <a:lnTo>
                  <a:pt x="22853" y="11426"/>
                </a:lnTo>
                <a:lnTo>
                  <a:pt x="22702" y="13683"/>
                </a:lnTo>
                <a:lnTo>
                  <a:pt x="20996" y="17803"/>
                </a:lnTo>
                <a:lnTo>
                  <a:pt x="19506" y="19506"/>
                </a:lnTo>
                <a:lnTo>
                  <a:pt x="17803" y="20996"/>
                </a:lnTo>
                <a:lnTo>
                  <a:pt x="13683" y="22702"/>
                </a:lnTo>
                <a:lnTo>
                  <a:pt x="11426" y="22853"/>
                </a:lnTo>
                <a:lnTo>
                  <a:pt x="9169" y="22702"/>
                </a:lnTo>
                <a:close/>
              </a:path>
            </a:pathLst>
          </a:custGeom>
          <a:solidFill>
            <a:srgbClr val="85D587"/>
          </a:solidFill>
          <a:ln>
            <a:noFill/>
          </a:ln>
        </p:spPr>
      </p:sp>
      <p:sp>
        <p:nvSpPr>
          <p:cNvPr id="1277" name="Shape 1277"/>
          <p:cNvSpPr/>
          <p:nvPr/>
        </p:nvSpPr>
        <p:spPr>
          <a:xfrm>
            <a:off x="5015224" y="1983365"/>
            <a:ext cx="23084" cy="23084"/>
          </a:xfrm>
          <a:custGeom>
            <a:avLst/>
            <a:gdLst/>
            <a:ahLst/>
            <a:cxnLst/>
            <a:rect l="0" t="0" r="r" b="b"/>
            <a:pathLst>
              <a:path w="23084" h="23084">
                <a:moveTo>
                  <a:pt x="9262" y="22932"/>
                </a:moveTo>
                <a:lnTo>
                  <a:pt x="5100" y="21208"/>
                </a:lnTo>
                <a:lnTo>
                  <a:pt x="3380" y="19704"/>
                </a:lnTo>
                <a:lnTo>
                  <a:pt x="1875" y="17984"/>
                </a:lnTo>
                <a:lnTo>
                  <a:pt x="152" y="13822"/>
                </a:lnTo>
                <a:lnTo>
                  <a:pt x="0" y="11542"/>
                </a:lnTo>
                <a:lnTo>
                  <a:pt x="152" y="9262"/>
                </a:lnTo>
                <a:lnTo>
                  <a:pt x="1875" y="5100"/>
                </a:lnTo>
                <a:lnTo>
                  <a:pt x="3380" y="3380"/>
                </a:lnTo>
                <a:lnTo>
                  <a:pt x="5100" y="1875"/>
                </a:lnTo>
                <a:lnTo>
                  <a:pt x="9262" y="152"/>
                </a:lnTo>
                <a:lnTo>
                  <a:pt x="11542" y="0"/>
                </a:lnTo>
                <a:lnTo>
                  <a:pt x="13822" y="152"/>
                </a:lnTo>
                <a:lnTo>
                  <a:pt x="17984" y="1875"/>
                </a:lnTo>
                <a:lnTo>
                  <a:pt x="19704" y="3380"/>
                </a:lnTo>
                <a:lnTo>
                  <a:pt x="21208" y="5100"/>
                </a:lnTo>
                <a:lnTo>
                  <a:pt x="22932" y="9262"/>
                </a:lnTo>
                <a:lnTo>
                  <a:pt x="23084" y="11542"/>
                </a:lnTo>
                <a:lnTo>
                  <a:pt x="22932" y="13822"/>
                </a:lnTo>
                <a:lnTo>
                  <a:pt x="21208" y="17984"/>
                </a:lnTo>
                <a:lnTo>
                  <a:pt x="19704" y="19704"/>
                </a:lnTo>
                <a:lnTo>
                  <a:pt x="17984" y="21208"/>
                </a:lnTo>
                <a:lnTo>
                  <a:pt x="13822" y="22932"/>
                </a:lnTo>
                <a:lnTo>
                  <a:pt x="11542" y="23084"/>
                </a:lnTo>
                <a:lnTo>
                  <a:pt x="9262" y="22932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278" name="Shape 1278"/>
          <p:cNvSpPr/>
          <p:nvPr/>
        </p:nvSpPr>
        <p:spPr>
          <a:xfrm>
            <a:off x="5017214" y="1987166"/>
            <a:ext cx="23235" cy="23235"/>
          </a:xfrm>
          <a:custGeom>
            <a:avLst/>
            <a:gdLst/>
            <a:ahLst/>
            <a:cxnLst/>
            <a:rect l="0" t="0" r="r" b="b"/>
            <a:pathLst>
              <a:path w="23235" h="23235">
                <a:moveTo>
                  <a:pt x="9322" y="23082"/>
                </a:moveTo>
                <a:lnTo>
                  <a:pt x="5133" y="21347"/>
                </a:lnTo>
                <a:lnTo>
                  <a:pt x="3402" y="19832"/>
                </a:lnTo>
                <a:lnTo>
                  <a:pt x="1888" y="18101"/>
                </a:lnTo>
                <a:lnTo>
                  <a:pt x="153" y="13912"/>
                </a:lnTo>
                <a:lnTo>
                  <a:pt x="0" y="11617"/>
                </a:lnTo>
                <a:lnTo>
                  <a:pt x="153" y="9322"/>
                </a:lnTo>
                <a:lnTo>
                  <a:pt x="1888" y="5133"/>
                </a:lnTo>
                <a:lnTo>
                  <a:pt x="3402" y="3402"/>
                </a:lnTo>
                <a:lnTo>
                  <a:pt x="5133" y="1888"/>
                </a:lnTo>
                <a:lnTo>
                  <a:pt x="9322" y="153"/>
                </a:lnTo>
                <a:lnTo>
                  <a:pt x="11617" y="0"/>
                </a:lnTo>
                <a:lnTo>
                  <a:pt x="13912" y="153"/>
                </a:lnTo>
                <a:lnTo>
                  <a:pt x="18101" y="1888"/>
                </a:lnTo>
                <a:lnTo>
                  <a:pt x="19832" y="3402"/>
                </a:lnTo>
                <a:lnTo>
                  <a:pt x="21347" y="5133"/>
                </a:lnTo>
                <a:lnTo>
                  <a:pt x="23082" y="9322"/>
                </a:lnTo>
                <a:lnTo>
                  <a:pt x="23235" y="11617"/>
                </a:lnTo>
                <a:lnTo>
                  <a:pt x="23082" y="13912"/>
                </a:lnTo>
                <a:lnTo>
                  <a:pt x="21347" y="18101"/>
                </a:lnTo>
                <a:lnTo>
                  <a:pt x="19832" y="19832"/>
                </a:lnTo>
                <a:lnTo>
                  <a:pt x="18101" y="21347"/>
                </a:lnTo>
                <a:lnTo>
                  <a:pt x="13912" y="23082"/>
                </a:lnTo>
                <a:lnTo>
                  <a:pt x="11617" y="23235"/>
                </a:lnTo>
                <a:lnTo>
                  <a:pt x="9322" y="23082"/>
                </a:lnTo>
                <a:close/>
              </a:path>
            </a:pathLst>
          </a:custGeom>
          <a:solidFill>
            <a:srgbClr val="83D485"/>
          </a:solidFill>
          <a:ln>
            <a:noFill/>
          </a:ln>
        </p:spPr>
      </p:sp>
      <p:sp>
        <p:nvSpPr>
          <p:cNvPr id="1279" name="Shape 1279"/>
          <p:cNvSpPr/>
          <p:nvPr/>
        </p:nvSpPr>
        <p:spPr>
          <a:xfrm>
            <a:off x="5020457" y="1993346"/>
            <a:ext cx="23456" cy="23456"/>
          </a:xfrm>
          <a:custGeom>
            <a:avLst/>
            <a:gdLst/>
            <a:ahLst/>
            <a:cxnLst/>
            <a:rect l="0" t="0" r="r" b="b"/>
            <a:pathLst>
              <a:path w="23456" h="23456">
                <a:moveTo>
                  <a:pt x="9411" y="23302"/>
                </a:moveTo>
                <a:lnTo>
                  <a:pt x="5182" y="21550"/>
                </a:lnTo>
                <a:lnTo>
                  <a:pt x="3435" y="20021"/>
                </a:lnTo>
                <a:lnTo>
                  <a:pt x="1906" y="18274"/>
                </a:lnTo>
                <a:lnTo>
                  <a:pt x="154" y="14045"/>
                </a:lnTo>
                <a:lnTo>
                  <a:pt x="0" y="11728"/>
                </a:lnTo>
                <a:lnTo>
                  <a:pt x="154" y="9411"/>
                </a:lnTo>
                <a:lnTo>
                  <a:pt x="1906" y="5182"/>
                </a:lnTo>
                <a:lnTo>
                  <a:pt x="3435" y="3435"/>
                </a:lnTo>
                <a:lnTo>
                  <a:pt x="5182" y="1906"/>
                </a:lnTo>
                <a:lnTo>
                  <a:pt x="9411" y="154"/>
                </a:lnTo>
                <a:lnTo>
                  <a:pt x="11728" y="0"/>
                </a:lnTo>
                <a:lnTo>
                  <a:pt x="14045" y="154"/>
                </a:lnTo>
                <a:lnTo>
                  <a:pt x="18274" y="1906"/>
                </a:lnTo>
                <a:lnTo>
                  <a:pt x="20021" y="3435"/>
                </a:lnTo>
                <a:lnTo>
                  <a:pt x="21550" y="5182"/>
                </a:lnTo>
                <a:lnTo>
                  <a:pt x="23302" y="9411"/>
                </a:lnTo>
                <a:lnTo>
                  <a:pt x="23456" y="11728"/>
                </a:lnTo>
                <a:lnTo>
                  <a:pt x="23302" y="14045"/>
                </a:lnTo>
                <a:lnTo>
                  <a:pt x="21550" y="18274"/>
                </a:lnTo>
                <a:lnTo>
                  <a:pt x="20021" y="20021"/>
                </a:lnTo>
                <a:lnTo>
                  <a:pt x="18274" y="21550"/>
                </a:lnTo>
                <a:lnTo>
                  <a:pt x="14045" y="23302"/>
                </a:lnTo>
                <a:lnTo>
                  <a:pt x="11728" y="23456"/>
                </a:lnTo>
                <a:lnTo>
                  <a:pt x="9411" y="23302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280" name="Shape 1280"/>
          <p:cNvSpPr/>
          <p:nvPr/>
        </p:nvSpPr>
        <p:spPr>
          <a:xfrm>
            <a:off x="5024050" y="2000184"/>
            <a:ext cx="23671" cy="23671"/>
          </a:xfrm>
          <a:custGeom>
            <a:avLst/>
            <a:gdLst/>
            <a:ahLst/>
            <a:cxnLst/>
            <a:rect l="0" t="0" r="r" b="b"/>
            <a:pathLst>
              <a:path w="23671" h="23671">
                <a:moveTo>
                  <a:pt x="9497" y="23515"/>
                </a:moveTo>
                <a:lnTo>
                  <a:pt x="5230" y="21747"/>
                </a:lnTo>
                <a:lnTo>
                  <a:pt x="3466" y="20204"/>
                </a:lnTo>
                <a:lnTo>
                  <a:pt x="1923" y="18441"/>
                </a:lnTo>
                <a:lnTo>
                  <a:pt x="155" y="14173"/>
                </a:lnTo>
                <a:lnTo>
                  <a:pt x="0" y="11835"/>
                </a:lnTo>
                <a:lnTo>
                  <a:pt x="155" y="9497"/>
                </a:lnTo>
                <a:lnTo>
                  <a:pt x="1923" y="5230"/>
                </a:lnTo>
                <a:lnTo>
                  <a:pt x="3466" y="3466"/>
                </a:lnTo>
                <a:lnTo>
                  <a:pt x="5230" y="1923"/>
                </a:lnTo>
                <a:lnTo>
                  <a:pt x="9497" y="155"/>
                </a:lnTo>
                <a:lnTo>
                  <a:pt x="11835" y="0"/>
                </a:lnTo>
                <a:lnTo>
                  <a:pt x="14173" y="155"/>
                </a:lnTo>
                <a:lnTo>
                  <a:pt x="18441" y="1923"/>
                </a:lnTo>
                <a:lnTo>
                  <a:pt x="20204" y="3466"/>
                </a:lnTo>
                <a:lnTo>
                  <a:pt x="21747" y="5230"/>
                </a:lnTo>
                <a:lnTo>
                  <a:pt x="23515" y="9497"/>
                </a:lnTo>
                <a:lnTo>
                  <a:pt x="23671" y="11835"/>
                </a:lnTo>
                <a:lnTo>
                  <a:pt x="23515" y="14173"/>
                </a:lnTo>
                <a:lnTo>
                  <a:pt x="21747" y="18441"/>
                </a:lnTo>
                <a:lnTo>
                  <a:pt x="20204" y="20204"/>
                </a:lnTo>
                <a:lnTo>
                  <a:pt x="18441" y="21747"/>
                </a:lnTo>
                <a:lnTo>
                  <a:pt x="14173" y="23515"/>
                </a:lnTo>
                <a:lnTo>
                  <a:pt x="11835" y="23671"/>
                </a:lnTo>
                <a:lnTo>
                  <a:pt x="9497" y="23515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1281" name="Shape 1281"/>
          <p:cNvSpPr/>
          <p:nvPr/>
        </p:nvSpPr>
        <p:spPr>
          <a:xfrm>
            <a:off x="5026670" y="2005159"/>
            <a:ext cx="23809" cy="23809"/>
          </a:xfrm>
          <a:custGeom>
            <a:avLst/>
            <a:gdLst/>
            <a:ahLst/>
            <a:cxnLst/>
            <a:rect l="0" t="0" r="r" b="b"/>
            <a:pathLst>
              <a:path w="23809" h="23809">
                <a:moveTo>
                  <a:pt x="9552" y="23652"/>
                </a:moveTo>
                <a:lnTo>
                  <a:pt x="5260" y="21874"/>
                </a:lnTo>
                <a:lnTo>
                  <a:pt x="3486" y="20322"/>
                </a:lnTo>
                <a:lnTo>
                  <a:pt x="1934" y="18548"/>
                </a:lnTo>
                <a:lnTo>
                  <a:pt x="156" y="14256"/>
                </a:lnTo>
                <a:lnTo>
                  <a:pt x="0" y="11904"/>
                </a:lnTo>
                <a:lnTo>
                  <a:pt x="156" y="9552"/>
                </a:lnTo>
                <a:lnTo>
                  <a:pt x="1934" y="5260"/>
                </a:lnTo>
                <a:lnTo>
                  <a:pt x="3486" y="3486"/>
                </a:lnTo>
                <a:lnTo>
                  <a:pt x="5260" y="1934"/>
                </a:lnTo>
                <a:lnTo>
                  <a:pt x="9552" y="156"/>
                </a:lnTo>
                <a:lnTo>
                  <a:pt x="11904" y="0"/>
                </a:lnTo>
                <a:lnTo>
                  <a:pt x="14256" y="156"/>
                </a:lnTo>
                <a:lnTo>
                  <a:pt x="18548" y="1934"/>
                </a:lnTo>
                <a:lnTo>
                  <a:pt x="20322" y="3486"/>
                </a:lnTo>
                <a:lnTo>
                  <a:pt x="21874" y="5260"/>
                </a:lnTo>
                <a:lnTo>
                  <a:pt x="23652" y="9552"/>
                </a:lnTo>
                <a:lnTo>
                  <a:pt x="23809" y="11904"/>
                </a:lnTo>
                <a:lnTo>
                  <a:pt x="23652" y="14256"/>
                </a:lnTo>
                <a:lnTo>
                  <a:pt x="21874" y="18548"/>
                </a:lnTo>
                <a:lnTo>
                  <a:pt x="20322" y="20322"/>
                </a:lnTo>
                <a:lnTo>
                  <a:pt x="18548" y="21874"/>
                </a:lnTo>
                <a:lnTo>
                  <a:pt x="14256" y="23652"/>
                </a:lnTo>
                <a:lnTo>
                  <a:pt x="11904" y="23809"/>
                </a:lnTo>
                <a:lnTo>
                  <a:pt x="9552" y="2365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282" name="Shape 1282"/>
          <p:cNvSpPr/>
          <p:nvPr/>
        </p:nvSpPr>
        <p:spPr>
          <a:xfrm>
            <a:off x="5030985" y="2013342"/>
            <a:ext cx="24007" cy="24007"/>
          </a:xfrm>
          <a:custGeom>
            <a:avLst/>
            <a:gdLst/>
            <a:ahLst/>
            <a:cxnLst/>
            <a:rect l="0" t="0" r="r" b="b"/>
            <a:pathLst>
              <a:path w="24007" h="24007">
                <a:moveTo>
                  <a:pt x="9632" y="23849"/>
                </a:moveTo>
                <a:lnTo>
                  <a:pt x="5304" y="22056"/>
                </a:lnTo>
                <a:lnTo>
                  <a:pt x="3515" y="20491"/>
                </a:lnTo>
                <a:lnTo>
                  <a:pt x="1950" y="18702"/>
                </a:lnTo>
                <a:lnTo>
                  <a:pt x="158" y="14374"/>
                </a:lnTo>
                <a:lnTo>
                  <a:pt x="0" y="12003"/>
                </a:lnTo>
                <a:lnTo>
                  <a:pt x="158" y="9632"/>
                </a:lnTo>
                <a:lnTo>
                  <a:pt x="1950" y="5304"/>
                </a:lnTo>
                <a:lnTo>
                  <a:pt x="3515" y="3515"/>
                </a:lnTo>
                <a:lnTo>
                  <a:pt x="5304" y="1950"/>
                </a:lnTo>
                <a:lnTo>
                  <a:pt x="9632" y="158"/>
                </a:lnTo>
                <a:lnTo>
                  <a:pt x="12003" y="0"/>
                </a:lnTo>
                <a:lnTo>
                  <a:pt x="14374" y="158"/>
                </a:lnTo>
                <a:lnTo>
                  <a:pt x="18702" y="1950"/>
                </a:lnTo>
                <a:lnTo>
                  <a:pt x="20491" y="3515"/>
                </a:lnTo>
                <a:lnTo>
                  <a:pt x="22056" y="5304"/>
                </a:lnTo>
                <a:lnTo>
                  <a:pt x="23849" y="9632"/>
                </a:lnTo>
                <a:lnTo>
                  <a:pt x="24007" y="12003"/>
                </a:lnTo>
                <a:lnTo>
                  <a:pt x="23849" y="14374"/>
                </a:lnTo>
                <a:lnTo>
                  <a:pt x="22056" y="18702"/>
                </a:lnTo>
                <a:lnTo>
                  <a:pt x="20491" y="20491"/>
                </a:lnTo>
                <a:lnTo>
                  <a:pt x="18702" y="22056"/>
                </a:lnTo>
                <a:lnTo>
                  <a:pt x="14374" y="23849"/>
                </a:lnTo>
                <a:lnTo>
                  <a:pt x="12003" y="24007"/>
                </a:lnTo>
                <a:lnTo>
                  <a:pt x="9632" y="23849"/>
                </a:lnTo>
                <a:close/>
              </a:path>
            </a:pathLst>
          </a:custGeom>
          <a:solidFill>
            <a:srgbClr val="7FD182"/>
          </a:solidFill>
          <a:ln>
            <a:noFill/>
          </a:ln>
        </p:spPr>
      </p:sp>
      <p:sp>
        <p:nvSpPr>
          <p:cNvPr id="1283" name="Shape 1283"/>
          <p:cNvSpPr/>
          <p:nvPr/>
        </p:nvSpPr>
        <p:spPr>
          <a:xfrm>
            <a:off x="5035840" y="2022532"/>
            <a:ext cx="24189" cy="24189"/>
          </a:xfrm>
          <a:custGeom>
            <a:avLst/>
            <a:gdLst/>
            <a:ahLst/>
            <a:cxnLst/>
            <a:rect l="0" t="0" r="r" b="b"/>
            <a:pathLst>
              <a:path w="24189" h="24189">
                <a:moveTo>
                  <a:pt x="9705" y="24029"/>
                </a:moveTo>
                <a:lnTo>
                  <a:pt x="5344" y="22223"/>
                </a:lnTo>
                <a:lnTo>
                  <a:pt x="3542" y="20646"/>
                </a:lnTo>
                <a:lnTo>
                  <a:pt x="1965" y="18844"/>
                </a:lnTo>
                <a:lnTo>
                  <a:pt x="159" y="14483"/>
                </a:lnTo>
                <a:lnTo>
                  <a:pt x="0" y="12094"/>
                </a:lnTo>
                <a:lnTo>
                  <a:pt x="159" y="9705"/>
                </a:lnTo>
                <a:lnTo>
                  <a:pt x="1965" y="5344"/>
                </a:lnTo>
                <a:lnTo>
                  <a:pt x="3542" y="3542"/>
                </a:lnTo>
                <a:lnTo>
                  <a:pt x="5344" y="1965"/>
                </a:lnTo>
                <a:lnTo>
                  <a:pt x="9705" y="159"/>
                </a:lnTo>
                <a:lnTo>
                  <a:pt x="12094" y="0"/>
                </a:lnTo>
                <a:lnTo>
                  <a:pt x="14483" y="159"/>
                </a:lnTo>
                <a:lnTo>
                  <a:pt x="18844" y="1965"/>
                </a:lnTo>
                <a:lnTo>
                  <a:pt x="20646" y="3542"/>
                </a:lnTo>
                <a:lnTo>
                  <a:pt x="22223" y="5344"/>
                </a:lnTo>
                <a:lnTo>
                  <a:pt x="24029" y="9705"/>
                </a:lnTo>
                <a:lnTo>
                  <a:pt x="24189" y="12094"/>
                </a:lnTo>
                <a:lnTo>
                  <a:pt x="24029" y="14483"/>
                </a:lnTo>
                <a:lnTo>
                  <a:pt x="22223" y="18844"/>
                </a:lnTo>
                <a:lnTo>
                  <a:pt x="20646" y="20646"/>
                </a:lnTo>
                <a:lnTo>
                  <a:pt x="18844" y="22223"/>
                </a:lnTo>
                <a:lnTo>
                  <a:pt x="14483" y="24029"/>
                </a:lnTo>
                <a:lnTo>
                  <a:pt x="12094" y="24189"/>
                </a:lnTo>
                <a:lnTo>
                  <a:pt x="9705" y="24029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1284" name="Shape 1284"/>
          <p:cNvSpPr/>
          <p:nvPr/>
        </p:nvSpPr>
        <p:spPr>
          <a:xfrm>
            <a:off x="5039427" y="2029310"/>
            <a:ext cx="24300" cy="24300"/>
          </a:xfrm>
          <a:custGeom>
            <a:avLst/>
            <a:gdLst/>
            <a:ahLst/>
            <a:cxnLst/>
            <a:rect l="0" t="0" r="r" b="b"/>
            <a:pathLst>
              <a:path w="24300" h="24300">
                <a:moveTo>
                  <a:pt x="9749" y="24140"/>
                </a:moveTo>
                <a:lnTo>
                  <a:pt x="5369" y="22325"/>
                </a:lnTo>
                <a:lnTo>
                  <a:pt x="3558" y="20741"/>
                </a:lnTo>
                <a:lnTo>
                  <a:pt x="1974" y="18931"/>
                </a:lnTo>
                <a:lnTo>
                  <a:pt x="160" y="14550"/>
                </a:lnTo>
                <a:lnTo>
                  <a:pt x="0" y="12150"/>
                </a:lnTo>
                <a:lnTo>
                  <a:pt x="160" y="9749"/>
                </a:lnTo>
                <a:lnTo>
                  <a:pt x="1974" y="5369"/>
                </a:lnTo>
                <a:lnTo>
                  <a:pt x="3558" y="3558"/>
                </a:lnTo>
                <a:lnTo>
                  <a:pt x="5369" y="1974"/>
                </a:lnTo>
                <a:lnTo>
                  <a:pt x="9749" y="160"/>
                </a:lnTo>
                <a:lnTo>
                  <a:pt x="12150" y="0"/>
                </a:lnTo>
                <a:lnTo>
                  <a:pt x="14550" y="160"/>
                </a:lnTo>
                <a:lnTo>
                  <a:pt x="18931" y="1974"/>
                </a:lnTo>
                <a:lnTo>
                  <a:pt x="20741" y="3558"/>
                </a:lnTo>
                <a:lnTo>
                  <a:pt x="22325" y="5369"/>
                </a:lnTo>
                <a:lnTo>
                  <a:pt x="24140" y="9749"/>
                </a:lnTo>
                <a:lnTo>
                  <a:pt x="24300" y="12150"/>
                </a:lnTo>
                <a:lnTo>
                  <a:pt x="24140" y="14550"/>
                </a:lnTo>
                <a:lnTo>
                  <a:pt x="22325" y="18931"/>
                </a:lnTo>
                <a:lnTo>
                  <a:pt x="20741" y="20741"/>
                </a:lnTo>
                <a:lnTo>
                  <a:pt x="18931" y="22325"/>
                </a:lnTo>
                <a:lnTo>
                  <a:pt x="14550" y="24140"/>
                </a:lnTo>
                <a:lnTo>
                  <a:pt x="12150" y="24300"/>
                </a:lnTo>
                <a:lnTo>
                  <a:pt x="9749" y="24140"/>
                </a:lnTo>
                <a:close/>
              </a:path>
            </a:pathLst>
          </a:custGeom>
          <a:solidFill>
            <a:srgbClr val="7ED181"/>
          </a:solidFill>
          <a:ln>
            <a:noFill/>
          </a:ln>
        </p:spPr>
      </p:sp>
      <p:sp>
        <p:nvSpPr>
          <p:cNvPr id="1285" name="Shape 1285"/>
          <p:cNvSpPr/>
          <p:nvPr/>
        </p:nvSpPr>
        <p:spPr>
          <a:xfrm>
            <a:off x="5043338" y="2036691"/>
            <a:ext cx="24397" cy="24397"/>
          </a:xfrm>
          <a:custGeom>
            <a:avLst/>
            <a:gdLst/>
            <a:ahLst/>
            <a:cxnLst/>
            <a:rect l="0" t="0" r="r" b="b"/>
            <a:pathLst>
              <a:path w="24397" h="24397">
                <a:moveTo>
                  <a:pt x="9788" y="24236"/>
                </a:moveTo>
                <a:lnTo>
                  <a:pt x="5390" y="22415"/>
                </a:lnTo>
                <a:lnTo>
                  <a:pt x="3572" y="20824"/>
                </a:lnTo>
                <a:lnTo>
                  <a:pt x="1982" y="19007"/>
                </a:lnTo>
                <a:lnTo>
                  <a:pt x="160" y="14608"/>
                </a:lnTo>
                <a:lnTo>
                  <a:pt x="0" y="12198"/>
                </a:lnTo>
                <a:lnTo>
                  <a:pt x="160" y="9788"/>
                </a:lnTo>
                <a:lnTo>
                  <a:pt x="1982" y="5390"/>
                </a:lnTo>
                <a:lnTo>
                  <a:pt x="3572" y="3572"/>
                </a:lnTo>
                <a:lnTo>
                  <a:pt x="5390" y="1982"/>
                </a:lnTo>
                <a:lnTo>
                  <a:pt x="9788" y="160"/>
                </a:lnTo>
                <a:lnTo>
                  <a:pt x="12198" y="0"/>
                </a:lnTo>
                <a:lnTo>
                  <a:pt x="14608" y="160"/>
                </a:lnTo>
                <a:lnTo>
                  <a:pt x="19007" y="1982"/>
                </a:lnTo>
                <a:lnTo>
                  <a:pt x="20824" y="3572"/>
                </a:lnTo>
                <a:lnTo>
                  <a:pt x="22415" y="5390"/>
                </a:lnTo>
                <a:lnTo>
                  <a:pt x="24236" y="9788"/>
                </a:lnTo>
                <a:lnTo>
                  <a:pt x="24397" y="12198"/>
                </a:lnTo>
                <a:lnTo>
                  <a:pt x="24236" y="14608"/>
                </a:lnTo>
                <a:lnTo>
                  <a:pt x="22415" y="19007"/>
                </a:lnTo>
                <a:lnTo>
                  <a:pt x="20824" y="20824"/>
                </a:lnTo>
                <a:lnTo>
                  <a:pt x="19007" y="22415"/>
                </a:lnTo>
                <a:lnTo>
                  <a:pt x="14608" y="24236"/>
                </a:lnTo>
                <a:lnTo>
                  <a:pt x="12198" y="24397"/>
                </a:lnTo>
                <a:lnTo>
                  <a:pt x="9788" y="24236"/>
                </a:lnTo>
                <a:close/>
              </a:path>
            </a:pathLst>
          </a:custGeom>
          <a:solidFill>
            <a:srgbClr val="7DD080"/>
          </a:solidFill>
          <a:ln>
            <a:noFill/>
          </a:ln>
        </p:spPr>
      </p:sp>
      <p:sp>
        <p:nvSpPr>
          <p:cNvPr id="1286" name="Shape 1286"/>
          <p:cNvSpPr/>
          <p:nvPr/>
        </p:nvSpPr>
        <p:spPr>
          <a:xfrm>
            <a:off x="5049915" y="2049081"/>
            <a:ext cx="24511" cy="24511"/>
          </a:xfrm>
          <a:custGeom>
            <a:avLst/>
            <a:gdLst/>
            <a:ahLst/>
            <a:cxnLst/>
            <a:rect l="0" t="0" r="r" b="b"/>
            <a:pathLst>
              <a:path w="24511" h="24511">
                <a:moveTo>
                  <a:pt x="9834" y="24349"/>
                </a:moveTo>
                <a:lnTo>
                  <a:pt x="5415" y="22519"/>
                </a:lnTo>
                <a:lnTo>
                  <a:pt x="3589" y="20921"/>
                </a:lnTo>
                <a:lnTo>
                  <a:pt x="1991" y="19095"/>
                </a:lnTo>
                <a:lnTo>
                  <a:pt x="161" y="14676"/>
                </a:lnTo>
                <a:lnTo>
                  <a:pt x="0" y="12255"/>
                </a:lnTo>
                <a:lnTo>
                  <a:pt x="161" y="9834"/>
                </a:lnTo>
                <a:lnTo>
                  <a:pt x="1991" y="5415"/>
                </a:lnTo>
                <a:lnTo>
                  <a:pt x="3589" y="3589"/>
                </a:lnTo>
                <a:lnTo>
                  <a:pt x="5415" y="1991"/>
                </a:lnTo>
                <a:lnTo>
                  <a:pt x="9834" y="161"/>
                </a:lnTo>
                <a:lnTo>
                  <a:pt x="12255" y="0"/>
                </a:lnTo>
                <a:lnTo>
                  <a:pt x="14676" y="161"/>
                </a:lnTo>
                <a:lnTo>
                  <a:pt x="19095" y="1991"/>
                </a:lnTo>
                <a:lnTo>
                  <a:pt x="20921" y="3589"/>
                </a:lnTo>
                <a:lnTo>
                  <a:pt x="22519" y="5415"/>
                </a:lnTo>
                <a:lnTo>
                  <a:pt x="24349" y="9834"/>
                </a:lnTo>
                <a:lnTo>
                  <a:pt x="24511" y="12255"/>
                </a:lnTo>
                <a:lnTo>
                  <a:pt x="24349" y="14676"/>
                </a:lnTo>
                <a:lnTo>
                  <a:pt x="22519" y="19095"/>
                </a:lnTo>
                <a:lnTo>
                  <a:pt x="20921" y="20921"/>
                </a:lnTo>
                <a:lnTo>
                  <a:pt x="19095" y="22519"/>
                </a:lnTo>
                <a:lnTo>
                  <a:pt x="14676" y="24349"/>
                </a:lnTo>
                <a:lnTo>
                  <a:pt x="12255" y="24511"/>
                </a:lnTo>
                <a:lnTo>
                  <a:pt x="9834" y="24349"/>
                </a:lnTo>
                <a:close/>
              </a:path>
            </a:pathLst>
          </a:custGeom>
          <a:solidFill>
            <a:srgbClr val="7CD080"/>
          </a:solidFill>
          <a:ln>
            <a:noFill/>
          </a:ln>
        </p:spPr>
      </p:sp>
      <p:sp>
        <p:nvSpPr>
          <p:cNvPr id="1287" name="Shape 1287"/>
          <p:cNvSpPr/>
          <p:nvPr/>
        </p:nvSpPr>
        <p:spPr>
          <a:xfrm>
            <a:off x="5056631" y="2062487"/>
            <a:ext cx="26344" cy="26344"/>
          </a:xfrm>
          <a:custGeom>
            <a:avLst/>
            <a:gdLst/>
            <a:ahLst/>
            <a:cxnLst/>
            <a:rect l="0" t="0" r="r" b="b"/>
            <a:pathLst>
              <a:path w="26344" h="26344">
                <a:moveTo>
                  <a:pt x="10570" y="26171"/>
                </a:moveTo>
                <a:lnTo>
                  <a:pt x="5820" y="24203"/>
                </a:lnTo>
                <a:lnTo>
                  <a:pt x="3858" y="22486"/>
                </a:lnTo>
                <a:lnTo>
                  <a:pt x="2140" y="20523"/>
                </a:lnTo>
                <a:lnTo>
                  <a:pt x="173" y="15774"/>
                </a:lnTo>
                <a:lnTo>
                  <a:pt x="0" y="13172"/>
                </a:lnTo>
                <a:lnTo>
                  <a:pt x="173" y="10570"/>
                </a:lnTo>
                <a:lnTo>
                  <a:pt x="2140" y="5820"/>
                </a:lnTo>
                <a:lnTo>
                  <a:pt x="3858" y="3858"/>
                </a:lnTo>
                <a:lnTo>
                  <a:pt x="5820" y="2140"/>
                </a:lnTo>
                <a:lnTo>
                  <a:pt x="10570" y="173"/>
                </a:lnTo>
                <a:lnTo>
                  <a:pt x="13172" y="0"/>
                </a:lnTo>
                <a:lnTo>
                  <a:pt x="15774" y="173"/>
                </a:lnTo>
                <a:lnTo>
                  <a:pt x="20523" y="2140"/>
                </a:lnTo>
                <a:lnTo>
                  <a:pt x="22486" y="3858"/>
                </a:lnTo>
                <a:lnTo>
                  <a:pt x="24203" y="5820"/>
                </a:lnTo>
                <a:lnTo>
                  <a:pt x="26171" y="10570"/>
                </a:lnTo>
                <a:lnTo>
                  <a:pt x="26344" y="13172"/>
                </a:lnTo>
                <a:lnTo>
                  <a:pt x="26171" y="15774"/>
                </a:lnTo>
                <a:lnTo>
                  <a:pt x="24203" y="20523"/>
                </a:lnTo>
                <a:lnTo>
                  <a:pt x="22486" y="22486"/>
                </a:lnTo>
                <a:lnTo>
                  <a:pt x="20523" y="24203"/>
                </a:lnTo>
                <a:lnTo>
                  <a:pt x="15774" y="26171"/>
                </a:lnTo>
                <a:lnTo>
                  <a:pt x="13172" y="26344"/>
                </a:lnTo>
                <a:lnTo>
                  <a:pt x="10570" y="26171"/>
                </a:lnTo>
                <a:close/>
              </a:path>
            </a:pathLst>
          </a:custGeom>
          <a:solidFill>
            <a:srgbClr val="72CA78"/>
          </a:solidFill>
          <a:ln>
            <a:noFill/>
          </a:ln>
        </p:spPr>
      </p:sp>
      <p:sp>
        <p:nvSpPr>
          <p:cNvPr id="1288" name="Shape 1288"/>
          <p:cNvSpPr/>
          <p:nvPr/>
        </p:nvSpPr>
        <p:spPr>
          <a:xfrm>
            <a:off x="5056396" y="2067300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89" name="Shape 1289"/>
          <p:cNvSpPr/>
          <p:nvPr/>
        </p:nvSpPr>
        <p:spPr>
          <a:xfrm>
            <a:off x="5066280" y="2085845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90" name="Shape 1290"/>
          <p:cNvSpPr/>
          <p:nvPr/>
        </p:nvSpPr>
        <p:spPr>
          <a:xfrm>
            <a:off x="5078027" y="2107886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91" name="Shape 1291"/>
          <p:cNvSpPr/>
          <p:nvPr/>
        </p:nvSpPr>
        <p:spPr>
          <a:xfrm>
            <a:off x="5093276" y="2131148"/>
            <a:ext cx="26130" cy="26130"/>
          </a:xfrm>
          <a:custGeom>
            <a:avLst/>
            <a:gdLst/>
            <a:ahLst/>
            <a:cxnLst/>
            <a:rect l="0" t="0" r="r" b="b"/>
            <a:pathLst>
              <a:path w="26130" h="26130">
                <a:moveTo>
                  <a:pt x="10484" y="25958"/>
                </a:moveTo>
                <a:lnTo>
                  <a:pt x="5773" y="24007"/>
                </a:lnTo>
                <a:lnTo>
                  <a:pt x="3826" y="22303"/>
                </a:lnTo>
                <a:lnTo>
                  <a:pt x="2123" y="20356"/>
                </a:lnTo>
                <a:lnTo>
                  <a:pt x="172" y="15646"/>
                </a:lnTo>
                <a:lnTo>
                  <a:pt x="0" y="13065"/>
                </a:lnTo>
                <a:lnTo>
                  <a:pt x="172" y="10484"/>
                </a:lnTo>
                <a:lnTo>
                  <a:pt x="2123" y="5773"/>
                </a:lnTo>
                <a:lnTo>
                  <a:pt x="3826" y="3826"/>
                </a:lnTo>
                <a:lnTo>
                  <a:pt x="5773" y="2123"/>
                </a:lnTo>
                <a:lnTo>
                  <a:pt x="10484" y="172"/>
                </a:lnTo>
                <a:lnTo>
                  <a:pt x="13065" y="0"/>
                </a:lnTo>
                <a:lnTo>
                  <a:pt x="15646" y="172"/>
                </a:lnTo>
                <a:lnTo>
                  <a:pt x="20356" y="2123"/>
                </a:lnTo>
                <a:lnTo>
                  <a:pt x="22303" y="3826"/>
                </a:lnTo>
                <a:lnTo>
                  <a:pt x="24007" y="5773"/>
                </a:lnTo>
                <a:lnTo>
                  <a:pt x="25958" y="10484"/>
                </a:lnTo>
                <a:lnTo>
                  <a:pt x="26130" y="13065"/>
                </a:lnTo>
                <a:lnTo>
                  <a:pt x="25958" y="15646"/>
                </a:lnTo>
                <a:lnTo>
                  <a:pt x="24007" y="20356"/>
                </a:lnTo>
                <a:lnTo>
                  <a:pt x="22303" y="22303"/>
                </a:lnTo>
                <a:lnTo>
                  <a:pt x="20356" y="24007"/>
                </a:lnTo>
                <a:lnTo>
                  <a:pt x="15646" y="25958"/>
                </a:lnTo>
                <a:lnTo>
                  <a:pt x="13065" y="26130"/>
                </a:lnTo>
                <a:lnTo>
                  <a:pt x="10484" y="25958"/>
                </a:lnTo>
                <a:close/>
              </a:path>
            </a:pathLst>
          </a:custGeom>
          <a:solidFill>
            <a:srgbClr val="73CB79"/>
          </a:solidFill>
          <a:ln>
            <a:noFill/>
          </a:ln>
        </p:spPr>
      </p:sp>
      <p:sp>
        <p:nvSpPr>
          <p:cNvPr id="1292" name="Shape 1292"/>
          <p:cNvSpPr/>
          <p:nvPr/>
        </p:nvSpPr>
        <p:spPr>
          <a:xfrm>
            <a:off x="5109625" y="2161759"/>
            <a:ext cx="25979" cy="25979"/>
          </a:xfrm>
          <a:custGeom>
            <a:avLst/>
            <a:gdLst/>
            <a:ahLst/>
            <a:cxnLst/>
            <a:rect l="0" t="0" r="r" b="b"/>
            <a:pathLst>
              <a:path w="25979" h="25979">
                <a:moveTo>
                  <a:pt x="10423" y="25808"/>
                </a:moveTo>
                <a:lnTo>
                  <a:pt x="5740" y="23868"/>
                </a:lnTo>
                <a:lnTo>
                  <a:pt x="3804" y="22174"/>
                </a:lnTo>
                <a:lnTo>
                  <a:pt x="2111" y="20239"/>
                </a:lnTo>
                <a:lnTo>
                  <a:pt x="171" y="15555"/>
                </a:lnTo>
                <a:lnTo>
                  <a:pt x="0" y="12989"/>
                </a:lnTo>
                <a:lnTo>
                  <a:pt x="171" y="10423"/>
                </a:lnTo>
                <a:lnTo>
                  <a:pt x="2111" y="5740"/>
                </a:lnTo>
                <a:lnTo>
                  <a:pt x="3804" y="3804"/>
                </a:lnTo>
                <a:lnTo>
                  <a:pt x="5740" y="2111"/>
                </a:lnTo>
                <a:lnTo>
                  <a:pt x="10423" y="171"/>
                </a:lnTo>
                <a:lnTo>
                  <a:pt x="12989" y="0"/>
                </a:lnTo>
                <a:lnTo>
                  <a:pt x="15555" y="171"/>
                </a:lnTo>
                <a:lnTo>
                  <a:pt x="20239" y="2111"/>
                </a:lnTo>
                <a:lnTo>
                  <a:pt x="22174" y="3804"/>
                </a:lnTo>
                <a:lnTo>
                  <a:pt x="23868" y="5740"/>
                </a:lnTo>
                <a:lnTo>
                  <a:pt x="25808" y="10423"/>
                </a:lnTo>
                <a:lnTo>
                  <a:pt x="25979" y="12989"/>
                </a:lnTo>
                <a:lnTo>
                  <a:pt x="25808" y="15555"/>
                </a:lnTo>
                <a:lnTo>
                  <a:pt x="23868" y="20239"/>
                </a:lnTo>
                <a:lnTo>
                  <a:pt x="22174" y="22174"/>
                </a:lnTo>
                <a:lnTo>
                  <a:pt x="20239" y="23868"/>
                </a:lnTo>
                <a:lnTo>
                  <a:pt x="15555" y="25808"/>
                </a:lnTo>
                <a:lnTo>
                  <a:pt x="12989" y="25979"/>
                </a:lnTo>
                <a:lnTo>
                  <a:pt x="10423" y="25808"/>
                </a:lnTo>
                <a:close/>
              </a:path>
            </a:pathLst>
          </a:custGeom>
          <a:solidFill>
            <a:srgbClr val="74CB79"/>
          </a:solidFill>
          <a:ln>
            <a:noFill/>
          </a:ln>
        </p:spPr>
      </p:sp>
      <p:sp>
        <p:nvSpPr>
          <p:cNvPr id="1293" name="Shape 1293"/>
          <p:cNvSpPr/>
          <p:nvPr/>
        </p:nvSpPr>
        <p:spPr>
          <a:xfrm>
            <a:off x="5123820" y="2193807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94" name="Shape 1294"/>
          <p:cNvSpPr/>
          <p:nvPr/>
        </p:nvSpPr>
        <p:spPr>
          <a:xfrm>
            <a:off x="5140515" y="2225133"/>
            <a:ext cx="38338" cy="38338"/>
          </a:xfrm>
          <a:custGeom>
            <a:avLst/>
            <a:gdLst/>
            <a:ahLst/>
            <a:cxnLst/>
            <a:rect l="0" t="0" r="r" b="b"/>
            <a:pathLst>
              <a:path w="38338" h="38338">
                <a:moveTo>
                  <a:pt x="15382" y="38085"/>
                </a:moveTo>
                <a:lnTo>
                  <a:pt x="8470" y="35223"/>
                </a:lnTo>
                <a:lnTo>
                  <a:pt x="5614" y="32723"/>
                </a:lnTo>
                <a:lnTo>
                  <a:pt x="3115" y="29867"/>
                </a:lnTo>
                <a:lnTo>
                  <a:pt x="252" y="22956"/>
                </a:lnTo>
                <a:lnTo>
                  <a:pt x="0" y="19169"/>
                </a:lnTo>
                <a:lnTo>
                  <a:pt x="252" y="15382"/>
                </a:lnTo>
                <a:lnTo>
                  <a:pt x="3115" y="8470"/>
                </a:lnTo>
                <a:lnTo>
                  <a:pt x="5614" y="5614"/>
                </a:lnTo>
                <a:lnTo>
                  <a:pt x="8470" y="3115"/>
                </a:lnTo>
                <a:lnTo>
                  <a:pt x="15382" y="252"/>
                </a:lnTo>
                <a:lnTo>
                  <a:pt x="19169" y="0"/>
                </a:lnTo>
                <a:lnTo>
                  <a:pt x="22956" y="252"/>
                </a:lnTo>
                <a:lnTo>
                  <a:pt x="29867" y="3115"/>
                </a:lnTo>
                <a:lnTo>
                  <a:pt x="32723" y="5614"/>
                </a:lnTo>
                <a:lnTo>
                  <a:pt x="35223" y="8470"/>
                </a:lnTo>
                <a:lnTo>
                  <a:pt x="38085" y="15382"/>
                </a:lnTo>
                <a:lnTo>
                  <a:pt x="38338" y="19169"/>
                </a:lnTo>
                <a:lnTo>
                  <a:pt x="38085" y="22956"/>
                </a:lnTo>
                <a:lnTo>
                  <a:pt x="35223" y="29867"/>
                </a:lnTo>
                <a:lnTo>
                  <a:pt x="32723" y="32723"/>
                </a:lnTo>
                <a:lnTo>
                  <a:pt x="29867" y="35223"/>
                </a:lnTo>
                <a:lnTo>
                  <a:pt x="22956" y="38085"/>
                </a:lnTo>
                <a:lnTo>
                  <a:pt x="19169" y="38338"/>
                </a:lnTo>
                <a:lnTo>
                  <a:pt x="15382" y="38085"/>
                </a:lnTo>
                <a:close/>
              </a:path>
            </a:pathLst>
          </a:custGeom>
          <a:solidFill>
            <a:srgbClr val="1A9933"/>
          </a:solidFill>
          <a:ln>
            <a:noFill/>
          </a:ln>
        </p:spPr>
      </p:sp>
      <p:sp>
        <p:nvSpPr>
          <p:cNvPr id="1295" name="Shape 1295"/>
          <p:cNvSpPr/>
          <p:nvPr/>
        </p:nvSpPr>
        <p:spPr>
          <a:xfrm>
            <a:off x="5166968" y="2269168"/>
            <a:ext cx="25560" cy="25560"/>
          </a:xfrm>
          <a:custGeom>
            <a:avLst/>
            <a:gdLst/>
            <a:ahLst/>
            <a:cxnLst/>
            <a:rect l="0" t="0" r="r" b="b"/>
            <a:pathLst>
              <a:path w="25560" h="25560">
                <a:moveTo>
                  <a:pt x="10255" y="25392"/>
                </a:moveTo>
                <a:lnTo>
                  <a:pt x="5647" y="23483"/>
                </a:lnTo>
                <a:lnTo>
                  <a:pt x="3743" y="21817"/>
                </a:lnTo>
                <a:lnTo>
                  <a:pt x="2077" y="19913"/>
                </a:lnTo>
                <a:lnTo>
                  <a:pt x="168" y="15305"/>
                </a:lnTo>
                <a:lnTo>
                  <a:pt x="0" y="12780"/>
                </a:lnTo>
                <a:lnTo>
                  <a:pt x="168" y="10255"/>
                </a:lnTo>
                <a:lnTo>
                  <a:pt x="2077" y="5647"/>
                </a:lnTo>
                <a:lnTo>
                  <a:pt x="3743" y="3743"/>
                </a:lnTo>
                <a:lnTo>
                  <a:pt x="5647" y="2077"/>
                </a:lnTo>
                <a:lnTo>
                  <a:pt x="10255" y="168"/>
                </a:lnTo>
                <a:lnTo>
                  <a:pt x="12780" y="0"/>
                </a:lnTo>
                <a:lnTo>
                  <a:pt x="15305" y="168"/>
                </a:lnTo>
                <a:lnTo>
                  <a:pt x="19913" y="2077"/>
                </a:lnTo>
                <a:lnTo>
                  <a:pt x="21817" y="3743"/>
                </a:lnTo>
                <a:lnTo>
                  <a:pt x="23483" y="5647"/>
                </a:lnTo>
                <a:lnTo>
                  <a:pt x="25392" y="10255"/>
                </a:lnTo>
                <a:lnTo>
                  <a:pt x="25560" y="12780"/>
                </a:lnTo>
                <a:lnTo>
                  <a:pt x="25392" y="15305"/>
                </a:lnTo>
                <a:lnTo>
                  <a:pt x="23483" y="19913"/>
                </a:lnTo>
                <a:lnTo>
                  <a:pt x="21817" y="21817"/>
                </a:lnTo>
                <a:lnTo>
                  <a:pt x="19913" y="23483"/>
                </a:lnTo>
                <a:lnTo>
                  <a:pt x="15305" y="25392"/>
                </a:lnTo>
                <a:lnTo>
                  <a:pt x="12780" y="25560"/>
                </a:lnTo>
                <a:lnTo>
                  <a:pt x="10255" y="25392"/>
                </a:lnTo>
                <a:close/>
              </a:path>
            </a:pathLst>
          </a:custGeom>
          <a:solidFill>
            <a:srgbClr val="76CD7B"/>
          </a:solidFill>
          <a:ln>
            <a:noFill/>
          </a:ln>
        </p:spPr>
      </p:sp>
      <p:sp>
        <p:nvSpPr>
          <p:cNvPr id="1296" name="Shape 1296"/>
          <p:cNvSpPr/>
          <p:nvPr/>
        </p:nvSpPr>
        <p:spPr>
          <a:xfrm>
            <a:off x="5207033" y="2343449"/>
            <a:ext cx="23519" cy="23519"/>
          </a:xfrm>
          <a:custGeom>
            <a:avLst/>
            <a:gdLst/>
            <a:ahLst/>
            <a:cxnLst/>
            <a:rect l="0" t="0" r="r" b="b"/>
            <a:pathLst>
              <a:path w="23519" h="23519">
                <a:moveTo>
                  <a:pt x="9436" y="23364"/>
                </a:moveTo>
                <a:lnTo>
                  <a:pt x="5196" y="21608"/>
                </a:lnTo>
                <a:lnTo>
                  <a:pt x="3444" y="20074"/>
                </a:lnTo>
                <a:lnTo>
                  <a:pt x="1911" y="18322"/>
                </a:lnTo>
                <a:lnTo>
                  <a:pt x="154" y="14082"/>
                </a:lnTo>
                <a:lnTo>
                  <a:pt x="0" y="11759"/>
                </a:lnTo>
                <a:lnTo>
                  <a:pt x="154" y="9436"/>
                </a:lnTo>
                <a:lnTo>
                  <a:pt x="1911" y="5196"/>
                </a:lnTo>
                <a:lnTo>
                  <a:pt x="3444" y="3444"/>
                </a:lnTo>
                <a:lnTo>
                  <a:pt x="5196" y="1911"/>
                </a:lnTo>
                <a:lnTo>
                  <a:pt x="9436" y="154"/>
                </a:lnTo>
                <a:lnTo>
                  <a:pt x="11759" y="0"/>
                </a:lnTo>
                <a:lnTo>
                  <a:pt x="14082" y="154"/>
                </a:lnTo>
                <a:lnTo>
                  <a:pt x="18322" y="1911"/>
                </a:lnTo>
                <a:lnTo>
                  <a:pt x="20074" y="3444"/>
                </a:lnTo>
                <a:lnTo>
                  <a:pt x="21608" y="5196"/>
                </a:lnTo>
                <a:lnTo>
                  <a:pt x="23364" y="9436"/>
                </a:lnTo>
                <a:lnTo>
                  <a:pt x="23519" y="11759"/>
                </a:lnTo>
                <a:lnTo>
                  <a:pt x="23364" y="14082"/>
                </a:lnTo>
                <a:lnTo>
                  <a:pt x="21608" y="18322"/>
                </a:lnTo>
                <a:lnTo>
                  <a:pt x="20074" y="20074"/>
                </a:lnTo>
                <a:lnTo>
                  <a:pt x="18322" y="21608"/>
                </a:lnTo>
                <a:lnTo>
                  <a:pt x="14082" y="23364"/>
                </a:lnTo>
                <a:lnTo>
                  <a:pt x="11759" y="23519"/>
                </a:lnTo>
                <a:lnTo>
                  <a:pt x="9436" y="23364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297" name="Shape 1297"/>
          <p:cNvSpPr/>
          <p:nvPr/>
        </p:nvSpPr>
        <p:spPr>
          <a:xfrm>
            <a:off x="5262210" y="2447696"/>
            <a:ext cx="25159" cy="25159"/>
          </a:xfrm>
          <a:custGeom>
            <a:avLst/>
            <a:gdLst/>
            <a:ahLst/>
            <a:cxnLst/>
            <a:rect l="0" t="0" r="r" b="b"/>
            <a:pathLst>
              <a:path w="25159" h="25159">
                <a:moveTo>
                  <a:pt x="10094" y="24994"/>
                </a:moveTo>
                <a:lnTo>
                  <a:pt x="5558" y="23115"/>
                </a:lnTo>
                <a:lnTo>
                  <a:pt x="3684" y="21475"/>
                </a:lnTo>
                <a:lnTo>
                  <a:pt x="2044" y="19600"/>
                </a:lnTo>
                <a:lnTo>
                  <a:pt x="165" y="15065"/>
                </a:lnTo>
                <a:lnTo>
                  <a:pt x="0" y="12579"/>
                </a:lnTo>
                <a:lnTo>
                  <a:pt x="165" y="10094"/>
                </a:lnTo>
                <a:lnTo>
                  <a:pt x="2044" y="5558"/>
                </a:lnTo>
                <a:lnTo>
                  <a:pt x="3684" y="3684"/>
                </a:lnTo>
                <a:lnTo>
                  <a:pt x="5558" y="2044"/>
                </a:lnTo>
                <a:lnTo>
                  <a:pt x="10094" y="165"/>
                </a:lnTo>
                <a:lnTo>
                  <a:pt x="12579" y="0"/>
                </a:lnTo>
                <a:lnTo>
                  <a:pt x="15065" y="165"/>
                </a:lnTo>
                <a:lnTo>
                  <a:pt x="19600" y="2044"/>
                </a:lnTo>
                <a:lnTo>
                  <a:pt x="21475" y="3684"/>
                </a:lnTo>
                <a:lnTo>
                  <a:pt x="23115" y="5558"/>
                </a:lnTo>
                <a:lnTo>
                  <a:pt x="24994" y="10094"/>
                </a:lnTo>
                <a:lnTo>
                  <a:pt x="25159" y="12579"/>
                </a:lnTo>
                <a:lnTo>
                  <a:pt x="24994" y="15065"/>
                </a:lnTo>
                <a:lnTo>
                  <a:pt x="23115" y="19600"/>
                </a:lnTo>
                <a:lnTo>
                  <a:pt x="21475" y="21475"/>
                </a:lnTo>
                <a:lnTo>
                  <a:pt x="19600" y="23115"/>
                </a:lnTo>
                <a:lnTo>
                  <a:pt x="15065" y="24994"/>
                </a:lnTo>
                <a:lnTo>
                  <a:pt x="12579" y="25159"/>
                </a:lnTo>
                <a:lnTo>
                  <a:pt x="10094" y="24994"/>
                </a:lnTo>
                <a:close/>
              </a:path>
            </a:pathLst>
          </a:custGeom>
          <a:solidFill>
            <a:srgbClr val="79CE7D"/>
          </a:solidFill>
          <a:ln>
            <a:noFill/>
          </a:ln>
        </p:spPr>
      </p:sp>
      <p:sp>
        <p:nvSpPr>
          <p:cNvPr id="1298" name="Shape 1298"/>
          <p:cNvSpPr/>
          <p:nvPr/>
        </p:nvSpPr>
        <p:spPr>
          <a:xfrm>
            <a:off x="4878857" y="1964956"/>
            <a:ext cx="21979" cy="21979"/>
          </a:xfrm>
          <a:custGeom>
            <a:avLst/>
            <a:gdLst/>
            <a:ahLst/>
            <a:cxnLst/>
            <a:rect l="0" t="0" r="r" b="b"/>
            <a:pathLst>
              <a:path w="21979" h="21979">
                <a:moveTo>
                  <a:pt x="8818" y="21834"/>
                </a:moveTo>
                <a:lnTo>
                  <a:pt x="4856" y="20193"/>
                </a:lnTo>
                <a:lnTo>
                  <a:pt x="3218" y="18760"/>
                </a:lnTo>
                <a:lnTo>
                  <a:pt x="1786" y="17123"/>
                </a:lnTo>
                <a:lnTo>
                  <a:pt x="144" y="13160"/>
                </a:lnTo>
                <a:lnTo>
                  <a:pt x="0" y="10989"/>
                </a:lnTo>
                <a:lnTo>
                  <a:pt x="144" y="8818"/>
                </a:lnTo>
                <a:lnTo>
                  <a:pt x="1786" y="4856"/>
                </a:lnTo>
                <a:lnTo>
                  <a:pt x="3218" y="3218"/>
                </a:lnTo>
                <a:lnTo>
                  <a:pt x="4856" y="1786"/>
                </a:lnTo>
                <a:lnTo>
                  <a:pt x="8818" y="144"/>
                </a:lnTo>
                <a:lnTo>
                  <a:pt x="10989" y="0"/>
                </a:lnTo>
                <a:lnTo>
                  <a:pt x="13160" y="144"/>
                </a:lnTo>
                <a:lnTo>
                  <a:pt x="17123" y="1786"/>
                </a:lnTo>
                <a:lnTo>
                  <a:pt x="18760" y="3218"/>
                </a:lnTo>
                <a:lnTo>
                  <a:pt x="20193" y="4856"/>
                </a:lnTo>
                <a:lnTo>
                  <a:pt x="21834" y="8818"/>
                </a:lnTo>
                <a:lnTo>
                  <a:pt x="21979" y="10989"/>
                </a:lnTo>
                <a:lnTo>
                  <a:pt x="21834" y="13160"/>
                </a:lnTo>
                <a:lnTo>
                  <a:pt x="20193" y="17123"/>
                </a:lnTo>
                <a:lnTo>
                  <a:pt x="18760" y="18760"/>
                </a:lnTo>
                <a:lnTo>
                  <a:pt x="17123" y="20193"/>
                </a:lnTo>
                <a:lnTo>
                  <a:pt x="13160" y="21834"/>
                </a:lnTo>
                <a:lnTo>
                  <a:pt x="10989" y="21979"/>
                </a:lnTo>
                <a:lnTo>
                  <a:pt x="8818" y="21834"/>
                </a:lnTo>
                <a:close/>
              </a:path>
            </a:pathLst>
          </a:custGeom>
          <a:solidFill>
            <a:srgbClr val="8AD78A"/>
          </a:solidFill>
          <a:ln>
            <a:noFill/>
          </a:ln>
        </p:spPr>
      </p:sp>
      <p:sp>
        <p:nvSpPr>
          <p:cNvPr id="1299" name="Shape 1299"/>
          <p:cNvSpPr/>
          <p:nvPr/>
        </p:nvSpPr>
        <p:spPr>
          <a:xfrm>
            <a:off x="4875886" y="1969039"/>
            <a:ext cx="22220" cy="22220"/>
          </a:xfrm>
          <a:custGeom>
            <a:avLst/>
            <a:gdLst/>
            <a:ahLst/>
            <a:cxnLst/>
            <a:rect l="0" t="0" r="r" b="b"/>
            <a:pathLst>
              <a:path w="22220" h="22220">
                <a:moveTo>
                  <a:pt x="8915" y="22074"/>
                </a:moveTo>
                <a:lnTo>
                  <a:pt x="4909" y="20415"/>
                </a:lnTo>
                <a:lnTo>
                  <a:pt x="3254" y="18966"/>
                </a:lnTo>
                <a:lnTo>
                  <a:pt x="1805" y="17311"/>
                </a:lnTo>
                <a:lnTo>
                  <a:pt x="146" y="13305"/>
                </a:lnTo>
                <a:lnTo>
                  <a:pt x="0" y="11110"/>
                </a:lnTo>
                <a:lnTo>
                  <a:pt x="146" y="8915"/>
                </a:lnTo>
                <a:lnTo>
                  <a:pt x="1805" y="4909"/>
                </a:lnTo>
                <a:lnTo>
                  <a:pt x="3254" y="3254"/>
                </a:lnTo>
                <a:lnTo>
                  <a:pt x="4909" y="1805"/>
                </a:lnTo>
                <a:lnTo>
                  <a:pt x="8915" y="146"/>
                </a:lnTo>
                <a:lnTo>
                  <a:pt x="11110" y="0"/>
                </a:lnTo>
                <a:lnTo>
                  <a:pt x="13305" y="146"/>
                </a:lnTo>
                <a:lnTo>
                  <a:pt x="17311" y="1805"/>
                </a:lnTo>
                <a:lnTo>
                  <a:pt x="18966" y="3254"/>
                </a:lnTo>
                <a:lnTo>
                  <a:pt x="20415" y="4909"/>
                </a:lnTo>
                <a:lnTo>
                  <a:pt x="22074" y="8915"/>
                </a:lnTo>
                <a:lnTo>
                  <a:pt x="22220" y="11110"/>
                </a:lnTo>
                <a:lnTo>
                  <a:pt x="22074" y="13305"/>
                </a:lnTo>
                <a:lnTo>
                  <a:pt x="20415" y="17311"/>
                </a:lnTo>
                <a:lnTo>
                  <a:pt x="18966" y="18966"/>
                </a:lnTo>
                <a:lnTo>
                  <a:pt x="17311" y="20415"/>
                </a:lnTo>
                <a:lnTo>
                  <a:pt x="13305" y="22074"/>
                </a:lnTo>
                <a:lnTo>
                  <a:pt x="11110" y="22220"/>
                </a:lnTo>
                <a:lnTo>
                  <a:pt x="8915" y="22074"/>
                </a:lnTo>
                <a:close/>
              </a:path>
            </a:pathLst>
          </a:custGeom>
          <a:solidFill>
            <a:srgbClr val="89D789"/>
          </a:solidFill>
          <a:ln>
            <a:noFill/>
          </a:ln>
        </p:spPr>
      </p:sp>
      <p:sp>
        <p:nvSpPr>
          <p:cNvPr id="1300" name="Shape 1300"/>
          <p:cNvSpPr/>
          <p:nvPr/>
        </p:nvSpPr>
        <p:spPr>
          <a:xfrm>
            <a:off x="4873776" y="1971954"/>
            <a:ext cx="22378" cy="22378"/>
          </a:xfrm>
          <a:custGeom>
            <a:avLst/>
            <a:gdLst/>
            <a:ahLst/>
            <a:cxnLst/>
            <a:rect l="0" t="0" r="r" b="b"/>
            <a:pathLst>
              <a:path w="22378" h="22378">
                <a:moveTo>
                  <a:pt x="8978" y="22231"/>
                </a:moveTo>
                <a:lnTo>
                  <a:pt x="4944" y="20560"/>
                </a:lnTo>
                <a:lnTo>
                  <a:pt x="3277" y="19101"/>
                </a:lnTo>
                <a:lnTo>
                  <a:pt x="1818" y="17434"/>
                </a:lnTo>
                <a:lnTo>
                  <a:pt x="147" y="13399"/>
                </a:lnTo>
                <a:lnTo>
                  <a:pt x="0" y="11189"/>
                </a:lnTo>
                <a:lnTo>
                  <a:pt x="147" y="8978"/>
                </a:lnTo>
                <a:lnTo>
                  <a:pt x="1818" y="4944"/>
                </a:lnTo>
                <a:lnTo>
                  <a:pt x="3277" y="3277"/>
                </a:lnTo>
                <a:lnTo>
                  <a:pt x="4944" y="1818"/>
                </a:lnTo>
                <a:lnTo>
                  <a:pt x="8978" y="147"/>
                </a:lnTo>
                <a:lnTo>
                  <a:pt x="11189" y="0"/>
                </a:lnTo>
                <a:lnTo>
                  <a:pt x="13399" y="147"/>
                </a:lnTo>
                <a:lnTo>
                  <a:pt x="17434" y="1818"/>
                </a:lnTo>
                <a:lnTo>
                  <a:pt x="19101" y="3277"/>
                </a:lnTo>
                <a:lnTo>
                  <a:pt x="20560" y="4944"/>
                </a:lnTo>
                <a:lnTo>
                  <a:pt x="22231" y="8978"/>
                </a:lnTo>
                <a:lnTo>
                  <a:pt x="22378" y="11189"/>
                </a:lnTo>
                <a:lnTo>
                  <a:pt x="22231" y="13399"/>
                </a:lnTo>
                <a:lnTo>
                  <a:pt x="20560" y="17434"/>
                </a:lnTo>
                <a:lnTo>
                  <a:pt x="19101" y="19101"/>
                </a:lnTo>
                <a:lnTo>
                  <a:pt x="17434" y="20560"/>
                </a:lnTo>
                <a:lnTo>
                  <a:pt x="13399" y="22231"/>
                </a:lnTo>
                <a:lnTo>
                  <a:pt x="11189" y="22378"/>
                </a:lnTo>
                <a:lnTo>
                  <a:pt x="8978" y="22231"/>
                </a:lnTo>
                <a:close/>
              </a:path>
            </a:pathLst>
          </a:custGeom>
          <a:solidFill>
            <a:srgbClr val="88D689"/>
          </a:solidFill>
          <a:ln>
            <a:noFill/>
          </a:ln>
        </p:spPr>
      </p:sp>
      <p:sp>
        <p:nvSpPr>
          <p:cNvPr id="1301" name="Shape 1301"/>
          <p:cNvSpPr/>
          <p:nvPr/>
        </p:nvSpPr>
        <p:spPr>
          <a:xfrm>
            <a:off x="4871553" y="1975040"/>
            <a:ext cx="22534" cy="22534"/>
          </a:xfrm>
          <a:custGeom>
            <a:avLst/>
            <a:gdLst/>
            <a:ahLst/>
            <a:cxnLst/>
            <a:rect l="0" t="0" r="r" b="b"/>
            <a:pathLst>
              <a:path w="22534" h="22534">
                <a:moveTo>
                  <a:pt x="9041" y="22386"/>
                </a:moveTo>
                <a:lnTo>
                  <a:pt x="4979" y="20703"/>
                </a:lnTo>
                <a:lnTo>
                  <a:pt x="3300" y="19234"/>
                </a:lnTo>
                <a:lnTo>
                  <a:pt x="1831" y="17555"/>
                </a:lnTo>
                <a:lnTo>
                  <a:pt x="148" y="13493"/>
                </a:lnTo>
                <a:lnTo>
                  <a:pt x="0" y="11267"/>
                </a:lnTo>
                <a:lnTo>
                  <a:pt x="148" y="9041"/>
                </a:lnTo>
                <a:lnTo>
                  <a:pt x="1831" y="4979"/>
                </a:lnTo>
                <a:lnTo>
                  <a:pt x="3300" y="3300"/>
                </a:lnTo>
                <a:lnTo>
                  <a:pt x="4979" y="1831"/>
                </a:lnTo>
                <a:lnTo>
                  <a:pt x="9041" y="148"/>
                </a:lnTo>
                <a:lnTo>
                  <a:pt x="11267" y="0"/>
                </a:lnTo>
                <a:lnTo>
                  <a:pt x="13493" y="148"/>
                </a:lnTo>
                <a:lnTo>
                  <a:pt x="17555" y="1831"/>
                </a:lnTo>
                <a:lnTo>
                  <a:pt x="19234" y="3300"/>
                </a:lnTo>
                <a:lnTo>
                  <a:pt x="20703" y="4979"/>
                </a:lnTo>
                <a:lnTo>
                  <a:pt x="22386" y="9041"/>
                </a:lnTo>
                <a:lnTo>
                  <a:pt x="22534" y="11267"/>
                </a:lnTo>
                <a:lnTo>
                  <a:pt x="22386" y="13493"/>
                </a:lnTo>
                <a:lnTo>
                  <a:pt x="20703" y="17555"/>
                </a:lnTo>
                <a:lnTo>
                  <a:pt x="19234" y="19234"/>
                </a:lnTo>
                <a:lnTo>
                  <a:pt x="17555" y="20703"/>
                </a:lnTo>
                <a:lnTo>
                  <a:pt x="13493" y="22386"/>
                </a:lnTo>
                <a:lnTo>
                  <a:pt x="11267" y="22534"/>
                </a:lnTo>
                <a:lnTo>
                  <a:pt x="9041" y="22386"/>
                </a:lnTo>
                <a:close/>
              </a:path>
            </a:pathLst>
          </a:custGeom>
          <a:solidFill>
            <a:srgbClr val="87D688"/>
          </a:solidFill>
          <a:ln>
            <a:noFill/>
          </a:ln>
        </p:spPr>
      </p:sp>
      <p:sp>
        <p:nvSpPr>
          <p:cNvPr id="1302" name="Shape 1302"/>
          <p:cNvSpPr/>
          <p:nvPr/>
        </p:nvSpPr>
        <p:spPr>
          <a:xfrm>
            <a:off x="4867982" y="1980022"/>
            <a:ext cx="22763" cy="22763"/>
          </a:xfrm>
          <a:custGeom>
            <a:avLst/>
            <a:gdLst/>
            <a:ahLst/>
            <a:cxnLst/>
            <a:rect l="0" t="0" r="r" b="b"/>
            <a:pathLst>
              <a:path w="22763" h="22763">
                <a:moveTo>
                  <a:pt x="9133" y="22613"/>
                </a:moveTo>
                <a:lnTo>
                  <a:pt x="5029" y="20913"/>
                </a:lnTo>
                <a:lnTo>
                  <a:pt x="3333" y="19429"/>
                </a:lnTo>
                <a:lnTo>
                  <a:pt x="1849" y="17733"/>
                </a:lnTo>
                <a:lnTo>
                  <a:pt x="149" y="13630"/>
                </a:lnTo>
                <a:lnTo>
                  <a:pt x="0" y="11381"/>
                </a:lnTo>
                <a:lnTo>
                  <a:pt x="149" y="9133"/>
                </a:lnTo>
                <a:lnTo>
                  <a:pt x="1849" y="5029"/>
                </a:lnTo>
                <a:lnTo>
                  <a:pt x="3333" y="3333"/>
                </a:lnTo>
                <a:lnTo>
                  <a:pt x="5029" y="1849"/>
                </a:lnTo>
                <a:lnTo>
                  <a:pt x="9133" y="149"/>
                </a:lnTo>
                <a:lnTo>
                  <a:pt x="11381" y="0"/>
                </a:lnTo>
                <a:lnTo>
                  <a:pt x="13630" y="149"/>
                </a:lnTo>
                <a:lnTo>
                  <a:pt x="17733" y="1849"/>
                </a:lnTo>
                <a:lnTo>
                  <a:pt x="19429" y="3333"/>
                </a:lnTo>
                <a:lnTo>
                  <a:pt x="20913" y="5029"/>
                </a:lnTo>
                <a:lnTo>
                  <a:pt x="22613" y="9133"/>
                </a:lnTo>
                <a:lnTo>
                  <a:pt x="22763" y="11381"/>
                </a:lnTo>
                <a:lnTo>
                  <a:pt x="22613" y="13630"/>
                </a:lnTo>
                <a:lnTo>
                  <a:pt x="20913" y="17733"/>
                </a:lnTo>
                <a:lnTo>
                  <a:pt x="19429" y="19429"/>
                </a:lnTo>
                <a:lnTo>
                  <a:pt x="17733" y="20913"/>
                </a:lnTo>
                <a:lnTo>
                  <a:pt x="13630" y="22613"/>
                </a:lnTo>
                <a:lnTo>
                  <a:pt x="11381" y="22763"/>
                </a:lnTo>
                <a:lnTo>
                  <a:pt x="9133" y="22613"/>
                </a:lnTo>
                <a:close/>
              </a:path>
            </a:pathLst>
          </a:custGeom>
          <a:solidFill>
            <a:srgbClr val="86D587"/>
          </a:solidFill>
          <a:ln>
            <a:noFill/>
          </a:ln>
        </p:spPr>
      </p:sp>
      <p:sp>
        <p:nvSpPr>
          <p:cNvPr id="1303" name="Shape 1303"/>
          <p:cNvSpPr/>
          <p:nvPr/>
        </p:nvSpPr>
        <p:spPr>
          <a:xfrm>
            <a:off x="4864094" y="1985478"/>
            <a:ext cx="22988" cy="22988"/>
          </a:xfrm>
          <a:custGeom>
            <a:avLst/>
            <a:gdLst/>
            <a:ahLst/>
            <a:cxnLst/>
            <a:rect l="0" t="0" r="r" b="b"/>
            <a:pathLst>
              <a:path w="22988" h="22988">
                <a:moveTo>
                  <a:pt x="9223" y="22836"/>
                </a:moveTo>
                <a:lnTo>
                  <a:pt x="5079" y="21120"/>
                </a:lnTo>
                <a:lnTo>
                  <a:pt x="3366" y="19621"/>
                </a:lnTo>
                <a:lnTo>
                  <a:pt x="1868" y="17909"/>
                </a:lnTo>
                <a:lnTo>
                  <a:pt x="151" y="13764"/>
                </a:lnTo>
                <a:lnTo>
                  <a:pt x="0" y="11494"/>
                </a:lnTo>
                <a:lnTo>
                  <a:pt x="151" y="9223"/>
                </a:lnTo>
                <a:lnTo>
                  <a:pt x="1868" y="5079"/>
                </a:lnTo>
                <a:lnTo>
                  <a:pt x="3366" y="3366"/>
                </a:lnTo>
                <a:lnTo>
                  <a:pt x="5079" y="1868"/>
                </a:lnTo>
                <a:lnTo>
                  <a:pt x="9223" y="151"/>
                </a:lnTo>
                <a:lnTo>
                  <a:pt x="11494" y="0"/>
                </a:lnTo>
                <a:lnTo>
                  <a:pt x="13764" y="151"/>
                </a:lnTo>
                <a:lnTo>
                  <a:pt x="17909" y="1868"/>
                </a:lnTo>
                <a:lnTo>
                  <a:pt x="19621" y="3366"/>
                </a:lnTo>
                <a:lnTo>
                  <a:pt x="21120" y="5079"/>
                </a:lnTo>
                <a:lnTo>
                  <a:pt x="22836" y="9223"/>
                </a:lnTo>
                <a:lnTo>
                  <a:pt x="22988" y="11494"/>
                </a:lnTo>
                <a:lnTo>
                  <a:pt x="22836" y="13764"/>
                </a:lnTo>
                <a:lnTo>
                  <a:pt x="21120" y="17909"/>
                </a:lnTo>
                <a:lnTo>
                  <a:pt x="19621" y="19621"/>
                </a:lnTo>
                <a:lnTo>
                  <a:pt x="17909" y="21120"/>
                </a:lnTo>
                <a:lnTo>
                  <a:pt x="13764" y="22836"/>
                </a:lnTo>
                <a:lnTo>
                  <a:pt x="11494" y="22988"/>
                </a:lnTo>
                <a:lnTo>
                  <a:pt x="9223" y="22836"/>
                </a:lnTo>
                <a:close/>
              </a:path>
            </a:pathLst>
          </a:custGeom>
          <a:solidFill>
            <a:srgbClr val="85D486"/>
          </a:solidFill>
          <a:ln>
            <a:noFill/>
          </a:ln>
        </p:spPr>
      </p:sp>
      <p:sp>
        <p:nvSpPr>
          <p:cNvPr id="1304" name="Shape 1304"/>
          <p:cNvSpPr/>
          <p:nvPr/>
        </p:nvSpPr>
        <p:spPr>
          <a:xfrm>
            <a:off x="4861303" y="1989413"/>
            <a:ext cx="23133" cy="23133"/>
          </a:xfrm>
          <a:custGeom>
            <a:avLst/>
            <a:gdLst/>
            <a:ahLst/>
            <a:cxnLst/>
            <a:rect l="0" t="0" r="r" b="b"/>
            <a:pathLst>
              <a:path w="23133" h="23133">
                <a:moveTo>
                  <a:pt x="9281" y="22981"/>
                </a:moveTo>
                <a:lnTo>
                  <a:pt x="5111" y="21253"/>
                </a:lnTo>
                <a:lnTo>
                  <a:pt x="3387" y="19745"/>
                </a:lnTo>
                <a:lnTo>
                  <a:pt x="1879" y="18022"/>
                </a:lnTo>
                <a:lnTo>
                  <a:pt x="152" y="13851"/>
                </a:lnTo>
                <a:lnTo>
                  <a:pt x="0" y="11566"/>
                </a:lnTo>
                <a:lnTo>
                  <a:pt x="152" y="9281"/>
                </a:lnTo>
                <a:lnTo>
                  <a:pt x="1879" y="5111"/>
                </a:lnTo>
                <a:lnTo>
                  <a:pt x="3387" y="3387"/>
                </a:lnTo>
                <a:lnTo>
                  <a:pt x="5111" y="1879"/>
                </a:lnTo>
                <a:lnTo>
                  <a:pt x="9281" y="152"/>
                </a:lnTo>
                <a:lnTo>
                  <a:pt x="11566" y="0"/>
                </a:lnTo>
                <a:lnTo>
                  <a:pt x="13851" y="152"/>
                </a:lnTo>
                <a:lnTo>
                  <a:pt x="18022" y="1879"/>
                </a:lnTo>
                <a:lnTo>
                  <a:pt x="19745" y="3387"/>
                </a:lnTo>
                <a:lnTo>
                  <a:pt x="21253" y="5111"/>
                </a:lnTo>
                <a:lnTo>
                  <a:pt x="22981" y="9281"/>
                </a:lnTo>
                <a:lnTo>
                  <a:pt x="23133" y="11566"/>
                </a:lnTo>
                <a:lnTo>
                  <a:pt x="22981" y="13851"/>
                </a:lnTo>
                <a:lnTo>
                  <a:pt x="21253" y="18022"/>
                </a:lnTo>
                <a:lnTo>
                  <a:pt x="19745" y="19745"/>
                </a:lnTo>
                <a:lnTo>
                  <a:pt x="18022" y="21253"/>
                </a:lnTo>
                <a:lnTo>
                  <a:pt x="13851" y="22981"/>
                </a:lnTo>
                <a:lnTo>
                  <a:pt x="11566" y="23133"/>
                </a:lnTo>
                <a:lnTo>
                  <a:pt x="9281" y="22981"/>
                </a:lnTo>
                <a:close/>
              </a:path>
            </a:pathLst>
          </a:custGeom>
          <a:solidFill>
            <a:srgbClr val="84D486"/>
          </a:solidFill>
          <a:ln>
            <a:noFill/>
          </a:ln>
        </p:spPr>
      </p:sp>
      <p:sp>
        <p:nvSpPr>
          <p:cNvPr id="1305" name="Shape 1305"/>
          <p:cNvSpPr/>
          <p:nvPr/>
        </p:nvSpPr>
        <p:spPr>
          <a:xfrm>
            <a:off x="4856778" y="1995824"/>
            <a:ext cx="23345" cy="23345"/>
          </a:xfrm>
          <a:custGeom>
            <a:avLst/>
            <a:gdLst/>
            <a:ahLst/>
            <a:cxnLst/>
            <a:rect l="0" t="0" r="r" b="b"/>
            <a:pathLst>
              <a:path w="23345" h="23345">
                <a:moveTo>
                  <a:pt x="9366" y="23191"/>
                </a:moveTo>
                <a:lnTo>
                  <a:pt x="5158" y="21448"/>
                </a:lnTo>
                <a:lnTo>
                  <a:pt x="3418" y="19926"/>
                </a:lnTo>
                <a:lnTo>
                  <a:pt x="1896" y="18186"/>
                </a:lnTo>
                <a:lnTo>
                  <a:pt x="153" y="13978"/>
                </a:lnTo>
                <a:lnTo>
                  <a:pt x="0" y="11672"/>
                </a:lnTo>
                <a:lnTo>
                  <a:pt x="153" y="9366"/>
                </a:lnTo>
                <a:lnTo>
                  <a:pt x="1896" y="5158"/>
                </a:lnTo>
                <a:lnTo>
                  <a:pt x="3418" y="3418"/>
                </a:lnTo>
                <a:lnTo>
                  <a:pt x="5158" y="1896"/>
                </a:lnTo>
                <a:lnTo>
                  <a:pt x="9366" y="153"/>
                </a:lnTo>
                <a:lnTo>
                  <a:pt x="11672" y="0"/>
                </a:lnTo>
                <a:lnTo>
                  <a:pt x="13978" y="153"/>
                </a:lnTo>
                <a:lnTo>
                  <a:pt x="18186" y="1896"/>
                </a:lnTo>
                <a:lnTo>
                  <a:pt x="19926" y="3418"/>
                </a:lnTo>
                <a:lnTo>
                  <a:pt x="21448" y="5158"/>
                </a:lnTo>
                <a:lnTo>
                  <a:pt x="23191" y="9366"/>
                </a:lnTo>
                <a:lnTo>
                  <a:pt x="23345" y="11672"/>
                </a:lnTo>
                <a:lnTo>
                  <a:pt x="23191" y="13978"/>
                </a:lnTo>
                <a:lnTo>
                  <a:pt x="21448" y="18186"/>
                </a:lnTo>
                <a:lnTo>
                  <a:pt x="19926" y="19926"/>
                </a:lnTo>
                <a:lnTo>
                  <a:pt x="18186" y="21448"/>
                </a:lnTo>
                <a:lnTo>
                  <a:pt x="13978" y="23191"/>
                </a:lnTo>
                <a:lnTo>
                  <a:pt x="11672" y="23345"/>
                </a:lnTo>
                <a:lnTo>
                  <a:pt x="9366" y="23191"/>
                </a:lnTo>
                <a:close/>
              </a:path>
            </a:pathLst>
          </a:custGeom>
          <a:solidFill>
            <a:srgbClr val="83D385"/>
          </a:solidFill>
          <a:ln>
            <a:noFill/>
          </a:ln>
        </p:spPr>
      </p:sp>
      <p:sp>
        <p:nvSpPr>
          <p:cNvPr id="1306" name="Shape 1306"/>
          <p:cNvSpPr/>
          <p:nvPr/>
        </p:nvSpPr>
        <p:spPr>
          <a:xfrm>
            <a:off x="4851791" y="2002927"/>
            <a:ext cx="23548" cy="23548"/>
          </a:xfrm>
          <a:custGeom>
            <a:avLst/>
            <a:gdLst/>
            <a:ahLst/>
            <a:cxnLst/>
            <a:rect l="0" t="0" r="r" b="b"/>
            <a:pathLst>
              <a:path w="23548" h="23548">
                <a:moveTo>
                  <a:pt x="9448" y="23393"/>
                </a:moveTo>
                <a:lnTo>
                  <a:pt x="5202" y="21634"/>
                </a:lnTo>
                <a:lnTo>
                  <a:pt x="3448" y="20099"/>
                </a:lnTo>
                <a:lnTo>
                  <a:pt x="1913" y="18345"/>
                </a:lnTo>
                <a:lnTo>
                  <a:pt x="155" y="14100"/>
                </a:lnTo>
                <a:lnTo>
                  <a:pt x="0" y="11774"/>
                </a:lnTo>
                <a:lnTo>
                  <a:pt x="155" y="9448"/>
                </a:lnTo>
                <a:lnTo>
                  <a:pt x="1913" y="5202"/>
                </a:lnTo>
                <a:lnTo>
                  <a:pt x="3448" y="3448"/>
                </a:lnTo>
                <a:lnTo>
                  <a:pt x="5202" y="1913"/>
                </a:lnTo>
                <a:lnTo>
                  <a:pt x="9448" y="155"/>
                </a:lnTo>
                <a:lnTo>
                  <a:pt x="11774" y="0"/>
                </a:lnTo>
                <a:lnTo>
                  <a:pt x="14100" y="155"/>
                </a:lnTo>
                <a:lnTo>
                  <a:pt x="18345" y="1913"/>
                </a:lnTo>
                <a:lnTo>
                  <a:pt x="20099" y="3448"/>
                </a:lnTo>
                <a:lnTo>
                  <a:pt x="21634" y="5202"/>
                </a:lnTo>
                <a:lnTo>
                  <a:pt x="23393" y="9448"/>
                </a:lnTo>
                <a:lnTo>
                  <a:pt x="23548" y="11774"/>
                </a:lnTo>
                <a:lnTo>
                  <a:pt x="23393" y="14100"/>
                </a:lnTo>
                <a:lnTo>
                  <a:pt x="21634" y="18345"/>
                </a:lnTo>
                <a:lnTo>
                  <a:pt x="20099" y="20099"/>
                </a:lnTo>
                <a:lnTo>
                  <a:pt x="18345" y="21634"/>
                </a:lnTo>
                <a:lnTo>
                  <a:pt x="14100" y="23393"/>
                </a:lnTo>
                <a:lnTo>
                  <a:pt x="11774" y="23548"/>
                </a:lnTo>
                <a:lnTo>
                  <a:pt x="9448" y="23393"/>
                </a:lnTo>
                <a:close/>
              </a:path>
            </a:pathLst>
          </a:custGeom>
          <a:solidFill>
            <a:srgbClr val="82D384"/>
          </a:solidFill>
          <a:ln>
            <a:noFill/>
          </a:ln>
        </p:spPr>
      </p:sp>
      <p:sp>
        <p:nvSpPr>
          <p:cNvPr id="1307" name="Shape 1307"/>
          <p:cNvSpPr/>
          <p:nvPr/>
        </p:nvSpPr>
        <p:spPr>
          <a:xfrm>
            <a:off x="4848172" y="2008104"/>
            <a:ext cx="23677" cy="23677"/>
          </a:xfrm>
          <a:custGeom>
            <a:avLst/>
            <a:gdLst/>
            <a:ahLst/>
            <a:cxnLst/>
            <a:rect l="0" t="0" r="r" b="b"/>
            <a:pathLst>
              <a:path w="23677" h="23677">
                <a:moveTo>
                  <a:pt x="9499" y="23521"/>
                </a:moveTo>
                <a:lnTo>
                  <a:pt x="5231" y="21753"/>
                </a:lnTo>
                <a:lnTo>
                  <a:pt x="3467" y="20209"/>
                </a:lnTo>
                <a:lnTo>
                  <a:pt x="1924" y="18445"/>
                </a:lnTo>
                <a:lnTo>
                  <a:pt x="155" y="14177"/>
                </a:lnTo>
                <a:lnTo>
                  <a:pt x="0" y="11838"/>
                </a:lnTo>
                <a:lnTo>
                  <a:pt x="155" y="9499"/>
                </a:lnTo>
                <a:lnTo>
                  <a:pt x="1924" y="5231"/>
                </a:lnTo>
                <a:lnTo>
                  <a:pt x="3467" y="3467"/>
                </a:lnTo>
                <a:lnTo>
                  <a:pt x="5231" y="1924"/>
                </a:lnTo>
                <a:lnTo>
                  <a:pt x="9499" y="155"/>
                </a:lnTo>
                <a:lnTo>
                  <a:pt x="11838" y="0"/>
                </a:lnTo>
                <a:lnTo>
                  <a:pt x="14177" y="155"/>
                </a:lnTo>
                <a:lnTo>
                  <a:pt x="18445" y="1924"/>
                </a:lnTo>
                <a:lnTo>
                  <a:pt x="20209" y="3467"/>
                </a:lnTo>
                <a:lnTo>
                  <a:pt x="21753" y="5231"/>
                </a:lnTo>
                <a:lnTo>
                  <a:pt x="23521" y="9499"/>
                </a:lnTo>
                <a:lnTo>
                  <a:pt x="23677" y="11838"/>
                </a:lnTo>
                <a:lnTo>
                  <a:pt x="23521" y="14177"/>
                </a:lnTo>
                <a:lnTo>
                  <a:pt x="21753" y="18445"/>
                </a:lnTo>
                <a:lnTo>
                  <a:pt x="20209" y="20209"/>
                </a:lnTo>
                <a:lnTo>
                  <a:pt x="18445" y="21753"/>
                </a:lnTo>
                <a:lnTo>
                  <a:pt x="14177" y="23521"/>
                </a:lnTo>
                <a:lnTo>
                  <a:pt x="11838" y="23677"/>
                </a:lnTo>
                <a:lnTo>
                  <a:pt x="9499" y="23521"/>
                </a:lnTo>
                <a:close/>
              </a:path>
            </a:pathLst>
          </a:custGeom>
          <a:solidFill>
            <a:srgbClr val="81D283"/>
          </a:solidFill>
          <a:ln>
            <a:noFill/>
          </a:ln>
        </p:spPr>
      </p:sp>
      <p:sp>
        <p:nvSpPr>
          <p:cNvPr id="1308" name="Shape 1308"/>
          <p:cNvSpPr/>
          <p:nvPr/>
        </p:nvSpPr>
        <p:spPr>
          <a:xfrm>
            <a:off x="4847719" y="2016636"/>
            <a:ext cx="18373" cy="23859"/>
          </a:xfrm>
          <a:custGeom>
            <a:avLst/>
            <a:gdLst/>
            <a:ahLst/>
            <a:cxnLst/>
            <a:rect l="0" t="0" r="r" b="b"/>
            <a:pathLst>
              <a:path w="18373" h="23859">
                <a:moveTo>
                  <a:pt x="4087" y="23702"/>
                </a:moveTo>
                <a:lnTo>
                  <a:pt x="0" y="22009"/>
                </a:lnTo>
                <a:lnTo>
                  <a:pt x="0" y="1850"/>
                </a:lnTo>
                <a:lnTo>
                  <a:pt x="4087" y="157"/>
                </a:lnTo>
                <a:lnTo>
                  <a:pt x="6443" y="0"/>
                </a:lnTo>
                <a:lnTo>
                  <a:pt x="8800" y="157"/>
                </a:lnTo>
                <a:lnTo>
                  <a:pt x="13101" y="1938"/>
                </a:lnTo>
                <a:lnTo>
                  <a:pt x="14879" y="3494"/>
                </a:lnTo>
                <a:lnTo>
                  <a:pt x="16434" y="5271"/>
                </a:lnTo>
                <a:lnTo>
                  <a:pt x="18216" y="9572"/>
                </a:lnTo>
                <a:lnTo>
                  <a:pt x="18373" y="11929"/>
                </a:lnTo>
                <a:lnTo>
                  <a:pt x="18216" y="14286"/>
                </a:lnTo>
                <a:lnTo>
                  <a:pt x="16434" y="18587"/>
                </a:lnTo>
                <a:lnTo>
                  <a:pt x="14879" y="20365"/>
                </a:lnTo>
                <a:lnTo>
                  <a:pt x="13101" y="21920"/>
                </a:lnTo>
                <a:lnTo>
                  <a:pt x="8800" y="23702"/>
                </a:lnTo>
                <a:lnTo>
                  <a:pt x="6443" y="23859"/>
                </a:lnTo>
                <a:lnTo>
                  <a:pt x="4087" y="23702"/>
                </a:lnTo>
                <a:close/>
              </a:path>
            </a:pathLst>
          </a:custGeom>
          <a:solidFill>
            <a:srgbClr val="80D283"/>
          </a:solidFill>
          <a:ln>
            <a:noFill/>
          </a:ln>
        </p:spPr>
      </p:sp>
      <p:sp>
        <p:nvSpPr>
          <p:cNvPr id="1309" name="Shape 1309"/>
          <p:cNvSpPr/>
          <p:nvPr/>
        </p:nvSpPr>
        <p:spPr>
          <a:xfrm>
            <a:off x="1745903" y="1859758"/>
            <a:ext cx="8266076" cy="4826821"/>
          </a:xfrm>
          <a:custGeom>
            <a:avLst/>
            <a:gdLst/>
            <a:ahLst/>
            <a:cxnLst/>
            <a:rect l="0" t="0" r="r" b="b"/>
            <a:pathLst>
              <a:path w="8266076" h="4826821">
                <a:moveTo>
                  <a:pt x="8162180" y="51337"/>
                </a:moveTo>
                <a:lnTo>
                  <a:pt x="8266076" y="102674"/>
                </a:lnTo>
                <a:lnTo>
                  <a:pt x="8266076" y="0"/>
                </a:lnTo>
                <a:close/>
              </a:path>
            </a:pathLst>
          </a:custGeom>
          <a:solidFill>
            <a:srgbClr val="FFFFFF"/>
          </a:solidFill>
          <a:ln w="11883" cap="flat">
            <a:solidFill>
              <a:srgbClr val="1F2126"/>
            </a:solidFill>
            <a:miter lim="800000"/>
          </a:ln>
        </p:spPr>
      </p:sp>
      <p:sp>
        <p:nvSpPr>
          <p:cNvPr id="1310" name="Shape 1310"/>
          <p:cNvSpPr/>
          <p:nvPr/>
        </p:nvSpPr>
        <p:spPr>
          <a:xfrm>
            <a:off x="1744602" y="1558455"/>
            <a:ext cx="7888659" cy="5127238"/>
          </a:xfrm>
          <a:custGeom>
            <a:avLst/>
            <a:gdLst/>
            <a:ahLst/>
            <a:cxnLst/>
            <a:rect l="0" t="0" r="r" b="b"/>
            <a:pathLst>
              <a:path w="7888659" h="5127238">
                <a:moveTo>
                  <a:pt x="7773106" y="86440"/>
                </a:moveTo>
                <a:lnTo>
                  <a:pt x="7888659" y="95236"/>
                </a:lnTo>
                <a:lnTo>
                  <a:pt x="7850294" y="0"/>
                </a:lnTo>
                <a:close/>
              </a:path>
            </a:pathLst>
          </a:custGeom>
          <a:solidFill>
            <a:srgbClr val="FFFFFF"/>
          </a:solidFill>
          <a:ln w="11883" cap="flat">
            <a:solidFill>
              <a:srgbClr val="1F2126"/>
            </a:solidFill>
            <a:miter lim="800000"/>
          </a:ln>
        </p:spPr>
      </p:sp>
      <p:sp>
        <p:nvSpPr>
          <p:cNvPr id="1311" name="Shape 1311"/>
          <p:cNvSpPr/>
          <p:nvPr/>
        </p:nvSpPr>
        <p:spPr>
          <a:xfrm>
            <a:off x="1718605" y="4886334"/>
            <a:ext cx="282420" cy="1816217"/>
          </a:xfrm>
          <a:custGeom>
            <a:avLst/>
            <a:gdLst/>
            <a:ahLst/>
            <a:cxnLst/>
            <a:rect l="0" t="0" r="r" b="b"/>
            <a:pathLst>
              <a:path w="282420" h="1816217" fill="none">
                <a:moveTo>
                  <a:pt x="176397" y="16956"/>
                </a:moveTo>
                <a:lnTo>
                  <a:pt x="282420" y="16956"/>
                </a:lnTo>
                <a:lnTo>
                  <a:pt x="282420" y="0"/>
                </a:lnTo>
                <a:lnTo>
                  <a:pt x="176397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312" name="Shape 1312"/>
          <p:cNvSpPr/>
          <p:nvPr/>
        </p:nvSpPr>
        <p:spPr>
          <a:xfrm>
            <a:off x="1718605" y="4833011"/>
            <a:ext cx="806635" cy="1869540"/>
          </a:xfrm>
          <a:custGeom>
            <a:avLst/>
            <a:gdLst/>
            <a:ahLst/>
            <a:cxnLst/>
            <a:rect l="0" t="0" r="r" b="b"/>
            <a:pathLst>
              <a:path w="806635" h="1869540" fill="none">
                <a:moveTo>
                  <a:pt x="698277" y="70279"/>
                </a:moveTo>
                <a:lnTo>
                  <a:pt x="806635" y="70279"/>
                </a:lnTo>
                <a:lnTo>
                  <a:pt x="806635" y="0"/>
                </a:lnTo>
                <a:lnTo>
                  <a:pt x="698277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313" name="Shape 1313"/>
          <p:cNvSpPr/>
          <p:nvPr/>
        </p:nvSpPr>
        <p:spPr>
          <a:xfrm>
            <a:off x="1718605" y="4774841"/>
            <a:ext cx="1333491" cy="1927710"/>
          </a:xfrm>
          <a:custGeom>
            <a:avLst/>
            <a:gdLst/>
            <a:ahLst/>
            <a:cxnLst/>
            <a:rect l="0" t="0" r="r" b="b"/>
            <a:pathLst>
              <a:path w="1333491" h="1927710" fill="none">
                <a:moveTo>
                  <a:pt x="1211682" y="128449"/>
                </a:moveTo>
                <a:lnTo>
                  <a:pt x="1333491" y="128449"/>
                </a:lnTo>
                <a:lnTo>
                  <a:pt x="1333491" y="0"/>
                </a:lnTo>
                <a:lnTo>
                  <a:pt x="1211682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314" name="Shape 1314"/>
          <p:cNvSpPr/>
          <p:nvPr/>
        </p:nvSpPr>
        <p:spPr>
          <a:xfrm>
            <a:off x="1718605" y="4713460"/>
            <a:ext cx="1860553" cy="1989091"/>
          </a:xfrm>
          <a:custGeom>
            <a:avLst/>
            <a:gdLst/>
            <a:ahLst/>
            <a:cxnLst/>
            <a:rect l="0" t="0" r="r" b="b"/>
            <a:pathLst>
              <a:path w="1860553" h="1989091" fill="none">
                <a:moveTo>
                  <a:pt x="1720519" y="189831"/>
                </a:moveTo>
                <a:lnTo>
                  <a:pt x="1860553" y="189831"/>
                </a:lnTo>
                <a:lnTo>
                  <a:pt x="1860553" y="0"/>
                </a:lnTo>
                <a:lnTo>
                  <a:pt x="1720519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315" name="Shape 1315"/>
          <p:cNvSpPr/>
          <p:nvPr/>
        </p:nvSpPr>
        <p:spPr>
          <a:xfrm>
            <a:off x="1718605" y="4649866"/>
            <a:ext cx="2385040" cy="2052685"/>
          </a:xfrm>
          <a:custGeom>
            <a:avLst/>
            <a:gdLst/>
            <a:ahLst/>
            <a:cxnLst/>
            <a:rect l="0" t="0" r="r" b="b"/>
            <a:pathLst>
              <a:path w="2385040" h="2052685" fill="none">
                <a:moveTo>
                  <a:pt x="2226840" y="253425"/>
                </a:moveTo>
                <a:lnTo>
                  <a:pt x="2385040" y="253425"/>
                </a:lnTo>
                <a:lnTo>
                  <a:pt x="2385040" y="0"/>
                </a:lnTo>
                <a:lnTo>
                  <a:pt x="2226840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316" name="Shape 1316"/>
          <p:cNvSpPr/>
          <p:nvPr/>
        </p:nvSpPr>
        <p:spPr>
          <a:xfrm>
            <a:off x="1718605" y="4584402"/>
            <a:ext cx="2904662" cy="2118149"/>
          </a:xfrm>
          <a:custGeom>
            <a:avLst/>
            <a:gdLst/>
            <a:ahLst/>
            <a:cxnLst/>
            <a:rect l="0" t="0" r="r" b="b"/>
            <a:pathLst>
              <a:path w="2904662" h="2118149" fill="none">
                <a:moveTo>
                  <a:pt x="2731524" y="318888"/>
                </a:moveTo>
                <a:lnTo>
                  <a:pt x="2904662" y="318888"/>
                </a:lnTo>
                <a:lnTo>
                  <a:pt x="2904662" y="0"/>
                </a:lnTo>
                <a:lnTo>
                  <a:pt x="2731524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317" name="Shape 1317"/>
          <p:cNvSpPr/>
          <p:nvPr/>
        </p:nvSpPr>
        <p:spPr>
          <a:xfrm>
            <a:off x="1718605" y="4575732"/>
            <a:ext cx="3417608" cy="2126819"/>
          </a:xfrm>
          <a:custGeom>
            <a:avLst/>
            <a:gdLst/>
            <a:ahLst/>
            <a:cxnLst/>
            <a:rect l="0" t="0" r="r" b="b"/>
            <a:pathLst>
              <a:path w="3417608" h="2126819" fill="none">
                <a:moveTo>
                  <a:pt x="3235009" y="327559"/>
                </a:moveTo>
                <a:lnTo>
                  <a:pt x="3417608" y="327559"/>
                </a:lnTo>
                <a:lnTo>
                  <a:pt x="3417608" y="0"/>
                </a:lnTo>
                <a:lnTo>
                  <a:pt x="3235009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318" name="Shape 1318"/>
          <p:cNvSpPr/>
          <p:nvPr/>
        </p:nvSpPr>
        <p:spPr>
          <a:xfrm>
            <a:off x="1718605" y="4575732"/>
            <a:ext cx="3925904" cy="2126819"/>
          </a:xfrm>
          <a:custGeom>
            <a:avLst/>
            <a:gdLst/>
            <a:ahLst/>
            <a:cxnLst/>
            <a:rect l="0" t="0" r="r" b="b"/>
            <a:pathLst>
              <a:path w="3925904" h="2126819" fill="none">
                <a:moveTo>
                  <a:pt x="3737682" y="327559"/>
                </a:moveTo>
                <a:lnTo>
                  <a:pt x="3925904" y="327559"/>
                </a:lnTo>
                <a:lnTo>
                  <a:pt x="3925904" y="0"/>
                </a:lnTo>
                <a:lnTo>
                  <a:pt x="3737682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319" name="Shape 1319"/>
          <p:cNvSpPr/>
          <p:nvPr/>
        </p:nvSpPr>
        <p:spPr>
          <a:xfrm>
            <a:off x="1718605" y="4575732"/>
            <a:ext cx="4399889" cy="2126819"/>
          </a:xfrm>
          <a:custGeom>
            <a:avLst/>
            <a:gdLst/>
            <a:ahLst/>
            <a:cxnLst/>
            <a:rect l="0" t="0" r="r" b="b"/>
            <a:pathLst>
              <a:path w="4399889" h="2126819" fill="none">
                <a:moveTo>
                  <a:pt x="4232928" y="327559"/>
                </a:moveTo>
                <a:lnTo>
                  <a:pt x="4399889" y="327559"/>
                </a:lnTo>
                <a:lnTo>
                  <a:pt x="4399889" y="0"/>
                </a:lnTo>
                <a:lnTo>
                  <a:pt x="4232928" y="0"/>
                </a:lnTo>
                <a:close/>
              </a:path>
            </a:pathLst>
          </a:custGeom>
          <a:noFill/>
          <a:ln w="10185" cap="flat">
            <a:solidFill>
              <a:srgbClr val="2E5FBF"/>
            </a:solidFill>
            <a:custDash>
              <a:ds d="200000" sp="100000"/>
            </a:custDash>
            <a:miter lim="800000"/>
          </a:ln>
        </p:spPr>
      </p:sp>
      <p:sp>
        <p:nvSpPr>
          <p:cNvPr id="1320" name="Shape 1320"/>
          <p:cNvSpPr/>
          <p:nvPr/>
        </p:nvSpPr>
        <p:spPr>
          <a:xfrm>
            <a:off x="9621596" y="4599159"/>
            <a:ext cx="50929" cy="50929"/>
          </a:xfrm>
          <a:custGeom>
            <a:avLst/>
            <a:gdLst/>
            <a:ahLst/>
            <a:cxnLst/>
            <a:rect l="0" t="0" r="r" b="b"/>
            <a:pathLst>
              <a:path w="50929" h="50929">
                <a:moveTo>
                  <a:pt x="20434" y="50594"/>
                </a:moveTo>
                <a:lnTo>
                  <a:pt x="11252" y="46791"/>
                </a:lnTo>
                <a:lnTo>
                  <a:pt x="7458" y="43471"/>
                </a:lnTo>
                <a:lnTo>
                  <a:pt x="4138" y="39676"/>
                </a:lnTo>
                <a:lnTo>
                  <a:pt x="335" y="30495"/>
                </a:lnTo>
                <a:lnTo>
                  <a:pt x="0" y="25464"/>
                </a:lnTo>
                <a:lnTo>
                  <a:pt x="335" y="20434"/>
                </a:lnTo>
                <a:lnTo>
                  <a:pt x="4138" y="11252"/>
                </a:lnTo>
                <a:lnTo>
                  <a:pt x="7458" y="7458"/>
                </a:lnTo>
                <a:lnTo>
                  <a:pt x="11252" y="4138"/>
                </a:lnTo>
                <a:lnTo>
                  <a:pt x="20434" y="335"/>
                </a:lnTo>
                <a:lnTo>
                  <a:pt x="25464" y="0"/>
                </a:lnTo>
                <a:lnTo>
                  <a:pt x="30495" y="335"/>
                </a:lnTo>
                <a:lnTo>
                  <a:pt x="39676" y="4138"/>
                </a:lnTo>
                <a:lnTo>
                  <a:pt x="43471" y="7458"/>
                </a:lnTo>
                <a:lnTo>
                  <a:pt x="46791" y="11252"/>
                </a:lnTo>
                <a:lnTo>
                  <a:pt x="50594" y="20434"/>
                </a:lnTo>
                <a:lnTo>
                  <a:pt x="50929" y="25464"/>
                </a:lnTo>
                <a:lnTo>
                  <a:pt x="50594" y="30495"/>
                </a:lnTo>
                <a:lnTo>
                  <a:pt x="46791" y="39676"/>
                </a:lnTo>
                <a:lnTo>
                  <a:pt x="43471" y="43471"/>
                </a:lnTo>
                <a:lnTo>
                  <a:pt x="39676" y="46791"/>
                </a:lnTo>
                <a:lnTo>
                  <a:pt x="30495" y="50594"/>
                </a:lnTo>
                <a:lnTo>
                  <a:pt x="25464" y="50929"/>
                </a:lnTo>
                <a:lnTo>
                  <a:pt x="20434" y="50594"/>
                </a:lnTo>
                <a:close/>
              </a:path>
            </a:pathLst>
          </a:custGeom>
          <a:solidFill>
            <a:srgbClr val="A6D9BE"/>
          </a:solidFill>
          <a:ln>
            <a:noFill/>
          </a:ln>
        </p:spPr>
      </p:sp>
      <p:sp>
        <p:nvSpPr>
          <p:cNvPr id="1321" name="Shape 1321"/>
          <p:cNvSpPr/>
          <p:nvPr/>
        </p:nvSpPr>
        <p:spPr>
          <a:xfrm>
            <a:off x="8656365" y="4599159"/>
            <a:ext cx="50929" cy="50929"/>
          </a:xfrm>
          <a:custGeom>
            <a:avLst/>
            <a:gdLst/>
            <a:ahLst/>
            <a:cxnLst/>
            <a:rect l="0" t="0" r="r" b="b"/>
            <a:pathLst>
              <a:path w="50929" h="50929">
                <a:moveTo>
                  <a:pt x="20434" y="50594"/>
                </a:moveTo>
                <a:lnTo>
                  <a:pt x="11252" y="46791"/>
                </a:lnTo>
                <a:lnTo>
                  <a:pt x="7458" y="43471"/>
                </a:lnTo>
                <a:lnTo>
                  <a:pt x="4138" y="39676"/>
                </a:lnTo>
                <a:lnTo>
                  <a:pt x="335" y="30495"/>
                </a:lnTo>
                <a:lnTo>
                  <a:pt x="0" y="25464"/>
                </a:lnTo>
                <a:lnTo>
                  <a:pt x="335" y="20434"/>
                </a:lnTo>
                <a:lnTo>
                  <a:pt x="4138" y="11252"/>
                </a:lnTo>
                <a:lnTo>
                  <a:pt x="7458" y="7458"/>
                </a:lnTo>
                <a:lnTo>
                  <a:pt x="11252" y="4138"/>
                </a:lnTo>
                <a:lnTo>
                  <a:pt x="20434" y="335"/>
                </a:lnTo>
                <a:lnTo>
                  <a:pt x="25464" y="0"/>
                </a:lnTo>
                <a:lnTo>
                  <a:pt x="30495" y="335"/>
                </a:lnTo>
                <a:lnTo>
                  <a:pt x="39676" y="4138"/>
                </a:lnTo>
                <a:lnTo>
                  <a:pt x="43471" y="7458"/>
                </a:lnTo>
                <a:lnTo>
                  <a:pt x="46791" y="11252"/>
                </a:lnTo>
                <a:lnTo>
                  <a:pt x="50594" y="20434"/>
                </a:lnTo>
                <a:lnTo>
                  <a:pt x="50929" y="25464"/>
                </a:lnTo>
                <a:lnTo>
                  <a:pt x="50594" y="30495"/>
                </a:lnTo>
                <a:lnTo>
                  <a:pt x="46791" y="39676"/>
                </a:lnTo>
                <a:lnTo>
                  <a:pt x="43471" y="43471"/>
                </a:lnTo>
                <a:lnTo>
                  <a:pt x="39676" y="46791"/>
                </a:lnTo>
                <a:lnTo>
                  <a:pt x="30495" y="50594"/>
                </a:lnTo>
                <a:lnTo>
                  <a:pt x="25464" y="50929"/>
                </a:lnTo>
                <a:lnTo>
                  <a:pt x="20434" y="50594"/>
                </a:lnTo>
                <a:close/>
              </a:path>
            </a:pathLst>
          </a:custGeom>
          <a:solidFill>
            <a:srgbClr val="5BB58B"/>
          </a:solidFill>
          <a:ln>
            <a:noFill/>
          </a:ln>
        </p:spPr>
      </p:sp>
      <p:sp>
        <p:nvSpPr>
          <p:cNvPr id="1322" name="Shape 1322"/>
          <p:cNvSpPr/>
          <p:nvPr/>
        </p:nvSpPr>
        <p:spPr>
          <a:xfrm>
            <a:off x="7691135" y="4599159"/>
            <a:ext cx="50929" cy="50929"/>
          </a:xfrm>
          <a:custGeom>
            <a:avLst/>
            <a:gdLst/>
            <a:ahLst/>
            <a:cxnLst/>
            <a:rect l="0" t="0" r="r" b="b"/>
            <a:pathLst>
              <a:path w="50929" h="50929">
                <a:moveTo>
                  <a:pt x="20434" y="50594"/>
                </a:moveTo>
                <a:lnTo>
                  <a:pt x="11252" y="46791"/>
                </a:lnTo>
                <a:lnTo>
                  <a:pt x="7458" y="43471"/>
                </a:lnTo>
                <a:lnTo>
                  <a:pt x="4138" y="39676"/>
                </a:lnTo>
                <a:lnTo>
                  <a:pt x="335" y="30495"/>
                </a:lnTo>
                <a:lnTo>
                  <a:pt x="0" y="25464"/>
                </a:lnTo>
                <a:lnTo>
                  <a:pt x="335" y="20434"/>
                </a:lnTo>
                <a:lnTo>
                  <a:pt x="4138" y="11252"/>
                </a:lnTo>
                <a:lnTo>
                  <a:pt x="7458" y="7458"/>
                </a:lnTo>
                <a:lnTo>
                  <a:pt x="11252" y="4138"/>
                </a:lnTo>
                <a:lnTo>
                  <a:pt x="20434" y="335"/>
                </a:lnTo>
                <a:lnTo>
                  <a:pt x="25464" y="0"/>
                </a:lnTo>
                <a:lnTo>
                  <a:pt x="30495" y="335"/>
                </a:lnTo>
                <a:lnTo>
                  <a:pt x="39676" y="4138"/>
                </a:lnTo>
                <a:lnTo>
                  <a:pt x="43471" y="7458"/>
                </a:lnTo>
                <a:lnTo>
                  <a:pt x="46791" y="11252"/>
                </a:lnTo>
                <a:lnTo>
                  <a:pt x="50594" y="20434"/>
                </a:lnTo>
                <a:lnTo>
                  <a:pt x="50929" y="25464"/>
                </a:lnTo>
                <a:lnTo>
                  <a:pt x="50594" y="30495"/>
                </a:lnTo>
                <a:lnTo>
                  <a:pt x="46791" y="39676"/>
                </a:lnTo>
                <a:lnTo>
                  <a:pt x="43471" y="43471"/>
                </a:lnTo>
                <a:lnTo>
                  <a:pt x="39676" y="46791"/>
                </a:lnTo>
                <a:lnTo>
                  <a:pt x="30495" y="50594"/>
                </a:lnTo>
                <a:lnTo>
                  <a:pt x="25464" y="50929"/>
                </a:lnTo>
                <a:lnTo>
                  <a:pt x="20434" y="50594"/>
                </a:lnTo>
                <a:close/>
              </a:path>
            </a:pathLst>
          </a:custGeom>
          <a:solidFill>
            <a:srgbClr val="22855A"/>
          </a:solidFill>
          <a:ln>
            <a:noFill/>
          </a:ln>
        </p:spPr>
      </p:sp>
      <p:sp>
        <p:nvSpPr>
          <p:cNvPr id="1323" name="Shape 1323"/>
          <p:cNvSpPr/>
          <p:nvPr/>
        </p:nvSpPr>
        <p:spPr>
          <a:xfrm>
            <a:off x="6524729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1324" name="Shape 1324"/>
          <p:cNvSpPr/>
          <p:nvPr/>
        </p:nvSpPr>
        <p:spPr>
          <a:xfrm>
            <a:off x="6723354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1325" name="Shape 1325"/>
          <p:cNvSpPr/>
          <p:nvPr/>
        </p:nvSpPr>
        <p:spPr>
          <a:xfrm>
            <a:off x="6921980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1326" name="Shape 1326"/>
          <p:cNvSpPr/>
          <p:nvPr/>
        </p:nvSpPr>
        <p:spPr>
          <a:xfrm>
            <a:off x="7120605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1327" name="Shape 1327"/>
          <p:cNvSpPr/>
          <p:nvPr/>
        </p:nvSpPr>
        <p:spPr>
          <a:xfrm>
            <a:off x="7319230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1328" name="Shape 1328"/>
          <p:cNvSpPr/>
          <p:nvPr/>
        </p:nvSpPr>
        <p:spPr>
          <a:xfrm>
            <a:off x="7517856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FFFFFF"/>
          </a:solidFill>
          <a:ln w="10185" cap="flat">
            <a:solidFill>
              <a:srgbClr val="1F2126"/>
            </a:solidFill>
            <a:miter lim="800000"/>
          </a:ln>
        </p:spPr>
      </p:sp>
      <p:sp>
        <p:nvSpPr>
          <p:cNvPr id="1329" name="Shape 1329"/>
          <p:cNvSpPr/>
          <p:nvPr/>
        </p:nvSpPr>
        <p:spPr>
          <a:xfrm>
            <a:off x="7716481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E4ECFA"/>
          </a:solidFill>
          <a:ln w="10185" cap="flat">
            <a:solidFill>
              <a:srgbClr val="2E5FBF"/>
            </a:solidFill>
            <a:miter lim="800000"/>
          </a:ln>
        </p:spPr>
      </p:sp>
      <p:sp>
        <p:nvSpPr>
          <p:cNvPr id="1330" name="Shape 1330"/>
          <p:cNvSpPr/>
          <p:nvPr/>
        </p:nvSpPr>
        <p:spPr>
          <a:xfrm>
            <a:off x="7915107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E4ECFA"/>
          </a:solidFill>
          <a:ln w="10185" cap="flat">
            <a:solidFill>
              <a:srgbClr val="2E5FBF"/>
            </a:solidFill>
            <a:miter lim="800000"/>
          </a:ln>
        </p:spPr>
      </p:sp>
      <p:sp>
        <p:nvSpPr>
          <p:cNvPr id="1331" name="Shape 1331"/>
          <p:cNvSpPr/>
          <p:nvPr/>
        </p:nvSpPr>
        <p:spPr>
          <a:xfrm>
            <a:off x="8113732" y="5177108"/>
            <a:ext cx="117341" cy="117341"/>
          </a:xfrm>
          <a:custGeom>
            <a:avLst/>
            <a:gdLst/>
            <a:ahLst/>
            <a:cxnLst/>
            <a:rect l="0" t="0" r="r" b="b"/>
            <a:pathLst>
              <a:path w="117341" h="117341">
                <a:moveTo>
                  <a:pt x="52855" y="117148"/>
                </a:moveTo>
                <a:lnTo>
                  <a:pt x="41578" y="114894"/>
                </a:lnTo>
                <a:lnTo>
                  <a:pt x="31001" y="110513"/>
                </a:lnTo>
                <a:lnTo>
                  <a:pt x="21432" y="104132"/>
                </a:lnTo>
                <a:lnTo>
                  <a:pt x="17184" y="100157"/>
                </a:lnTo>
                <a:lnTo>
                  <a:pt x="13209" y="95909"/>
                </a:lnTo>
                <a:lnTo>
                  <a:pt x="6828" y="86340"/>
                </a:lnTo>
                <a:lnTo>
                  <a:pt x="2447" y="75763"/>
                </a:lnTo>
                <a:lnTo>
                  <a:pt x="193" y="64485"/>
                </a:lnTo>
                <a:lnTo>
                  <a:pt x="0" y="58670"/>
                </a:lnTo>
                <a:lnTo>
                  <a:pt x="193" y="52855"/>
                </a:lnTo>
                <a:lnTo>
                  <a:pt x="2447" y="41578"/>
                </a:lnTo>
                <a:lnTo>
                  <a:pt x="6828" y="31001"/>
                </a:lnTo>
                <a:lnTo>
                  <a:pt x="13209" y="21432"/>
                </a:lnTo>
                <a:lnTo>
                  <a:pt x="17184" y="17184"/>
                </a:lnTo>
                <a:lnTo>
                  <a:pt x="21432" y="13209"/>
                </a:lnTo>
                <a:lnTo>
                  <a:pt x="31001" y="6828"/>
                </a:lnTo>
                <a:lnTo>
                  <a:pt x="41578" y="2447"/>
                </a:lnTo>
                <a:lnTo>
                  <a:pt x="52855" y="193"/>
                </a:lnTo>
                <a:lnTo>
                  <a:pt x="58670" y="0"/>
                </a:lnTo>
                <a:lnTo>
                  <a:pt x="64485" y="193"/>
                </a:lnTo>
                <a:lnTo>
                  <a:pt x="75763" y="2447"/>
                </a:lnTo>
                <a:lnTo>
                  <a:pt x="86340" y="6828"/>
                </a:lnTo>
                <a:lnTo>
                  <a:pt x="95909" y="13209"/>
                </a:lnTo>
                <a:lnTo>
                  <a:pt x="100157" y="17184"/>
                </a:lnTo>
                <a:lnTo>
                  <a:pt x="104132" y="21432"/>
                </a:lnTo>
                <a:lnTo>
                  <a:pt x="110513" y="31001"/>
                </a:lnTo>
                <a:lnTo>
                  <a:pt x="114894" y="41578"/>
                </a:lnTo>
                <a:lnTo>
                  <a:pt x="117148" y="52855"/>
                </a:lnTo>
                <a:lnTo>
                  <a:pt x="117341" y="58670"/>
                </a:lnTo>
                <a:lnTo>
                  <a:pt x="117148" y="64485"/>
                </a:lnTo>
                <a:lnTo>
                  <a:pt x="114894" y="75763"/>
                </a:lnTo>
                <a:lnTo>
                  <a:pt x="110513" y="86340"/>
                </a:lnTo>
                <a:lnTo>
                  <a:pt x="104132" y="95909"/>
                </a:lnTo>
                <a:lnTo>
                  <a:pt x="100157" y="100157"/>
                </a:lnTo>
                <a:lnTo>
                  <a:pt x="95909" y="104132"/>
                </a:lnTo>
                <a:lnTo>
                  <a:pt x="86340" y="110513"/>
                </a:lnTo>
                <a:lnTo>
                  <a:pt x="75763" y="114894"/>
                </a:lnTo>
                <a:lnTo>
                  <a:pt x="64485" y="117148"/>
                </a:lnTo>
                <a:lnTo>
                  <a:pt x="58670" y="117341"/>
                </a:lnTo>
                <a:lnTo>
                  <a:pt x="52855" y="117148"/>
                </a:lnTo>
                <a:close/>
              </a:path>
            </a:pathLst>
          </a:custGeom>
          <a:solidFill>
            <a:srgbClr val="E4ECFA"/>
          </a:solidFill>
          <a:ln w="10185" cap="flat">
            <a:solidFill>
              <a:srgbClr val="2E5FBF"/>
            </a:solidFill>
            <a:miter lim="800000"/>
          </a:ln>
        </p:spPr>
      </p:sp>
      <p:sp>
        <p:nvSpPr>
          <p:cNvPr id="1332" name="Shape 1332"/>
          <p:cNvSpPr/>
          <p:nvPr/>
        </p:nvSpPr>
        <p:spPr>
          <a:xfrm>
            <a:off x="1859171" y="853797"/>
            <a:ext cx="207792" cy="207792"/>
          </a:xfrm>
          <a:custGeom>
            <a:avLst/>
            <a:gdLst/>
            <a:ahLst/>
            <a:cxnLst/>
            <a:rect l="0" t="0" r="r" b="b"/>
            <a:pathLst>
              <a:path w="207792" h="207792">
                <a:moveTo>
                  <a:pt x="93598" y="207450"/>
                </a:moveTo>
                <a:lnTo>
                  <a:pt x="73628" y="203458"/>
                </a:lnTo>
                <a:lnTo>
                  <a:pt x="54898" y="195700"/>
                </a:lnTo>
                <a:lnTo>
                  <a:pt x="37953" y="184401"/>
                </a:lnTo>
                <a:lnTo>
                  <a:pt x="30430" y="177362"/>
                </a:lnTo>
                <a:lnTo>
                  <a:pt x="23391" y="169838"/>
                </a:lnTo>
                <a:lnTo>
                  <a:pt x="12092" y="152894"/>
                </a:lnTo>
                <a:lnTo>
                  <a:pt x="4334" y="134164"/>
                </a:lnTo>
                <a:lnTo>
                  <a:pt x="342" y="114193"/>
                </a:lnTo>
                <a:lnTo>
                  <a:pt x="0" y="103896"/>
                </a:lnTo>
                <a:lnTo>
                  <a:pt x="342" y="93598"/>
                </a:lnTo>
                <a:lnTo>
                  <a:pt x="4334" y="73628"/>
                </a:lnTo>
                <a:lnTo>
                  <a:pt x="12092" y="54898"/>
                </a:lnTo>
                <a:lnTo>
                  <a:pt x="23391" y="37953"/>
                </a:lnTo>
                <a:lnTo>
                  <a:pt x="30430" y="30430"/>
                </a:lnTo>
                <a:lnTo>
                  <a:pt x="37953" y="23391"/>
                </a:lnTo>
                <a:lnTo>
                  <a:pt x="54898" y="12092"/>
                </a:lnTo>
                <a:lnTo>
                  <a:pt x="73628" y="4334"/>
                </a:lnTo>
                <a:lnTo>
                  <a:pt x="93598" y="342"/>
                </a:lnTo>
                <a:lnTo>
                  <a:pt x="103896" y="0"/>
                </a:lnTo>
                <a:lnTo>
                  <a:pt x="114193" y="342"/>
                </a:lnTo>
                <a:lnTo>
                  <a:pt x="134164" y="4334"/>
                </a:lnTo>
                <a:lnTo>
                  <a:pt x="152894" y="12092"/>
                </a:lnTo>
                <a:lnTo>
                  <a:pt x="169838" y="23391"/>
                </a:lnTo>
                <a:lnTo>
                  <a:pt x="177362" y="30430"/>
                </a:lnTo>
                <a:lnTo>
                  <a:pt x="184401" y="37953"/>
                </a:lnTo>
                <a:lnTo>
                  <a:pt x="195700" y="54898"/>
                </a:lnTo>
                <a:lnTo>
                  <a:pt x="203458" y="73628"/>
                </a:lnTo>
                <a:lnTo>
                  <a:pt x="207450" y="93598"/>
                </a:lnTo>
                <a:lnTo>
                  <a:pt x="207792" y="103896"/>
                </a:lnTo>
                <a:lnTo>
                  <a:pt x="207450" y="114193"/>
                </a:lnTo>
                <a:lnTo>
                  <a:pt x="203458" y="134164"/>
                </a:lnTo>
                <a:lnTo>
                  <a:pt x="195700" y="152894"/>
                </a:lnTo>
                <a:lnTo>
                  <a:pt x="184401" y="169838"/>
                </a:lnTo>
                <a:lnTo>
                  <a:pt x="177362" y="177362"/>
                </a:lnTo>
                <a:lnTo>
                  <a:pt x="169838" y="184401"/>
                </a:lnTo>
                <a:lnTo>
                  <a:pt x="152894" y="195700"/>
                </a:lnTo>
                <a:lnTo>
                  <a:pt x="134164" y="203458"/>
                </a:lnTo>
                <a:lnTo>
                  <a:pt x="114193" y="207450"/>
                </a:lnTo>
                <a:lnTo>
                  <a:pt x="103896" y="207792"/>
                </a:lnTo>
                <a:lnTo>
                  <a:pt x="93598" y="20745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333" name="Text 1333"/>
          <p:cNvSpPr txBox="1"/>
          <p:nvPr/>
        </p:nvSpPr>
        <p:spPr>
          <a:xfrm>
            <a:off x="1870594" y="898378"/>
            <a:ext cx="184946" cy="148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3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a</a:t>
            </a:r>
          </a:p>
        </p:txBody>
      </p:sp>
      <p:sp>
        <p:nvSpPr>
          <p:cNvPr id="1334" name="Text 1334"/>
          <p:cNvSpPr txBox="1"/>
          <p:nvPr/>
        </p:nvSpPr>
        <p:spPr>
          <a:xfrm>
            <a:off x="2134190" y="887513"/>
            <a:ext cx="640190" cy="1655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4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Assets</a:t>
            </a:r>
          </a:p>
        </p:txBody>
      </p:sp>
      <p:sp>
        <p:nvSpPr>
          <p:cNvPr id="1335" name="Text 1335"/>
          <p:cNvSpPr txBox="1"/>
          <p:nvPr/>
        </p:nvSpPr>
        <p:spPr>
          <a:xfrm>
            <a:off x="3858492" y="912706"/>
            <a:ext cx="646979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BlenderKit</a:t>
            </a:r>
          </a:p>
        </p:txBody>
      </p:sp>
      <p:sp>
        <p:nvSpPr>
          <p:cNvPr id="1336" name="Text 1336"/>
          <p:cNvSpPr txBox="1"/>
          <p:nvPr/>
        </p:nvSpPr>
        <p:spPr>
          <a:xfrm>
            <a:off x="1889728" y="2269640"/>
            <a:ext cx="1696438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9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91 indoor &amp; outdoor scenes</a:t>
            </a:r>
          </a:p>
        </p:txBody>
      </p:sp>
      <p:sp>
        <p:nvSpPr>
          <p:cNvPr id="1337" name="Text 1337"/>
          <p:cNvSpPr txBox="1"/>
          <p:nvPr/>
        </p:nvSpPr>
        <p:spPr>
          <a:xfrm>
            <a:off x="1889728" y="3550197"/>
            <a:ext cx="3464385" cy="1124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08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102 human subjects · front calibrated on a 12-view turntable</a:t>
            </a:r>
          </a:p>
        </p:txBody>
      </p:sp>
      <p:sp>
        <p:nvSpPr>
          <p:cNvPr id="1338" name="Shape 1338"/>
          <p:cNvSpPr/>
          <p:nvPr/>
        </p:nvSpPr>
        <p:spPr>
          <a:xfrm>
            <a:off x="4817161" y="853797"/>
            <a:ext cx="207792" cy="207792"/>
          </a:xfrm>
          <a:custGeom>
            <a:avLst/>
            <a:gdLst/>
            <a:ahLst/>
            <a:cxnLst/>
            <a:rect l="0" t="0" r="r" b="b"/>
            <a:pathLst>
              <a:path w="207792" h="207792">
                <a:moveTo>
                  <a:pt x="93598" y="207450"/>
                </a:moveTo>
                <a:lnTo>
                  <a:pt x="73628" y="203458"/>
                </a:lnTo>
                <a:lnTo>
                  <a:pt x="54898" y="195700"/>
                </a:lnTo>
                <a:lnTo>
                  <a:pt x="37953" y="184401"/>
                </a:lnTo>
                <a:lnTo>
                  <a:pt x="30430" y="177362"/>
                </a:lnTo>
                <a:lnTo>
                  <a:pt x="23391" y="169838"/>
                </a:lnTo>
                <a:lnTo>
                  <a:pt x="12092" y="152894"/>
                </a:lnTo>
                <a:lnTo>
                  <a:pt x="4334" y="134164"/>
                </a:lnTo>
                <a:lnTo>
                  <a:pt x="342" y="114193"/>
                </a:lnTo>
                <a:lnTo>
                  <a:pt x="0" y="103896"/>
                </a:lnTo>
                <a:lnTo>
                  <a:pt x="342" y="93598"/>
                </a:lnTo>
                <a:lnTo>
                  <a:pt x="4334" y="73628"/>
                </a:lnTo>
                <a:lnTo>
                  <a:pt x="12092" y="54898"/>
                </a:lnTo>
                <a:lnTo>
                  <a:pt x="23391" y="37953"/>
                </a:lnTo>
                <a:lnTo>
                  <a:pt x="30430" y="30430"/>
                </a:lnTo>
                <a:lnTo>
                  <a:pt x="37953" y="23391"/>
                </a:lnTo>
                <a:lnTo>
                  <a:pt x="54898" y="12092"/>
                </a:lnTo>
                <a:lnTo>
                  <a:pt x="73628" y="4334"/>
                </a:lnTo>
                <a:lnTo>
                  <a:pt x="93598" y="342"/>
                </a:lnTo>
                <a:lnTo>
                  <a:pt x="103896" y="0"/>
                </a:lnTo>
                <a:lnTo>
                  <a:pt x="114193" y="342"/>
                </a:lnTo>
                <a:lnTo>
                  <a:pt x="134164" y="4334"/>
                </a:lnTo>
                <a:lnTo>
                  <a:pt x="152894" y="12092"/>
                </a:lnTo>
                <a:lnTo>
                  <a:pt x="169838" y="23391"/>
                </a:lnTo>
                <a:lnTo>
                  <a:pt x="177362" y="30430"/>
                </a:lnTo>
                <a:lnTo>
                  <a:pt x="184401" y="37953"/>
                </a:lnTo>
                <a:lnTo>
                  <a:pt x="195700" y="54898"/>
                </a:lnTo>
                <a:lnTo>
                  <a:pt x="203458" y="73628"/>
                </a:lnTo>
                <a:lnTo>
                  <a:pt x="207450" y="93598"/>
                </a:lnTo>
                <a:lnTo>
                  <a:pt x="207792" y="103896"/>
                </a:lnTo>
                <a:lnTo>
                  <a:pt x="207450" y="114193"/>
                </a:lnTo>
                <a:lnTo>
                  <a:pt x="203458" y="134164"/>
                </a:lnTo>
                <a:lnTo>
                  <a:pt x="195700" y="152894"/>
                </a:lnTo>
                <a:lnTo>
                  <a:pt x="184401" y="169838"/>
                </a:lnTo>
                <a:lnTo>
                  <a:pt x="177362" y="177362"/>
                </a:lnTo>
                <a:lnTo>
                  <a:pt x="169838" y="184401"/>
                </a:lnTo>
                <a:lnTo>
                  <a:pt x="152894" y="195700"/>
                </a:lnTo>
                <a:lnTo>
                  <a:pt x="134164" y="203458"/>
                </a:lnTo>
                <a:lnTo>
                  <a:pt x="114193" y="207450"/>
                </a:lnTo>
                <a:lnTo>
                  <a:pt x="103896" y="207792"/>
                </a:lnTo>
                <a:lnTo>
                  <a:pt x="93598" y="20745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339" name="Text 1339"/>
          <p:cNvSpPr txBox="1"/>
          <p:nvPr/>
        </p:nvSpPr>
        <p:spPr>
          <a:xfrm>
            <a:off x="4825834" y="898378"/>
            <a:ext cx="190447" cy="148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3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b</a:t>
            </a:r>
          </a:p>
        </p:txBody>
      </p:sp>
      <p:sp>
        <p:nvSpPr>
          <p:cNvPr id="1340" name="Text 1340"/>
          <p:cNvSpPr txBox="1"/>
          <p:nvPr/>
        </p:nvSpPr>
        <p:spPr>
          <a:xfrm>
            <a:off x="5092181" y="887513"/>
            <a:ext cx="1971028" cy="1655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4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VLM-guided placement</a:t>
            </a:r>
          </a:p>
        </p:txBody>
      </p:sp>
      <p:sp>
        <p:nvSpPr>
          <p:cNvPr id="1341" name="Shape 1341"/>
          <p:cNvSpPr/>
          <p:nvPr/>
        </p:nvSpPr>
        <p:spPr>
          <a:xfrm>
            <a:off x="5597332" y="2217926"/>
            <a:ext cx="85561" cy="85561"/>
          </a:xfrm>
          <a:custGeom>
            <a:avLst/>
            <a:gdLst/>
            <a:ahLst/>
            <a:cxnLst/>
            <a:rect l="0" t="0" r="r" b="b"/>
            <a:pathLst>
              <a:path w="85561" h="85561" fill="none">
                <a:moveTo>
                  <a:pt x="42780" y="85561"/>
                </a:moveTo>
                <a:lnTo>
                  <a:pt x="47020" y="85420"/>
                </a:lnTo>
                <a:lnTo>
                  <a:pt x="55244" y="83777"/>
                </a:lnTo>
                <a:lnTo>
                  <a:pt x="62956" y="80582"/>
                </a:lnTo>
                <a:lnTo>
                  <a:pt x="69933" y="75930"/>
                </a:lnTo>
                <a:lnTo>
                  <a:pt x="73031" y="73031"/>
                </a:lnTo>
                <a:lnTo>
                  <a:pt x="75930" y="69933"/>
                </a:lnTo>
                <a:lnTo>
                  <a:pt x="80582" y="62956"/>
                </a:lnTo>
                <a:lnTo>
                  <a:pt x="83777" y="55244"/>
                </a:lnTo>
                <a:lnTo>
                  <a:pt x="85420" y="47020"/>
                </a:lnTo>
                <a:lnTo>
                  <a:pt x="85561" y="42780"/>
                </a:lnTo>
                <a:lnTo>
                  <a:pt x="85420" y="38540"/>
                </a:lnTo>
                <a:lnTo>
                  <a:pt x="83777" y="30317"/>
                </a:lnTo>
                <a:lnTo>
                  <a:pt x="80582" y="22605"/>
                </a:lnTo>
                <a:lnTo>
                  <a:pt x="75930" y="15628"/>
                </a:lnTo>
                <a:lnTo>
                  <a:pt x="73031" y="12530"/>
                </a:lnTo>
                <a:lnTo>
                  <a:pt x="69933" y="9631"/>
                </a:lnTo>
                <a:lnTo>
                  <a:pt x="62956" y="4979"/>
                </a:lnTo>
                <a:lnTo>
                  <a:pt x="55244" y="1784"/>
                </a:lnTo>
                <a:lnTo>
                  <a:pt x="47020" y="140"/>
                </a:lnTo>
                <a:lnTo>
                  <a:pt x="42780" y="0"/>
                </a:lnTo>
                <a:lnTo>
                  <a:pt x="38540" y="140"/>
                </a:lnTo>
                <a:lnTo>
                  <a:pt x="30317" y="1784"/>
                </a:lnTo>
                <a:lnTo>
                  <a:pt x="22605" y="4979"/>
                </a:lnTo>
                <a:lnTo>
                  <a:pt x="15628" y="9631"/>
                </a:lnTo>
                <a:lnTo>
                  <a:pt x="12530" y="12530"/>
                </a:lnTo>
                <a:lnTo>
                  <a:pt x="9631" y="15628"/>
                </a:lnTo>
                <a:lnTo>
                  <a:pt x="4979" y="22605"/>
                </a:lnTo>
                <a:lnTo>
                  <a:pt x="1784" y="30317"/>
                </a:lnTo>
                <a:lnTo>
                  <a:pt x="140" y="38540"/>
                </a:lnTo>
                <a:lnTo>
                  <a:pt x="0" y="42780"/>
                </a:lnTo>
                <a:lnTo>
                  <a:pt x="140" y="47020"/>
                </a:lnTo>
                <a:lnTo>
                  <a:pt x="1784" y="55244"/>
                </a:lnTo>
                <a:lnTo>
                  <a:pt x="4979" y="62956"/>
                </a:lnTo>
                <a:lnTo>
                  <a:pt x="9631" y="69933"/>
                </a:lnTo>
                <a:lnTo>
                  <a:pt x="12530" y="73031"/>
                </a:lnTo>
                <a:lnTo>
                  <a:pt x="15628" y="75930"/>
                </a:lnTo>
                <a:lnTo>
                  <a:pt x="22605" y="80582"/>
                </a:lnTo>
                <a:lnTo>
                  <a:pt x="30317" y="83777"/>
                </a:lnTo>
                <a:lnTo>
                  <a:pt x="38540" y="85420"/>
                </a:lnTo>
                <a:lnTo>
                  <a:pt x="42780" y="85561"/>
                </a:lnTo>
              </a:path>
            </a:pathLst>
          </a:custGeom>
          <a:noFill/>
          <a:ln w="16976" cap="flat">
            <a:solidFill>
              <a:srgbClr val="FFFFFF"/>
            </a:solidFill>
            <a:miter lim="800000"/>
          </a:ln>
        </p:spPr>
      </p:sp>
      <p:sp>
        <p:nvSpPr>
          <p:cNvPr id="1342" name="Shape 1342"/>
          <p:cNvSpPr/>
          <p:nvPr/>
        </p:nvSpPr>
        <p:spPr>
          <a:xfrm>
            <a:off x="5543009" y="1954107"/>
            <a:ext cx="85561" cy="85561"/>
          </a:xfrm>
          <a:custGeom>
            <a:avLst/>
            <a:gdLst/>
            <a:ahLst/>
            <a:cxnLst/>
            <a:rect l="0" t="0" r="r" b="b"/>
            <a:pathLst>
              <a:path w="85561" h="85561" fill="none">
                <a:moveTo>
                  <a:pt x="42780" y="85561"/>
                </a:moveTo>
                <a:lnTo>
                  <a:pt x="47020" y="85420"/>
                </a:lnTo>
                <a:lnTo>
                  <a:pt x="55244" y="83777"/>
                </a:lnTo>
                <a:lnTo>
                  <a:pt x="62956" y="80582"/>
                </a:lnTo>
                <a:lnTo>
                  <a:pt x="69933" y="75930"/>
                </a:lnTo>
                <a:lnTo>
                  <a:pt x="73031" y="73031"/>
                </a:lnTo>
                <a:lnTo>
                  <a:pt x="75930" y="69933"/>
                </a:lnTo>
                <a:lnTo>
                  <a:pt x="80582" y="62956"/>
                </a:lnTo>
                <a:lnTo>
                  <a:pt x="83777" y="55244"/>
                </a:lnTo>
                <a:lnTo>
                  <a:pt x="85420" y="47020"/>
                </a:lnTo>
                <a:lnTo>
                  <a:pt x="85561" y="42780"/>
                </a:lnTo>
                <a:lnTo>
                  <a:pt x="85420" y="38540"/>
                </a:lnTo>
                <a:lnTo>
                  <a:pt x="83777" y="30317"/>
                </a:lnTo>
                <a:lnTo>
                  <a:pt x="80582" y="22605"/>
                </a:lnTo>
                <a:lnTo>
                  <a:pt x="75930" y="15628"/>
                </a:lnTo>
                <a:lnTo>
                  <a:pt x="73031" y="12530"/>
                </a:lnTo>
                <a:lnTo>
                  <a:pt x="69933" y="9631"/>
                </a:lnTo>
                <a:lnTo>
                  <a:pt x="62956" y="4979"/>
                </a:lnTo>
                <a:lnTo>
                  <a:pt x="55244" y="1784"/>
                </a:lnTo>
                <a:lnTo>
                  <a:pt x="47020" y="140"/>
                </a:lnTo>
                <a:lnTo>
                  <a:pt x="42780" y="0"/>
                </a:lnTo>
                <a:lnTo>
                  <a:pt x="38540" y="140"/>
                </a:lnTo>
                <a:lnTo>
                  <a:pt x="30317" y="1784"/>
                </a:lnTo>
                <a:lnTo>
                  <a:pt x="22605" y="4979"/>
                </a:lnTo>
                <a:lnTo>
                  <a:pt x="15628" y="9631"/>
                </a:lnTo>
                <a:lnTo>
                  <a:pt x="12530" y="12530"/>
                </a:lnTo>
                <a:lnTo>
                  <a:pt x="9631" y="15628"/>
                </a:lnTo>
                <a:lnTo>
                  <a:pt x="4979" y="22605"/>
                </a:lnTo>
                <a:lnTo>
                  <a:pt x="1784" y="30317"/>
                </a:lnTo>
                <a:lnTo>
                  <a:pt x="140" y="38540"/>
                </a:lnTo>
                <a:lnTo>
                  <a:pt x="0" y="42780"/>
                </a:lnTo>
                <a:lnTo>
                  <a:pt x="140" y="47020"/>
                </a:lnTo>
                <a:lnTo>
                  <a:pt x="1784" y="55244"/>
                </a:lnTo>
                <a:lnTo>
                  <a:pt x="4979" y="62956"/>
                </a:lnTo>
                <a:lnTo>
                  <a:pt x="9631" y="69933"/>
                </a:lnTo>
                <a:lnTo>
                  <a:pt x="12530" y="73031"/>
                </a:lnTo>
                <a:lnTo>
                  <a:pt x="15628" y="75930"/>
                </a:lnTo>
                <a:lnTo>
                  <a:pt x="22605" y="80582"/>
                </a:lnTo>
                <a:lnTo>
                  <a:pt x="30317" y="83777"/>
                </a:lnTo>
                <a:lnTo>
                  <a:pt x="38540" y="85420"/>
                </a:lnTo>
                <a:lnTo>
                  <a:pt x="42780" y="85561"/>
                </a:lnTo>
              </a:path>
            </a:pathLst>
          </a:custGeom>
          <a:noFill/>
          <a:ln w="16976" cap="flat">
            <a:solidFill>
              <a:srgbClr val="FFFFFF"/>
            </a:solidFill>
            <a:miter lim="800000"/>
          </a:ln>
        </p:spPr>
      </p:sp>
      <p:sp>
        <p:nvSpPr>
          <p:cNvPr id="1343" name="Text 1343"/>
          <p:cNvSpPr txBox="1"/>
          <p:nvPr/>
        </p:nvSpPr>
        <p:spPr>
          <a:xfrm>
            <a:off x="6463588" y="1244682"/>
            <a:ext cx="979238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ray-cast floor cells,</a:t>
            </a:r>
          </a:p>
        </p:txBody>
      </p:sp>
      <p:sp>
        <p:nvSpPr>
          <p:cNvPr id="1344" name="Text 1344"/>
          <p:cNvSpPr txBox="1"/>
          <p:nvPr/>
        </p:nvSpPr>
        <p:spPr>
          <a:xfrm>
            <a:off x="6148588" y="1362075"/>
            <a:ext cx="1404487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seen from the scene camera</a:t>
            </a:r>
          </a:p>
        </p:txBody>
      </p:sp>
      <p:sp>
        <p:nvSpPr>
          <p:cNvPr id="1345" name="Text 1345"/>
          <p:cNvSpPr txBox="1"/>
          <p:nvPr/>
        </p:nvSpPr>
        <p:spPr>
          <a:xfrm>
            <a:off x="4847719" y="2992076"/>
            <a:ext cx="3561416" cy="891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61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2,054 flat &amp; visible (green, darker = higher score); dropped: 21.6k outside the view,</a:t>
            </a:r>
          </a:p>
        </p:txBody>
      </p:sp>
      <p:sp>
        <p:nvSpPr>
          <p:cNvPr id="1346" name="Text 1346"/>
          <p:cNvSpPr txBox="1"/>
          <p:nvPr/>
        </p:nvSpPr>
        <p:spPr>
          <a:xfrm>
            <a:off x="4847719" y="3103306"/>
            <a:ext cx="3318453" cy="891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61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2,083 hidden, 549 not flat · rings: top-3 kept (re-run without the VLM region)</a:t>
            </a:r>
          </a:p>
        </p:txBody>
      </p:sp>
      <p:sp>
        <p:nvSpPr>
          <p:cNvPr id="1347" name="Text 1347"/>
          <p:cNvSpPr txBox="1"/>
          <p:nvPr/>
        </p:nvSpPr>
        <p:spPr>
          <a:xfrm>
            <a:off x="6619307" y="3284887"/>
            <a:ext cx="618790" cy="1039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55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VLM judge</a:t>
            </a:r>
          </a:p>
        </p:txBody>
      </p:sp>
      <p:sp>
        <p:nvSpPr>
          <p:cNvPr id="1348" name="Shape 1348"/>
          <p:cNvSpPr/>
          <p:nvPr/>
        </p:nvSpPr>
        <p:spPr>
          <a:xfrm>
            <a:off x="1718605" y="3390091"/>
            <a:ext cx="4933928" cy="3312460"/>
          </a:xfrm>
          <a:custGeom>
            <a:avLst/>
            <a:gdLst/>
            <a:ahLst/>
            <a:cxnLst/>
            <a:rect l="0" t="0" r="r" b="b"/>
            <a:pathLst>
              <a:path w="4933928" h="3312460">
                <a:moveTo>
                  <a:pt x="4787104" y="110007"/>
                </a:moveTo>
                <a:lnTo>
                  <a:pt x="4933928" y="110007"/>
                </a:lnTo>
                <a:lnTo>
                  <a:pt x="4933928" y="0"/>
                </a:lnTo>
                <a:lnTo>
                  <a:pt x="4787104" y="0"/>
                </a:lnTo>
                <a:close/>
              </a:path>
            </a:pathLst>
          </a:custGeom>
          <a:solidFill>
            <a:srgbClr val="E6E8EC"/>
          </a:solidFill>
          <a:ln>
            <a:noFill/>
          </a:ln>
        </p:spPr>
      </p:sp>
      <p:sp>
        <p:nvSpPr>
          <p:cNvPr id="1349" name="Shape 1349"/>
          <p:cNvSpPr/>
          <p:nvPr/>
        </p:nvSpPr>
        <p:spPr>
          <a:xfrm>
            <a:off x="1718605" y="3390091"/>
            <a:ext cx="5108718" cy="3312460"/>
          </a:xfrm>
          <a:custGeom>
            <a:avLst/>
            <a:gdLst/>
            <a:ahLst/>
            <a:cxnLst/>
            <a:rect l="0" t="0" r="r" b="b"/>
            <a:pathLst>
              <a:path w="5108718" h="3312460">
                <a:moveTo>
                  <a:pt x="4961894" y="110007"/>
                </a:moveTo>
                <a:lnTo>
                  <a:pt x="5108718" y="110007"/>
                </a:lnTo>
                <a:lnTo>
                  <a:pt x="5108718" y="0"/>
                </a:lnTo>
                <a:lnTo>
                  <a:pt x="4961894" y="0"/>
                </a:lnTo>
                <a:close/>
              </a:path>
            </a:pathLst>
          </a:custGeom>
          <a:solidFill>
            <a:srgbClr val="E6E8EC"/>
          </a:solidFill>
          <a:ln>
            <a:noFill/>
          </a:ln>
        </p:spPr>
      </p:sp>
      <p:sp>
        <p:nvSpPr>
          <p:cNvPr id="1350" name="Shape 1350"/>
          <p:cNvSpPr/>
          <p:nvPr/>
        </p:nvSpPr>
        <p:spPr>
          <a:xfrm>
            <a:off x="1718605" y="3390091"/>
            <a:ext cx="5283509" cy="3312460"/>
          </a:xfrm>
          <a:custGeom>
            <a:avLst/>
            <a:gdLst/>
            <a:ahLst/>
            <a:cxnLst/>
            <a:rect l="0" t="0" r="r" b="b"/>
            <a:pathLst>
              <a:path w="5283509" h="3312460">
                <a:moveTo>
                  <a:pt x="5136685" y="110007"/>
                </a:moveTo>
                <a:lnTo>
                  <a:pt x="5283509" y="110007"/>
                </a:lnTo>
                <a:lnTo>
                  <a:pt x="5283509" y="0"/>
                </a:lnTo>
                <a:lnTo>
                  <a:pt x="5136685" y="0"/>
                </a:lnTo>
                <a:close/>
              </a:path>
            </a:pathLst>
          </a:custGeom>
          <a:solidFill>
            <a:srgbClr val="E6E8EC"/>
          </a:solidFill>
          <a:ln>
            <a:noFill/>
          </a:ln>
        </p:spPr>
      </p:sp>
      <p:sp>
        <p:nvSpPr>
          <p:cNvPr id="1351" name="Shape 1351"/>
          <p:cNvSpPr/>
          <p:nvPr/>
        </p:nvSpPr>
        <p:spPr>
          <a:xfrm>
            <a:off x="1718605" y="3390091"/>
            <a:ext cx="5458299" cy="3312460"/>
          </a:xfrm>
          <a:custGeom>
            <a:avLst/>
            <a:gdLst/>
            <a:ahLst/>
            <a:cxnLst/>
            <a:rect l="0" t="0" r="r" b="b"/>
            <a:pathLst>
              <a:path w="5458299" h="3312460">
                <a:moveTo>
                  <a:pt x="5311475" y="110007"/>
                </a:moveTo>
                <a:lnTo>
                  <a:pt x="5458299" y="110007"/>
                </a:lnTo>
                <a:lnTo>
                  <a:pt x="5458299" y="0"/>
                </a:lnTo>
                <a:lnTo>
                  <a:pt x="5311475" y="0"/>
                </a:lnTo>
                <a:close/>
              </a:path>
            </a:pathLst>
          </a:custGeom>
          <a:solidFill>
            <a:srgbClr val="22855A"/>
          </a:solidFill>
          <a:ln>
            <a:noFill/>
          </a:ln>
        </p:spPr>
      </p:sp>
      <p:sp>
        <p:nvSpPr>
          <p:cNvPr id="1352" name="Shape 1352"/>
          <p:cNvSpPr/>
          <p:nvPr/>
        </p:nvSpPr>
        <p:spPr>
          <a:xfrm>
            <a:off x="1718605" y="3390091"/>
            <a:ext cx="5633089" cy="3312460"/>
          </a:xfrm>
          <a:custGeom>
            <a:avLst/>
            <a:gdLst/>
            <a:ahLst/>
            <a:cxnLst/>
            <a:rect l="0" t="0" r="r" b="b"/>
            <a:pathLst>
              <a:path w="5633089" h="3312460">
                <a:moveTo>
                  <a:pt x="5486266" y="110007"/>
                </a:moveTo>
                <a:lnTo>
                  <a:pt x="5633089" y="110007"/>
                </a:lnTo>
                <a:lnTo>
                  <a:pt x="5633089" y="0"/>
                </a:lnTo>
                <a:lnTo>
                  <a:pt x="5486266" y="0"/>
                </a:lnTo>
                <a:close/>
              </a:path>
            </a:pathLst>
          </a:custGeom>
          <a:solidFill>
            <a:srgbClr val="E6E8EC"/>
          </a:solidFill>
          <a:ln>
            <a:noFill/>
          </a:ln>
        </p:spPr>
      </p:sp>
      <p:sp>
        <p:nvSpPr>
          <p:cNvPr id="1353" name="Text 1353"/>
          <p:cNvSpPr txBox="1"/>
          <p:nvPr/>
        </p:nvSpPr>
        <p:spPr>
          <a:xfrm>
            <a:off x="6515616" y="3523425"/>
            <a:ext cx="826172" cy="891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6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best 8 ≥ 7 → keep</a:t>
            </a:r>
          </a:p>
        </p:txBody>
      </p:sp>
      <p:sp>
        <p:nvSpPr>
          <p:cNvPr id="1354" name="Shape 1354"/>
          <p:cNvSpPr/>
          <p:nvPr/>
        </p:nvSpPr>
        <p:spPr>
          <a:xfrm>
            <a:off x="7701813" y="853797"/>
            <a:ext cx="207792" cy="207792"/>
          </a:xfrm>
          <a:custGeom>
            <a:avLst/>
            <a:gdLst/>
            <a:ahLst/>
            <a:cxnLst/>
            <a:rect l="0" t="0" r="r" b="b"/>
            <a:pathLst>
              <a:path w="207792" h="207792">
                <a:moveTo>
                  <a:pt x="93598" y="207450"/>
                </a:moveTo>
                <a:lnTo>
                  <a:pt x="73628" y="203458"/>
                </a:lnTo>
                <a:lnTo>
                  <a:pt x="54898" y="195700"/>
                </a:lnTo>
                <a:lnTo>
                  <a:pt x="37953" y="184401"/>
                </a:lnTo>
                <a:lnTo>
                  <a:pt x="30430" y="177362"/>
                </a:lnTo>
                <a:lnTo>
                  <a:pt x="23391" y="169838"/>
                </a:lnTo>
                <a:lnTo>
                  <a:pt x="12092" y="152894"/>
                </a:lnTo>
                <a:lnTo>
                  <a:pt x="4334" y="134164"/>
                </a:lnTo>
                <a:lnTo>
                  <a:pt x="342" y="114193"/>
                </a:lnTo>
                <a:lnTo>
                  <a:pt x="0" y="103896"/>
                </a:lnTo>
                <a:lnTo>
                  <a:pt x="342" y="93598"/>
                </a:lnTo>
                <a:lnTo>
                  <a:pt x="4334" y="73628"/>
                </a:lnTo>
                <a:lnTo>
                  <a:pt x="12092" y="54898"/>
                </a:lnTo>
                <a:lnTo>
                  <a:pt x="23391" y="37953"/>
                </a:lnTo>
                <a:lnTo>
                  <a:pt x="30430" y="30430"/>
                </a:lnTo>
                <a:lnTo>
                  <a:pt x="37953" y="23391"/>
                </a:lnTo>
                <a:lnTo>
                  <a:pt x="54898" y="12092"/>
                </a:lnTo>
                <a:lnTo>
                  <a:pt x="73628" y="4334"/>
                </a:lnTo>
                <a:lnTo>
                  <a:pt x="93598" y="342"/>
                </a:lnTo>
                <a:lnTo>
                  <a:pt x="103896" y="0"/>
                </a:lnTo>
                <a:lnTo>
                  <a:pt x="114193" y="342"/>
                </a:lnTo>
                <a:lnTo>
                  <a:pt x="134164" y="4334"/>
                </a:lnTo>
                <a:lnTo>
                  <a:pt x="152894" y="12092"/>
                </a:lnTo>
                <a:lnTo>
                  <a:pt x="169838" y="23391"/>
                </a:lnTo>
                <a:lnTo>
                  <a:pt x="177362" y="30430"/>
                </a:lnTo>
                <a:lnTo>
                  <a:pt x="184401" y="37953"/>
                </a:lnTo>
                <a:lnTo>
                  <a:pt x="195700" y="54898"/>
                </a:lnTo>
                <a:lnTo>
                  <a:pt x="203458" y="73628"/>
                </a:lnTo>
                <a:lnTo>
                  <a:pt x="207450" y="93598"/>
                </a:lnTo>
                <a:lnTo>
                  <a:pt x="207792" y="103896"/>
                </a:lnTo>
                <a:lnTo>
                  <a:pt x="207450" y="114193"/>
                </a:lnTo>
                <a:lnTo>
                  <a:pt x="203458" y="134164"/>
                </a:lnTo>
                <a:lnTo>
                  <a:pt x="195700" y="152894"/>
                </a:lnTo>
                <a:lnTo>
                  <a:pt x="184401" y="169838"/>
                </a:lnTo>
                <a:lnTo>
                  <a:pt x="177362" y="177362"/>
                </a:lnTo>
                <a:lnTo>
                  <a:pt x="169838" y="184401"/>
                </a:lnTo>
                <a:lnTo>
                  <a:pt x="152894" y="195700"/>
                </a:lnTo>
                <a:lnTo>
                  <a:pt x="134164" y="203458"/>
                </a:lnTo>
                <a:lnTo>
                  <a:pt x="114193" y="207450"/>
                </a:lnTo>
                <a:lnTo>
                  <a:pt x="103896" y="207792"/>
                </a:lnTo>
                <a:lnTo>
                  <a:pt x="93598" y="20745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355" name="Text 1355"/>
          <p:cNvSpPr txBox="1"/>
          <p:nvPr/>
        </p:nvSpPr>
        <p:spPr>
          <a:xfrm>
            <a:off x="7718737" y="898378"/>
            <a:ext cx="173945" cy="148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3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c</a:t>
            </a:r>
          </a:p>
        </p:txBody>
      </p:sp>
      <p:sp>
        <p:nvSpPr>
          <p:cNvPr id="1356" name="Text 1356"/>
          <p:cNvSpPr txBox="1"/>
          <p:nvPr/>
        </p:nvSpPr>
        <p:spPr>
          <a:xfrm>
            <a:off x="7976833" y="887513"/>
            <a:ext cx="1714916" cy="1655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4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Camera trajectories</a:t>
            </a:r>
          </a:p>
        </p:txBody>
      </p:sp>
      <p:sp>
        <p:nvSpPr>
          <p:cNvPr id="1357" name="Text 1357"/>
          <p:cNvSpPr txBox="1"/>
          <p:nvPr/>
        </p:nvSpPr>
        <p:spPr>
          <a:xfrm>
            <a:off x="8899183" y="1982804"/>
            <a:ext cx="861495" cy="1103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95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a</a:t>
            </a:r>
            <a:r>
              <a:rPr lang="en-US" sz="695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=‖</a:t>
            </a:r>
            <a:r>
              <a:rPr lang="en-US" sz="695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C</a:t>
            </a:r>
            <a:r>
              <a:rPr lang="en-US" sz="695" i="1" baseline="-25000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far</a:t>
            </a:r>
            <a:r>
              <a:rPr lang="en-US" sz="695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-</a:t>
            </a:r>
            <a:r>
              <a:rPr lang="en-US" sz="695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O</a:t>
            </a:r>
            <a:r>
              <a:rPr lang="en-US" sz="695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‖</a:t>
            </a:r>
          </a:p>
        </p:txBody>
      </p:sp>
      <p:sp>
        <p:nvSpPr>
          <p:cNvPr id="1358" name="Text 1358"/>
          <p:cNvSpPr txBox="1"/>
          <p:nvPr/>
        </p:nvSpPr>
        <p:spPr>
          <a:xfrm>
            <a:off x="8668283" y="1689563"/>
            <a:ext cx="151944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749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b</a:t>
            </a:r>
          </a:p>
        </p:txBody>
      </p:sp>
      <p:sp>
        <p:nvSpPr>
          <p:cNvPr id="1359" name="Text 1359"/>
          <p:cNvSpPr txBox="1"/>
          <p:nvPr/>
        </p:nvSpPr>
        <p:spPr>
          <a:xfrm>
            <a:off x="9702328" y="1996827"/>
            <a:ext cx="745987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8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C</a:t>
            </a:r>
            <a:r>
              <a:rPr lang="en-US" sz="668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far</a:t>
            </a:r>
            <a:r>
              <a:rPr lang="en-US" sz="66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 = vertex</a:t>
            </a:r>
          </a:p>
        </p:txBody>
      </p:sp>
      <p:sp>
        <p:nvSpPr>
          <p:cNvPr id="1360" name="Text 1360"/>
          <p:cNvSpPr txBox="1"/>
          <p:nvPr/>
        </p:nvSpPr>
        <p:spPr>
          <a:xfrm>
            <a:off x="9765640" y="2128395"/>
            <a:ext cx="575045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(frame 0)</a:t>
            </a:r>
          </a:p>
        </p:txBody>
      </p:sp>
      <p:sp>
        <p:nvSpPr>
          <p:cNvPr id="1361" name="Text 1361"/>
          <p:cNvSpPr txBox="1"/>
          <p:nvPr/>
        </p:nvSpPr>
        <p:spPr>
          <a:xfrm>
            <a:off x="9639940" y="1483618"/>
            <a:ext cx="916499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8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C</a:t>
            </a:r>
            <a:r>
              <a:rPr lang="en-US" sz="668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near</a:t>
            </a:r>
            <a:r>
              <a:rPr lang="en-US" sz="66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 (frame 31)</a:t>
            </a:r>
          </a:p>
        </p:txBody>
      </p:sp>
      <p:sp>
        <p:nvSpPr>
          <p:cNvPr id="1362" name="Text 1362"/>
          <p:cNvSpPr txBox="1"/>
          <p:nvPr/>
        </p:nvSpPr>
        <p:spPr>
          <a:xfrm>
            <a:off x="9332492" y="1732790"/>
            <a:ext cx="5204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Δθ</a:t>
            </a:r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 equal</a:t>
            </a:r>
          </a:p>
        </p:txBody>
      </p:sp>
      <p:sp>
        <p:nvSpPr>
          <p:cNvPr id="1363" name="Shape 1363"/>
          <p:cNvSpPr/>
          <p:nvPr/>
        </p:nvSpPr>
        <p:spPr>
          <a:xfrm>
            <a:off x="8820227" y="1874426"/>
            <a:ext cx="73338" cy="73338"/>
          </a:xfrm>
          <a:custGeom>
            <a:avLst/>
            <a:gdLst/>
            <a:ahLst/>
            <a:cxnLst/>
            <a:rect l="0" t="0" r="r" b="b"/>
            <a:pathLst>
              <a:path w="73338" h="73338">
                <a:moveTo>
                  <a:pt x="29425" y="72855"/>
                </a:moveTo>
                <a:lnTo>
                  <a:pt x="16203" y="67379"/>
                </a:lnTo>
                <a:lnTo>
                  <a:pt x="10740" y="62598"/>
                </a:lnTo>
                <a:lnTo>
                  <a:pt x="5959" y="57134"/>
                </a:lnTo>
                <a:lnTo>
                  <a:pt x="482" y="43913"/>
                </a:lnTo>
                <a:lnTo>
                  <a:pt x="0" y="36669"/>
                </a:lnTo>
                <a:lnTo>
                  <a:pt x="482" y="29425"/>
                </a:lnTo>
                <a:lnTo>
                  <a:pt x="5959" y="16203"/>
                </a:lnTo>
                <a:lnTo>
                  <a:pt x="10740" y="10740"/>
                </a:lnTo>
                <a:lnTo>
                  <a:pt x="16203" y="5959"/>
                </a:lnTo>
                <a:lnTo>
                  <a:pt x="29425" y="482"/>
                </a:lnTo>
                <a:lnTo>
                  <a:pt x="36669" y="0"/>
                </a:lnTo>
                <a:lnTo>
                  <a:pt x="43913" y="482"/>
                </a:lnTo>
                <a:lnTo>
                  <a:pt x="57134" y="5959"/>
                </a:lnTo>
                <a:lnTo>
                  <a:pt x="62598" y="10740"/>
                </a:lnTo>
                <a:lnTo>
                  <a:pt x="67379" y="16203"/>
                </a:lnTo>
                <a:lnTo>
                  <a:pt x="72855" y="29425"/>
                </a:lnTo>
                <a:lnTo>
                  <a:pt x="73338" y="36669"/>
                </a:lnTo>
                <a:lnTo>
                  <a:pt x="72855" y="43913"/>
                </a:lnTo>
                <a:lnTo>
                  <a:pt x="67379" y="57134"/>
                </a:lnTo>
                <a:lnTo>
                  <a:pt x="62598" y="62598"/>
                </a:lnTo>
                <a:lnTo>
                  <a:pt x="57134" y="67379"/>
                </a:lnTo>
                <a:lnTo>
                  <a:pt x="43913" y="72855"/>
                </a:lnTo>
                <a:lnTo>
                  <a:pt x="36669" y="73338"/>
                </a:lnTo>
                <a:lnTo>
                  <a:pt x="29425" y="72855"/>
                </a:lnTo>
                <a:close/>
              </a:path>
            </a:pathLst>
          </a:custGeom>
          <a:solidFill>
            <a:srgbClr val="2E5FBF"/>
          </a:solidFill>
          <a:ln>
            <a:noFill/>
          </a:ln>
        </p:spPr>
      </p:sp>
      <p:sp>
        <p:nvSpPr>
          <p:cNvPr id="1364" name="Text 1364"/>
          <p:cNvSpPr txBox="1"/>
          <p:nvPr/>
        </p:nvSpPr>
        <p:spPr>
          <a:xfrm>
            <a:off x="8454362" y="1983857"/>
            <a:ext cx="568857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O = centre</a:t>
            </a:r>
          </a:p>
        </p:txBody>
      </p:sp>
      <p:sp>
        <p:nvSpPr>
          <p:cNvPr id="1365" name="Text 1365"/>
          <p:cNvSpPr txBox="1"/>
          <p:nvPr/>
        </p:nvSpPr>
        <p:spPr>
          <a:xfrm>
            <a:off x="8021078" y="2089417"/>
            <a:ext cx="115378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(look-at, 0.75 × height)</a:t>
            </a:r>
          </a:p>
        </p:txBody>
      </p:sp>
      <p:sp>
        <p:nvSpPr>
          <p:cNvPr id="1366" name="Text 1366"/>
          <p:cNvSpPr txBox="1"/>
          <p:nvPr/>
        </p:nvSpPr>
        <p:spPr>
          <a:xfrm>
            <a:off x="7732371" y="1188320"/>
            <a:ext cx="316066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ellipse centred at O with C_far as its vertex; b is solved so it passes</a:t>
            </a:r>
          </a:p>
        </p:txBody>
      </p:sp>
      <p:sp>
        <p:nvSpPr>
          <p:cNvPr id="1367" name="Text 1367"/>
          <p:cNvSpPr txBox="1"/>
          <p:nvPr/>
        </p:nvSpPr>
        <p:spPr>
          <a:xfrm>
            <a:off x="7732371" y="1310143"/>
            <a:ext cx="3648821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through C_near. Endpoints: azimuth ~ U[0°, 360°), distance ~ logU[0.8, 8] m.</a:t>
            </a:r>
          </a:p>
        </p:txBody>
      </p:sp>
      <p:sp>
        <p:nvSpPr>
          <p:cNvPr id="1368" name="Text 1368"/>
          <p:cNvSpPr txBox="1"/>
          <p:nvPr/>
        </p:nvSpPr>
        <p:spPr>
          <a:xfrm>
            <a:off x="7732371" y="2648386"/>
            <a:ext cx="1354812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8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rejected (of 393k pairs)</a:t>
            </a:r>
          </a:p>
        </p:txBody>
      </p:sp>
      <p:sp>
        <p:nvSpPr>
          <p:cNvPr id="1369" name="Text 1369"/>
          <p:cNvSpPr txBox="1"/>
          <p:nvPr/>
        </p:nvSpPr>
        <p:spPr>
          <a:xfrm>
            <a:off x="9353159" y="2648386"/>
            <a:ext cx="946064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kept 75k · 19 %</a:t>
            </a:r>
          </a:p>
        </p:txBody>
      </p:sp>
      <p:sp>
        <p:nvSpPr>
          <p:cNvPr id="1370" name="Text 1370"/>
          <p:cNvSpPr txBox="1"/>
          <p:nvPr/>
        </p:nvSpPr>
        <p:spPr>
          <a:xfrm>
            <a:off x="8771335" y="2824008"/>
            <a:ext cx="1162985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152k  subject off frame</a:t>
            </a:r>
          </a:p>
        </p:txBody>
      </p:sp>
      <p:sp>
        <p:nvSpPr>
          <p:cNvPr id="1371" name="Text 1371"/>
          <p:cNvSpPr txBox="1"/>
          <p:nvPr/>
        </p:nvSpPr>
        <p:spPr>
          <a:xfrm>
            <a:off x="8664980" y="2964574"/>
            <a:ext cx="1117865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135k  camera blocked</a:t>
            </a:r>
          </a:p>
        </p:txBody>
      </p:sp>
      <p:sp>
        <p:nvSpPr>
          <p:cNvPr id="1372" name="Text 1372"/>
          <p:cNvSpPr txBox="1"/>
          <p:nvPr/>
        </p:nvSpPr>
        <p:spPr>
          <a:xfrm>
            <a:off x="7880773" y="3105140"/>
            <a:ext cx="1304792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17k  arc midpoint blocked</a:t>
            </a:r>
          </a:p>
        </p:txBody>
      </p:sp>
      <p:sp>
        <p:nvSpPr>
          <p:cNvPr id="1373" name="Text 1373"/>
          <p:cNvSpPr txBox="1"/>
          <p:nvPr/>
        </p:nvSpPr>
        <p:spPr>
          <a:xfrm>
            <a:off x="7832342" y="3245705"/>
            <a:ext cx="1329458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10k  endpoints &lt; 15° apart</a:t>
            </a:r>
          </a:p>
        </p:txBody>
      </p:sp>
      <p:sp>
        <p:nvSpPr>
          <p:cNvPr id="1374" name="Text 1374"/>
          <p:cNvSpPr txBox="1"/>
          <p:nvPr/>
        </p:nvSpPr>
        <p:spPr>
          <a:xfrm>
            <a:off x="7799997" y="3386271"/>
            <a:ext cx="1135913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5k  degenerate look-at</a:t>
            </a:r>
          </a:p>
        </p:txBody>
      </p:sp>
      <p:sp>
        <p:nvSpPr>
          <p:cNvPr id="1375" name="Shape 1375"/>
          <p:cNvSpPr/>
          <p:nvPr/>
        </p:nvSpPr>
        <p:spPr>
          <a:xfrm>
            <a:off x="1859171" y="3909573"/>
            <a:ext cx="207792" cy="207792"/>
          </a:xfrm>
          <a:custGeom>
            <a:avLst/>
            <a:gdLst/>
            <a:ahLst/>
            <a:cxnLst/>
            <a:rect l="0" t="0" r="r" b="b"/>
            <a:pathLst>
              <a:path w="207792" h="207792">
                <a:moveTo>
                  <a:pt x="93598" y="207450"/>
                </a:moveTo>
                <a:lnTo>
                  <a:pt x="73628" y="203458"/>
                </a:lnTo>
                <a:lnTo>
                  <a:pt x="54898" y="195700"/>
                </a:lnTo>
                <a:lnTo>
                  <a:pt x="37953" y="184401"/>
                </a:lnTo>
                <a:lnTo>
                  <a:pt x="30430" y="177362"/>
                </a:lnTo>
                <a:lnTo>
                  <a:pt x="23391" y="169838"/>
                </a:lnTo>
                <a:lnTo>
                  <a:pt x="12092" y="152894"/>
                </a:lnTo>
                <a:lnTo>
                  <a:pt x="4334" y="134164"/>
                </a:lnTo>
                <a:lnTo>
                  <a:pt x="342" y="114193"/>
                </a:lnTo>
                <a:lnTo>
                  <a:pt x="0" y="103896"/>
                </a:lnTo>
                <a:lnTo>
                  <a:pt x="342" y="93598"/>
                </a:lnTo>
                <a:lnTo>
                  <a:pt x="4334" y="73628"/>
                </a:lnTo>
                <a:lnTo>
                  <a:pt x="12092" y="54898"/>
                </a:lnTo>
                <a:lnTo>
                  <a:pt x="23391" y="37953"/>
                </a:lnTo>
                <a:lnTo>
                  <a:pt x="30430" y="30430"/>
                </a:lnTo>
                <a:lnTo>
                  <a:pt x="37953" y="23391"/>
                </a:lnTo>
                <a:lnTo>
                  <a:pt x="54898" y="12092"/>
                </a:lnTo>
                <a:lnTo>
                  <a:pt x="73628" y="4334"/>
                </a:lnTo>
                <a:lnTo>
                  <a:pt x="93598" y="342"/>
                </a:lnTo>
                <a:lnTo>
                  <a:pt x="103896" y="0"/>
                </a:lnTo>
                <a:lnTo>
                  <a:pt x="114193" y="342"/>
                </a:lnTo>
                <a:lnTo>
                  <a:pt x="134164" y="4334"/>
                </a:lnTo>
                <a:lnTo>
                  <a:pt x="152894" y="12092"/>
                </a:lnTo>
                <a:lnTo>
                  <a:pt x="169838" y="23391"/>
                </a:lnTo>
                <a:lnTo>
                  <a:pt x="177362" y="30430"/>
                </a:lnTo>
                <a:lnTo>
                  <a:pt x="184401" y="37953"/>
                </a:lnTo>
                <a:lnTo>
                  <a:pt x="195700" y="54898"/>
                </a:lnTo>
                <a:lnTo>
                  <a:pt x="203458" y="73628"/>
                </a:lnTo>
                <a:lnTo>
                  <a:pt x="207450" y="93598"/>
                </a:lnTo>
                <a:lnTo>
                  <a:pt x="207792" y="103896"/>
                </a:lnTo>
                <a:lnTo>
                  <a:pt x="207450" y="114193"/>
                </a:lnTo>
                <a:lnTo>
                  <a:pt x="203458" y="134164"/>
                </a:lnTo>
                <a:lnTo>
                  <a:pt x="195700" y="152894"/>
                </a:lnTo>
                <a:lnTo>
                  <a:pt x="184401" y="169838"/>
                </a:lnTo>
                <a:lnTo>
                  <a:pt x="177362" y="177362"/>
                </a:lnTo>
                <a:lnTo>
                  <a:pt x="169838" y="184401"/>
                </a:lnTo>
                <a:lnTo>
                  <a:pt x="152894" y="195700"/>
                </a:lnTo>
                <a:lnTo>
                  <a:pt x="134164" y="203458"/>
                </a:lnTo>
                <a:lnTo>
                  <a:pt x="114193" y="207450"/>
                </a:lnTo>
                <a:lnTo>
                  <a:pt x="103896" y="207792"/>
                </a:lnTo>
                <a:lnTo>
                  <a:pt x="93598" y="20745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376" name="Text 1376"/>
          <p:cNvSpPr txBox="1"/>
          <p:nvPr/>
        </p:nvSpPr>
        <p:spPr>
          <a:xfrm>
            <a:off x="1867843" y="3954153"/>
            <a:ext cx="190447" cy="148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3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d</a:t>
            </a:r>
          </a:p>
        </p:txBody>
      </p:sp>
      <p:sp>
        <p:nvSpPr>
          <p:cNvPr id="1377" name="Text 1377"/>
          <p:cNvSpPr txBox="1"/>
          <p:nvPr/>
        </p:nvSpPr>
        <p:spPr>
          <a:xfrm>
            <a:off x="2134190" y="3943288"/>
            <a:ext cx="2107421" cy="1655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4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Render &amp; hindsight label</a:t>
            </a:r>
          </a:p>
        </p:txBody>
      </p:sp>
      <p:sp>
        <p:nvSpPr>
          <p:cNvPr id="1378" name="Text 1378"/>
          <p:cNvSpPr txBox="1"/>
          <p:nvPr/>
        </p:nvSpPr>
        <p:spPr>
          <a:xfrm>
            <a:off x="1960909" y="4422468"/>
            <a:ext cx="29495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0</a:t>
            </a:r>
          </a:p>
        </p:txBody>
      </p:sp>
      <p:sp>
        <p:nvSpPr>
          <p:cNvPr id="1379" name="Text 1379"/>
          <p:cNvSpPr txBox="1"/>
          <p:nvPr/>
        </p:nvSpPr>
        <p:spPr>
          <a:xfrm>
            <a:off x="1881153" y="4974205"/>
            <a:ext cx="454466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1%</a:t>
            </a:r>
          </a:p>
        </p:txBody>
      </p:sp>
      <p:sp>
        <p:nvSpPr>
          <p:cNvPr id="1380" name="Text 1380"/>
          <p:cNvSpPr txBox="1"/>
          <p:nvPr/>
        </p:nvSpPr>
        <p:spPr>
          <a:xfrm>
            <a:off x="1856874" y="5120475"/>
            <a:ext cx="503024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too small</a:t>
            </a:r>
          </a:p>
        </p:txBody>
      </p:sp>
      <p:sp>
        <p:nvSpPr>
          <p:cNvPr id="1381" name="Text 1381"/>
          <p:cNvSpPr txBox="1"/>
          <p:nvPr/>
        </p:nvSpPr>
        <p:spPr>
          <a:xfrm>
            <a:off x="2434894" y="4422468"/>
            <a:ext cx="29495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4</a:t>
            </a:r>
          </a:p>
        </p:txBody>
      </p:sp>
      <p:sp>
        <p:nvSpPr>
          <p:cNvPr id="1382" name="Text 1382"/>
          <p:cNvSpPr txBox="1"/>
          <p:nvPr/>
        </p:nvSpPr>
        <p:spPr>
          <a:xfrm>
            <a:off x="2355138" y="4974205"/>
            <a:ext cx="454466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5%</a:t>
            </a:r>
          </a:p>
        </p:txBody>
      </p:sp>
      <p:sp>
        <p:nvSpPr>
          <p:cNvPr id="1383" name="Text 1383"/>
          <p:cNvSpPr txBox="1"/>
          <p:nvPr/>
        </p:nvSpPr>
        <p:spPr>
          <a:xfrm>
            <a:off x="2330859" y="5120475"/>
            <a:ext cx="503024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too small</a:t>
            </a:r>
          </a:p>
        </p:txBody>
      </p:sp>
      <p:sp>
        <p:nvSpPr>
          <p:cNvPr id="1384" name="Text 1384"/>
          <p:cNvSpPr txBox="1"/>
          <p:nvPr/>
        </p:nvSpPr>
        <p:spPr>
          <a:xfrm>
            <a:off x="2908878" y="4422468"/>
            <a:ext cx="29495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8</a:t>
            </a:r>
          </a:p>
        </p:txBody>
      </p:sp>
      <p:sp>
        <p:nvSpPr>
          <p:cNvPr id="1385" name="Text 1385"/>
          <p:cNvSpPr txBox="1"/>
          <p:nvPr/>
        </p:nvSpPr>
        <p:spPr>
          <a:xfrm>
            <a:off x="2798870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11%</a:t>
            </a:r>
          </a:p>
        </p:txBody>
      </p:sp>
      <p:sp>
        <p:nvSpPr>
          <p:cNvPr id="1386" name="Text 1386"/>
          <p:cNvSpPr txBox="1"/>
          <p:nvPr/>
        </p:nvSpPr>
        <p:spPr>
          <a:xfrm>
            <a:off x="2727666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1387" name="Text 1387"/>
          <p:cNvSpPr txBox="1"/>
          <p:nvPr/>
        </p:nvSpPr>
        <p:spPr>
          <a:xfrm>
            <a:off x="3352611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12</a:t>
            </a:r>
          </a:p>
        </p:txBody>
      </p:sp>
      <p:sp>
        <p:nvSpPr>
          <p:cNvPr id="1388" name="Text 1388"/>
          <p:cNvSpPr txBox="1"/>
          <p:nvPr/>
        </p:nvSpPr>
        <p:spPr>
          <a:xfrm>
            <a:off x="3272855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19%</a:t>
            </a:r>
          </a:p>
        </p:txBody>
      </p:sp>
      <p:sp>
        <p:nvSpPr>
          <p:cNvPr id="1389" name="Text 1389"/>
          <p:cNvSpPr txBox="1"/>
          <p:nvPr/>
        </p:nvSpPr>
        <p:spPr>
          <a:xfrm>
            <a:off x="3201651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1390" name="Text 1390"/>
          <p:cNvSpPr txBox="1"/>
          <p:nvPr/>
        </p:nvSpPr>
        <p:spPr>
          <a:xfrm>
            <a:off x="3826596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16</a:t>
            </a:r>
          </a:p>
        </p:txBody>
      </p:sp>
      <p:sp>
        <p:nvSpPr>
          <p:cNvPr id="1391" name="Text 1391"/>
          <p:cNvSpPr txBox="1"/>
          <p:nvPr/>
        </p:nvSpPr>
        <p:spPr>
          <a:xfrm>
            <a:off x="3746840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28%</a:t>
            </a:r>
          </a:p>
        </p:txBody>
      </p:sp>
      <p:sp>
        <p:nvSpPr>
          <p:cNvPr id="1392" name="Text 1392"/>
          <p:cNvSpPr txBox="1"/>
          <p:nvPr/>
        </p:nvSpPr>
        <p:spPr>
          <a:xfrm>
            <a:off x="3675635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1393" name="Text 1393"/>
          <p:cNvSpPr txBox="1"/>
          <p:nvPr/>
        </p:nvSpPr>
        <p:spPr>
          <a:xfrm>
            <a:off x="4300580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20</a:t>
            </a:r>
          </a:p>
        </p:txBody>
      </p:sp>
      <p:sp>
        <p:nvSpPr>
          <p:cNvPr id="1394" name="Text 1394"/>
          <p:cNvSpPr txBox="1"/>
          <p:nvPr/>
        </p:nvSpPr>
        <p:spPr>
          <a:xfrm>
            <a:off x="4220825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39%</a:t>
            </a:r>
          </a:p>
        </p:txBody>
      </p:sp>
      <p:sp>
        <p:nvSpPr>
          <p:cNvPr id="1395" name="Text 1395"/>
          <p:cNvSpPr txBox="1"/>
          <p:nvPr/>
        </p:nvSpPr>
        <p:spPr>
          <a:xfrm>
            <a:off x="4149620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1396" name="Text 1396"/>
          <p:cNvSpPr txBox="1"/>
          <p:nvPr/>
        </p:nvSpPr>
        <p:spPr>
          <a:xfrm>
            <a:off x="4774565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24</a:t>
            </a:r>
          </a:p>
        </p:txBody>
      </p:sp>
      <p:sp>
        <p:nvSpPr>
          <p:cNvPr id="1397" name="Text 1397"/>
          <p:cNvSpPr txBox="1"/>
          <p:nvPr/>
        </p:nvSpPr>
        <p:spPr>
          <a:xfrm>
            <a:off x="4694809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42%</a:t>
            </a:r>
          </a:p>
        </p:txBody>
      </p:sp>
      <p:sp>
        <p:nvSpPr>
          <p:cNvPr id="1398" name="Text 1398"/>
          <p:cNvSpPr txBox="1"/>
          <p:nvPr/>
        </p:nvSpPr>
        <p:spPr>
          <a:xfrm>
            <a:off x="4623605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1399" name="Text 1399"/>
          <p:cNvSpPr txBox="1"/>
          <p:nvPr/>
        </p:nvSpPr>
        <p:spPr>
          <a:xfrm>
            <a:off x="5248550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28</a:t>
            </a:r>
          </a:p>
        </p:txBody>
      </p:sp>
      <p:sp>
        <p:nvSpPr>
          <p:cNvPr id="1400" name="Text 1400"/>
          <p:cNvSpPr txBox="1"/>
          <p:nvPr/>
        </p:nvSpPr>
        <p:spPr>
          <a:xfrm>
            <a:off x="5168794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43%</a:t>
            </a:r>
          </a:p>
        </p:txBody>
      </p:sp>
      <p:sp>
        <p:nvSpPr>
          <p:cNvPr id="1401" name="Text 1401"/>
          <p:cNvSpPr txBox="1"/>
          <p:nvPr/>
        </p:nvSpPr>
        <p:spPr>
          <a:xfrm>
            <a:off x="5097590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1402" name="Text 1402"/>
          <p:cNvSpPr txBox="1"/>
          <p:nvPr/>
        </p:nvSpPr>
        <p:spPr>
          <a:xfrm>
            <a:off x="5722534" y="4422468"/>
            <a:ext cx="35545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 = 31</a:t>
            </a:r>
          </a:p>
        </p:txBody>
      </p:sp>
      <p:sp>
        <p:nvSpPr>
          <p:cNvPr id="1403" name="Text 1403"/>
          <p:cNvSpPr txBox="1"/>
          <p:nvPr/>
        </p:nvSpPr>
        <p:spPr>
          <a:xfrm>
            <a:off x="5642779" y="4974205"/>
            <a:ext cx="514970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Courier New"/>
                <a:cs typeface="Courier New"/>
                <a:sym typeface="Cambria Math"/>
              </a:rPr>
              <a:t>occ 38%</a:t>
            </a:r>
          </a:p>
        </p:txBody>
      </p:sp>
      <p:sp>
        <p:nvSpPr>
          <p:cNvPr id="1404" name="Text 1404"/>
          <p:cNvSpPr txBox="1"/>
          <p:nvPr/>
        </p:nvSpPr>
        <p:spPr>
          <a:xfrm>
            <a:off x="5571574" y="5120475"/>
            <a:ext cx="65737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goal-eligible</a:t>
            </a:r>
          </a:p>
        </p:txBody>
      </p:sp>
      <p:sp>
        <p:nvSpPr>
          <p:cNvPr id="1405" name="Text 1405"/>
          <p:cNvSpPr txBox="1"/>
          <p:nvPr/>
        </p:nvSpPr>
        <p:spPr>
          <a:xfrm>
            <a:off x="1889728" y="5399976"/>
            <a:ext cx="4273373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Each frame is rendered (Cycles, 1024×768) and the subject mesh is projected into it,</a:t>
            </a:r>
          </a:p>
        </p:txBody>
      </p:sp>
      <p:sp>
        <p:nvSpPr>
          <p:cNvPr id="1406" name="Text 1406"/>
          <p:cNvSpPr txBox="1"/>
          <p:nvPr/>
        </p:nvSpPr>
        <p:spPr>
          <a:xfrm>
            <a:off x="1889728" y="5537690"/>
            <a:ext cx="5062594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so its box, bearing, elevation and occupancy are exact — no detector, no annotator. A frame can serve</a:t>
            </a:r>
          </a:p>
        </p:txBody>
      </p:sp>
      <p:sp>
        <p:nvSpPr>
          <p:cNvPr id="1407" name="Text 1407"/>
          <p:cNvSpPr txBox="1"/>
          <p:nvPr/>
        </p:nvSpPr>
        <p:spPr>
          <a:xfrm>
            <a:off x="1889728" y="5675403"/>
            <a:ext cx="3436883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as a goal if occupancy is 10–80 % and ≥ 35 % of the body is visible.</a:t>
            </a:r>
          </a:p>
        </p:txBody>
      </p:sp>
      <p:sp>
        <p:nvSpPr>
          <p:cNvPr id="1408" name="Shape 1408"/>
          <p:cNvSpPr/>
          <p:nvPr/>
        </p:nvSpPr>
        <p:spPr>
          <a:xfrm>
            <a:off x="6406165" y="3909573"/>
            <a:ext cx="207792" cy="207792"/>
          </a:xfrm>
          <a:custGeom>
            <a:avLst/>
            <a:gdLst/>
            <a:ahLst/>
            <a:cxnLst/>
            <a:rect l="0" t="0" r="r" b="b"/>
            <a:pathLst>
              <a:path w="207792" h="207792">
                <a:moveTo>
                  <a:pt x="93598" y="207450"/>
                </a:moveTo>
                <a:lnTo>
                  <a:pt x="73628" y="203458"/>
                </a:lnTo>
                <a:lnTo>
                  <a:pt x="54898" y="195700"/>
                </a:lnTo>
                <a:lnTo>
                  <a:pt x="37953" y="184401"/>
                </a:lnTo>
                <a:lnTo>
                  <a:pt x="30430" y="177362"/>
                </a:lnTo>
                <a:lnTo>
                  <a:pt x="23391" y="169838"/>
                </a:lnTo>
                <a:lnTo>
                  <a:pt x="12092" y="152894"/>
                </a:lnTo>
                <a:lnTo>
                  <a:pt x="4334" y="134164"/>
                </a:lnTo>
                <a:lnTo>
                  <a:pt x="342" y="114193"/>
                </a:lnTo>
                <a:lnTo>
                  <a:pt x="0" y="103896"/>
                </a:lnTo>
                <a:lnTo>
                  <a:pt x="342" y="93598"/>
                </a:lnTo>
                <a:lnTo>
                  <a:pt x="4334" y="73628"/>
                </a:lnTo>
                <a:lnTo>
                  <a:pt x="12092" y="54898"/>
                </a:lnTo>
                <a:lnTo>
                  <a:pt x="23391" y="37953"/>
                </a:lnTo>
                <a:lnTo>
                  <a:pt x="30430" y="30430"/>
                </a:lnTo>
                <a:lnTo>
                  <a:pt x="37953" y="23391"/>
                </a:lnTo>
                <a:lnTo>
                  <a:pt x="54898" y="12092"/>
                </a:lnTo>
                <a:lnTo>
                  <a:pt x="73628" y="4334"/>
                </a:lnTo>
                <a:lnTo>
                  <a:pt x="93598" y="342"/>
                </a:lnTo>
                <a:lnTo>
                  <a:pt x="103896" y="0"/>
                </a:lnTo>
                <a:lnTo>
                  <a:pt x="114193" y="342"/>
                </a:lnTo>
                <a:lnTo>
                  <a:pt x="134164" y="4334"/>
                </a:lnTo>
                <a:lnTo>
                  <a:pt x="152894" y="12092"/>
                </a:lnTo>
                <a:lnTo>
                  <a:pt x="169838" y="23391"/>
                </a:lnTo>
                <a:lnTo>
                  <a:pt x="177362" y="30430"/>
                </a:lnTo>
                <a:lnTo>
                  <a:pt x="184401" y="37953"/>
                </a:lnTo>
                <a:lnTo>
                  <a:pt x="195700" y="54898"/>
                </a:lnTo>
                <a:lnTo>
                  <a:pt x="203458" y="73628"/>
                </a:lnTo>
                <a:lnTo>
                  <a:pt x="207450" y="93598"/>
                </a:lnTo>
                <a:lnTo>
                  <a:pt x="207792" y="103896"/>
                </a:lnTo>
                <a:lnTo>
                  <a:pt x="207450" y="114193"/>
                </a:lnTo>
                <a:lnTo>
                  <a:pt x="203458" y="134164"/>
                </a:lnTo>
                <a:lnTo>
                  <a:pt x="195700" y="152894"/>
                </a:lnTo>
                <a:lnTo>
                  <a:pt x="184401" y="169838"/>
                </a:lnTo>
                <a:lnTo>
                  <a:pt x="177362" y="177362"/>
                </a:lnTo>
                <a:lnTo>
                  <a:pt x="169838" y="184401"/>
                </a:lnTo>
                <a:lnTo>
                  <a:pt x="152894" y="195700"/>
                </a:lnTo>
                <a:lnTo>
                  <a:pt x="134164" y="203458"/>
                </a:lnTo>
                <a:lnTo>
                  <a:pt x="114193" y="207450"/>
                </a:lnTo>
                <a:lnTo>
                  <a:pt x="103896" y="207792"/>
                </a:lnTo>
                <a:lnTo>
                  <a:pt x="93598" y="20745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409" name="Text 1409"/>
          <p:cNvSpPr txBox="1"/>
          <p:nvPr/>
        </p:nvSpPr>
        <p:spPr>
          <a:xfrm>
            <a:off x="6420338" y="3954153"/>
            <a:ext cx="179446" cy="148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936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e</a:t>
            </a:r>
          </a:p>
        </p:txBody>
      </p:sp>
      <p:sp>
        <p:nvSpPr>
          <p:cNvPr id="1410" name="Text 1410"/>
          <p:cNvSpPr txBox="1"/>
          <p:nvPr/>
        </p:nvSpPr>
        <p:spPr>
          <a:xfrm>
            <a:off x="6681184" y="3943288"/>
            <a:ext cx="2221640" cy="1655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4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Windows → action chunks</a:t>
            </a:r>
          </a:p>
        </p:txBody>
      </p:sp>
      <p:sp>
        <p:nvSpPr>
          <p:cNvPr id="1411" name="Text 1411"/>
          <p:cNvSpPr txBox="1"/>
          <p:nvPr/>
        </p:nvSpPr>
        <p:spPr>
          <a:xfrm>
            <a:off x="6434089" y="4694703"/>
            <a:ext cx="151944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0</a:t>
            </a:r>
          </a:p>
        </p:txBody>
      </p:sp>
      <p:sp>
        <p:nvSpPr>
          <p:cNvPr id="1412" name="Text 1412"/>
          <p:cNvSpPr txBox="1"/>
          <p:nvPr/>
        </p:nvSpPr>
        <p:spPr>
          <a:xfrm>
            <a:off x="6916704" y="4694703"/>
            <a:ext cx="151944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4</a:t>
            </a:r>
          </a:p>
        </p:txBody>
      </p:sp>
      <p:sp>
        <p:nvSpPr>
          <p:cNvPr id="1413" name="Text 1413"/>
          <p:cNvSpPr txBox="1"/>
          <p:nvPr/>
        </p:nvSpPr>
        <p:spPr>
          <a:xfrm>
            <a:off x="7399320" y="4694703"/>
            <a:ext cx="151944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8</a:t>
            </a:r>
          </a:p>
        </p:txBody>
      </p:sp>
      <p:sp>
        <p:nvSpPr>
          <p:cNvPr id="1414" name="Text 1414"/>
          <p:cNvSpPr txBox="1"/>
          <p:nvPr/>
        </p:nvSpPr>
        <p:spPr>
          <a:xfrm>
            <a:off x="7851683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12</a:t>
            </a:r>
          </a:p>
        </p:txBody>
      </p:sp>
      <p:sp>
        <p:nvSpPr>
          <p:cNvPr id="1415" name="Text 1415"/>
          <p:cNvSpPr txBox="1"/>
          <p:nvPr/>
        </p:nvSpPr>
        <p:spPr>
          <a:xfrm>
            <a:off x="8334298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16</a:t>
            </a:r>
          </a:p>
        </p:txBody>
      </p:sp>
      <p:sp>
        <p:nvSpPr>
          <p:cNvPr id="1416" name="Text 1416"/>
          <p:cNvSpPr txBox="1"/>
          <p:nvPr/>
        </p:nvSpPr>
        <p:spPr>
          <a:xfrm>
            <a:off x="8816914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20</a:t>
            </a:r>
          </a:p>
        </p:txBody>
      </p:sp>
      <p:sp>
        <p:nvSpPr>
          <p:cNvPr id="1417" name="Text 1417"/>
          <p:cNvSpPr txBox="1"/>
          <p:nvPr/>
        </p:nvSpPr>
        <p:spPr>
          <a:xfrm>
            <a:off x="9299529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24</a:t>
            </a:r>
          </a:p>
        </p:txBody>
      </p:sp>
      <p:sp>
        <p:nvSpPr>
          <p:cNvPr id="1418" name="Text 1418"/>
          <p:cNvSpPr txBox="1"/>
          <p:nvPr/>
        </p:nvSpPr>
        <p:spPr>
          <a:xfrm>
            <a:off x="9782144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28</a:t>
            </a:r>
          </a:p>
        </p:txBody>
      </p:sp>
      <p:sp>
        <p:nvSpPr>
          <p:cNvPr id="1419" name="Text 1419"/>
          <p:cNvSpPr txBox="1"/>
          <p:nvPr/>
        </p:nvSpPr>
        <p:spPr>
          <a:xfrm>
            <a:off x="10144106" y="4694703"/>
            <a:ext cx="21244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31</a:t>
            </a:r>
          </a:p>
        </p:txBody>
      </p:sp>
      <p:sp>
        <p:nvSpPr>
          <p:cNvPr id="1420" name="Text 1420"/>
          <p:cNvSpPr txBox="1"/>
          <p:nvPr/>
        </p:nvSpPr>
        <p:spPr>
          <a:xfrm>
            <a:off x="9889801" y="4816934"/>
            <a:ext cx="360529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frame</a:t>
            </a:r>
          </a:p>
        </p:txBody>
      </p:sp>
      <p:sp>
        <p:nvSpPr>
          <p:cNvPr id="1421" name="Text 1421"/>
          <p:cNvSpPr txBox="1"/>
          <p:nvPr/>
        </p:nvSpPr>
        <p:spPr>
          <a:xfrm>
            <a:off x="9044470" y="4353543"/>
            <a:ext cx="239950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49" i="1" dirty="0">
                <a:solidFill>
                  <a:srgbClr val="3E9A70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749" baseline="-25000" dirty="0">
                <a:solidFill>
                  <a:srgbClr val="3E9A70"/>
                </a:solidFill>
                <a:latin typeface="Times New Roman"/>
                <a:cs typeface="Times New Roman"/>
                <a:sym typeface="Cambria Math"/>
              </a:rPr>
              <a:t>1</a:t>
            </a:r>
          </a:p>
        </p:txBody>
      </p:sp>
      <p:sp>
        <p:nvSpPr>
          <p:cNvPr id="1422" name="Text 1422"/>
          <p:cNvSpPr txBox="1"/>
          <p:nvPr/>
        </p:nvSpPr>
        <p:spPr>
          <a:xfrm>
            <a:off x="8079239" y="4292427"/>
            <a:ext cx="239950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49" i="1" dirty="0">
                <a:solidFill>
                  <a:srgbClr val="5BB58B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749" baseline="-25000" dirty="0">
                <a:solidFill>
                  <a:srgbClr val="5BB58B"/>
                </a:solidFill>
                <a:latin typeface="Times New Roman"/>
                <a:cs typeface="Times New Roman"/>
                <a:sym typeface="Cambria Math"/>
              </a:rPr>
              <a:t>2</a:t>
            </a:r>
          </a:p>
        </p:txBody>
      </p:sp>
      <p:sp>
        <p:nvSpPr>
          <p:cNvPr id="1423" name="Text 1423"/>
          <p:cNvSpPr txBox="1"/>
          <p:nvPr/>
        </p:nvSpPr>
        <p:spPr>
          <a:xfrm>
            <a:off x="7234663" y="4231312"/>
            <a:ext cx="239950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49" i="1" dirty="0">
                <a:solidFill>
                  <a:srgbClr val="22855A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749" baseline="-25000" dirty="0">
                <a:solidFill>
                  <a:srgbClr val="22855A"/>
                </a:solidFill>
                <a:latin typeface="Times New Roman"/>
                <a:cs typeface="Times New Roman"/>
                <a:sym typeface="Cambria Math"/>
              </a:rPr>
              <a:t>3</a:t>
            </a:r>
          </a:p>
        </p:txBody>
      </p:sp>
      <p:sp>
        <p:nvSpPr>
          <p:cNvPr id="1424" name="Shape 1424"/>
          <p:cNvSpPr/>
          <p:nvPr/>
        </p:nvSpPr>
        <p:spPr>
          <a:xfrm>
            <a:off x="1718605" y="4573695"/>
            <a:ext cx="5322508" cy="2126819"/>
          </a:xfrm>
          <a:custGeom>
            <a:avLst/>
            <a:gdLst/>
            <a:ahLst/>
            <a:cxnLst/>
            <a:rect l="0" t="0" r="r" b="b"/>
            <a:pathLst>
              <a:path w="5322508" h="2126819">
                <a:moveTo>
                  <a:pt x="5274071" y="0"/>
                </a:moveTo>
                <a:lnTo>
                  <a:pt x="5262636" y="35191"/>
                </a:lnTo>
                <a:lnTo>
                  <a:pt x="5225634" y="35191"/>
                </a:lnTo>
                <a:lnTo>
                  <a:pt x="5255570" y="56941"/>
                </a:lnTo>
                <a:lnTo>
                  <a:pt x="5244135" y="92132"/>
                </a:lnTo>
                <a:lnTo>
                  <a:pt x="5274071" y="70382"/>
                </a:lnTo>
                <a:lnTo>
                  <a:pt x="5304007" y="92132"/>
                </a:lnTo>
                <a:lnTo>
                  <a:pt x="5292572" y="56941"/>
                </a:lnTo>
                <a:lnTo>
                  <a:pt x="5322508" y="35191"/>
                </a:lnTo>
                <a:lnTo>
                  <a:pt x="5285505" y="35191"/>
                </a:lnTo>
                <a:close/>
              </a:path>
            </a:pathLst>
          </a:custGeom>
          <a:solidFill>
            <a:srgbClr val="2E5FBF"/>
          </a:solidFill>
          <a:ln>
            <a:noFill/>
          </a:ln>
        </p:spPr>
      </p:sp>
      <p:sp>
        <p:nvSpPr>
          <p:cNvPr id="1425" name="Text 1425"/>
          <p:cNvSpPr txBox="1"/>
          <p:nvPr/>
        </p:nvSpPr>
        <p:spPr>
          <a:xfrm>
            <a:off x="6626293" y="4467354"/>
            <a:ext cx="305267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42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goal</a:t>
            </a:r>
          </a:p>
        </p:txBody>
      </p:sp>
      <p:sp>
        <p:nvSpPr>
          <p:cNvPr id="1426" name="Text 1426"/>
          <p:cNvSpPr txBox="1"/>
          <p:nvPr/>
        </p:nvSpPr>
        <p:spPr>
          <a:xfrm>
            <a:off x="6510061" y="4166750"/>
            <a:ext cx="4046826" cy="997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2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pick a goal frame g, then starts s with |g − s| ≤ 32; each walks 8 frames toward g</a:t>
            </a:r>
          </a:p>
        </p:txBody>
      </p:sp>
      <p:sp>
        <p:nvSpPr>
          <p:cNvPr id="1427" name="Text 1427"/>
          <p:cNvSpPr txBox="1"/>
          <p:nvPr/>
        </p:nvSpPr>
        <p:spPr>
          <a:xfrm>
            <a:off x="6477175" y="5195290"/>
            <a:ext cx="212448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10</a:t>
            </a:r>
          </a:p>
        </p:txBody>
      </p:sp>
      <p:sp>
        <p:nvSpPr>
          <p:cNvPr id="1428" name="Text 1428"/>
          <p:cNvSpPr txBox="1"/>
          <p:nvPr/>
        </p:nvSpPr>
        <p:spPr>
          <a:xfrm>
            <a:off x="6706053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9</a:t>
            </a:r>
          </a:p>
        </p:txBody>
      </p:sp>
      <p:sp>
        <p:nvSpPr>
          <p:cNvPr id="1429" name="Text 1429"/>
          <p:cNvSpPr txBox="1"/>
          <p:nvPr/>
        </p:nvSpPr>
        <p:spPr>
          <a:xfrm>
            <a:off x="6904678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8</a:t>
            </a:r>
          </a:p>
        </p:txBody>
      </p:sp>
      <p:sp>
        <p:nvSpPr>
          <p:cNvPr id="1430" name="Text 1430"/>
          <p:cNvSpPr txBox="1"/>
          <p:nvPr/>
        </p:nvSpPr>
        <p:spPr>
          <a:xfrm>
            <a:off x="7103304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7</a:t>
            </a:r>
          </a:p>
        </p:txBody>
      </p:sp>
      <p:sp>
        <p:nvSpPr>
          <p:cNvPr id="1431" name="Text 1431"/>
          <p:cNvSpPr txBox="1"/>
          <p:nvPr/>
        </p:nvSpPr>
        <p:spPr>
          <a:xfrm>
            <a:off x="7301929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6</a:t>
            </a:r>
          </a:p>
        </p:txBody>
      </p:sp>
      <p:sp>
        <p:nvSpPr>
          <p:cNvPr id="1432" name="Text 1432"/>
          <p:cNvSpPr txBox="1"/>
          <p:nvPr/>
        </p:nvSpPr>
        <p:spPr>
          <a:xfrm>
            <a:off x="7500554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5</a:t>
            </a:r>
          </a:p>
        </p:txBody>
      </p:sp>
      <p:sp>
        <p:nvSpPr>
          <p:cNvPr id="1433" name="Text 1433"/>
          <p:cNvSpPr txBox="1"/>
          <p:nvPr/>
        </p:nvSpPr>
        <p:spPr>
          <a:xfrm>
            <a:off x="7699180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4</a:t>
            </a:r>
          </a:p>
        </p:txBody>
      </p:sp>
      <p:sp>
        <p:nvSpPr>
          <p:cNvPr id="1434" name="Text 1434"/>
          <p:cNvSpPr txBox="1"/>
          <p:nvPr/>
        </p:nvSpPr>
        <p:spPr>
          <a:xfrm>
            <a:off x="7897805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4</a:t>
            </a:r>
          </a:p>
        </p:txBody>
      </p:sp>
      <p:sp>
        <p:nvSpPr>
          <p:cNvPr id="1435" name="Text 1435"/>
          <p:cNvSpPr txBox="1"/>
          <p:nvPr/>
        </p:nvSpPr>
        <p:spPr>
          <a:xfrm>
            <a:off x="8096431" y="5195290"/>
            <a:ext cx="151944" cy="954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02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4</a:t>
            </a:r>
          </a:p>
        </p:txBody>
      </p:sp>
      <p:sp>
        <p:nvSpPr>
          <p:cNvPr id="1436" name="Text 1436"/>
          <p:cNvSpPr txBox="1"/>
          <p:nvPr/>
        </p:nvSpPr>
        <p:spPr>
          <a:xfrm>
            <a:off x="6510061" y="5032791"/>
            <a:ext cx="1692055" cy="10398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55" b="1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w</a:t>
            </a:r>
            <a:r>
              <a:rPr lang="en-US" sz="655" b="1" baseline="-25000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3</a:t>
            </a:r>
            <a:r>
              <a:rPr lang="en-US" sz="655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: 9 keyframes (clamped at g)</a:t>
            </a:r>
          </a:p>
        </p:txBody>
      </p:sp>
      <p:sp>
        <p:nvSpPr>
          <p:cNvPr id="1437" name="Text 1437"/>
          <p:cNvSpPr txBox="1"/>
          <p:nvPr/>
        </p:nvSpPr>
        <p:spPr>
          <a:xfrm>
            <a:off x="6510061" y="5383382"/>
            <a:ext cx="2264096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a</a:t>
            </a:r>
            <a:r>
              <a:rPr lang="en-US" sz="615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k</a:t>
            </a:r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: pose change </a:t>
            </a:r>
            <a:r>
              <a:rPr lang="en-US" sz="615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k</a:t>
            </a:r>
            <a:r>
              <a:rPr lang="en-US" sz="615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→ </a:t>
            </a:r>
            <a:r>
              <a:rPr lang="en-US" sz="615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k</a:t>
            </a:r>
            <a:r>
              <a:rPr lang="en-US" sz="615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+1</a:t>
            </a:r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 in the camera frame,</a:t>
            </a:r>
          </a:p>
        </p:txBody>
      </p:sp>
      <p:sp>
        <p:nvSpPr>
          <p:cNvPr id="1438" name="Text 1438"/>
          <p:cNvSpPr txBox="1"/>
          <p:nvPr/>
        </p:nvSpPr>
        <p:spPr>
          <a:xfrm>
            <a:off x="6510061" y="5510281"/>
            <a:ext cx="2165089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15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(Δ </a:t>
            </a:r>
            <a:r>
              <a:rPr lang="en-US" sz="615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t</a:t>
            </a:r>
            <a:r>
              <a:rPr lang="en-US" sz="615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, </a:t>
            </a:r>
            <a:r>
              <a:rPr lang="en-US" sz="615" i="1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R</a:t>
            </a:r>
            <a:r>
              <a:rPr lang="en-US" sz="615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6</a:t>
            </a:r>
            <a:r>
              <a:rPr lang="en-US" sz="615" i="1" baseline="-25000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D</a:t>
            </a:r>
            <a:r>
              <a:rPr lang="en-US" sz="615" dirty="0">
                <a:solidFill>
                  <a:srgbClr val="1F2126"/>
                </a:solidFill>
                <a:latin typeface="Times New Roman"/>
                <a:cs typeface="Times New Roman"/>
                <a:sym typeface="Cambria Math"/>
              </a:rPr>
              <a:t>)</a:t>
            </a:r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 + shoot, latched once g is reached</a:t>
            </a:r>
          </a:p>
        </p:txBody>
      </p:sp>
      <p:sp>
        <p:nvSpPr>
          <p:cNvPr id="1439" name="Shape 1439"/>
          <p:cNvSpPr/>
          <p:nvPr/>
        </p:nvSpPr>
        <p:spPr>
          <a:xfrm>
            <a:off x="1718605" y="5003540"/>
            <a:ext cx="7057716" cy="1699011"/>
          </a:xfrm>
          <a:custGeom>
            <a:avLst/>
            <a:gdLst/>
            <a:ahLst/>
            <a:cxnLst/>
            <a:rect l="0" t="0" r="r" b="b"/>
            <a:pathLst>
              <a:path w="7057716" h="1699011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752982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40" name="Shape 1440"/>
          <p:cNvSpPr/>
          <p:nvPr/>
        </p:nvSpPr>
        <p:spPr>
          <a:xfrm>
            <a:off x="1718605" y="5042654"/>
            <a:ext cx="7057716" cy="1659897"/>
          </a:xfrm>
          <a:custGeom>
            <a:avLst/>
            <a:gdLst/>
            <a:ahLst/>
            <a:cxnLst/>
            <a:rect l="0" t="0" r="r" b="b"/>
            <a:pathLst>
              <a:path w="7057716" h="1659897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3A924C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41" name="Shape 1441"/>
          <p:cNvSpPr/>
          <p:nvPr/>
        </p:nvSpPr>
        <p:spPr>
          <a:xfrm>
            <a:off x="1718605" y="5081768"/>
            <a:ext cx="7057716" cy="1620783"/>
          </a:xfrm>
          <a:custGeom>
            <a:avLst/>
            <a:gdLst/>
            <a:ahLst/>
            <a:cxnLst/>
            <a:rect l="0" t="0" r="r" b="b"/>
            <a:pathLst>
              <a:path w="7057716" h="1620783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8A529A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42" name="Shape 1442"/>
          <p:cNvSpPr/>
          <p:nvPr/>
        </p:nvSpPr>
        <p:spPr>
          <a:xfrm>
            <a:off x="1718605" y="5145328"/>
            <a:ext cx="7057716" cy="1557223"/>
          </a:xfrm>
          <a:custGeom>
            <a:avLst/>
            <a:gdLst/>
            <a:ahLst/>
            <a:cxnLst/>
            <a:rect l="0" t="0" r="r" b="b"/>
            <a:pathLst>
              <a:path w="7057716" h="1557223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43" name="Shape 1443"/>
          <p:cNvSpPr/>
          <p:nvPr/>
        </p:nvSpPr>
        <p:spPr>
          <a:xfrm>
            <a:off x="1718605" y="5184442"/>
            <a:ext cx="7057716" cy="1518109"/>
          </a:xfrm>
          <a:custGeom>
            <a:avLst/>
            <a:gdLst/>
            <a:ahLst/>
            <a:cxnLst/>
            <a:rect l="0" t="0" r="r" b="b"/>
            <a:pathLst>
              <a:path w="7057716" h="1518109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44" name="Shape 1444"/>
          <p:cNvSpPr/>
          <p:nvPr/>
        </p:nvSpPr>
        <p:spPr>
          <a:xfrm>
            <a:off x="1718605" y="5223556"/>
            <a:ext cx="7057716" cy="1478995"/>
          </a:xfrm>
          <a:custGeom>
            <a:avLst/>
            <a:gdLst/>
            <a:ahLst/>
            <a:cxnLst/>
            <a:rect l="0" t="0" r="r" b="b"/>
            <a:pathLst>
              <a:path w="7057716" h="1478995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45" name="Shape 1445"/>
          <p:cNvSpPr/>
          <p:nvPr/>
        </p:nvSpPr>
        <p:spPr>
          <a:xfrm>
            <a:off x="1718605" y="5262670"/>
            <a:ext cx="7057716" cy="1439881"/>
          </a:xfrm>
          <a:custGeom>
            <a:avLst/>
            <a:gdLst/>
            <a:ahLst/>
            <a:cxnLst/>
            <a:rect l="0" t="0" r="r" b="b"/>
            <a:pathLst>
              <a:path w="7057716" h="1439881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46" name="Shape 1446"/>
          <p:cNvSpPr/>
          <p:nvPr/>
        </p:nvSpPr>
        <p:spPr>
          <a:xfrm>
            <a:off x="1718605" y="5301784"/>
            <a:ext cx="7057716" cy="1400767"/>
          </a:xfrm>
          <a:custGeom>
            <a:avLst/>
            <a:gdLst/>
            <a:ahLst/>
            <a:cxnLst/>
            <a:rect l="0" t="0" r="r" b="b"/>
            <a:pathLst>
              <a:path w="7057716" h="1400767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47" name="Shape 1447"/>
          <p:cNvSpPr/>
          <p:nvPr/>
        </p:nvSpPr>
        <p:spPr>
          <a:xfrm>
            <a:off x="1718605" y="5340898"/>
            <a:ext cx="7057716" cy="1361653"/>
          </a:xfrm>
          <a:custGeom>
            <a:avLst/>
            <a:gdLst/>
            <a:ahLst/>
            <a:cxnLst/>
            <a:rect l="0" t="0" r="r" b="b"/>
            <a:pathLst>
              <a:path w="7057716" h="1361653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48" name="Shape 1448"/>
          <p:cNvSpPr/>
          <p:nvPr/>
        </p:nvSpPr>
        <p:spPr>
          <a:xfrm>
            <a:off x="1718605" y="5404458"/>
            <a:ext cx="7057716" cy="1298093"/>
          </a:xfrm>
          <a:custGeom>
            <a:avLst/>
            <a:gdLst/>
            <a:ahLst/>
            <a:cxnLst/>
            <a:rect l="0" t="0" r="r" b="b"/>
            <a:pathLst>
              <a:path w="7057716" h="1298093">
                <a:moveTo>
                  <a:pt x="6942721" y="39113"/>
                </a:moveTo>
                <a:lnTo>
                  <a:pt x="7057716" y="39113"/>
                </a:lnTo>
                <a:lnTo>
                  <a:pt x="7057716" y="0"/>
                </a:lnTo>
                <a:lnTo>
                  <a:pt x="6942721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1449" name="Shape 1449"/>
          <p:cNvSpPr/>
          <p:nvPr/>
        </p:nvSpPr>
        <p:spPr>
          <a:xfrm>
            <a:off x="1718605" y="5003540"/>
            <a:ext cx="7194615" cy="1699011"/>
          </a:xfrm>
          <a:custGeom>
            <a:avLst/>
            <a:gdLst/>
            <a:ahLst/>
            <a:cxnLst/>
            <a:rect l="0" t="0" r="r" b="b"/>
            <a:pathLst>
              <a:path w="7194615" h="1699011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752982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50" name="Shape 1450"/>
          <p:cNvSpPr/>
          <p:nvPr/>
        </p:nvSpPr>
        <p:spPr>
          <a:xfrm>
            <a:off x="1718605" y="5042654"/>
            <a:ext cx="7194615" cy="1659897"/>
          </a:xfrm>
          <a:custGeom>
            <a:avLst/>
            <a:gdLst/>
            <a:ahLst/>
            <a:cxnLst/>
            <a:rect l="0" t="0" r="r" b="b"/>
            <a:pathLst>
              <a:path w="7194615" h="1659897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358E48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51" name="Shape 1451"/>
          <p:cNvSpPr/>
          <p:nvPr/>
        </p:nvSpPr>
        <p:spPr>
          <a:xfrm>
            <a:off x="1718605" y="5081768"/>
            <a:ext cx="7194615" cy="1620783"/>
          </a:xfrm>
          <a:custGeom>
            <a:avLst/>
            <a:gdLst/>
            <a:ahLst/>
            <a:cxnLst/>
            <a:rect l="0" t="0" r="r" b="b"/>
            <a:pathLst>
              <a:path w="7194615" h="1620783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966BA8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52" name="Shape 1452"/>
          <p:cNvSpPr/>
          <p:nvPr/>
        </p:nvSpPr>
        <p:spPr>
          <a:xfrm>
            <a:off x="1718605" y="5145328"/>
            <a:ext cx="7194615" cy="1557223"/>
          </a:xfrm>
          <a:custGeom>
            <a:avLst/>
            <a:gdLst/>
            <a:ahLst/>
            <a:cxnLst/>
            <a:rect l="0" t="0" r="r" b="b"/>
            <a:pathLst>
              <a:path w="7194615" h="1557223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53" name="Shape 1453"/>
          <p:cNvSpPr/>
          <p:nvPr/>
        </p:nvSpPr>
        <p:spPr>
          <a:xfrm>
            <a:off x="1718605" y="5184442"/>
            <a:ext cx="7194615" cy="1518109"/>
          </a:xfrm>
          <a:custGeom>
            <a:avLst/>
            <a:gdLst/>
            <a:ahLst/>
            <a:cxnLst/>
            <a:rect l="0" t="0" r="r" b="b"/>
            <a:pathLst>
              <a:path w="7194615" h="1518109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54" name="Shape 1454"/>
          <p:cNvSpPr/>
          <p:nvPr/>
        </p:nvSpPr>
        <p:spPr>
          <a:xfrm>
            <a:off x="1718605" y="5223556"/>
            <a:ext cx="7194615" cy="1478995"/>
          </a:xfrm>
          <a:custGeom>
            <a:avLst/>
            <a:gdLst/>
            <a:ahLst/>
            <a:cxnLst/>
            <a:rect l="0" t="0" r="r" b="b"/>
            <a:pathLst>
              <a:path w="7194615" h="1478995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55" name="Shape 1455"/>
          <p:cNvSpPr/>
          <p:nvPr/>
        </p:nvSpPr>
        <p:spPr>
          <a:xfrm>
            <a:off x="1718605" y="5262670"/>
            <a:ext cx="7194615" cy="1439881"/>
          </a:xfrm>
          <a:custGeom>
            <a:avLst/>
            <a:gdLst/>
            <a:ahLst/>
            <a:cxnLst/>
            <a:rect l="0" t="0" r="r" b="b"/>
            <a:pathLst>
              <a:path w="7194615" h="1439881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56" name="Shape 1456"/>
          <p:cNvSpPr/>
          <p:nvPr/>
        </p:nvSpPr>
        <p:spPr>
          <a:xfrm>
            <a:off x="1718605" y="5301784"/>
            <a:ext cx="7194615" cy="1400767"/>
          </a:xfrm>
          <a:custGeom>
            <a:avLst/>
            <a:gdLst/>
            <a:ahLst/>
            <a:cxnLst/>
            <a:rect l="0" t="0" r="r" b="b"/>
            <a:pathLst>
              <a:path w="7194615" h="1400767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57" name="Shape 1457"/>
          <p:cNvSpPr/>
          <p:nvPr/>
        </p:nvSpPr>
        <p:spPr>
          <a:xfrm>
            <a:off x="1718605" y="5340898"/>
            <a:ext cx="7194615" cy="1361653"/>
          </a:xfrm>
          <a:custGeom>
            <a:avLst/>
            <a:gdLst/>
            <a:ahLst/>
            <a:cxnLst/>
            <a:rect l="0" t="0" r="r" b="b"/>
            <a:pathLst>
              <a:path w="7194615" h="1361653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58" name="Shape 1458"/>
          <p:cNvSpPr/>
          <p:nvPr/>
        </p:nvSpPr>
        <p:spPr>
          <a:xfrm>
            <a:off x="1718605" y="5404458"/>
            <a:ext cx="7194615" cy="1298093"/>
          </a:xfrm>
          <a:custGeom>
            <a:avLst/>
            <a:gdLst/>
            <a:ahLst/>
            <a:cxnLst/>
            <a:rect l="0" t="0" r="r" b="b"/>
            <a:pathLst>
              <a:path w="7194615" h="1298093">
                <a:moveTo>
                  <a:pt x="7079620" y="39113"/>
                </a:moveTo>
                <a:lnTo>
                  <a:pt x="7194615" y="39113"/>
                </a:lnTo>
                <a:lnTo>
                  <a:pt x="7194615" y="0"/>
                </a:lnTo>
                <a:lnTo>
                  <a:pt x="7079620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1459" name="Shape 1459"/>
          <p:cNvSpPr/>
          <p:nvPr/>
        </p:nvSpPr>
        <p:spPr>
          <a:xfrm>
            <a:off x="1718605" y="5003540"/>
            <a:ext cx="7331514" cy="1699011"/>
          </a:xfrm>
          <a:custGeom>
            <a:avLst/>
            <a:gdLst/>
            <a:ahLst/>
            <a:cxnLst/>
            <a:rect l="0" t="0" r="r" b="b"/>
            <a:pathLst>
              <a:path w="7331514" h="1699011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752982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60" name="Shape 1460"/>
          <p:cNvSpPr/>
          <p:nvPr/>
        </p:nvSpPr>
        <p:spPr>
          <a:xfrm>
            <a:off x="1718605" y="5042654"/>
            <a:ext cx="7331514" cy="1659897"/>
          </a:xfrm>
          <a:custGeom>
            <a:avLst/>
            <a:gdLst/>
            <a:ahLst/>
            <a:cxnLst/>
            <a:rect l="0" t="0" r="r" b="b"/>
            <a:pathLst>
              <a:path w="7331514" h="1659897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328C4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61" name="Shape 1461"/>
          <p:cNvSpPr/>
          <p:nvPr/>
        </p:nvSpPr>
        <p:spPr>
          <a:xfrm>
            <a:off x="1718605" y="5081768"/>
            <a:ext cx="7331514" cy="1620783"/>
          </a:xfrm>
          <a:custGeom>
            <a:avLst/>
            <a:gdLst/>
            <a:ahLst/>
            <a:cxnLst/>
            <a:rect l="0" t="0" r="r" b="b"/>
            <a:pathLst>
              <a:path w="7331514" h="1620783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A681B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62" name="Shape 1462"/>
          <p:cNvSpPr/>
          <p:nvPr/>
        </p:nvSpPr>
        <p:spPr>
          <a:xfrm>
            <a:off x="1718605" y="5145328"/>
            <a:ext cx="7331514" cy="1557223"/>
          </a:xfrm>
          <a:custGeom>
            <a:avLst/>
            <a:gdLst/>
            <a:ahLst/>
            <a:cxnLst/>
            <a:rect l="0" t="0" r="r" b="b"/>
            <a:pathLst>
              <a:path w="7331514" h="1557223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63" name="Shape 1463"/>
          <p:cNvSpPr/>
          <p:nvPr/>
        </p:nvSpPr>
        <p:spPr>
          <a:xfrm>
            <a:off x="1718605" y="5184442"/>
            <a:ext cx="7331514" cy="1518109"/>
          </a:xfrm>
          <a:custGeom>
            <a:avLst/>
            <a:gdLst/>
            <a:ahLst/>
            <a:cxnLst/>
            <a:rect l="0" t="0" r="r" b="b"/>
            <a:pathLst>
              <a:path w="7331514" h="1518109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64" name="Shape 1464"/>
          <p:cNvSpPr/>
          <p:nvPr/>
        </p:nvSpPr>
        <p:spPr>
          <a:xfrm>
            <a:off x="1718605" y="5223556"/>
            <a:ext cx="7331514" cy="1478995"/>
          </a:xfrm>
          <a:custGeom>
            <a:avLst/>
            <a:gdLst/>
            <a:ahLst/>
            <a:cxnLst/>
            <a:rect l="0" t="0" r="r" b="b"/>
            <a:pathLst>
              <a:path w="7331514" h="1478995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65" name="Shape 1465"/>
          <p:cNvSpPr/>
          <p:nvPr/>
        </p:nvSpPr>
        <p:spPr>
          <a:xfrm>
            <a:off x="1718605" y="5262670"/>
            <a:ext cx="7331514" cy="1439881"/>
          </a:xfrm>
          <a:custGeom>
            <a:avLst/>
            <a:gdLst/>
            <a:ahLst/>
            <a:cxnLst/>
            <a:rect l="0" t="0" r="r" b="b"/>
            <a:pathLst>
              <a:path w="7331514" h="1439881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66" name="Shape 1466"/>
          <p:cNvSpPr/>
          <p:nvPr/>
        </p:nvSpPr>
        <p:spPr>
          <a:xfrm>
            <a:off x="1718605" y="5301784"/>
            <a:ext cx="7331514" cy="1400767"/>
          </a:xfrm>
          <a:custGeom>
            <a:avLst/>
            <a:gdLst/>
            <a:ahLst/>
            <a:cxnLst/>
            <a:rect l="0" t="0" r="r" b="b"/>
            <a:pathLst>
              <a:path w="7331514" h="1400767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67" name="Shape 1467"/>
          <p:cNvSpPr/>
          <p:nvPr/>
        </p:nvSpPr>
        <p:spPr>
          <a:xfrm>
            <a:off x="1718605" y="5340898"/>
            <a:ext cx="7331514" cy="1361653"/>
          </a:xfrm>
          <a:custGeom>
            <a:avLst/>
            <a:gdLst/>
            <a:ahLst/>
            <a:cxnLst/>
            <a:rect l="0" t="0" r="r" b="b"/>
            <a:pathLst>
              <a:path w="7331514" h="1361653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68" name="Shape 1468"/>
          <p:cNvSpPr/>
          <p:nvPr/>
        </p:nvSpPr>
        <p:spPr>
          <a:xfrm>
            <a:off x="1718605" y="5404458"/>
            <a:ext cx="7331514" cy="1298093"/>
          </a:xfrm>
          <a:custGeom>
            <a:avLst/>
            <a:gdLst/>
            <a:ahLst/>
            <a:cxnLst/>
            <a:rect l="0" t="0" r="r" b="b"/>
            <a:pathLst>
              <a:path w="7331514" h="1298093">
                <a:moveTo>
                  <a:pt x="7216519" y="39113"/>
                </a:moveTo>
                <a:lnTo>
                  <a:pt x="7331514" y="39113"/>
                </a:lnTo>
                <a:lnTo>
                  <a:pt x="7331514" y="0"/>
                </a:lnTo>
                <a:lnTo>
                  <a:pt x="7216519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1469" name="Shape 1469"/>
          <p:cNvSpPr/>
          <p:nvPr/>
        </p:nvSpPr>
        <p:spPr>
          <a:xfrm>
            <a:off x="1718605" y="5003540"/>
            <a:ext cx="7468413" cy="1699011"/>
          </a:xfrm>
          <a:custGeom>
            <a:avLst/>
            <a:gdLst/>
            <a:ahLst/>
            <a:cxnLst/>
            <a:rect l="0" t="0" r="r" b="b"/>
            <a:pathLst>
              <a:path w="7468413" h="1699011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772B84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70" name="Shape 1470"/>
          <p:cNvSpPr/>
          <p:nvPr/>
        </p:nvSpPr>
        <p:spPr>
          <a:xfrm>
            <a:off x="1718605" y="5042654"/>
            <a:ext cx="7468413" cy="1659897"/>
          </a:xfrm>
          <a:custGeom>
            <a:avLst/>
            <a:gdLst/>
            <a:ahLst/>
            <a:cxnLst/>
            <a:rect l="0" t="0" r="r" b="b"/>
            <a:pathLst>
              <a:path w="7468413" h="1659897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328C4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71" name="Shape 1471"/>
          <p:cNvSpPr/>
          <p:nvPr/>
        </p:nvSpPr>
        <p:spPr>
          <a:xfrm>
            <a:off x="1718605" y="5081768"/>
            <a:ext cx="7468413" cy="1620783"/>
          </a:xfrm>
          <a:custGeom>
            <a:avLst/>
            <a:gdLst/>
            <a:ahLst/>
            <a:cxnLst/>
            <a:rect l="0" t="0" r="r" b="b"/>
            <a:pathLst>
              <a:path w="7468413" h="1620783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B99AC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72" name="Shape 1472"/>
          <p:cNvSpPr/>
          <p:nvPr/>
        </p:nvSpPr>
        <p:spPr>
          <a:xfrm>
            <a:off x="1718605" y="5145328"/>
            <a:ext cx="7468413" cy="1557223"/>
          </a:xfrm>
          <a:custGeom>
            <a:avLst/>
            <a:gdLst/>
            <a:ahLst/>
            <a:cxnLst/>
            <a:rect l="0" t="0" r="r" b="b"/>
            <a:pathLst>
              <a:path w="7468413" h="1557223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73" name="Shape 1473"/>
          <p:cNvSpPr/>
          <p:nvPr/>
        </p:nvSpPr>
        <p:spPr>
          <a:xfrm>
            <a:off x="1718605" y="5184442"/>
            <a:ext cx="7468413" cy="1518109"/>
          </a:xfrm>
          <a:custGeom>
            <a:avLst/>
            <a:gdLst/>
            <a:ahLst/>
            <a:cxnLst/>
            <a:rect l="0" t="0" r="r" b="b"/>
            <a:pathLst>
              <a:path w="7468413" h="1518109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74" name="Shape 1474"/>
          <p:cNvSpPr/>
          <p:nvPr/>
        </p:nvSpPr>
        <p:spPr>
          <a:xfrm>
            <a:off x="1718605" y="5223556"/>
            <a:ext cx="7468413" cy="1478995"/>
          </a:xfrm>
          <a:custGeom>
            <a:avLst/>
            <a:gdLst/>
            <a:ahLst/>
            <a:cxnLst/>
            <a:rect l="0" t="0" r="r" b="b"/>
            <a:pathLst>
              <a:path w="7468413" h="1478995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75" name="Shape 1475"/>
          <p:cNvSpPr/>
          <p:nvPr/>
        </p:nvSpPr>
        <p:spPr>
          <a:xfrm>
            <a:off x="1718605" y="5262670"/>
            <a:ext cx="7468413" cy="1439881"/>
          </a:xfrm>
          <a:custGeom>
            <a:avLst/>
            <a:gdLst/>
            <a:ahLst/>
            <a:cxnLst/>
            <a:rect l="0" t="0" r="r" b="b"/>
            <a:pathLst>
              <a:path w="7468413" h="1439881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76" name="Shape 1476"/>
          <p:cNvSpPr/>
          <p:nvPr/>
        </p:nvSpPr>
        <p:spPr>
          <a:xfrm>
            <a:off x="1718605" y="5301784"/>
            <a:ext cx="7468413" cy="1400767"/>
          </a:xfrm>
          <a:custGeom>
            <a:avLst/>
            <a:gdLst/>
            <a:ahLst/>
            <a:cxnLst/>
            <a:rect l="0" t="0" r="r" b="b"/>
            <a:pathLst>
              <a:path w="7468413" h="1400767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77" name="Shape 1477"/>
          <p:cNvSpPr/>
          <p:nvPr/>
        </p:nvSpPr>
        <p:spPr>
          <a:xfrm>
            <a:off x="1718605" y="5340898"/>
            <a:ext cx="7468413" cy="1361653"/>
          </a:xfrm>
          <a:custGeom>
            <a:avLst/>
            <a:gdLst/>
            <a:ahLst/>
            <a:cxnLst/>
            <a:rect l="0" t="0" r="r" b="b"/>
            <a:pathLst>
              <a:path w="7468413" h="1361653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78" name="Shape 1478"/>
          <p:cNvSpPr/>
          <p:nvPr/>
        </p:nvSpPr>
        <p:spPr>
          <a:xfrm>
            <a:off x="1718605" y="5404458"/>
            <a:ext cx="7468413" cy="1298093"/>
          </a:xfrm>
          <a:custGeom>
            <a:avLst/>
            <a:gdLst/>
            <a:ahLst/>
            <a:cxnLst/>
            <a:rect l="0" t="0" r="r" b="b"/>
            <a:pathLst>
              <a:path w="7468413" h="1298093">
                <a:moveTo>
                  <a:pt x="7353418" y="39113"/>
                </a:moveTo>
                <a:lnTo>
                  <a:pt x="7468413" y="39113"/>
                </a:lnTo>
                <a:lnTo>
                  <a:pt x="7468413" y="0"/>
                </a:lnTo>
                <a:lnTo>
                  <a:pt x="7353418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1479" name="Shape 1479"/>
          <p:cNvSpPr/>
          <p:nvPr/>
        </p:nvSpPr>
        <p:spPr>
          <a:xfrm>
            <a:off x="1718605" y="5003540"/>
            <a:ext cx="7605311" cy="1699011"/>
          </a:xfrm>
          <a:custGeom>
            <a:avLst/>
            <a:gdLst/>
            <a:ahLst/>
            <a:cxnLst/>
            <a:rect l="0" t="0" r="r" b="b"/>
            <a:pathLst>
              <a:path w="7605311" h="1699011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782E85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80" name="Shape 1480"/>
          <p:cNvSpPr/>
          <p:nvPr/>
        </p:nvSpPr>
        <p:spPr>
          <a:xfrm>
            <a:off x="1718605" y="5042654"/>
            <a:ext cx="7605311" cy="1659897"/>
          </a:xfrm>
          <a:custGeom>
            <a:avLst/>
            <a:gdLst/>
            <a:ahLst/>
            <a:cxnLst/>
            <a:rect l="0" t="0" r="r" b="b"/>
            <a:pathLst>
              <a:path w="7605311" h="1659897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308A45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81" name="Shape 1481"/>
          <p:cNvSpPr/>
          <p:nvPr/>
        </p:nvSpPr>
        <p:spPr>
          <a:xfrm>
            <a:off x="1718605" y="5081768"/>
            <a:ext cx="7605311" cy="1620783"/>
          </a:xfrm>
          <a:custGeom>
            <a:avLst/>
            <a:gdLst/>
            <a:ahLst/>
            <a:cxnLst/>
            <a:rect l="0" t="0" r="r" b="b"/>
            <a:pathLst>
              <a:path w="7605311" h="1620783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CBB1D5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82" name="Shape 1482"/>
          <p:cNvSpPr/>
          <p:nvPr/>
        </p:nvSpPr>
        <p:spPr>
          <a:xfrm>
            <a:off x="1718605" y="5145328"/>
            <a:ext cx="7605311" cy="1557223"/>
          </a:xfrm>
          <a:custGeom>
            <a:avLst/>
            <a:gdLst/>
            <a:ahLst/>
            <a:cxnLst/>
            <a:rect l="0" t="0" r="r" b="b"/>
            <a:pathLst>
              <a:path w="7605311" h="1557223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83" name="Shape 1483"/>
          <p:cNvSpPr/>
          <p:nvPr/>
        </p:nvSpPr>
        <p:spPr>
          <a:xfrm>
            <a:off x="1718605" y="5184442"/>
            <a:ext cx="7605311" cy="1518109"/>
          </a:xfrm>
          <a:custGeom>
            <a:avLst/>
            <a:gdLst/>
            <a:ahLst/>
            <a:cxnLst/>
            <a:rect l="0" t="0" r="r" b="b"/>
            <a:pathLst>
              <a:path w="7605311" h="1518109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84" name="Shape 1484"/>
          <p:cNvSpPr/>
          <p:nvPr/>
        </p:nvSpPr>
        <p:spPr>
          <a:xfrm>
            <a:off x="1718605" y="5223556"/>
            <a:ext cx="7605311" cy="1478995"/>
          </a:xfrm>
          <a:custGeom>
            <a:avLst/>
            <a:gdLst/>
            <a:ahLst/>
            <a:cxnLst/>
            <a:rect l="0" t="0" r="r" b="b"/>
            <a:pathLst>
              <a:path w="7605311" h="1478995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85" name="Shape 1485"/>
          <p:cNvSpPr/>
          <p:nvPr/>
        </p:nvSpPr>
        <p:spPr>
          <a:xfrm>
            <a:off x="1718605" y="5262670"/>
            <a:ext cx="7605311" cy="1439881"/>
          </a:xfrm>
          <a:custGeom>
            <a:avLst/>
            <a:gdLst/>
            <a:ahLst/>
            <a:cxnLst/>
            <a:rect l="0" t="0" r="r" b="b"/>
            <a:pathLst>
              <a:path w="7605311" h="1439881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86" name="Shape 1486"/>
          <p:cNvSpPr/>
          <p:nvPr/>
        </p:nvSpPr>
        <p:spPr>
          <a:xfrm>
            <a:off x="1718605" y="5301784"/>
            <a:ext cx="7605311" cy="1400767"/>
          </a:xfrm>
          <a:custGeom>
            <a:avLst/>
            <a:gdLst/>
            <a:ahLst/>
            <a:cxnLst/>
            <a:rect l="0" t="0" r="r" b="b"/>
            <a:pathLst>
              <a:path w="7605311" h="1400767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87" name="Shape 1487"/>
          <p:cNvSpPr/>
          <p:nvPr/>
        </p:nvSpPr>
        <p:spPr>
          <a:xfrm>
            <a:off x="1718605" y="5340898"/>
            <a:ext cx="7605311" cy="1361653"/>
          </a:xfrm>
          <a:custGeom>
            <a:avLst/>
            <a:gdLst/>
            <a:ahLst/>
            <a:cxnLst/>
            <a:rect l="0" t="0" r="r" b="b"/>
            <a:pathLst>
              <a:path w="7605311" h="1361653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88" name="Shape 1488"/>
          <p:cNvSpPr/>
          <p:nvPr/>
        </p:nvSpPr>
        <p:spPr>
          <a:xfrm>
            <a:off x="1718605" y="5404458"/>
            <a:ext cx="7605311" cy="1298093"/>
          </a:xfrm>
          <a:custGeom>
            <a:avLst/>
            <a:gdLst/>
            <a:ahLst/>
            <a:cxnLst/>
            <a:rect l="0" t="0" r="r" b="b"/>
            <a:pathLst>
              <a:path w="7605311" h="1298093">
                <a:moveTo>
                  <a:pt x="7490316" y="39113"/>
                </a:moveTo>
                <a:lnTo>
                  <a:pt x="7605311" y="39113"/>
                </a:lnTo>
                <a:lnTo>
                  <a:pt x="7605311" y="0"/>
                </a:lnTo>
                <a:lnTo>
                  <a:pt x="7490316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1489" name="Shape 1489"/>
          <p:cNvSpPr/>
          <p:nvPr/>
        </p:nvSpPr>
        <p:spPr>
          <a:xfrm>
            <a:off x="1718605" y="5003540"/>
            <a:ext cx="7742210" cy="1699011"/>
          </a:xfrm>
          <a:custGeom>
            <a:avLst/>
            <a:gdLst/>
            <a:ahLst/>
            <a:cxnLst/>
            <a:rect l="0" t="0" r="r" b="b"/>
            <a:pathLst>
              <a:path w="7742210" h="1699011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7B3488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90" name="Shape 1490"/>
          <p:cNvSpPr/>
          <p:nvPr/>
        </p:nvSpPr>
        <p:spPr>
          <a:xfrm>
            <a:off x="1718605" y="5042654"/>
            <a:ext cx="7742210" cy="1659897"/>
          </a:xfrm>
          <a:custGeom>
            <a:avLst/>
            <a:gdLst/>
            <a:ahLst/>
            <a:cxnLst/>
            <a:rect l="0" t="0" r="r" b="b"/>
            <a:pathLst>
              <a:path w="7742210" h="1659897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308A45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91" name="Shape 1491"/>
          <p:cNvSpPr/>
          <p:nvPr/>
        </p:nvSpPr>
        <p:spPr>
          <a:xfrm>
            <a:off x="1718605" y="5081768"/>
            <a:ext cx="7742210" cy="1620783"/>
          </a:xfrm>
          <a:custGeom>
            <a:avLst/>
            <a:gdLst/>
            <a:ahLst/>
            <a:cxnLst/>
            <a:rect l="0" t="0" r="r" b="b"/>
            <a:pathLst>
              <a:path w="7742210" h="1620783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DDC7E1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92" name="Shape 1492"/>
          <p:cNvSpPr/>
          <p:nvPr/>
        </p:nvSpPr>
        <p:spPr>
          <a:xfrm>
            <a:off x="1718605" y="5145328"/>
            <a:ext cx="7742210" cy="1557223"/>
          </a:xfrm>
          <a:custGeom>
            <a:avLst/>
            <a:gdLst/>
            <a:ahLst/>
            <a:cxnLst/>
            <a:rect l="0" t="0" r="r" b="b"/>
            <a:pathLst>
              <a:path w="7742210" h="1557223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93" name="Shape 1493"/>
          <p:cNvSpPr/>
          <p:nvPr/>
        </p:nvSpPr>
        <p:spPr>
          <a:xfrm>
            <a:off x="1718605" y="5184442"/>
            <a:ext cx="7742210" cy="1518109"/>
          </a:xfrm>
          <a:custGeom>
            <a:avLst/>
            <a:gdLst/>
            <a:ahLst/>
            <a:cxnLst/>
            <a:rect l="0" t="0" r="r" b="b"/>
            <a:pathLst>
              <a:path w="7742210" h="1518109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94" name="Shape 1494"/>
          <p:cNvSpPr/>
          <p:nvPr/>
        </p:nvSpPr>
        <p:spPr>
          <a:xfrm>
            <a:off x="1718605" y="5223556"/>
            <a:ext cx="7742210" cy="1478995"/>
          </a:xfrm>
          <a:custGeom>
            <a:avLst/>
            <a:gdLst/>
            <a:ahLst/>
            <a:cxnLst/>
            <a:rect l="0" t="0" r="r" b="b"/>
            <a:pathLst>
              <a:path w="7742210" h="1478995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95" name="Shape 1495"/>
          <p:cNvSpPr/>
          <p:nvPr/>
        </p:nvSpPr>
        <p:spPr>
          <a:xfrm>
            <a:off x="1718605" y="5262670"/>
            <a:ext cx="7742210" cy="1439881"/>
          </a:xfrm>
          <a:custGeom>
            <a:avLst/>
            <a:gdLst/>
            <a:ahLst/>
            <a:cxnLst/>
            <a:rect l="0" t="0" r="r" b="b"/>
            <a:pathLst>
              <a:path w="7742210" h="1439881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96" name="Shape 1496"/>
          <p:cNvSpPr/>
          <p:nvPr/>
        </p:nvSpPr>
        <p:spPr>
          <a:xfrm>
            <a:off x="1718605" y="5301784"/>
            <a:ext cx="7742210" cy="1400767"/>
          </a:xfrm>
          <a:custGeom>
            <a:avLst/>
            <a:gdLst/>
            <a:ahLst/>
            <a:cxnLst/>
            <a:rect l="0" t="0" r="r" b="b"/>
            <a:pathLst>
              <a:path w="7742210" h="1400767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97" name="Shape 1497"/>
          <p:cNvSpPr/>
          <p:nvPr/>
        </p:nvSpPr>
        <p:spPr>
          <a:xfrm>
            <a:off x="1718605" y="5340898"/>
            <a:ext cx="7742210" cy="1361653"/>
          </a:xfrm>
          <a:custGeom>
            <a:avLst/>
            <a:gdLst/>
            <a:ahLst/>
            <a:cxnLst/>
            <a:rect l="0" t="0" r="r" b="b"/>
            <a:pathLst>
              <a:path w="7742210" h="1361653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498" name="Shape 1498"/>
          <p:cNvSpPr/>
          <p:nvPr/>
        </p:nvSpPr>
        <p:spPr>
          <a:xfrm>
            <a:off x="1718605" y="5404458"/>
            <a:ext cx="7742210" cy="1298093"/>
          </a:xfrm>
          <a:custGeom>
            <a:avLst/>
            <a:gdLst/>
            <a:ahLst/>
            <a:cxnLst/>
            <a:rect l="0" t="0" r="r" b="b"/>
            <a:pathLst>
              <a:path w="7742210" h="1298093">
                <a:moveTo>
                  <a:pt x="7627215" y="39113"/>
                </a:moveTo>
                <a:lnTo>
                  <a:pt x="7742210" y="39113"/>
                </a:lnTo>
                <a:lnTo>
                  <a:pt x="7742210" y="0"/>
                </a:lnTo>
                <a:lnTo>
                  <a:pt x="7627215" y="0"/>
                </a:lnTo>
                <a:close/>
              </a:path>
            </a:pathLst>
          </a:custGeom>
          <a:solidFill>
            <a:srgbClr val="FFFFFF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1499" name="Shape 1499"/>
          <p:cNvSpPr/>
          <p:nvPr/>
        </p:nvSpPr>
        <p:spPr>
          <a:xfrm>
            <a:off x="1718605" y="5003540"/>
            <a:ext cx="7879109" cy="1699011"/>
          </a:xfrm>
          <a:custGeom>
            <a:avLst/>
            <a:gdLst/>
            <a:ahLst/>
            <a:cxnLst/>
            <a:rect l="0" t="0" r="r" b="b"/>
            <a:pathLst>
              <a:path w="7879109" h="1699011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00" name="Shape 1500"/>
          <p:cNvSpPr/>
          <p:nvPr/>
        </p:nvSpPr>
        <p:spPr>
          <a:xfrm>
            <a:off x="1718605" y="5042654"/>
            <a:ext cx="7879109" cy="1659897"/>
          </a:xfrm>
          <a:custGeom>
            <a:avLst/>
            <a:gdLst/>
            <a:ahLst/>
            <a:cxnLst/>
            <a:rect l="0" t="0" r="r" b="b"/>
            <a:pathLst>
              <a:path w="7879109" h="1659897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01" name="Shape 1501"/>
          <p:cNvSpPr/>
          <p:nvPr/>
        </p:nvSpPr>
        <p:spPr>
          <a:xfrm>
            <a:off x="1718605" y="5081768"/>
            <a:ext cx="7879109" cy="1620783"/>
          </a:xfrm>
          <a:custGeom>
            <a:avLst/>
            <a:gdLst/>
            <a:ahLst/>
            <a:cxnLst/>
            <a:rect l="0" t="0" r="r" b="b"/>
            <a:pathLst>
              <a:path w="7879109" h="1620783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02" name="Shape 1502"/>
          <p:cNvSpPr/>
          <p:nvPr/>
        </p:nvSpPr>
        <p:spPr>
          <a:xfrm>
            <a:off x="1718605" y="5145328"/>
            <a:ext cx="7879109" cy="1557223"/>
          </a:xfrm>
          <a:custGeom>
            <a:avLst/>
            <a:gdLst/>
            <a:ahLst/>
            <a:cxnLst/>
            <a:rect l="0" t="0" r="r" b="b"/>
            <a:pathLst>
              <a:path w="7879109" h="1557223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03" name="Shape 1503"/>
          <p:cNvSpPr/>
          <p:nvPr/>
        </p:nvSpPr>
        <p:spPr>
          <a:xfrm>
            <a:off x="1718605" y="5184442"/>
            <a:ext cx="7879109" cy="1518109"/>
          </a:xfrm>
          <a:custGeom>
            <a:avLst/>
            <a:gdLst/>
            <a:ahLst/>
            <a:cxnLst/>
            <a:rect l="0" t="0" r="r" b="b"/>
            <a:pathLst>
              <a:path w="7879109" h="1518109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04" name="Shape 1504"/>
          <p:cNvSpPr/>
          <p:nvPr/>
        </p:nvSpPr>
        <p:spPr>
          <a:xfrm>
            <a:off x="1718605" y="5223556"/>
            <a:ext cx="7879109" cy="1478995"/>
          </a:xfrm>
          <a:custGeom>
            <a:avLst/>
            <a:gdLst/>
            <a:ahLst/>
            <a:cxnLst/>
            <a:rect l="0" t="0" r="r" b="b"/>
            <a:pathLst>
              <a:path w="7879109" h="1478995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05" name="Shape 1505"/>
          <p:cNvSpPr/>
          <p:nvPr/>
        </p:nvSpPr>
        <p:spPr>
          <a:xfrm>
            <a:off x="1718605" y="5262670"/>
            <a:ext cx="7879109" cy="1439881"/>
          </a:xfrm>
          <a:custGeom>
            <a:avLst/>
            <a:gdLst/>
            <a:ahLst/>
            <a:cxnLst/>
            <a:rect l="0" t="0" r="r" b="b"/>
            <a:pathLst>
              <a:path w="7879109" h="1439881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06" name="Shape 1506"/>
          <p:cNvSpPr/>
          <p:nvPr/>
        </p:nvSpPr>
        <p:spPr>
          <a:xfrm>
            <a:off x="1718605" y="5301784"/>
            <a:ext cx="7879109" cy="1400767"/>
          </a:xfrm>
          <a:custGeom>
            <a:avLst/>
            <a:gdLst/>
            <a:ahLst/>
            <a:cxnLst/>
            <a:rect l="0" t="0" r="r" b="b"/>
            <a:pathLst>
              <a:path w="7879109" h="1400767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07" name="Shape 1507"/>
          <p:cNvSpPr/>
          <p:nvPr/>
        </p:nvSpPr>
        <p:spPr>
          <a:xfrm>
            <a:off x="1718605" y="5340898"/>
            <a:ext cx="7879109" cy="1361653"/>
          </a:xfrm>
          <a:custGeom>
            <a:avLst/>
            <a:gdLst/>
            <a:ahLst/>
            <a:cxnLst/>
            <a:rect l="0" t="0" r="r" b="b"/>
            <a:pathLst>
              <a:path w="7879109" h="1361653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08" name="Shape 1508"/>
          <p:cNvSpPr/>
          <p:nvPr/>
        </p:nvSpPr>
        <p:spPr>
          <a:xfrm>
            <a:off x="1718605" y="5404458"/>
            <a:ext cx="7879109" cy="1298093"/>
          </a:xfrm>
          <a:custGeom>
            <a:avLst/>
            <a:gdLst/>
            <a:ahLst/>
            <a:cxnLst/>
            <a:rect l="0" t="0" r="r" b="b"/>
            <a:pathLst>
              <a:path w="7879109" h="1298093">
                <a:moveTo>
                  <a:pt x="7764114" y="39113"/>
                </a:moveTo>
                <a:lnTo>
                  <a:pt x="7879109" y="39113"/>
                </a:lnTo>
                <a:lnTo>
                  <a:pt x="7879109" y="0"/>
                </a:lnTo>
                <a:lnTo>
                  <a:pt x="7764114" y="0"/>
                </a:lnTo>
                <a:close/>
              </a:path>
            </a:pathLst>
          </a:custGeom>
          <a:solidFill>
            <a:srgbClr val="1F2126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1509" name="Shape 1509"/>
          <p:cNvSpPr/>
          <p:nvPr/>
        </p:nvSpPr>
        <p:spPr>
          <a:xfrm>
            <a:off x="1718605" y="5003540"/>
            <a:ext cx="8016008" cy="1699011"/>
          </a:xfrm>
          <a:custGeom>
            <a:avLst/>
            <a:gdLst/>
            <a:ahLst/>
            <a:cxnLst/>
            <a:rect l="0" t="0" r="r" b="b"/>
            <a:pathLst>
              <a:path w="8016008" h="1699011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10" name="Shape 1510"/>
          <p:cNvSpPr/>
          <p:nvPr/>
        </p:nvSpPr>
        <p:spPr>
          <a:xfrm>
            <a:off x="1718605" y="5042654"/>
            <a:ext cx="8016008" cy="1659897"/>
          </a:xfrm>
          <a:custGeom>
            <a:avLst/>
            <a:gdLst/>
            <a:ahLst/>
            <a:cxnLst/>
            <a:rect l="0" t="0" r="r" b="b"/>
            <a:pathLst>
              <a:path w="8016008" h="1659897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11" name="Shape 1511"/>
          <p:cNvSpPr/>
          <p:nvPr/>
        </p:nvSpPr>
        <p:spPr>
          <a:xfrm>
            <a:off x="1718605" y="5081768"/>
            <a:ext cx="8016008" cy="1620783"/>
          </a:xfrm>
          <a:custGeom>
            <a:avLst/>
            <a:gdLst/>
            <a:ahLst/>
            <a:cxnLst/>
            <a:rect l="0" t="0" r="r" b="b"/>
            <a:pathLst>
              <a:path w="8016008" h="1620783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6F7F6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12" name="Shape 1512"/>
          <p:cNvSpPr/>
          <p:nvPr/>
        </p:nvSpPr>
        <p:spPr>
          <a:xfrm>
            <a:off x="1718605" y="5145328"/>
            <a:ext cx="8016008" cy="1557223"/>
          </a:xfrm>
          <a:custGeom>
            <a:avLst/>
            <a:gdLst/>
            <a:ahLst/>
            <a:cxnLst/>
            <a:rect l="0" t="0" r="r" b="b"/>
            <a:pathLst>
              <a:path w="8016008" h="1557223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13" name="Shape 1513"/>
          <p:cNvSpPr/>
          <p:nvPr/>
        </p:nvSpPr>
        <p:spPr>
          <a:xfrm>
            <a:off x="1718605" y="5184442"/>
            <a:ext cx="8016008" cy="1518109"/>
          </a:xfrm>
          <a:custGeom>
            <a:avLst/>
            <a:gdLst/>
            <a:ahLst/>
            <a:cxnLst/>
            <a:rect l="0" t="0" r="r" b="b"/>
            <a:pathLst>
              <a:path w="8016008" h="1518109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14" name="Shape 1514"/>
          <p:cNvSpPr/>
          <p:nvPr/>
        </p:nvSpPr>
        <p:spPr>
          <a:xfrm>
            <a:off x="1718605" y="5223556"/>
            <a:ext cx="8016008" cy="1478995"/>
          </a:xfrm>
          <a:custGeom>
            <a:avLst/>
            <a:gdLst/>
            <a:ahLst/>
            <a:cxnLst/>
            <a:rect l="0" t="0" r="r" b="b"/>
            <a:pathLst>
              <a:path w="8016008" h="1478995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15" name="Shape 1515"/>
          <p:cNvSpPr/>
          <p:nvPr/>
        </p:nvSpPr>
        <p:spPr>
          <a:xfrm>
            <a:off x="1718605" y="5262670"/>
            <a:ext cx="8016008" cy="1439881"/>
          </a:xfrm>
          <a:custGeom>
            <a:avLst/>
            <a:gdLst/>
            <a:ahLst/>
            <a:cxnLst/>
            <a:rect l="0" t="0" r="r" b="b"/>
            <a:pathLst>
              <a:path w="8016008" h="1439881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16" name="Shape 1516"/>
          <p:cNvSpPr/>
          <p:nvPr/>
        </p:nvSpPr>
        <p:spPr>
          <a:xfrm>
            <a:off x="1718605" y="5301784"/>
            <a:ext cx="8016008" cy="1400767"/>
          </a:xfrm>
          <a:custGeom>
            <a:avLst/>
            <a:gdLst/>
            <a:ahLst/>
            <a:cxnLst/>
            <a:rect l="0" t="0" r="r" b="b"/>
            <a:pathLst>
              <a:path w="8016008" h="1400767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9F9F9F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17" name="Shape 1517"/>
          <p:cNvSpPr/>
          <p:nvPr/>
        </p:nvSpPr>
        <p:spPr>
          <a:xfrm>
            <a:off x="1718605" y="5340898"/>
            <a:ext cx="8016008" cy="1361653"/>
          </a:xfrm>
          <a:custGeom>
            <a:avLst/>
            <a:gdLst/>
            <a:ahLst/>
            <a:cxnLst/>
            <a:rect l="0" t="0" r="r" b="b"/>
            <a:pathLst>
              <a:path w="8016008" h="1361653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F7F7F7"/>
          </a:solidFill>
          <a:ln w="5092" cap="flat">
            <a:solidFill>
              <a:srgbClr val="FFFFFF"/>
            </a:solidFill>
            <a:miter lim="800000"/>
          </a:ln>
        </p:spPr>
      </p:sp>
      <p:sp>
        <p:nvSpPr>
          <p:cNvPr id="1518" name="Shape 1518"/>
          <p:cNvSpPr/>
          <p:nvPr/>
        </p:nvSpPr>
        <p:spPr>
          <a:xfrm>
            <a:off x="1718605" y="5404458"/>
            <a:ext cx="8016008" cy="1298093"/>
          </a:xfrm>
          <a:custGeom>
            <a:avLst/>
            <a:gdLst/>
            <a:ahLst/>
            <a:cxnLst/>
            <a:rect l="0" t="0" r="r" b="b"/>
            <a:pathLst>
              <a:path w="8016008" h="1298093">
                <a:moveTo>
                  <a:pt x="7901013" y="39113"/>
                </a:moveTo>
                <a:lnTo>
                  <a:pt x="8016008" y="39113"/>
                </a:lnTo>
                <a:lnTo>
                  <a:pt x="8016008" y="0"/>
                </a:lnTo>
                <a:lnTo>
                  <a:pt x="7901013" y="0"/>
                </a:lnTo>
                <a:close/>
              </a:path>
            </a:pathLst>
          </a:custGeom>
          <a:solidFill>
            <a:srgbClr val="1F2126"/>
          </a:solidFill>
          <a:ln w="7639" cap="flat">
            <a:solidFill>
              <a:srgbClr val="1F2126"/>
            </a:solidFill>
            <a:miter lim="800000"/>
          </a:ln>
        </p:spPr>
      </p:sp>
      <p:sp>
        <p:nvSpPr>
          <p:cNvPr id="1519" name="Text 1519"/>
          <p:cNvSpPr txBox="1"/>
          <p:nvPr/>
        </p:nvSpPr>
        <p:spPr>
          <a:xfrm>
            <a:off x="9793186" y="5011825"/>
            <a:ext cx="245451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9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Δ </a:t>
            </a:r>
            <a:r>
              <a:rPr lang="en-US" sz="749" i="1" dirty="0">
                <a:solidFill>
                  <a:srgbClr val="165A3C"/>
                </a:solidFill>
                <a:latin typeface="Times New Roman"/>
                <a:cs typeface="Times New Roman"/>
                <a:sym typeface="Cambria Math"/>
              </a:rPr>
              <a:t>t</a:t>
            </a:r>
          </a:p>
        </p:txBody>
      </p:sp>
      <p:sp>
        <p:nvSpPr>
          <p:cNvPr id="1520" name="Text 1520"/>
          <p:cNvSpPr txBox="1"/>
          <p:nvPr/>
        </p:nvSpPr>
        <p:spPr>
          <a:xfrm>
            <a:off x="9793186" y="5212284"/>
            <a:ext cx="316956" cy="1188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49" i="1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R</a:t>
            </a:r>
            <a:r>
              <a:rPr lang="en-US" sz="749" baseline="-25000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6</a:t>
            </a:r>
            <a:r>
              <a:rPr lang="en-US" sz="749" i="1" baseline="-25000" dirty="0">
                <a:solidFill>
                  <a:srgbClr val="61656D"/>
                </a:solidFill>
                <a:latin typeface="Times New Roman"/>
                <a:cs typeface="Times New Roman"/>
                <a:sym typeface="Cambria Math"/>
              </a:rPr>
              <a:t>D</a:t>
            </a:r>
          </a:p>
        </p:txBody>
      </p:sp>
      <p:sp>
        <p:nvSpPr>
          <p:cNvPr id="1521" name="Text 1521"/>
          <p:cNvSpPr txBox="1"/>
          <p:nvPr/>
        </p:nvSpPr>
        <p:spPr>
          <a:xfrm>
            <a:off x="9793186" y="5379027"/>
            <a:ext cx="382960" cy="1061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8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shoot</a:t>
            </a:r>
          </a:p>
        </p:txBody>
      </p:sp>
      <p:sp>
        <p:nvSpPr>
          <p:cNvPr id="1522" name="Text 1522"/>
          <p:cNvSpPr txBox="1"/>
          <p:nvPr/>
        </p:nvSpPr>
        <p:spPr>
          <a:xfrm>
            <a:off x="8621107" y="5538912"/>
            <a:ext cx="1180518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8 × 10-D action chunk</a:t>
            </a:r>
          </a:p>
        </p:txBody>
      </p:sp>
      <p:sp>
        <p:nvSpPr>
          <p:cNvPr id="1523" name="Text 1523"/>
          <p:cNvSpPr txBox="1"/>
          <p:nvPr/>
        </p:nvSpPr>
        <p:spPr>
          <a:xfrm>
            <a:off x="6510061" y="5831791"/>
            <a:ext cx="4256528" cy="933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588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≤ 20 windows per trajectory (25 % near goal) · 8 view sectors balanced · 8 val scenes held out</a:t>
            </a:r>
          </a:p>
        </p:txBody>
      </p:sp>
      <p:sp>
        <p:nvSpPr>
          <p:cNvPr id="1524" name="Text 1524"/>
          <p:cNvSpPr txBox="1"/>
          <p:nvPr/>
        </p:nvSpPr>
        <p:spPr>
          <a:xfrm>
            <a:off x="2036406" y="6317269"/>
            <a:ext cx="564474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9,889</a:t>
            </a:r>
          </a:p>
        </p:txBody>
      </p:sp>
      <p:sp>
        <p:nvSpPr>
          <p:cNvPr id="1525" name="Text 1525"/>
          <p:cNvSpPr txBox="1"/>
          <p:nvPr/>
        </p:nvSpPr>
        <p:spPr>
          <a:xfrm>
            <a:off x="2702565" y="6275150"/>
            <a:ext cx="866308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scene × subject</a:t>
            </a:r>
          </a:p>
        </p:txBody>
      </p:sp>
      <p:sp>
        <p:nvSpPr>
          <p:cNvPr id="1526" name="Text 1526"/>
          <p:cNvSpPr txBox="1"/>
          <p:nvPr/>
        </p:nvSpPr>
        <p:spPr>
          <a:xfrm>
            <a:off x="2702565" y="6389640"/>
            <a:ext cx="305955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runs</a:t>
            </a:r>
          </a:p>
        </p:txBody>
      </p:sp>
      <p:sp>
        <p:nvSpPr>
          <p:cNvPr id="1527" name="Text 1527"/>
          <p:cNvSpPr txBox="1"/>
          <p:nvPr/>
        </p:nvSpPr>
        <p:spPr>
          <a:xfrm>
            <a:off x="3454285" y="6317269"/>
            <a:ext cx="564474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7,885</a:t>
            </a:r>
          </a:p>
        </p:txBody>
      </p:sp>
      <p:sp>
        <p:nvSpPr>
          <p:cNvPr id="1528" name="Text 1528"/>
          <p:cNvSpPr txBox="1"/>
          <p:nvPr/>
        </p:nvSpPr>
        <p:spPr>
          <a:xfrm>
            <a:off x="4120445" y="6275150"/>
            <a:ext cx="668294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placements</a:t>
            </a:r>
          </a:p>
        </p:txBody>
      </p:sp>
      <p:sp>
        <p:nvSpPr>
          <p:cNvPr id="1529" name="Text 1529"/>
          <p:cNvSpPr txBox="1"/>
          <p:nvPr/>
        </p:nvSpPr>
        <p:spPr>
          <a:xfrm>
            <a:off x="4120445" y="6393714"/>
            <a:ext cx="673794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(91 scenes)</a:t>
            </a:r>
          </a:p>
        </p:txBody>
      </p:sp>
      <p:sp>
        <p:nvSpPr>
          <p:cNvPr id="1530" name="Text 1530"/>
          <p:cNvSpPr txBox="1"/>
          <p:nvPr/>
        </p:nvSpPr>
        <p:spPr>
          <a:xfrm>
            <a:off x="4872165" y="6317269"/>
            <a:ext cx="503969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393k</a:t>
            </a:r>
          </a:p>
        </p:txBody>
      </p:sp>
      <p:sp>
        <p:nvSpPr>
          <p:cNvPr id="1531" name="Text 1531"/>
          <p:cNvSpPr txBox="1"/>
          <p:nvPr/>
        </p:nvSpPr>
        <p:spPr>
          <a:xfrm>
            <a:off x="5409982" y="6275150"/>
            <a:ext cx="520470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sampled</a:t>
            </a:r>
          </a:p>
        </p:txBody>
      </p:sp>
      <p:sp>
        <p:nvSpPr>
          <p:cNvPr id="1532" name="Text 1532"/>
          <p:cNvSpPr txBox="1"/>
          <p:nvPr/>
        </p:nvSpPr>
        <p:spPr>
          <a:xfrm>
            <a:off x="5409982" y="6391677"/>
            <a:ext cx="734556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camera pairs</a:t>
            </a:r>
          </a:p>
        </p:txBody>
      </p:sp>
      <p:sp>
        <p:nvSpPr>
          <p:cNvPr id="1533" name="Text 1533"/>
          <p:cNvSpPr txBox="1"/>
          <p:nvPr/>
        </p:nvSpPr>
        <p:spPr>
          <a:xfrm>
            <a:off x="6290045" y="6317269"/>
            <a:ext cx="399462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75k</a:t>
            </a:r>
          </a:p>
        </p:txBody>
      </p:sp>
      <p:sp>
        <p:nvSpPr>
          <p:cNvPr id="1534" name="Text 1534"/>
          <p:cNvSpPr txBox="1"/>
          <p:nvPr/>
        </p:nvSpPr>
        <p:spPr>
          <a:xfrm>
            <a:off x="6699519" y="6275150"/>
            <a:ext cx="651620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trajectories</a:t>
            </a:r>
          </a:p>
        </p:txBody>
      </p:sp>
      <p:sp>
        <p:nvSpPr>
          <p:cNvPr id="1535" name="Text 1535"/>
          <p:cNvSpPr txBox="1"/>
          <p:nvPr/>
        </p:nvSpPr>
        <p:spPr>
          <a:xfrm>
            <a:off x="6699519" y="6391677"/>
            <a:ext cx="682904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(19 % kept)</a:t>
            </a:r>
          </a:p>
        </p:txBody>
      </p:sp>
      <p:sp>
        <p:nvSpPr>
          <p:cNvPr id="1536" name="Text 1536"/>
          <p:cNvSpPr txBox="1"/>
          <p:nvPr/>
        </p:nvSpPr>
        <p:spPr>
          <a:xfrm>
            <a:off x="7707925" y="6317269"/>
            <a:ext cx="492968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2.4M</a:t>
            </a:r>
          </a:p>
        </p:txBody>
      </p:sp>
      <p:sp>
        <p:nvSpPr>
          <p:cNvPr id="1537" name="Text 1537"/>
          <p:cNvSpPr txBox="1"/>
          <p:nvPr/>
        </p:nvSpPr>
        <p:spPr>
          <a:xfrm>
            <a:off x="8245741" y="6283299"/>
            <a:ext cx="541441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rendered</a:t>
            </a:r>
          </a:p>
        </p:txBody>
      </p:sp>
      <p:sp>
        <p:nvSpPr>
          <p:cNvPr id="1538" name="Text 1538"/>
          <p:cNvSpPr txBox="1"/>
          <p:nvPr/>
        </p:nvSpPr>
        <p:spPr>
          <a:xfrm>
            <a:off x="8245741" y="6399826"/>
            <a:ext cx="432034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frames</a:t>
            </a:r>
          </a:p>
        </p:txBody>
      </p:sp>
      <p:sp>
        <p:nvSpPr>
          <p:cNvPr id="1539" name="Text 1539"/>
          <p:cNvSpPr txBox="1"/>
          <p:nvPr/>
        </p:nvSpPr>
        <p:spPr>
          <a:xfrm>
            <a:off x="9125805" y="6317269"/>
            <a:ext cx="503969" cy="15915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003" b="1" dirty="0">
                <a:solidFill>
                  <a:srgbClr val="165A3C"/>
                </a:solidFill>
                <a:latin typeface="Arial"/>
                <a:cs typeface="Arial"/>
                <a:sym typeface="Cambria Math"/>
              </a:rPr>
              <a:t>150k</a:t>
            </a:r>
          </a:p>
        </p:txBody>
      </p:sp>
      <p:sp>
        <p:nvSpPr>
          <p:cNvPr id="1540" name="Text 1540"/>
          <p:cNvSpPr txBox="1"/>
          <p:nvPr/>
        </p:nvSpPr>
        <p:spPr>
          <a:xfrm>
            <a:off x="9663621" y="6275150"/>
            <a:ext cx="465037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training</a:t>
            </a:r>
          </a:p>
        </p:txBody>
      </p:sp>
      <p:sp>
        <p:nvSpPr>
          <p:cNvPr id="1541" name="Text 1541"/>
          <p:cNvSpPr txBox="1"/>
          <p:nvPr/>
        </p:nvSpPr>
        <p:spPr>
          <a:xfrm>
            <a:off x="9663621" y="6399826"/>
            <a:ext cx="525197" cy="1018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4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windows</a:t>
            </a:r>
          </a:p>
        </p:txBody>
      </p:sp>
      <p:sp>
        <p:nvSpPr>
          <p:cNvPr id="1542" name="Shape 1542"/>
          <p:cNvSpPr/>
          <p:nvPr/>
        </p:nvSpPr>
        <p:spPr>
          <a:xfrm>
            <a:off x="4869721" y="1199711"/>
            <a:ext cx="127120" cy="127120"/>
          </a:xfrm>
          <a:custGeom>
            <a:avLst/>
            <a:gdLst/>
            <a:ahLst/>
            <a:cxnLst/>
            <a:rect l="0" t="0" r="r" b="b"/>
            <a:pathLst>
              <a:path w="127120" h="127120">
                <a:moveTo>
                  <a:pt x="57260" y="126910"/>
                </a:moveTo>
                <a:lnTo>
                  <a:pt x="45043" y="124468"/>
                </a:lnTo>
                <a:lnTo>
                  <a:pt x="33584" y="119722"/>
                </a:lnTo>
                <a:lnTo>
                  <a:pt x="23218" y="112810"/>
                </a:lnTo>
                <a:lnTo>
                  <a:pt x="18616" y="108503"/>
                </a:lnTo>
                <a:lnTo>
                  <a:pt x="14309" y="103901"/>
                </a:lnTo>
                <a:lnTo>
                  <a:pt x="7397" y="93535"/>
                </a:lnTo>
                <a:lnTo>
                  <a:pt x="2651" y="82077"/>
                </a:lnTo>
                <a:lnTo>
                  <a:pt x="209" y="69859"/>
                </a:lnTo>
                <a:lnTo>
                  <a:pt x="0" y="63560"/>
                </a:lnTo>
                <a:lnTo>
                  <a:pt x="209" y="57260"/>
                </a:lnTo>
                <a:lnTo>
                  <a:pt x="2651" y="45043"/>
                </a:lnTo>
                <a:lnTo>
                  <a:pt x="7397" y="33584"/>
                </a:lnTo>
                <a:lnTo>
                  <a:pt x="14309" y="23218"/>
                </a:lnTo>
                <a:lnTo>
                  <a:pt x="18616" y="18616"/>
                </a:lnTo>
                <a:lnTo>
                  <a:pt x="23218" y="14309"/>
                </a:lnTo>
                <a:lnTo>
                  <a:pt x="33584" y="7397"/>
                </a:lnTo>
                <a:lnTo>
                  <a:pt x="45043" y="2651"/>
                </a:lnTo>
                <a:lnTo>
                  <a:pt x="57260" y="209"/>
                </a:lnTo>
                <a:lnTo>
                  <a:pt x="63560" y="0"/>
                </a:lnTo>
                <a:lnTo>
                  <a:pt x="69859" y="209"/>
                </a:lnTo>
                <a:lnTo>
                  <a:pt x="82077" y="2651"/>
                </a:lnTo>
                <a:lnTo>
                  <a:pt x="93535" y="7397"/>
                </a:lnTo>
                <a:lnTo>
                  <a:pt x="103901" y="14309"/>
                </a:lnTo>
                <a:lnTo>
                  <a:pt x="108503" y="18616"/>
                </a:lnTo>
                <a:lnTo>
                  <a:pt x="112810" y="23218"/>
                </a:lnTo>
                <a:lnTo>
                  <a:pt x="119722" y="33584"/>
                </a:lnTo>
                <a:lnTo>
                  <a:pt x="124468" y="45043"/>
                </a:lnTo>
                <a:lnTo>
                  <a:pt x="126910" y="57260"/>
                </a:lnTo>
                <a:lnTo>
                  <a:pt x="127120" y="63560"/>
                </a:lnTo>
                <a:lnTo>
                  <a:pt x="126910" y="69859"/>
                </a:lnTo>
                <a:lnTo>
                  <a:pt x="124468" y="82077"/>
                </a:lnTo>
                <a:lnTo>
                  <a:pt x="119722" y="93535"/>
                </a:lnTo>
                <a:lnTo>
                  <a:pt x="112810" y="103901"/>
                </a:lnTo>
                <a:lnTo>
                  <a:pt x="108503" y="108503"/>
                </a:lnTo>
                <a:lnTo>
                  <a:pt x="103901" y="112810"/>
                </a:lnTo>
                <a:lnTo>
                  <a:pt x="93535" y="119722"/>
                </a:lnTo>
                <a:lnTo>
                  <a:pt x="82077" y="124468"/>
                </a:lnTo>
                <a:lnTo>
                  <a:pt x="69859" y="126910"/>
                </a:lnTo>
                <a:lnTo>
                  <a:pt x="63560" y="127120"/>
                </a:lnTo>
                <a:lnTo>
                  <a:pt x="57260" y="12691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1543" name="Shape 1543"/>
          <p:cNvSpPr/>
          <p:nvPr/>
        </p:nvSpPr>
        <p:spPr>
          <a:xfrm>
            <a:off x="4857498" y="3265415"/>
            <a:ext cx="127120" cy="127120"/>
          </a:xfrm>
          <a:custGeom>
            <a:avLst/>
            <a:gdLst/>
            <a:ahLst/>
            <a:cxnLst/>
            <a:rect l="0" t="0" r="r" b="b"/>
            <a:pathLst>
              <a:path w="127120" h="127120">
                <a:moveTo>
                  <a:pt x="57260" y="126910"/>
                </a:moveTo>
                <a:lnTo>
                  <a:pt x="45043" y="124468"/>
                </a:lnTo>
                <a:lnTo>
                  <a:pt x="33584" y="119722"/>
                </a:lnTo>
                <a:lnTo>
                  <a:pt x="23218" y="112810"/>
                </a:lnTo>
                <a:lnTo>
                  <a:pt x="18616" y="108503"/>
                </a:lnTo>
                <a:lnTo>
                  <a:pt x="14309" y="103901"/>
                </a:lnTo>
                <a:lnTo>
                  <a:pt x="7397" y="93535"/>
                </a:lnTo>
                <a:lnTo>
                  <a:pt x="2651" y="82077"/>
                </a:lnTo>
                <a:lnTo>
                  <a:pt x="209" y="69859"/>
                </a:lnTo>
                <a:lnTo>
                  <a:pt x="0" y="63560"/>
                </a:lnTo>
                <a:lnTo>
                  <a:pt x="209" y="57260"/>
                </a:lnTo>
                <a:lnTo>
                  <a:pt x="2651" y="45043"/>
                </a:lnTo>
                <a:lnTo>
                  <a:pt x="7397" y="33584"/>
                </a:lnTo>
                <a:lnTo>
                  <a:pt x="14309" y="23218"/>
                </a:lnTo>
                <a:lnTo>
                  <a:pt x="18616" y="18616"/>
                </a:lnTo>
                <a:lnTo>
                  <a:pt x="23218" y="14309"/>
                </a:lnTo>
                <a:lnTo>
                  <a:pt x="33584" y="7397"/>
                </a:lnTo>
                <a:lnTo>
                  <a:pt x="45043" y="2651"/>
                </a:lnTo>
                <a:lnTo>
                  <a:pt x="57260" y="209"/>
                </a:lnTo>
                <a:lnTo>
                  <a:pt x="63560" y="0"/>
                </a:lnTo>
                <a:lnTo>
                  <a:pt x="69859" y="209"/>
                </a:lnTo>
                <a:lnTo>
                  <a:pt x="82077" y="2651"/>
                </a:lnTo>
                <a:lnTo>
                  <a:pt x="93535" y="7397"/>
                </a:lnTo>
                <a:lnTo>
                  <a:pt x="103901" y="14309"/>
                </a:lnTo>
                <a:lnTo>
                  <a:pt x="108503" y="18616"/>
                </a:lnTo>
                <a:lnTo>
                  <a:pt x="112810" y="23218"/>
                </a:lnTo>
                <a:lnTo>
                  <a:pt x="119722" y="33584"/>
                </a:lnTo>
                <a:lnTo>
                  <a:pt x="124468" y="45043"/>
                </a:lnTo>
                <a:lnTo>
                  <a:pt x="126910" y="57260"/>
                </a:lnTo>
                <a:lnTo>
                  <a:pt x="127120" y="63560"/>
                </a:lnTo>
                <a:lnTo>
                  <a:pt x="126910" y="69859"/>
                </a:lnTo>
                <a:lnTo>
                  <a:pt x="124468" y="82077"/>
                </a:lnTo>
                <a:lnTo>
                  <a:pt x="119722" y="93535"/>
                </a:lnTo>
                <a:lnTo>
                  <a:pt x="112810" y="103901"/>
                </a:lnTo>
                <a:lnTo>
                  <a:pt x="108503" y="108503"/>
                </a:lnTo>
                <a:lnTo>
                  <a:pt x="103901" y="112810"/>
                </a:lnTo>
                <a:lnTo>
                  <a:pt x="93535" y="119722"/>
                </a:lnTo>
                <a:lnTo>
                  <a:pt x="82077" y="124468"/>
                </a:lnTo>
                <a:lnTo>
                  <a:pt x="69859" y="126910"/>
                </a:lnTo>
                <a:lnTo>
                  <a:pt x="63560" y="127120"/>
                </a:lnTo>
                <a:lnTo>
                  <a:pt x="57260" y="126910"/>
                </a:lnTo>
                <a:close/>
              </a:path>
            </a:pathLst>
          </a:custGeom>
          <a:solidFill>
            <a:srgbClr val="22855A"/>
          </a:solidFill>
          <a:ln>
            <a:noFill/>
          </a:ln>
        </p:spPr>
      </p:sp>
      <p:sp>
        <p:nvSpPr>
          <p:cNvPr id="1544" name="Text 1544"/>
          <p:cNvSpPr txBox="1"/>
          <p:nvPr/>
        </p:nvSpPr>
        <p:spPr>
          <a:xfrm>
            <a:off x="6503149" y="3403706"/>
            <a:ext cx="15194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3</a:t>
            </a:r>
          </a:p>
        </p:txBody>
      </p:sp>
      <p:sp>
        <p:nvSpPr>
          <p:cNvPr id="1545" name="Text 1545"/>
          <p:cNvSpPr txBox="1"/>
          <p:nvPr/>
        </p:nvSpPr>
        <p:spPr>
          <a:xfrm>
            <a:off x="6677940" y="3403706"/>
            <a:ext cx="15194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2</a:t>
            </a:r>
          </a:p>
        </p:txBody>
      </p:sp>
      <p:sp>
        <p:nvSpPr>
          <p:cNvPr id="1546" name="Text 1546"/>
          <p:cNvSpPr txBox="1"/>
          <p:nvPr/>
        </p:nvSpPr>
        <p:spPr>
          <a:xfrm>
            <a:off x="6852730" y="3403706"/>
            <a:ext cx="15194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</a:t>
            </a:r>
          </a:p>
        </p:txBody>
      </p:sp>
      <p:sp>
        <p:nvSpPr>
          <p:cNvPr id="1547" name="Text 1547"/>
          <p:cNvSpPr txBox="1"/>
          <p:nvPr/>
        </p:nvSpPr>
        <p:spPr>
          <a:xfrm>
            <a:off x="7027520" y="3403706"/>
            <a:ext cx="15194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8</a:t>
            </a:r>
          </a:p>
        </p:txBody>
      </p:sp>
      <p:sp>
        <p:nvSpPr>
          <p:cNvPr id="1548" name="Text 1548"/>
          <p:cNvSpPr txBox="1"/>
          <p:nvPr/>
        </p:nvSpPr>
        <p:spPr>
          <a:xfrm>
            <a:off x="7202311" y="3403706"/>
            <a:ext cx="151944" cy="976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15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4</a:t>
            </a:r>
          </a:p>
        </p:txBody>
      </p:sp>
      <p:sp>
        <p:nvSpPr>
          <p:cNvPr id="1549" name="Shape 1549"/>
          <p:cNvSpPr/>
          <p:nvPr/>
        </p:nvSpPr>
        <p:spPr>
          <a:xfrm>
            <a:off x="8701853" y="4896291"/>
            <a:ext cx="41846" cy="36483"/>
          </a:xfrm>
          <a:custGeom>
            <a:avLst/>
            <a:gdLst/>
            <a:ahLst/>
            <a:cxnLst/>
            <a:rect l="0" t="0" r="r" b="b"/>
            <a:pathLst>
              <a:path w="41846" h="36483" fill="none">
                <a:moveTo>
                  <a:pt x="41846" y="0"/>
                </a:moveTo>
                <a:quadBezTo>
                  <a:pt x="16971" y="21687"/>
                  <a:pt x="0" y="36483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1550" name="Shape 1550"/>
          <p:cNvSpPr/>
          <p:nvPr/>
        </p:nvSpPr>
        <p:spPr>
          <a:xfrm>
            <a:off x="1718605" y="4893322"/>
            <a:ext cx="7024275" cy="1809229"/>
          </a:xfrm>
          <a:custGeom>
            <a:avLst/>
            <a:gdLst/>
            <a:ahLst/>
            <a:cxnLst/>
            <a:rect l="0" t="0" r="r" b="b"/>
            <a:pathLst>
              <a:path w="7024275" h="1809229">
                <a:moveTo>
                  <a:pt x="7024275" y="30710"/>
                </a:moveTo>
                <a:lnTo>
                  <a:pt x="6983248" y="39452"/>
                </a:lnTo>
                <a:lnTo>
                  <a:pt x="6997500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1551" name="Shape 1551"/>
          <p:cNvSpPr/>
          <p:nvPr/>
        </p:nvSpPr>
        <p:spPr>
          <a:xfrm>
            <a:off x="8838873" y="4896089"/>
            <a:ext cx="41548" cy="36822"/>
          </a:xfrm>
          <a:custGeom>
            <a:avLst/>
            <a:gdLst/>
            <a:ahLst/>
            <a:cxnLst/>
            <a:rect l="0" t="0" r="r" b="b"/>
            <a:pathLst>
              <a:path w="41548" h="36822" fill="none">
                <a:moveTo>
                  <a:pt x="41548" y="0"/>
                </a:moveTo>
                <a:quadBezTo>
                  <a:pt x="16850" y="21889"/>
                  <a:pt x="0" y="36822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1552" name="Shape 1552"/>
          <p:cNvSpPr/>
          <p:nvPr/>
        </p:nvSpPr>
        <p:spPr>
          <a:xfrm>
            <a:off x="1718605" y="4893345"/>
            <a:ext cx="7161222" cy="1809206"/>
          </a:xfrm>
          <a:custGeom>
            <a:avLst/>
            <a:gdLst/>
            <a:ahLst/>
            <a:cxnLst/>
            <a:rect l="0" t="0" r="r" b="b"/>
            <a:pathLst>
              <a:path w="7161222" h="1809206">
                <a:moveTo>
                  <a:pt x="7161222" y="30492"/>
                </a:moveTo>
                <a:lnTo>
                  <a:pt x="7120267" y="39567"/>
                </a:lnTo>
                <a:lnTo>
                  <a:pt x="7134198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1553" name="Shape 1553"/>
          <p:cNvSpPr/>
          <p:nvPr/>
        </p:nvSpPr>
        <p:spPr>
          <a:xfrm>
            <a:off x="8975893" y="4895890"/>
            <a:ext cx="41249" cy="37157"/>
          </a:xfrm>
          <a:custGeom>
            <a:avLst/>
            <a:gdLst/>
            <a:ahLst/>
            <a:cxnLst/>
            <a:rect l="0" t="0" r="r" b="b"/>
            <a:pathLst>
              <a:path w="41249" h="37157" fill="none">
                <a:moveTo>
                  <a:pt x="41249" y="0"/>
                </a:moveTo>
                <a:quadBezTo>
                  <a:pt x="16728" y="22088"/>
                  <a:pt x="0" y="37157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1554" name="Shape 1554"/>
          <p:cNvSpPr/>
          <p:nvPr/>
        </p:nvSpPr>
        <p:spPr>
          <a:xfrm>
            <a:off x="1718605" y="4893369"/>
            <a:ext cx="7298167" cy="1809182"/>
          </a:xfrm>
          <a:custGeom>
            <a:avLst/>
            <a:gdLst/>
            <a:ahLst/>
            <a:cxnLst/>
            <a:rect l="0" t="0" r="r" b="b"/>
            <a:pathLst>
              <a:path w="7298167" h="1809182">
                <a:moveTo>
                  <a:pt x="7298167" y="30272"/>
                </a:moveTo>
                <a:lnTo>
                  <a:pt x="7257287" y="39678"/>
                </a:lnTo>
                <a:lnTo>
                  <a:pt x="7270898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1555" name="Shape 1555"/>
          <p:cNvSpPr/>
          <p:nvPr/>
        </p:nvSpPr>
        <p:spPr>
          <a:xfrm>
            <a:off x="9112912" y="4895695"/>
            <a:ext cx="40951" cy="37486"/>
          </a:xfrm>
          <a:custGeom>
            <a:avLst/>
            <a:gdLst/>
            <a:ahLst/>
            <a:cxnLst/>
            <a:rect l="0" t="0" r="r" b="b"/>
            <a:pathLst>
              <a:path w="40951" h="37486" fill="none">
                <a:moveTo>
                  <a:pt x="40951" y="0"/>
                </a:moveTo>
                <a:quadBezTo>
                  <a:pt x="16608" y="22283"/>
                  <a:pt x="0" y="37486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1556" name="Shape 1556"/>
          <p:cNvSpPr/>
          <p:nvPr/>
        </p:nvSpPr>
        <p:spPr>
          <a:xfrm>
            <a:off x="1718605" y="4893395"/>
            <a:ext cx="7435110" cy="1809156"/>
          </a:xfrm>
          <a:custGeom>
            <a:avLst/>
            <a:gdLst/>
            <a:ahLst/>
            <a:cxnLst/>
            <a:rect l="0" t="0" r="r" b="b"/>
            <a:pathLst>
              <a:path w="7435110" h="1809156">
                <a:moveTo>
                  <a:pt x="7435110" y="30053"/>
                </a:moveTo>
                <a:lnTo>
                  <a:pt x="7394307" y="39786"/>
                </a:lnTo>
                <a:lnTo>
                  <a:pt x="7407600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1557" name="Shape 1557"/>
          <p:cNvSpPr/>
          <p:nvPr/>
        </p:nvSpPr>
        <p:spPr>
          <a:xfrm>
            <a:off x="9249932" y="4895504"/>
            <a:ext cx="40653" cy="37808"/>
          </a:xfrm>
          <a:custGeom>
            <a:avLst/>
            <a:gdLst/>
            <a:ahLst/>
            <a:cxnLst/>
            <a:rect l="0" t="0" r="r" b="b"/>
            <a:pathLst>
              <a:path w="40653" h="37808" fill="none">
                <a:moveTo>
                  <a:pt x="40653" y="0"/>
                </a:moveTo>
                <a:quadBezTo>
                  <a:pt x="16487" y="22475"/>
                  <a:pt x="0" y="37808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1558" name="Shape 1558"/>
          <p:cNvSpPr/>
          <p:nvPr/>
        </p:nvSpPr>
        <p:spPr>
          <a:xfrm>
            <a:off x="1718605" y="4893422"/>
            <a:ext cx="7572052" cy="1809129"/>
          </a:xfrm>
          <a:custGeom>
            <a:avLst/>
            <a:gdLst/>
            <a:ahLst/>
            <a:cxnLst/>
            <a:rect l="0" t="0" r="r" b="b"/>
            <a:pathLst>
              <a:path w="7572052" h="1809129">
                <a:moveTo>
                  <a:pt x="7572052" y="29835"/>
                </a:moveTo>
                <a:lnTo>
                  <a:pt x="7531327" y="39890"/>
                </a:lnTo>
                <a:lnTo>
                  <a:pt x="7544305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1559" name="Shape 1559"/>
          <p:cNvSpPr/>
          <p:nvPr/>
        </p:nvSpPr>
        <p:spPr>
          <a:xfrm>
            <a:off x="9386951" y="4895316"/>
            <a:ext cx="40359" cy="38122"/>
          </a:xfrm>
          <a:custGeom>
            <a:avLst/>
            <a:gdLst/>
            <a:ahLst/>
            <a:cxnLst/>
            <a:rect l="0" t="0" r="r" b="b"/>
            <a:pathLst>
              <a:path w="40359" h="38122" fill="none">
                <a:moveTo>
                  <a:pt x="40359" y="0"/>
                </a:moveTo>
                <a:quadBezTo>
                  <a:pt x="16367" y="22662"/>
                  <a:pt x="0" y="38122"/>
                </a:quadBezTo>
              </a:path>
            </a:pathLst>
          </a:custGeom>
          <a:noFill/>
          <a:ln w="10185" cap="rnd">
            <a:solidFill>
              <a:srgbClr val="165A3C"/>
            </a:solidFill>
            <a:miter lim="800000"/>
          </a:ln>
        </p:spPr>
      </p:sp>
      <p:sp>
        <p:nvSpPr>
          <p:cNvPr id="1560" name="Shape 1560"/>
          <p:cNvSpPr/>
          <p:nvPr/>
        </p:nvSpPr>
        <p:spPr>
          <a:xfrm>
            <a:off x="1718605" y="4893450"/>
            <a:ext cx="7708991" cy="1809101"/>
          </a:xfrm>
          <a:custGeom>
            <a:avLst/>
            <a:gdLst/>
            <a:ahLst/>
            <a:cxnLst/>
            <a:rect l="0" t="0" r="r" b="b"/>
            <a:pathLst>
              <a:path w="7708991" h="1809101">
                <a:moveTo>
                  <a:pt x="7708991" y="29619"/>
                </a:moveTo>
                <a:lnTo>
                  <a:pt x="7668345" y="39989"/>
                </a:lnTo>
                <a:lnTo>
                  <a:pt x="7681013" y="0"/>
                </a:lnTo>
                <a:close/>
              </a:path>
            </a:pathLst>
          </a:custGeom>
          <a:solidFill>
            <a:srgbClr val="165A3C"/>
          </a:solidFill>
          <a:ln w="10185" cap="rnd">
            <a:solidFill>
              <a:srgbClr val="165A3C"/>
            </a:solidFill>
            <a:miter lim="800000"/>
          </a:ln>
        </p:spPr>
      </p:sp>
      <p:sp>
        <p:nvSpPr>
          <p:cNvPr id="1561" name="Text 1561"/>
          <p:cNvSpPr txBox="1"/>
          <p:nvPr/>
        </p:nvSpPr>
        <p:spPr>
          <a:xfrm>
            <a:off x="4851808" y="1218928"/>
            <a:ext cx="162945" cy="1103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95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2</a:t>
            </a:r>
          </a:p>
        </p:txBody>
      </p:sp>
      <p:sp>
        <p:nvSpPr>
          <p:cNvPr id="1562" name="Text 1562"/>
          <p:cNvSpPr txBox="1"/>
          <p:nvPr/>
        </p:nvSpPr>
        <p:spPr>
          <a:xfrm>
            <a:off x="4839585" y="3284633"/>
            <a:ext cx="162945" cy="1103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95" b="1" dirty="0">
                <a:solidFill>
                  <a:srgbClr val="FFFFFF"/>
                </a:solidFill>
                <a:latin typeface="Arial"/>
                <a:cs typeface="Arial"/>
                <a:sym typeface="Cambria Math"/>
              </a:rPr>
              <a:t>3</a:t>
            </a:r>
          </a:p>
        </p:txBody>
      </p:sp>
      <p:sp>
        <p:nvSpPr>
          <p:cNvPr id="1563" name="Shape 1563"/>
          <p:cNvSpPr/>
          <p:nvPr/>
        </p:nvSpPr>
        <p:spPr>
          <a:xfrm>
            <a:off x="9513326" y="4891088"/>
            <a:ext cx="53781" cy="53781"/>
          </a:xfrm>
          <a:custGeom>
            <a:avLst/>
            <a:gdLst/>
            <a:ahLst/>
            <a:cxnLst/>
            <a:rect l="0" t="0" r="r" b="b"/>
            <a:pathLst>
              <a:path w="53781" h="53781">
                <a:moveTo>
                  <a:pt x="21578" y="53427"/>
                </a:moveTo>
                <a:lnTo>
                  <a:pt x="11882" y="49411"/>
                </a:lnTo>
                <a:lnTo>
                  <a:pt x="7876" y="45905"/>
                </a:lnTo>
                <a:lnTo>
                  <a:pt x="4370" y="41898"/>
                </a:lnTo>
                <a:lnTo>
                  <a:pt x="354" y="32203"/>
                </a:lnTo>
                <a:lnTo>
                  <a:pt x="0" y="26890"/>
                </a:lnTo>
                <a:lnTo>
                  <a:pt x="354" y="21578"/>
                </a:lnTo>
                <a:lnTo>
                  <a:pt x="4370" y="11882"/>
                </a:lnTo>
                <a:lnTo>
                  <a:pt x="7876" y="7876"/>
                </a:lnTo>
                <a:lnTo>
                  <a:pt x="11882" y="4370"/>
                </a:lnTo>
                <a:lnTo>
                  <a:pt x="21578" y="354"/>
                </a:lnTo>
                <a:lnTo>
                  <a:pt x="26890" y="0"/>
                </a:lnTo>
                <a:lnTo>
                  <a:pt x="32203" y="354"/>
                </a:lnTo>
                <a:lnTo>
                  <a:pt x="41898" y="4370"/>
                </a:lnTo>
                <a:lnTo>
                  <a:pt x="45905" y="7876"/>
                </a:lnTo>
                <a:lnTo>
                  <a:pt x="49411" y="11882"/>
                </a:lnTo>
                <a:lnTo>
                  <a:pt x="53427" y="21578"/>
                </a:lnTo>
                <a:lnTo>
                  <a:pt x="53781" y="26890"/>
                </a:lnTo>
                <a:lnTo>
                  <a:pt x="53427" y="32203"/>
                </a:lnTo>
                <a:lnTo>
                  <a:pt x="49411" y="41898"/>
                </a:lnTo>
                <a:lnTo>
                  <a:pt x="45905" y="45905"/>
                </a:lnTo>
                <a:lnTo>
                  <a:pt x="41898" y="49411"/>
                </a:lnTo>
                <a:lnTo>
                  <a:pt x="32203" y="53427"/>
                </a:lnTo>
                <a:lnTo>
                  <a:pt x="26890" y="53781"/>
                </a:lnTo>
                <a:lnTo>
                  <a:pt x="21578" y="53427"/>
                </a:lnTo>
                <a:close/>
              </a:path>
            </a:pathLst>
          </a:custGeom>
          <a:solidFill>
            <a:srgbClr val="1F2126"/>
          </a:solidFill>
          <a:ln w="8488" cap="flat">
            <a:solidFill>
              <a:srgbClr val="1F2126"/>
            </a:solidFill>
            <a:miter lim="800000"/>
          </a:ln>
        </p:spPr>
      </p:sp>
      <p:sp>
        <p:nvSpPr>
          <p:cNvPr id="1564" name="Shape 1564"/>
          <p:cNvSpPr/>
          <p:nvPr/>
        </p:nvSpPr>
        <p:spPr>
          <a:xfrm>
            <a:off x="9650225" y="4891088"/>
            <a:ext cx="53781" cy="53781"/>
          </a:xfrm>
          <a:custGeom>
            <a:avLst/>
            <a:gdLst/>
            <a:ahLst/>
            <a:cxnLst/>
            <a:rect l="0" t="0" r="r" b="b"/>
            <a:pathLst>
              <a:path w="53781" h="53781">
                <a:moveTo>
                  <a:pt x="21578" y="53427"/>
                </a:moveTo>
                <a:lnTo>
                  <a:pt x="11882" y="49411"/>
                </a:lnTo>
                <a:lnTo>
                  <a:pt x="7876" y="45905"/>
                </a:lnTo>
                <a:lnTo>
                  <a:pt x="4370" y="41898"/>
                </a:lnTo>
                <a:lnTo>
                  <a:pt x="354" y="32203"/>
                </a:lnTo>
                <a:lnTo>
                  <a:pt x="0" y="26890"/>
                </a:lnTo>
                <a:lnTo>
                  <a:pt x="354" y="21578"/>
                </a:lnTo>
                <a:lnTo>
                  <a:pt x="4370" y="11882"/>
                </a:lnTo>
                <a:lnTo>
                  <a:pt x="7876" y="7876"/>
                </a:lnTo>
                <a:lnTo>
                  <a:pt x="11882" y="4370"/>
                </a:lnTo>
                <a:lnTo>
                  <a:pt x="21578" y="354"/>
                </a:lnTo>
                <a:lnTo>
                  <a:pt x="26890" y="0"/>
                </a:lnTo>
                <a:lnTo>
                  <a:pt x="32203" y="354"/>
                </a:lnTo>
                <a:lnTo>
                  <a:pt x="41898" y="4370"/>
                </a:lnTo>
                <a:lnTo>
                  <a:pt x="45905" y="7876"/>
                </a:lnTo>
                <a:lnTo>
                  <a:pt x="49411" y="11882"/>
                </a:lnTo>
                <a:lnTo>
                  <a:pt x="53427" y="21578"/>
                </a:lnTo>
                <a:lnTo>
                  <a:pt x="53781" y="26890"/>
                </a:lnTo>
                <a:lnTo>
                  <a:pt x="53427" y="32203"/>
                </a:lnTo>
                <a:lnTo>
                  <a:pt x="49411" y="41898"/>
                </a:lnTo>
                <a:lnTo>
                  <a:pt x="45905" y="45905"/>
                </a:lnTo>
                <a:lnTo>
                  <a:pt x="41898" y="49411"/>
                </a:lnTo>
                <a:lnTo>
                  <a:pt x="32203" y="53427"/>
                </a:lnTo>
                <a:lnTo>
                  <a:pt x="26890" y="53781"/>
                </a:lnTo>
                <a:lnTo>
                  <a:pt x="21578" y="53427"/>
                </a:lnTo>
                <a:close/>
              </a:path>
            </a:pathLst>
          </a:custGeom>
          <a:solidFill>
            <a:srgbClr val="1F2126"/>
          </a:solidFill>
          <a:ln w="8488" cap="flat">
            <a:solidFill>
              <a:srgbClr val="1F2126"/>
            </a:solidFill>
            <a:miter lim="800000"/>
          </a:ln>
        </p:spPr>
      </p:sp>
      <p:sp>
        <p:nvSpPr>
          <p:cNvPr id="1565" name="Shape 1565"/>
          <p:cNvSpPr/>
          <p:nvPr/>
        </p:nvSpPr>
        <p:spPr>
          <a:xfrm>
            <a:off x="9528116" y="4905878"/>
            <a:ext cx="24201" cy="24201"/>
          </a:xfrm>
          <a:custGeom>
            <a:avLst/>
            <a:gdLst/>
            <a:ahLst/>
            <a:cxnLst/>
            <a:rect l="0" t="0" r="r" b="b"/>
            <a:pathLst>
              <a:path w="24201" h="24201">
                <a:moveTo>
                  <a:pt x="9710" y="24042"/>
                </a:moveTo>
                <a:lnTo>
                  <a:pt x="5347" y="22235"/>
                </a:lnTo>
                <a:lnTo>
                  <a:pt x="3544" y="20657"/>
                </a:lnTo>
                <a:lnTo>
                  <a:pt x="1966" y="18854"/>
                </a:lnTo>
                <a:lnTo>
                  <a:pt x="159" y="14491"/>
                </a:lnTo>
                <a:lnTo>
                  <a:pt x="0" y="12100"/>
                </a:lnTo>
                <a:lnTo>
                  <a:pt x="159" y="9710"/>
                </a:lnTo>
                <a:lnTo>
                  <a:pt x="1966" y="5347"/>
                </a:lnTo>
                <a:lnTo>
                  <a:pt x="3544" y="3544"/>
                </a:lnTo>
                <a:lnTo>
                  <a:pt x="5347" y="1966"/>
                </a:lnTo>
                <a:lnTo>
                  <a:pt x="9710" y="159"/>
                </a:lnTo>
                <a:lnTo>
                  <a:pt x="12100" y="0"/>
                </a:lnTo>
                <a:lnTo>
                  <a:pt x="14491" y="159"/>
                </a:lnTo>
                <a:lnTo>
                  <a:pt x="18854" y="1966"/>
                </a:lnTo>
                <a:lnTo>
                  <a:pt x="20657" y="3544"/>
                </a:lnTo>
                <a:lnTo>
                  <a:pt x="22235" y="5347"/>
                </a:lnTo>
                <a:lnTo>
                  <a:pt x="24042" y="9710"/>
                </a:lnTo>
                <a:lnTo>
                  <a:pt x="24201" y="12100"/>
                </a:lnTo>
                <a:lnTo>
                  <a:pt x="24042" y="14491"/>
                </a:lnTo>
                <a:lnTo>
                  <a:pt x="22235" y="18854"/>
                </a:lnTo>
                <a:lnTo>
                  <a:pt x="20657" y="20657"/>
                </a:lnTo>
                <a:lnTo>
                  <a:pt x="18854" y="22235"/>
                </a:lnTo>
                <a:lnTo>
                  <a:pt x="14491" y="24042"/>
                </a:lnTo>
                <a:lnTo>
                  <a:pt x="12100" y="24201"/>
                </a:lnTo>
                <a:lnTo>
                  <a:pt x="9710" y="24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66" name="Shape 1566"/>
          <p:cNvSpPr/>
          <p:nvPr/>
        </p:nvSpPr>
        <p:spPr>
          <a:xfrm>
            <a:off x="9665015" y="4905878"/>
            <a:ext cx="24201" cy="24201"/>
          </a:xfrm>
          <a:custGeom>
            <a:avLst/>
            <a:gdLst/>
            <a:ahLst/>
            <a:cxnLst/>
            <a:rect l="0" t="0" r="r" b="b"/>
            <a:pathLst>
              <a:path w="24201" h="24201">
                <a:moveTo>
                  <a:pt x="9710" y="24042"/>
                </a:moveTo>
                <a:lnTo>
                  <a:pt x="5347" y="22235"/>
                </a:lnTo>
                <a:lnTo>
                  <a:pt x="3544" y="20657"/>
                </a:lnTo>
                <a:lnTo>
                  <a:pt x="1966" y="18854"/>
                </a:lnTo>
                <a:lnTo>
                  <a:pt x="159" y="14491"/>
                </a:lnTo>
                <a:lnTo>
                  <a:pt x="0" y="12100"/>
                </a:lnTo>
                <a:lnTo>
                  <a:pt x="159" y="9710"/>
                </a:lnTo>
                <a:lnTo>
                  <a:pt x="1966" y="5347"/>
                </a:lnTo>
                <a:lnTo>
                  <a:pt x="3544" y="3544"/>
                </a:lnTo>
                <a:lnTo>
                  <a:pt x="5347" y="1966"/>
                </a:lnTo>
                <a:lnTo>
                  <a:pt x="9710" y="159"/>
                </a:lnTo>
                <a:lnTo>
                  <a:pt x="12100" y="0"/>
                </a:lnTo>
                <a:lnTo>
                  <a:pt x="14491" y="159"/>
                </a:lnTo>
                <a:lnTo>
                  <a:pt x="18854" y="1966"/>
                </a:lnTo>
                <a:lnTo>
                  <a:pt x="20657" y="3544"/>
                </a:lnTo>
                <a:lnTo>
                  <a:pt x="22235" y="5347"/>
                </a:lnTo>
                <a:lnTo>
                  <a:pt x="24042" y="9710"/>
                </a:lnTo>
                <a:lnTo>
                  <a:pt x="24201" y="12100"/>
                </a:lnTo>
                <a:lnTo>
                  <a:pt x="24042" y="14491"/>
                </a:lnTo>
                <a:lnTo>
                  <a:pt x="22235" y="18854"/>
                </a:lnTo>
                <a:lnTo>
                  <a:pt x="20657" y="20657"/>
                </a:lnTo>
                <a:lnTo>
                  <a:pt x="18854" y="22235"/>
                </a:lnTo>
                <a:lnTo>
                  <a:pt x="14491" y="24042"/>
                </a:lnTo>
                <a:lnTo>
                  <a:pt x="12100" y="24201"/>
                </a:lnTo>
                <a:lnTo>
                  <a:pt x="9710" y="24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126"/>
                </a:solidFill>
                <a:latin typeface="Arial"/>
              </a:rPr>
              <a:t>Qualitative rollouts (1/2)</a:t>
            </a:r>
          </a:p>
        </p:txBody>
      </p:sp>
      <p:sp>
        <p:nvSpPr>
          <p:cNvPr id="4" name="Shape 4"/>
          <p:cNvSpPr/>
          <p:nvPr/>
        </p:nvSpPr>
        <p:spPr>
          <a:xfrm>
            <a:off x="1771539" y="713232"/>
            <a:ext cx="8645873" cy="5989320"/>
          </a:xfrm>
          <a:custGeom>
            <a:avLst/>
            <a:gdLst/>
            <a:ahLst/>
            <a:cxnLst/>
            <a:rect l="0" t="0" r="r" b="b"/>
            <a:pathLst>
              <a:path w="8645873" h="5989320">
                <a:moveTo>
                  <a:pt x="0" y="5989320"/>
                </a:moveTo>
                <a:lnTo>
                  <a:pt x="8645873" y="5989320"/>
                </a:lnTo>
                <a:lnTo>
                  <a:pt x="864587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772022" y="785683"/>
            <a:ext cx="2366264" cy="5901573"/>
          </a:xfrm>
          <a:custGeom>
            <a:avLst/>
            <a:gdLst/>
            <a:ahLst/>
            <a:cxnLst/>
            <a:rect l="0" t="0" r="r" b="b"/>
            <a:pathLst>
              <a:path w="2366264" h="5901573">
                <a:moveTo>
                  <a:pt x="144419" y="1328276"/>
                </a:moveTo>
                <a:lnTo>
                  <a:pt x="2269662" y="1328276"/>
                </a:lnTo>
                <a:quadBezTo>
                  <a:pt x="2366264" y="1328276"/>
                  <a:pt x="2366264" y="1231674"/>
                </a:quadBezTo>
                <a:lnTo>
                  <a:pt x="2366264" y="96601"/>
                </a:lnTo>
                <a:quadBezTo>
                  <a:pt x="2366264" y="0"/>
                  <a:pt x="2269662" y="0"/>
                </a:quadBezTo>
                <a:lnTo>
                  <a:pt x="144419" y="0"/>
                </a:lnTo>
                <a:quadBezTo>
                  <a:pt x="47817" y="0"/>
                  <a:pt x="47817" y="96601"/>
                </a:quadBezTo>
                <a:lnTo>
                  <a:pt x="47817" y="1231674"/>
                </a:lnTo>
                <a:quadBezTo>
                  <a:pt x="47817" y="1328276"/>
                  <a:pt x="144419" y="132827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772022" y="2210562"/>
            <a:ext cx="2366264" cy="4481444"/>
          </a:xfrm>
          <a:custGeom>
            <a:avLst/>
            <a:gdLst/>
            <a:ahLst/>
            <a:cxnLst/>
            <a:rect l="0" t="0" r="r" b="b"/>
            <a:pathLst>
              <a:path w="2366264" h="4481444">
                <a:moveTo>
                  <a:pt x="144419" y="1328276"/>
                </a:moveTo>
                <a:lnTo>
                  <a:pt x="2269662" y="1328276"/>
                </a:lnTo>
                <a:quadBezTo>
                  <a:pt x="2366264" y="1328276"/>
                  <a:pt x="2366264" y="1231674"/>
                </a:quadBezTo>
                <a:lnTo>
                  <a:pt x="2366264" y="96601"/>
                </a:lnTo>
                <a:quadBezTo>
                  <a:pt x="2366264" y="0"/>
                  <a:pt x="2269662" y="0"/>
                </a:quadBezTo>
                <a:lnTo>
                  <a:pt x="144419" y="0"/>
                </a:lnTo>
                <a:quadBezTo>
                  <a:pt x="47817" y="0"/>
                  <a:pt x="47817" y="96601"/>
                </a:quadBezTo>
                <a:lnTo>
                  <a:pt x="47817" y="1231674"/>
                </a:lnTo>
                <a:quadBezTo>
                  <a:pt x="47817" y="1328276"/>
                  <a:pt x="144419" y="132827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1772022" y="3635440"/>
            <a:ext cx="2366264" cy="3061315"/>
          </a:xfrm>
          <a:custGeom>
            <a:avLst/>
            <a:gdLst/>
            <a:ahLst/>
            <a:cxnLst/>
            <a:rect l="0" t="0" r="r" b="b"/>
            <a:pathLst>
              <a:path w="2366264" h="3061315">
                <a:moveTo>
                  <a:pt x="144419" y="1328276"/>
                </a:moveTo>
                <a:lnTo>
                  <a:pt x="2269662" y="1328276"/>
                </a:lnTo>
                <a:quadBezTo>
                  <a:pt x="2366264" y="1328276"/>
                  <a:pt x="2366264" y="1231674"/>
                </a:quadBezTo>
                <a:lnTo>
                  <a:pt x="2366264" y="96601"/>
                </a:lnTo>
                <a:quadBezTo>
                  <a:pt x="2366264" y="0"/>
                  <a:pt x="2269662" y="0"/>
                </a:quadBezTo>
                <a:lnTo>
                  <a:pt x="144419" y="0"/>
                </a:lnTo>
                <a:quadBezTo>
                  <a:pt x="47817" y="0"/>
                  <a:pt x="47817" y="96601"/>
                </a:quadBezTo>
                <a:lnTo>
                  <a:pt x="47817" y="1231674"/>
                </a:lnTo>
                <a:quadBezTo>
                  <a:pt x="47817" y="1328276"/>
                  <a:pt x="144419" y="132827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772022" y="5060319"/>
            <a:ext cx="2366264" cy="1641186"/>
          </a:xfrm>
          <a:custGeom>
            <a:avLst/>
            <a:gdLst/>
            <a:ahLst/>
            <a:cxnLst/>
            <a:rect l="0" t="0" r="r" b="b"/>
            <a:pathLst>
              <a:path w="2366264" h="1641186">
                <a:moveTo>
                  <a:pt x="144419" y="1328276"/>
                </a:moveTo>
                <a:lnTo>
                  <a:pt x="2269662" y="1328276"/>
                </a:lnTo>
                <a:quadBezTo>
                  <a:pt x="2366264" y="1328276"/>
                  <a:pt x="2366264" y="1231674"/>
                </a:quadBezTo>
                <a:lnTo>
                  <a:pt x="2366264" y="96601"/>
                </a:lnTo>
                <a:quadBezTo>
                  <a:pt x="2366264" y="0"/>
                  <a:pt x="2269662" y="0"/>
                </a:quadBezTo>
                <a:lnTo>
                  <a:pt x="144419" y="0"/>
                </a:lnTo>
                <a:quadBezTo>
                  <a:pt x="47817" y="0"/>
                  <a:pt x="47817" y="96601"/>
                </a:quadBezTo>
                <a:lnTo>
                  <a:pt x="47817" y="1231674"/>
                </a:lnTo>
                <a:quadBezTo>
                  <a:pt x="47817" y="1328276"/>
                  <a:pt x="144419" y="132827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843990" y="1827222"/>
            <a:ext cx="91348" cy="250512"/>
          </a:xfrm>
          <a:custGeom>
            <a:avLst/>
            <a:gdLst/>
            <a:ahLst/>
            <a:cxnLst/>
            <a:rect l="0" t="0" r="r" b="b"/>
            <a:pathLst>
              <a:path w="91348" h="250512" fill="none">
                <a:moveTo>
                  <a:pt x="91348" y="250512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0" name="Shape 10"/>
          <p:cNvSpPr/>
          <p:nvPr/>
        </p:nvSpPr>
        <p:spPr>
          <a:xfrm>
            <a:off x="1863759" y="1111714"/>
            <a:ext cx="355310" cy="966019"/>
          </a:xfrm>
          <a:custGeom>
            <a:avLst/>
            <a:gdLst/>
            <a:ahLst/>
            <a:cxnLst/>
            <a:rect l="0" t="0" r="r" b="b"/>
            <a:pathLst>
              <a:path w="355310" h="966019" fill="none">
                <a:moveTo>
                  <a:pt x="355310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1" name="Shape 11"/>
          <p:cNvSpPr/>
          <p:nvPr/>
        </p:nvSpPr>
        <p:spPr>
          <a:xfrm>
            <a:off x="2144436" y="1111714"/>
            <a:ext cx="358363" cy="966019"/>
          </a:xfrm>
          <a:custGeom>
            <a:avLst/>
            <a:gdLst/>
            <a:ahLst/>
            <a:cxnLst/>
            <a:rect l="0" t="0" r="r" b="b"/>
            <a:pathLst>
              <a:path w="358363" h="966019" fill="none">
                <a:moveTo>
                  <a:pt x="358363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2" name="Shape 12"/>
          <p:cNvSpPr/>
          <p:nvPr/>
        </p:nvSpPr>
        <p:spPr>
          <a:xfrm>
            <a:off x="2425113" y="1111714"/>
            <a:ext cx="361416" cy="966019"/>
          </a:xfrm>
          <a:custGeom>
            <a:avLst/>
            <a:gdLst/>
            <a:ahLst/>
            <a:cxnLst/>
            <a:rect l="0" t="0" r="r" b="b"/>
            <a:pathLst>
              <a:path w="361416" h="966019" fill="none">
                <a:moveTo>
                  <a:pt x="361416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3" name="Shape 13"/>
          <p:cNvSpPr/>
          <p:nvPr/>
        </p:nvSpPr>
        <p:spPr>
          <a:xfrm>
            <a:off x="2705790" y="1111714"/>
            <a:ext cx="364469" cy="966019"/>
          </a:xfrm>
          <a:custGeom>
            <a:avLst/>
            <a:gdLst/>
            <a:ahLst/>
            <a:cxnLst/>
            <a:rect l="0" t="0" r="r" b="b"/>
            <a:pathLst>
              <a:path w="364469" h="966019" fill="none">
                <a:moveTo>
                  <a:pt x="364469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4" name="Shape 14"/>
          <p:cNvSpPr/>
          <p:nvPr/>
        </p:nvSpPr>
        <p:spPr>
          <a:xfrm>
            <a:off x="2986467" y="1111714"/>
            <a:ext cx="367523" cy="966019"/>
          </a:xfrm>
          <a:custGeom>
            <a:avLst/>
            <a:gdLst/>
            <a:ahLst/>
            <a:cxnLst/>
            <a:rect l="0" t="0" r="r" b="b"/>
            <a:pathLst>
              <a:path w="367523" h="966019" fill="none">
                <a:moveTo>
                  <a:pt x="367523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5" name="Shape 15"/>
          <p:cNvSpPr/>
          <p:nvPr/>
        </p:nvSpPr>
        <p:spPr>
          <a:xfrm>
            <a:off x="3267144" y="1111714"/>
            <a:ext cx="370576" cy="966019"/>
          </a:xfrm>
          <a:custGeom>
            <a:avLst/>
            <a:gdLst/>
            <a:ahLst/>
            <a:cxnLst/>
            <a:rect l="0" t="0" r="r" b="b"/>
            <a:pathLst>
              <a:path w="370576" h="966019" fill="none">
                <a:moveTo>
                  <a:pt x="370576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6" name="Shape 16"/>
          <p:cNvSpPr/>
          <p:nvPr/>
        </p:nvSpPr>
        <p:spPr>
          <a:xfrm>
            <a:off x="3547821" y="1111714"/>
            <a:ext cx="373629" cy="966019"/>
          </a:xfrm>
          <a:custGeom>
            <a:avLst/>
            <a:gdLst/>
            <a:ahLst/>
            <a:cxnLst/>
            <a:rect l="0" t="0" r="r" b="b"/>
            <a:pathLst>
              <a:path w="373629" h="966019" fill="none">
                <a:moveTo>
                  <a:pt x="373629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7" name="Shape 17"/>
          <p:cNvSpPr/>
          <p:nvPr/>
        </p:nvSpPr>
        <p:spPr>
          <a:xfrm>
            <a:off x="3828498" y="1111714"/>
            <a:ext cx="285637" cy="732528"/>
          </a:xfrm>
          <a:custGeom>
            <a:avLst/>
            <a:gdLst/>
            <a:ahLst/>
            <a:cxnLst/>
            <a:rect l="0" t="0" r="r" b="b"/>
            <a:pathLst>
              <a:path w="285637" h="732528" fill="none">
                <a:moveTo>
                  <a:pt x="285637" y="732528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8" name="Shape 18"/>
          <p:cNvSpPr/>
          <p:nvPr/>
        </p:nvSpPr>
        <p:spPr>
          <a:xfrm>
            <a:off x="4109175" y="1111714"/>
            <a:ext cx="4960" cy="12618"/>
          </a:xfrm>
          <a:custGeom>
            <a:avLst/>
            <a:gdLst/>
            <a:ahLst/>
            <a:cxnLst/>
            <a:rect l="0" t="0" r="r" b="b"/>
            <a:pathLst>
              <a:path w="4960" h="12618" fill="none">
                <a:moveTo>
                  <a:pt x="4960" y="12618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9" name="Shape 19"/>
          <p:cNvSpPr/>
          <p:nvPr/>
        </p:nvSpPr>
        <p:spPr>
          <a:xfrm>
            <a:off x="3570976" y="1938998"/>
            <a:ext cx="543159" cy="138735"/>
          </a:xfrm>
          <a:custGeom>
            <a:avLst/>
            <a:gdLst/>
            <a:ahLst/>
            <a:cxnLst/>
            <a:rect l="0" t="0" r="r" b="b"/>
            <a:pathLst>
              <a:path w="543159" h="138735" fill="none">
                <a:moveTo>
                  <a:pt x="0" y="138735"/>
                </a:moveTo>
                <a:lnTo>
                  <a:pt x="543159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0" name="Shape 20"/>
          <p:cNvSpPr/>
          <p:nvPr/>
        </p:nvSpPr>
        <p:spPr>
          <a:xfrm>
            <a:off x="2655478" y="1706127"/>
            <a:ext cx="1458658" cy="371606"/>
          </a:xfrm>
          <a:custGeom>
            <a:avLst/>
            <a:gdLst/>
            <a:ahLst/>
            <a:cxnLst/>
            <a:rect l="0" t="0" r="r" b="b"/>
            <a:pathLst>
              <a:path w="1458658" h="371606" fill="none">
                <a:moveTo>
                  <a:pt x="0" y="371606"/>
                </a:moveTo>
                <a:lnTo>
                  <a:pt x="1458658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1" name="Shape 21"/>
          <p:cNvSpPr/>
          <p:nvPr/>
        </p:nvSpPr>
        <p:spPr>
          <a:xfrm>
            <a:off x="1843990" y="1474463"/>
            <a:ext cx="2270145" cy="576842"/>
          </a:xfrm>
          <a:custGeom>
            <a:avLst/>
            <a:gdLst/>
            <a:ahLst/>
            <a:cxnLst/>
            <a:rect l="0" t="0" r="r" b="b"/>
            <a:pathLst>
              <a:path w="2270145" h="576842" fill="none">
                <a:moveTo>
                  <a:pt x="0" y="576842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2" name="Shape 22"/>
          <p:cNvSpPr/>
          <p:nvPr/>
        </p:nvSpPr>
        <p:spPr>
          <a:xfrm>
            <a:off x="1843990" y="1243996"/>
            <a:ext cx="2270145" cy="575351"/>
          </a:xfrm>
          <a:custGeom>
            <a:avLst/>
            <a:gdLst/>
            <a:ahLst/>
            <a:cxnLst/>
            <a:rect l="0" t="0" r="r" b="b"/>
            <a:pathLst>
              <a:path w="2270145" h="575351" fill="none">
                <a:moveTo>
                  <a:pt x="0" y="575351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3" name="Shape 23"/>
          <p:cNvSpPr/>
          <p:nvPr/>
        </p:nvSpPr>
        <p:spPr>
          <a:xfrm>
            <a:off x="1843990" y="1111714"/>
            <a:ext cx="1886436" cy="476870"/>
          </a:xfrm>
          <a:custGeom>
            <a:avLst/>
            <a:gdLst/>
            <a:ahLst/>
            <a:cxnLst/>
            <a:rect l="0" t="0" r="r" b="b"/>
            <a:pathLst>
              <a:path w="1886436" h="476870" fill="none">
                <a:moveTo>
                  <a:pt x="0" y="476870"/>
                </a:moveTo>
                <a:lnTo>
                  <a:pt x="1886436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4" name="Shape 24"/>
          <p:cNvSpPr/>
          <p:nvPr/>
        </p:nvSpPr>
        <p:spPr>
          <a:xfrm>
            <a:off x="1843990" y="1111714"/>
            <a:ext cx="980789" cy="247295"/>
          </a:xfrm>
          <a:custGeom>
            <a:avLst/>
            <a:gdLst/>
            <a:ahLst/>
            <a:cxnLst/>
            <a:rect l="0" t="0" r="r" b="b"/>
            <a:pathLst>
              <a:path w="980789" h="247295" fill="none">
                <a:moveTo>
                  <a:pt x="0" y="247295"/>
                </a:moveTo>
                <a:lnTo>
                  <a:pt x="980789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5" name="Shape 25"/>
          <p:cNvSpPr/>
          <p:nvPr/>
        </p:nvSpPr>
        <p:spPr>
          <a:xfrm>
            <a:off x="1843990" y="1111714"/>
            <a:ext cx="75142" cy="18897"/>
          </a:xfrm>
          <a:custGeom>
            <a:avLst/>
            <a:gdLst/>
            <a:ahLst/>
            <a:cxnLst/>
            <a:rect l="0" t="0" r="r" b="b"/>
            <a:pathLst>
              <a:path w="75142" h="18897" fill="none">
                <a:moveTo>
                  <a:pt x="0" y="18897"/>
                </a:moveTo>
                <a:lnTo>
                  <a:pt x="75142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6" name="Shape 26"/>
          <p:cNvSpPr/>
          <p:nvPr/>
        </p:nvSpPr>
        <p:spPr>
          <a:xfrm>
            <a:off x="4107898" y="3496713"/>
            <a:ext cx="6237" cy="5899"/>
          </a:xfrm>
          <a:custGeom>
            <a:avLst/>
            <a:gdLst/>
            <a:ahLst/>
            <a:cxnLst/>
            <a:rect l="0" t="0" r="r" b="b"/>
            <a:pathLst>
              <a:path w="6237" h="5899" fill="none">
                <a:moveTo>
                  <a:pt x="6237" y="0"/>
                </a:moveTo>
                <a:lnTo>
                  <a:pt x="0" y="589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7" name="Shape 27"/>
          <p:cNvSpPr/>
          <p:nvPr/>
        </p:nvSpPr>
        <p:spPr>
          <a:xfrm>
            <a:off x="3659978" y="3074830"/>
            <a:ext cx="454157" cy="427782"/>
          </a:xfrm>
          <a:custGeom>
            <a:avLst/>
            <a:gdLst/>
            <a:ahLst/>
            <a:cxnLst/>
            <a:rect l="0" t="0" r="r" b="b"/>
            <a:pathLst>
              <a:path w="454157" h="427782" fill="none">
                <a:moveTo>
                  <a:pt x="454157" y="0"/>
                </a:moveTo>
                <a:lnTo>
                  <a:pt x="0" y="427782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8" name="Shape 28"/>
          <p:cNvSpPr/>
          <p:nvPr/>
        </p:nvSpPr>
        <p:spPr>
          <a:xfrm>
            <a:off x="3212058" y="2656411"/>
            <a:ext cx="902077" cy="846201"/>
          </a:xfrm>
          <a:custGeom>
            <a:avLst/>
            <a:gdLst/>
            <a:ahLst/>
            <a:cxnLst/>
            <a:rect l="0" t="0" r="r" b="b"/>
            <a:pathLst>
              <a:path w="902077" h="846201" fill="none">
                <a:moveTo>
                  <a:pt x="902077" y="0"/>
                </a:moveTo>
                <a:lnTo>
                  <a:pt x="0" y="846201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9" name="Shape 29"/>
          <p:cNvSpPr/>
          <p:nvPr/>
        </p:nvSpPr>
        <p:spPr>
          <a:xfrm>
            <a:off x="2764138" y="2536593"/>
            <a:ext cx="1034035" cy="966019"/>
          </a:xfrm>
          <a:custGeom>
            <a:avLst/>
            <a:gdLst/>
            <a:ahLst/>
            <a:cxnLst/>
            <a:rect l="0" t="0" r="r" b="b"/>
            <a:pathLst>
              <a:path w="1034035" h="966019" fill="none">
                <a:moveTo>
                  <a:pt x="1034035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0" name="Shape 30"/>
          <p:cNvSpPr/>
          <p:nvPr/>
        </p:nvSpPr>
        <p:spPr>
          <a:xfrm>
            <a:off x="2316218" y="2536593"/>
            <a:ext cx="1038263" cy="966019"/>
          </a:xfrm>
          <a:custGeom>
            <a:avLst/>
            <a:gdLst/>
            <a:ahLst/>
            <a:cxnLst/>
            <a:rect l="0" t="0" r="r" b="b"/>
            <a:pathLst>
              <a:path w="1038263" h="966019" fill="none">
                <a:moveTo>
                  <a:pt x="1038263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1" name="Shape 31"/>
          <p:cNvSpPr/>
          <p:nvPr/>
        </p:nvSpPr>
        <p:spPr>
          <a:xfrm>
            <a:off x="1868298" y="2536593"/>
            <a:ext cx="1042491" cy="966019"/>
          </a:xfrm>
          <a:custGeom>
            <a:avLst/>
            <a:gdLst/>
            <a:ahLst/>
            <a:cxnLst/>
            <a:rect l="0" t="0" r="r" b="b"/>
            <a:pathLst>
              <a:path w="1042491" h="966019" fill="none">
                <a:moveTo>
                  <a:pt x="1042491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2" name="Shape 32"/>
          <p:cNvSpPr/>
          <p:nvPr/>
        </p:nvSpPr>
        <p:spPr>
          <a:xfrm>
            <a:off x="1843990" y="2536593"/>
            <a:ext cx="623107" cy="575066"/>
          </a:xfrm>
          <a:custGeom>
            <a:avLst/>
            <a:gdLst/>
            <a:ahLst/>
            <a:cxnLst/>
            <a:rect l="0" t="0" r="r" b="b"/>
            <a:pathLst>
              <a:path w="623107" h="575066" fill="none">
                <a:moveTo>
                  <a:pt x="623107" y="0"/>
                </a:moveTo>
                <a:lnTo>
                  <a:pt x="0" y="575066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3" name="Shape 33"/>
          <p:cNvSpPr/>
          <p:nvPr/>
        </p:nvSpPr>
        <p:spPr>
          <a:xfrm>
            <a:off x="1843990" y="2536593"/>
            <a:ext cx="179415" cy="164916"/>
          </a:xfrm>
          <a:custGeom>
            <a:avLst/>
            <a:gdLst/>
            <a:ahLst/>
            <a:cxnLst/>
            <a:rect l="0" t="0" r="r" b="b"/>
            <a:pathLst>
              <a:path w="179415" h="164916" fill="none">
                <a:moveTo>
                  <a:pt x="179415" y="0"/>
                </a:moveTo>
                <a:lnTo>
                  <a:pt x="0" y="164916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4" name="Shape 34"/>
          <p:cNvSpPr/>
          <p:nvPr/>
        </p:nvSpPr>
        <p:spPr>
          <a:xfrm>
            <a:off x="4066302" y="2536593"/>
            <a:ext cx="47834" cy="33944"/>
          </a:xfrm>
          <a:custGeom>
            <a:avLst/>
            <a:gdLst/>
            <a:ahLst/>
            <a:cxnLst/>
            <a:rect l="0" t="0" r="r" b="b"/>
            <a:pathLst>
              <a:path w="47834" h="33944" fill="none">
                <a:moveTo>
                  <a:pt x="47834" y="33944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5" name="Shape 35"/>
          <p:cNvSpPr/>
          <p:nvPr/>
        </p:nvSpPr>
        <p:spPr>
          <a:xfrm>
            <a:off x="3562229" y="2536593"/>
            <a:ext cx="551906" cy="393036"/>
          </a:xfrm>
          <a:custGeom>
            <a:avLst/>
            <a:gdLst/>
            <a:ahLst/>
            <a:cxnLst/>
            <a:rect l="0" t="0" r="r" b="b"/>
            <a:pathLst>
              <a:path w="551906" h="393036" fill="none">
                <a:moveTo>
                  <a:pt x="551906" y="393036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6" name="Shape 36"/>
          <p:cNvSpPr/>
          <p:nvPr/>
        </p:nvSpPr>
        <p:spPr>
          <a:xfrm>
            <a:off x="3058156" y="2536593"/>
            <a:ext cx="1055979" cy="754680"/>
          </a:xfrm>
          <a:custGeom>
            <a:avLst/>
            <a:gdLst/>
            <a:ahLst/>
            <a:cxnLst/>
            <a:rect l="0" t="0" r="r" b="b"/>
            <a:pathLst>
              <a:path w="1055979" h="754680" fill="none">
                <a:moveTo>
                  <a:pt x="1055979" y="754680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7" name="Shape 37"/>
          <p:cNvSpPr/>
          <p:nvPr/>
        </p:nvSpPr>
        <p:spPr>
          <a:xfrm>
            <a:off x="2554083" y="2536593"/>
            <a:ext cx="1346890" cy="966019"/>
          </a:xfrm>
          <a:custGeom>
            <a:avLst/>
            <a:gdLst/>
            <a:ahLst/>
            <a:cxnLst/>
            <a:rect l="0" t="0" r="r" b="b"/>
            <a:pathLst>
              <a:path w="1346890" h="966019" fill="none">
                <a:moveTo>
                  <a:pt x="1346890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8" name="Shape 38"/>
          <p:cNvSpPr/>
          <p:nvPr/>
        </p:nvSpPr>
        <p:spPr>
          <a:xfrm>
            <a:off x="2050011" y="2536593"/>
            <a:ext cx="1342086" cy="966019"/>
          </a:xfrm>
          <a:custGeom>
            <a:avLst/>
            <a:gdLst/>
            <a:ahLst/>
            <a:cxnLst/>
            <a:rect l="0" t="0" r="r" b="b"/>
            <a:pathLst>
              <a:path w="1342086" h="966019" fill="none">
                <a:moveTo>
                  <a:pt x="1342086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9" name="Shape 39"/>
          <p:cNvSpPr/>
          <p:nvPr/>
        </p:nvSpPr>
        <p:spPr>
          <a:xfrm>
            <a:off x="1843990" y="2751899"/>
            <a:ext cx="1039230" cy="750713"/>
          </a:xfrm>
          <a:custGeom>
            <a:avLst/>
            <a:gdLst/>
            <a:ahLst/>
            <a:cxnLst/>
            <a:rect l="0" t="0" r="r" b="b"/>
            <a:pathLst>
              <a:path w="1039230" h="750713" fill="none">
                <a:moveTo>
                  <a:pt x="1039230" y="750713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0" name="Shape 40"/>
          <p:cNvSpPr/>
          <p:nvPr/>
        </p:nvSpPr>
        <p:spPr>
          <a:xfrm>
            <a:off x="1843990" y="3118117"/>
            <a:ext cx="530354" cy="384495"/>
          </a:xfrm>
          <a:custGeom>
            <a:avLst/>
            <a:gdLst/>
            <a:ahLst/>
            <a:cxnLst/>
            <a:rect l="0" t="0" r="r" b="b"/>
            <a:pathLst>
              <a:path w="530354" h="384495" fill="none">
                <a:moveTo>
                  <a:pt x="530354" y="384495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1" name="Shape 41"/>
          <p:cNvSpPr/>
          <p:nvPr/>
        </p:nvSpPr>
        <p:spPr>
          <a:xfrm>
            <a:off x="1843990" y="3486985"/>
            <a:ext cx="21477" cy="15627"/>
          </a:xfrm>
          <a:custGeom>
            <a:avLst/>
            <a:gdLst/>
            <a:ahLst/>
            <a:cxnLst/>
            <a:rect l="0" t="0" r="r" b="b"/>
            <a:pathLst>
              <a:path w="21477" h="15627" fill="none">
                <a:moveTo>
                  <a:pt x="21477" y="15627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2" name="Shape 42"/>
          <p:cNvSpPr/>
          <p:nvPr/>
        </p:nvSpPr>
        <p:spPr>
          <a:xfrm>
            <a:off x="3644906" y="4586350"/>
            <a:ext cx="469229" cy="341141"/>
          </a:xfrm>
          <a:custGeom>
            <a:avLst/>
            <a:gdLst/>
            <a:ahLst/>
            <a:cxnLst/>
            <a:rect l="0" t="0" r="r" b="b"/>
            <a:pathLst>
              <a:path w="469229" h="341141" fill="none">
                <a:moveTo>
                  <a:pt x="469229" y="0"/>
                </a:moveTo>
                <a:lnTo>
                  <a:pt x="0" y="341141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3" name="Shape 43"/>
          <p:cNvSpPr/>
          <p:nvPr/>
        </p:nvSpPr>
        <p:spPr>
          <a:xfrm>
            <a:off x="3128139" y="4213306"/>
            <a:ext cx="985996" cy="714185"/>
          </a:xfrm>
          <a:custGeom>
            <a:avLst/>
            <a:gdLst/>
            <a:ahLst/>
            <a:cxnLst/>
            <a:rect l="0" t="0" r="r" b="b"/>
            <a:pathLst>
              <a:path w="985996" h="714185" fill="none">
                <a:moveTo>
                  <a:pt x="985996" y="0"/>
                </a:moveTo>
                <a:lnTo>
                  <a:pt x="0" y="714185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4" name="Shape 44"/>
          <p:cNvSpPr/>
          <p:nvPr/>
        </p:nvSpPr>
        <p:spPr>
          <a:xfrm>
            <a:off x="2611372" y="3961472"/>
            <a:ext cx="1338622" cy="966019"/>
          </a:xfrm>
          <a:custGeom>
            <a:avLst/>
            <a:gdLst/>
            <a:ahLst/>
            <a:cxnLst/>
            <a:rect l="0" t="0" r="r" b="b"/>
            <a:pathLst>
              <a:path w="1338622" h="966019" fill="none">
                <a:moveTo>
                  <a:pt x="1338622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5" name="Shape 45"/>
          <p:cNvSpPr/>
          <p:nvPr/>
        </p:nvSpPr>
        <p:spPr>
          <a:xfrm>
            <a:off x="2094605" y="3961472"/>
            <a:ext cx="1343568" cy="966019"/>
          </a:xfrm>
          <a:custGeom>
            <a:avLst/>
            <a:gdLst/>
            <a:ahLst/>
            <a:cxnLst/>
            <a:rect l="0" t="0" r="r" b="b"/>
            <a:pathLst>
              <a:path w="1343568" h="966019" fill="none">
                <a:moveTo>
                  <a:pt x="1343568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6" name="Shape 46"/>
          <p:cNvSpPr/>
          <p:nvPr/>
        </p:nvSpPr>
        <p:spPr>
          <a:xfrm>
            <a:off x="1843990" y="3961472"/>
            <a:ext cx="1082361" cy="775358"/>
          </a:xfrm>
          <a:custGeom>
            <a:avLst/>
            <a:gdLst/>
            <a:ahLst/>
            <a:cxnLst/>
            <a:rect l="0" t="0" r="r" b="b"/>
            <a:pathLst>
              <a:path w="1082361" h="775358" fill="none">
                <a:moveTo>
                  <a:pt x="1082361" y="0"/>
                </a:moveTo>
                <a:lnTo>
                  <a:pt x="0" y="775358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7" name="Shape 47"/>
          <p:cNvSpPr/>
          <p:nvPr/>
        </p:nvSpPr>
        <p:spPr>
          <a:xfrm>
            <a:off x="1843990" y="3961472"/>
            <a:ext cx="570540" cy="407217"/>
          </a:xfrm>
          <a:custGeom>
            <a:avLst/>
            <a:gdLst/>
            <a:ahLst/>
            <a:cxnLst/>
            <a:rect l="0" t="0" r="r" b="b"/>
            <a:pathLst>
              <a:path w="570540" h="407217" fill="none">
                <a:moveTo>
                  <a:pt x="570540" y="0"/>
                </a:moveTo>
                <a:lnTo>
                  <a:pt x="0" y="407217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8" name="Shape 48"/>
          <p:cNvSpPr/>
          <p:nvPr/>
        </p:nvSpPr>
        <p:spPr>
          <a:xfrm>
            <a:off x="1843990" y="3961472"/>
            <a:ext cx="58719" cy="41758"/>
          </a:xfrm>
          <a:custGeom>
            <a:avLst/>
            <a:gdLst/>
            <a:ahLst/>
            <a:cxnLst/>
            <a:rect l="0" t="0" r="r" b="b"/>
            <a:pathLst>
              <a:path w="58719" h="41758" fill="none">
                <a:moveTo>
                  <a:pt x="58719" y="0"/>
                </a:moveTo>
                <a:lnTo>
                  <a:pt x="0" y="41758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9" name="Shape 49"/>
          <p:cNvSpPr/>
          <p:nvPr/>
        </p:nvSpPr>
        <p:spPr>
          <a:xfrm>
            <a:off x="4054860" y="3961472"/>
            <a:ext cx="59276" cy="54426"/>
          </a:xfrm>
          <a:custGeom>
            <a:avLst/>
            <a:gdLst/>
            <a:ahLst/>
            <a:cxnLst/>
            <a:rect l="0" t="0" r="r" b="b"/>
            <a:pathLst>
              <a:path w="59276" h="54426" fill="none">
                <a:moveTo>
                  <a:pt x="59276" y="54426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0" name="Shape 50"/>
          <p:cNvSpPr/>
          <p:nvPr/>
        </p:nvSpPr>
        <p:spPr>
          <a:xfrm>
            <a:off x="3604445" y="3961472"/>
            <a:ext cx="509691" cy="469938"/>
          </a:xfrm>
          <a:custGeom>
            <a:avLst/>
            <a:gdLst/>
            <a:ahLst/>
            <a:cxnLst/>
            <a:rect l="0" t="0" r="r" b="b"/>
            <a:pathLst>
              <a:path w="509691" h="469938" fill="none">
                <a:moveTo>
                  <a:pt x="509691" y="469938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1" name="Shape 51"/>
          <p:cNvSpPr/>
          <p:nvPr/>
        </p:nvSpPr>
        <p:spPr>
          <a:xfrm>
            <a:off x="3154029" y="3961472"/>
            <a:ext cx="960106" cy="888916"/>
          </a:xfrm>
          <a:custGeom>
            <a:avLst/>
            <a:gdLst/>
            <a:ahLst/>
            <a:cxnLst/>
            <a:rect l="0" t="0" r="r" b="b"/>
            <a:pathLst>
              <a:path w="960106" h="888916" fill="none">
                <a:moveTo>
                  <a:pt x="960106" y="888916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2" name="Shape 52"/>
          <p:cNvSpPr/>
          <p:nvPr/>
        </p:nvSpPr>
        <p:spPr>
          <a:xfrm>
            <a:off x="2703614" y="3961472"/>
            <a:ext cx="1039031" cy="966019"/>
          </a:xfrm>
          <a:custGeom>
            <a:avLst/>
            <a:gdLst/>
            <a:ahLst/>
            <a:cxnLst/>
            <a:rect l="0" t="0" r="r" b="b"/>
            <a:pathLst>
              <a:path w="1039031" h="966019" fill="none">
                <a:moveTo>
                  <a:pt x="1039031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3" name="Shape 53"/>
          <p:cNvSpPr/>
          <p:nvPr/>
        </p:nvSpPr>
        <p:spPr>
          <a:xfrm>
            <a:off x="2253199" y="3961472"/>
            <a:ext cx="1034679" cy="966019"/>
          </a:xfrm>
          <a:custGeom>
            <a:avLst/>
            <a:gdLst/>
            <a:ahLst/>
            <a:cxnLst/>
            <a:rect l="0" t="0" r="r" b="b"/>
            <a:pathLst>
              <a:path w="1034679" h="966019" fill="none">
                <a:moveTo>
                  <a:pt x="1034679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4" name="Shape 54"/>
          <p:cNvSpPr/>
          <p:nvPr/>
        </p:nvSpPr>
        <p:spPr>
          <a:xfrm>
            <a:off x="1843990" y="4000106"/>
            <a:ext cx="989120" cy="927384"/>
          </a:xfrm>
          <a:custGeom>
            <a:avLst/>
            <a:gdLst/>
            <a:ahLst/>
            <a:cxnLst/>
            <a:rect l="0" t="0" r="r" b="b"/>
            <a:pathLst>
              <a:path w="989120" h="927384" fill="none">
                <a:moveTo>
                  <a:pt x="989120" y="927384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5" name="Shape 55"/>
          <p:cNvSpPr/>
          <p:nvPr/>
        </p:nvSpPr>
        <p:spPr>
          <a:xfrm>
            <a:off x="1843990" y="4424364"/>
            <a:ext cx="534352" cy="503126"/>
          </a:xfrm>
          <a:custGeom>
            <a:avLst/>
            <a:gdLst/>
            <a:ahLst/>
            <a:cxnLst/>
            <a:rect l="0" t="0" r="r" b="b"/>
            <a:pathLst>
              <a:path w="534352" h="503126" fill="none">
                <a:moveTo>
                  <a:pt x="534352" y="503126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6" name="Shape 56"/>
          <p:cNvSpPr/>
          <p:nvPr/>
        </p:nvSpPr>
        <p:spPr>
          <a:xfrm>
            <a:off x="1843990" y="4852238"/>
            <a:ext cx="79584" cy="75253"/>
          </a:xfrm>
          <a:custGeom>
            <a:avLst/>
            <a:gdLst/>
            <a:ahLst/>
            <a:cxnLst/>
            <a:rect l="0" t="0" r="r" b="b"/>
            <a:pathLst>
              <a:path w="79584" h="75253" fill="none">
                <a:moveTo>
                  <a:pt x="79584" y="75253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7" name="Shape 57"/>
          <p:cNvSpPr/>
          <p:nvPr/>
        </p:nvSpPr>
        <p:spPr>
          <a:xfrm>
            <a:off x="1843990" y="5829620"/>
            <a:ext cx="68374" cy="522749"/>
          </a:xfrm>
          <a:custGeom>
            <a:avLst/>
            <a:gdLst/>
            <a:ahLst/>
            <a:cxnLst/>
            <a:rect l="0" t="0" r="r" b="b"/>
            <a:pathLst>
              <a:path w="68374" h="522749" fill="none">
                <a:moveTo>
                  <a:pt x="68374" y="52274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8" name="Shape 58"/>
          <p:cNvSpPr/>
          <p:nvPr/>
        </p:nvSpPr>
        <p:spPr>
          <a:xfrm>
            <a:off x="2014919" y="5386350"/>
            <a:ext cx="129375" cy="966019"/>
          </a:xfrm>
          <a:custGeom>
            <a:avLst/>
            <a:gdLst/>
            <a:ahLst/>
            <a:cxnLst/>
            <a:rect l="0" t="0" r="r" b="b"/>
            <a:pathLst>
              <a:path w="129375" h="966019" fill="none">
                <a:moveTo>
                  <a:pt x="129375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9" name="Shape 59"/>
          <p:cNvSpPr/>
          <p:nvPr/>
        </p:nvSpPr>
        <p:spPr>
          <a:xfrm>
            <a:off x="2243827" y="5386350"/>
            <a:ext cx="132398" cy="966019"/>
          </a:xfrm>
          <a:custGeom>
            <a:avLst/>
            <a:gdLst/>
            <a:ahLst/>
            <a:cxnLst/>
            <a:rect l="0" t="0" r="r" b="b"/>
            <a:pathLst>
              <a:path w="132398" h="966019" fill="none">
                <a:moveTo>
                  <a:pt x="132398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0" name="Shape 60"/>
          <p:cNvSpPr/>
          <p:nvPr/>
        </p:nvSpPr>
        <p:spPr>
          <a:xfrm>
            <a:off x="2472734" y="5386350"/>
            <a:ext cx="135421" cy="966019"/>
          </a:xfrm>
          <a:custGeom>
            <a:avLst/>
            <a:gdLst/>
            <a:ahLst/>
            <a:cxnLst/>
            <a:rect l="0" t="0" r="r" b="b"/>
            <a:pathLst>
              <a:path w="135421" h="966019" fill="none">
                <a:moveTo>
                  <a:pt x="135421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1" name="Shape 61"/>
          <p:cNvSpPr/>
          <p:nvPr/>
        </p:nvSpPr>
        <p:spPr>
          <a:xfrm>
            <a:off x="2701642" y="5386350"/>
            <a:ext cx="138445" cy="966019"/>
          </a:xfrm>
          <a:custGeom>
            <a:avLst/>
            <a:gdLst/>
            <a:ahLst/>
            <a:cxnLst/>
            <a:rect l="0" t="0" r="r" b="b"/>
            <a:pathLst>
              <a:path w="138445" h="966019" fill="none">
                <a:moveTo>
                  <a:pt x="138445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2" name="Shape 62"/>
          <p:cNvSpPr/>
          <p:nvPr/>
        </p:nvSpPr>
        <p:spPr>
          <a:xfrm>
            <a:off x="2930549" y="5386350"/>
            <a:ext cx="141468" cy="966019"/>
          </a:xfrm>
          <a:custGeom>
            <a:avLst/>
            <a:gdLst/>
            <a:ahLst/>
            <a:cxnLst/>
            <a:rect l="0" t="0" r="r" b="b"/>
            <a:pathLst>
              <a:path w="141468" h="966019" fill="none">
                <a:moveTo>
                  <a:pt x="141468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3" name="Shape 63"/>
          <p:cNvSpPr/>
          <p:nvPr/>
        </p:nvSpPr>
        <p:spPr>
          <a:xfrm>
            <a:off x="3159456" y="5386350"/>
            <a:ext cx="144491" cy="966019"/>
          </a:xfrm>
          <a:custGeom>
            <a:avLst/>
            <a:gdLst/>
            <a:ahLst/>
            <a:cxnLst/>
            <a:rect l="0" t="0" r="r" b="b"/>
            <a:pathLst>
              <a:path w="144491" h="966019" fill="none">
                <a:moveTo>
                  <a:pt x="144491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4" name="Shape 64"/>
          <p:cNvSpPr/>
          <p:nvPr/>
        </p:nvSpPr>
        <p:spPr>
          <a:xfrm>
            <a:off x="3388364" y="5386350"/>
            <a:ext cx="147514" cy="966019"/>
          </a:xfrm>
          <a:custGeom>
            <a:avLst/>
            <a:gdLst/>
            <a:ahLst/>
            <a:cxnLst/>
            <a:rect l="0" t="0" r="r" b="b"/>
            <a:pathLst>
              <a:path w="147514" h="966019" fill="none">
                <a:moveTo>
                  <a:pt x="147514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5" name="Shape 65"/>
          <p:cNvSpPr/>
          <p:nvPr/>
        </p:nvSpPr>
        <p:spPr>
          <a:xfrm>
            <a:off x="3617271" y="5386350"/>
            <a:ext cx="150537" cy="966019"/>
          </a:xfrm>
          <a:custGeom>
            <a:avLst/>
            <a:gdLst/>
            <a:ahLst/>
            <a:cxnLst/>
            <a:rect l="0" t="0" r="r" b="b"/>
            <a:pathLst>
              <a:path w="150537" h="966019" fill="none">
                <a:moveTo>
                  <a:pt x="150537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6" name="Shape 66"/>
          <p:cNvSpPr/>
          <p:nvPr/>
        </p:nvSpPr>
        <p:spPr>
          <a:xfrm>
            <a:off x="3846179" y="5386350"/>
            <a:ext cx="153560" cy="966019"/>
          </a:xfrm>
          <a:custGeom>
            <a:avLst/>
            <a:gdLst/>
            <a:ahLst/>
            <a:cxnLst/>
            <a:rect l="0" t="0" r="r" b="b"/>
            <a:pathLst>
              <a:path w="153560" h="966019" fill="none">
                <a:moveTo>
                  <a:pt x="153560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7" name="Shape 67"/>
          <p:cNvSpPr/>
          <p:nvPr/>
        </p:nvSpPr>
        <p:spPr>
          <a:xfrm>
            <a:off x="4075086" y="5386350"/>
            <a:ext cx="39049" cy="240911"/>
          </a:xfrm>
          <a:custGeom>
            <a:avLst/>
            <a:gdLst/>
            <a:ahLst/>
            <a:cxnLst/>
            <a:rect l="0" t="0" r="r" b="b"/>
            <a:pathLst>
              <a:path w="39049" h="240911" fill="none">
                <a:moveTo>
                  <a:pt x="39049" y="240911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8" name="Shape 68"/>
          <p:cNvSpPr/>
          <p:nvPr/>
        </p:nvSpPr>
        <p:spPr>
          <a:xfrm>
            <a:off x="3114935" y="6254081"/>
            <a:ext cx="999200" cy="98288"/>
          </a:xfrm>
          <a:custGeom>
            <a:avLst/>
            <a:gdLst/>
            <a:ahLst/>
            <a:cxnLst/>
            <a:rect l="0" t="0" r="r" b="b"/>
            <a:pathLst>
              <a:path w="999200" h="98288" fill="none">
                <a:moveTo>
                  <a:pt x="0" y="98288"/>
                </a:moveTo>
                <a:lnTo>
                  <a:pt x="99920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9" name="Shape 69"/>
          <p:cNvSpPr/>
          <p:nvPr/>
        </p:nvSpPr>
        <p:spPr>
          <a:xfrm>
            <a:off x="1843990" y="6063873"/>
            <a:ext cx="2270145" cy="222733"/>
          </a:xfrm>
          <a:custGeom>
            <a:avLst/>
            <a:gdLst/>
            <a:ahLst/>
            <a:cxnLst/>
            <a:rect l="0" t="0" r="r" b="b"/>
            <a:pathLst>
              <a:path w="2270145" h="222733" fill="none">
                <a:moveTo>
                  <a:pt x="0" y="222733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0" name="Shape 70"/>
          <p:cNvSpPr/>
          <p:nvPr/>
        </p:nvSpPr>
        <p:spPr>
          <a:xfrm>
            <a:off x="1843990" y="5874640"/>
            <a:ext cx="2270145" cy="222162"/>
          </a:xfrm>
          <a:custGeom>
            <a:avLst/>
            <a:gdLst/>
            <a:ahLst/>
            <a:cxnLst/>
            <a:rect l="0" t="0" r="r" b="b"/>
            <a:pathLst>
              <a:path w="2270145" h="222162" fill="none">
                <a:moveTo>
                  <a:pt x="0" y="222162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1" name="Shape 71"/>
          <p:cNvSpPr/>
          <p:nvPr/>
        </p:nvSpPr>
        <p:spPr>
          <a:xfrm>
            <a:off x="1843990" y="5686375"/>
            <a:ext cx="2270145" cy="221594"/>
          </a:xfrm>
          <a:custGeom>
            <a:avLst/>
            <a:gdLst/>
            <a:ahLst/>
            <a:cxnLst/>
            <a:rect l="0" t="0" r="r" b="b"/>
            <a:pathLst>
              <a:path w="2270145" h="221594" fill="none">
                <a:moveTo>
                  <a:pt x="0" y="221594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2" name="Shape 72"/>
          <p:cNvSpPr/>
          <p:nvPr/>
        </p:nvSpPr>
        <p:spPr>
          <a:xfrm>
            <a:off x="1843990" y="5499070"/>
            <a:ext cx="2270145" cy="221029"/>
          </a:xfrm>
          <a:custGeom>
            <a:avLst/>
            <a:gdLst/>
            <a:ahLst/>
            <a:cxnLst/>
            <a:rect l="0" t="0" r="r" b="b"/>
            <a:pathLst>
              <a:path w="2270145" h="221029" fill="none">
                <a:moveTo>
                  <a:pt x="0" y="221029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3" name="Shape 73"/>
          <p:cNvSpPr/>
          <p:nvPr/>
        </p:nvSpPr>
        <p:spPr>
          <a:xfrm>
            <a:off x="1843990" y="5386350"/>
            <a:ext cx="1511957" cy="146834"/>
          </a:xfrm>
          <a:custGeom>
            <a:avLst/>
            <a:gdLst/>
            <a:ahLst/>
            <a:cxnLst/>
            <a:rect l="0" t="0" r="r" b="b"/>
            <a:pathLst>
              <a:path w="1511957" h="146834" fill="none">
                <a:moveTo>
                  <a:pt x="0" y="146834"/>
                </a:moveTo>
                <a:lnTo>
                  <a:pt x="1511957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4" name="Shape 74"/>
          <p:cNvSpPr/>
          <p:nvPr/>
        </p:nvSpPr>
        <p:spPr>
          <a:xfrm>
            <a:off x="1771539" y="6566618"/>
            <a:ext cx="4686374" cy="133921"/>
          </a:xfrm>
          <a:custGeom>
            <a:avLst/>
            <a:gdLst/>
            <a:ahLst/>
            <a:cxnLst/>
            <a:rect l="0" t="0" r="r" b="b"/>
            <a:pathLst>
              <a:path w="4686374" h="133921">
                <a:moveTo>
                  <a:pt x="4648968" y="0"/>
                </a:moveTo>
                <a:lnTo>
                  <a:pt x="4640137" y="27177"/>
                </a:lnTo>
                <a:lnTo>
                  <a:pt x="4611561" y="27177"/>
                </a:lnTo>
                <a:lnTo>
                  <a:pt x="4634680" y="43974"/>
                </a:lnTo>
                <a:lnTo>
                  <a:pt x="4625849" y="71152"/>
                </a:lnTo>
                <a:lnTo>
                  <a:pt x="4648968" y="54355"/>
                </a:lnTo>
                <a:lnTo>
                  <a:pt x="4672086" y="71152"/>
                </a:lnTo>
                <a:lnTo>
                  <a:pt x="4663256" y="43974"/>
                </a:lnTo>
                <a:lnTo>
                  <a:pt x="4686374" y="27177"/>
                </a:lnTo>
                <a:lnTo>
                  <a:pt x="4657798" y="27177"/>
                </a:lnTo>
                <a:close/>
              </a:path>
            </a:pathLst>
          </a:custGeom>
          <a:solidFill>
            <a:srgbClr val="2E5FBF"/>
          </a:solidFill>
          <a:ln>
            <a:noFill/>
          </a:ln>
        </p:spPr>
      </p:sp>
      <p:sp>
        <p:nvSpPr>
          <p:cNvPr id="75" name="Shape 75"/>
          <p:cNvSpPr/>
          <p:nvPr/>
        </p:nvSpPr>
        <p:spPr>
          <a:xfrm>
            <a:off x="2808703" y="1807154"/>
            <a:ext cx="1258" cy="270579"/>
          </a:xfrm>
          <a:custGeom>
            <a:avLst/>
            <a:gdLst/>
            <a:ahLst/>
            <a:cxnLst/>
            <a:rect l="0" t="0" r="r" b="b"/>
            <a:pathLst>
              <a:path w="1258" h="270579" fill="none">
                <a:moveTo>
                  <a:pt x="0" y="0"/>
                </a:moveTo>
                <a:lnTo>
                  <a:pt x="1258" y="270579"/>
                </a:lnTo>
              </a:path>
            </a:pathLst>
          </a:custGeom>
          <a:noFill/>
          <a:ln w="5869" cap="flat">
            <a:solidFill>
              <a:srgbClr val="7C8792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76" name="Shape 76"/>
          <p:cNvSpPr/>
          <p:nvPr/>
        </p:nvSpPr>
        <p:spPr>
          <a:xfrm>
            <a:off x="3692824" y="1365295"/>
            <a:ext cx="5285" cy="339844"/>
          </a:xfrm>
          <a:custGeom>
            <a:avLst/>
            <a:gdLst/>
            <a:ahLst/>
            <a:cxnLst/>
            <a:rect l="0" t="0" r="r" b="b"/>
            <a:pathLst>
              <a:path w="5285" h="339844" fill="none">
                <a:moveTo>
                  <a:pt x="5285" y="0"/>
                </a:moveTo>
                <a:lnTo>
                  <a:pt x="0" y="339844"/>
                </a:lnTo>
              </a:path>
            </a:pathLst>
          </a:custGeom>
          <a:noFill/>
          <a:ln w="5869" cap="flat">
            <a:solidFill>
              <a:srgbClr val="8A6BA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77" name="Shape 77"/>
          <p:cNvSpPr/>
          <p:nvPr/>
        </p:nvSpPr>
        <p:spPr>
          <a:xfrm>
            <a:off x="3665655" y="1694272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8A6BAA">
              <a:alpha val="25000"/>
            </a:srgbClr>
          </a:solidFill>
          <a:ln>
            <a:noFill/>
          </a:ln>
        </p:spPr>
      </p:sp>
      <p:sp>
        <p:nvSpPr>
          <p:cNvPr id="78" name="Shape 78"/>
          <p:cNvSpPr/>
          <p:nvPr/>
        </p:nvSpPr>
        <p:spPr>
          <a:xfrm>
            <a:off x="3234274" y="1515134"/>
            <a:ext cx="2280" cy="446316"/>
          </a:xfrm>
          <a:custGeom>
            <a:avLst/>
            <a:gdLst/>
            <a:ahLst/>
            <a:cxnLst/>
            <a:rect l="0" t="0" r="r" b="b"/>
            <a:pathLst>
              <a:path w="2280" h="446316" fill="none">
                <a:moveTo>
                  <a:pt x="2280" y="0"/>
                </a:moveTo>
                <a:lnTo>
                  <a:pt x="0" y="446316"/>
                </a:lnTo>
              </a:path>
            </a:pathLst>
          </a:custGeom>
          <a:noFill/>
          <a:ln w="5869" cap="flat">
            <a:solidFill>
              <a:srgbClr val="D99A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79" name="Shape 79"/>
          <p:cNvSpPr/>
          <p:nvPr/>
        </p:nvSpPr>
        <p:spPr>
          <a:xfrm>
            <a:off x="3207105" y="1950583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D99A26">
              <a:alpha val="25000"/>
            </a:srgbClr>
          </a:solidFill>
          <a:ln>
            <a:noFill/>
          </a:ln>
        </p:spPr>
      </p:sp>
      <p:sp>
        <p:nvSpPr>
          <p:cNvPr id="80" name="Shape 80"/>
          <p:cNvSpPr/>
          <p:nvPr/>
        </p:nvSpPr>
        <p:spPr>
          <a:xfrm>
            <a:off x="3438913" y="1528060"/>
            <a:ext cx="4017" cy="409691"/>
          </a:xfrm>
          <a:custGeom>
            <a:avLst/>
            <a:gdLst/>
            <a:ahLst/>
            <a:cxnLst/>
            <a:rect l="0" t="0" r="r" b="b"/>
            <a:pathLst>
              <a:path w="4017" h="409691" fill="none">
                <a:moveTo>
                  <a:pt x="4017" y="0"/>
                </a:moveTo>
                <a:lnTo>
                  <a:pt x="0" y="409691"/>
                </a:lnTo>
              </a:path>
            </a:pathLst>
          </a:custGeom>
          <a:noFill/>
          <a:ln w="5869" cap="flat">
            <a:solidFill>
              <a:srgbClr val="C4553C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1" name="Shape 81"/>
          <p:cNvSpPr/>
          <p:nvPr/>
        </p:nvSpPr>
        <p:spPr>
          <a:xfrm>
            <a:off x="3411744" y="1926884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C4553C">
              <a:alpha val="25000"/>
            </a:srgbClr>
          </a:solidFill>
          <a:ln>
            <a:noFill/>
          </a:ln>
        </p:spPr>
      </p:sp>
      <p:sp>
        <p:nvSpPr>
          <p:cNvPr id="82" name="Shape 82"/>
          <p:cNvSpPr/>
          <p:nvPr/>
        </p:nvSpPr>
        <p:spPr>
          <a:xfrm>
            <a:off x="3639029" y="1433630"/>
            <a:ext cx="5021" cy="349901"/>
          </a:xfrm>
          <a:custGeom>
            <a:avLst/>
            <a:gdLst/>
            <a:ahLst/>
            <a:cxnLst/>
            <a:rect l="0" t="0" r="r" b="b"/>
            <a:pathLst>
              <a:path w="5021" h="349901" fill="none">
                <a:moveTo>
                  <a:pt x="5021" y="0"/>
                </a:moveTo>
                <a:lnTo>
                  <a:pt x="0" y="349901"/>
                </a:lnTo>
              </a:path>
            </a:pathLst>
          </a:custGeom>
          <a:noFill/>
          <a:ln w="5869" cap="flat">
            <a:solidFill>
              <a:srgbClr val="22855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3" name="Shape 83"/>
          <p:cNvSpPr/>
          <p:nvPr/>
        </p:nvSpPr>
        <p:spPr>
          <a:xfrm>
            <a:off x="3611859" y="1772664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22855A">
              <a:alpha val="25000"/>
            </a:srgbClr>
          </a:solidFill>
          <a:ln>
            <a:noFill/>
          </a:ln>
        </p:spPr>
      </p:sp>
      <p:sp>
        <p:nvSpPr>
          <p:cNvPr id="84" name="Shape 84"/>
          <p:cNvSpPr/>
          <p:nvPr/>
        </p:nvSpPr>
        <p:spPr>
          <a:xfrm>
            <a:off x="2260016" y="1856538"/>
            <a:ext cx="3811" cy="221196"/>
          </a:xfrm>
          <a:custGeom>
            <a:avLst/>
            <a:gdLst/>
            <a:ahLst/>
            <a:cxnLst/>
            <a:rect l="0" t="0" r="r" b="b"/>
            <a:pathLst>
              <a:path w="3811" h="221196" fill="none">
                <a:moveTo>
                  <a:pt x="0" y="0"/>
                </a:moveTo>
                <a:lnTo>
                  <a:pt x="3811" y="221196"/>
                </a:lnTo>
              </a:path>
            </a:pathLst>
          </a:custGeom>
          <a:noFill/>
          <a:ln w="5869" cap="flat">
            <a:solidFill>
              <a:srgbClr val="1F21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5" name="Shape 85"/>
          <p:cNvSpPr/>
          <p:nvPr/>
        </p:nvSpPr>
        <p:spPr>
          <a:xfrm>
            <a:off x="2712065" y="3144810"/>
            <a:ext cx="52" cy="139120"/>
          </a:xfrm>
          <a:custGeom>
            <a:avLst/>
            <a:gdLst/>
            <a:ahLst/>
            <a:cxnLst/>
            <a:rect l="0" t="0" r="r" b="b"/>
            <a:pathLst>
              <a:path w="52" h="139120" fill="none">
                <a:moveTo>
                  <a:pt x="52" y="0"/>
                </a:moveTo>
                <a:lnTo>
                  <a:pt x="0" y="139120"/>
                </a:lnTo>
              </a:path>
            </a:pathLst>
          </a:custGeom>
          <a:noFill/>
          <a:ln w="5869" cap="flat">
            <a:solidFill>
              <a:srgbClr val="7C8792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6" name="Shape 86"/>
          <p:cNvSpPr/>
          <p:nvPr/>
        </p:nvSpPr>
        <p:spPr>
          <a:xfrm>
            <a:off x="2684895" y="3273062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7C8792">
              <a:alpha val="25000"/>
            </a:srgbClr>
          </a:solidFill>
          <a:ln>
            <a:noFill/>
          </a:ln>
        </p:spPr>
      </p:sp>
      <p:sp>
        <p:nvSpPr>
          <p:cNvPr id="87" name="Shape 87"/>
          <p:cNvSpPr/>
          <p:nvPr/>
        </p:nvSpPr>
        <p:spPr>
          <a:xfrm>
            <a:off x="2025119" y="3182876"/>
            <a:ext cx="3051" cy="228467"/>
          </a:xfrm>
          <a:custGeom>
            <a:avLst/>
            <a:gdLst/>
            <a:ahLst/>
            <a:cxnLst/>
            <a:rect l="0" t="0" r="r" b="b"/>
            <a:pathLst>
              <a:path w="3051" h="228467" fill="none">
                <a:moveTo>
                  <a:pt x="0" y="0"/>
                </a:moveTo>
                <a:lnTo>
                  <a:pt x="3051" y="228467"/>
                </a:lnTo>
              </a:path>
            </a:pathLst>
          </a:custGeom>
          <a:noFill/>
          <a:ln w="5869" cap="flat">
            <a:solidFill>
              <a:srgbClr val="8A6BA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8" name="Shape 88"/>
          <p:cNvSpPr/>
          <p:nvPr/>
        </p:nvSpPr>
        <p:spPr>
          <a:xfrm>
            <a:off x="2001002" y="3400476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8A6BAA">
              <a:alpha val="25000"/>
            </a:srgbClr>
          </a:solidFill>
          <a:ln>
            <a:noFill/>
          </a:ln>
        </p:spPr>
      </p:sp>
      <p:sp>
        <p:nvSpPr>
          <p:cNvPr id="89" name="Shape 89"/>
          <p:cNvSpPr/>
          <p:nvPr/>
        </p:nvSpPr>
        <p:spPr>
          <a:xfrm>
            <a:off x="3642076" y="3098931"/>
            <a:ext cx="331" cy="17504"/>
          </a:xfrm>
          <a:custGeom>
            <a:avLst/>
            <a:gdLst/>
            <a:ahLst/>
            <a:cxnLst/>
            <a:rect l="0" t="0" r="r" b="b"/>
            <a:pathLst>
              <a:path w="331" h="17504" fill="none">
                <a:moveTo>
                  <a:pt x="331" y="0"/>
                </a:moveTo>
                <a:lnTo>
                  <a:pt x="0" y="17504"/>
                </a:lnTo>
              </a:path>
            </a:pathLst>
          </a:custGeom>
          <a:noFill/>
          <a:ln w="5869" cap="flat">
            <a:solidFill>
              <a:srgbClr val="D99A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0" name="Shape 90"/>
          <p:cNvSpPr/>
          <p:nvPr/>
        </p:nvSpPr>
        <p:spPr>
          <a:xfrm>
            <a:off x="3614907" y="3105568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D99A26">
              <a:alpha val="25000"/>
            </a:srgbClr>
          </a:solidFill>
          <a:ln>
            <a:noFill/>
          </a:ln>
        </p:spPr>
      </p:sp>
      <p:sp>
        <p:nvSpPr>
          <p:cNvPr id="91" name="Shape 91"/>
          <p:cNvSpPr/>
          <p:nvPr/>
        </p:nvSpPr>
        <p:spPr>
          <a:xfrm>
            <a:off x="3671864" y="2971259"/>
            <a:ext cx="37" cy="1929"/>
          </a:xfrm>
          <a:custGeom>
            <a:avLst/>
            <a:gdLst/>
            <a:ahLst/>
            <a:cxnLst/>
            <a:rect l="0" t="0" r="r" b="b"/>
            <a:pathLst>
              <a:path w="37" h="1929" fill="none">
                <a:moveTo>
                  <a:pt x="0" y="1929"/>
                </a:moveTo>
                <a:lnTo>
                  <a:pt x="37" y="0"/>
                </a:lnTo>
              </a:path>
            </a:pathLst>
          </a:custGeom>
          <a:noFill/>
          <a:ln w="5869" cap="flat">
            <a:solidFill>
              <a:srgbClr val="C4553C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2" name="Shape 92"/>
          <p:cNvSpPr/>
          <p:nvPr/>
        </p:nvSpPr>
        <p:spPr>
          <a:xfrm>
            <a:off x="3644732" y="2960392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C4553C">
              <a:alpha val="25000"/>
            </a:srgbClr>
          </a:solidFill>
          <a:ln>
            <a:noFill/>
          </a:ln>
        </p:spPr>
      </p:sp>
      <p:sp>
        <p:nvSpPr>
          <p:cNvPr id="93" name="Shape 93"/>
          <p:cNvSpPr/>
          <p:nvPr/>
        </p:nvSpPr>
        <p:spPr>
          <a:xfrm>
            <a:off x="3876232" y="2943220"/>
            <a:ext cx="635" cy="26974"/>
          </a:xfrm>
          <a:custGeom>
            <a:avLst/>
            <a:gdLst/>
            <a:ahLst/>
            <a:cxnLst/>
            <a:rect l="0" t="0" r="r" b="b"/>
            <a:pathLst>
              <a:path w="635" h="26974" fill="none">
                <a:moveTo>
                  <a:pt x="635" y="0"/>
                </a:moveTo>
                <a:lnTo>
                  <a:pt x="0" y="26974"/>
                </a:lnTo>
              </a:path>
            </a:pathLst>
          </a:custGeom>
          <a:noFill/>
          <a:ln w="5869" cap="flat">
            <a:solidFill>
              <a:srgbClr val="22855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4" name="Shape 94"/>
          <p:cNvSpPr/>
          <p:nvPr/>
        </p:nvSpPr>
        <p:spPr>
          <a:xfrm>
            <a:off x="3849063" y="2959326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22855A">
              <a:alpha val="25000"/>
            </a:srgbClr>
          </a:solidFill>
          <a:ln>
            <a:noFill/>
          </a:ln>
        </p:spPr>
      </p:sp>
      <p:sp>
        <p:nvSpPr>
          <p:cNvPr id="95" name="Shape 95"/>
          <p:cNvSpPr/>
          <p:nvPr/>
        </p:nvSpPr>
        <p:spPr>
          <a:xfrm>
            <a:off x="2030122" y="3185474"/>
            <a:ext cx="3018" cy="227681"/>
          </a:xfrm>
          <a:custGeom>
            <a:avLst/>
            <a:gdLst/>
            <a:ahLst/>
            <a:cxnLst/>
            <a:rect l="0" t="0" r="r" b="b"/>
            <a:pathLst>
              <a:path w="3018" h="227681" fill="none">
                <a:moveTo>
                  <a:pt x="0" y="0"/>
                </a:moveTo>
                <a:lnTo>
                  <a:pt x="3018" y="227681"/>
                </a:lnTo>
              </a:path>
            </a:pathLst>
          </a:custGeom>
          <a:noFill/>
          <a:ln w="5869" cap="flat">
            <a:solidFill>
              <a:srgbClr val="1F21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6" name="Shape 96"/>
          <p:cNvSpPr/>
          <p:nvPr/>
        </p:nvSpPr>
        <p:spPr>
          <a:xfrm>
            <a:off x="2005972" y="3402288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1F2126">
              <a:alpha val="25000"/>
            </a:srgbClr>
          </a:solidFill>
          <a:ln>
            <a:noFill/>
          </a:ln>
        </p:spPr>
      </p:sp>
      <p:sp>
        <p:nvSpPr>
          <p:cNvPr id="97" name="Shape 97"/>
          <p:cNvSpPr/>
          <p:nvPr/>
        </p:nvSpPr>
        <p:spPr>
          <a:xfrm>
            <a:off x="2466696" y="4635473"/>
            <a:ext cx="3832" cy="292018"/>
          </a:xfrm>
          <a:custGeom>
            <a:avLst/>
            <a:gdLst/>
            <a:ahLst/>
            <a:cxnLst/>
            <a:rect l="0" t="0" r="r" b="b"/>
            <a:pathLst>
              <a:path w="3832" h="292018" fill="none">
                <a:moveTo>
                  <a:pt x="0" y="0"/>
                </a:moveTo>
                <a:lnTo>
                  <a:pt x="3832" y="292018"/>
                </a:lnTo>
              </a:path>
            </a:pathLst>
          </a:custGeom>
          <a:noFill/>
          <a:ln w="5869" cap="flat">
            <a:solidFill>
              <a:srgbClr val="7C8792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8" name="Shape 98"/>
          <p:cNvSpPr/>
          <p:nvPr/>
        </p:nvSpPr>
        <p:spPr>
          <a:xfrm>
            <a:off x="3606414" y="4404300"/>
            <a:ext cx="4947" cy="487462"/>
          </a:xfrm>
          <a:custGeom>
            <a:avLst/>
            <a:gdLst/>
            <a:ahLst/>
            <a:cxnLst/>
            <a:rect l="0" t="0" r="r" b="b"/>
            <a:pathLst>
              <a:path w="4947" h="487462" fill="none">
                <a:moveTo>
                  <a:pt x="4947" y="0"/>
                </a:moveTo>
                <a:lnTo>
                  <a:pt x="0" y="487462"/>
                </a:lnTo>
              </a:path>
            </a:pathLst>
          </a:custGeom>
          <a:noFill/>
          <a:ln w="5869" cap="flat">
            <a:solidFill>
              <a:srgbClr val="8A6BA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9" name="Shape 99"/>
          <p:cNvSpPr/>
          <p:nvPr/>
        </p:nvSpPr>
        <p:spPr>
          <a:xfrm>
            <a:off x="3579245" y="4880895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8A6BAA">
              <a:alpha val="25000"/>
            </a:srgbClr>
          </a:solidFill>
          <a:ln>
            <a:noFill/>
          </a:ln>
        </p:spPr>
      </p:sp>
      <p:sp>
        <p:nvSpPr>
          <p:cNvPr id="100" name="Shape 100"/>
          <p:cNvSpPr/>
          <p:nvPr/>
        </p:nvSpPr>
        <p:spPr>
          <a:xfrm>
            <a:off x="2025119" y="4444097"/>
            <a:ext cx="10652" cy="483394"/>
          </a:xfrm>
          <a:custGeom>
            <a:avLst/>
            <a:gdLst/>
            <a:ahLst/>
            <a:cxnLst/>
            <a:rect l="0" t="0" r="r" b="b"/>
            <a:pathLst>
              <a:path w="10652" h="483394" fill="none">
                <a:moveTo>
                  <a:pt x="0" y="0"/>
                </a:moveTo>
                <a:lnTo>
                  <a:pt x="10652" y="483394"/>
                </a:lnTo>
              </a:path>
            </a:pathLst>
          </a:custGeom>
          <a:noFill/>
          <a:ln w="5869" cap="flat">
            <a:solidFill>
              <a:srgbClr val="D99A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1" name="Shape 101"/>
          <p:cNvSpPr/>
          <p:nvPr/>
        </p:nvSpPr>
        <p:spPr>
          <a:xfrm>
            <a:off x="2190101" y="4496587"/>
            <a:ext cx="8061" cy="430903"/>
          </a:xfrm>
          <a:custGeom>
            <a:avLst/>
            <a:gdLst/>
            <a:ahLst/>
            <a:cxnLst/>
            <a:rect l="0" t="0" r="r" b="b"/>
            <a:pathLst>
              <a:path w="8061" h="430903" fill="none">
                <a:moveTo>
                  <a:pt x="0" y="0"/>
                </a:moveTo>
                <a:lnTo>
                  <a:pt x="8061" y="430903"/>
                </a:lnTo>
              </a:path>
            </a:pathLst>
          </a:custGeom>
          <a:noFill/>
          <a:ln w="5869" cap="flat">
            <a:solidFill>
              <a:srgbClr val="C4553C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2" name="Shape 102"/>
          <p:cNvSpPr/>
          <p:nvPr/>
        </p:nvSpPr>
        <p:spPr>
          <a:xfrm>
            <a:off x="2174902" y="4679400"/>
            <a:ext cx="4735" cy="248091"/>
          </a:xfrm>
          <a:custGeom>
            <a:avLst/>
            <a:gdLst/>
            <a:ahLst/>
            <a:cxnLst/>
            <a:rect l="0" t="0" r="r" b="b"/>
            <a:pathLst>
              <a:path w="4735" h="248091" fill="none">
                <a:moveTo>
                  <a:pt x="0" y="0"/>
                </a:moveTo>
                <a:lnTo>
                  <a:pt x="4735" y="248091"/>
                </a:lnTo>
              </a:path>
            </a:pathLst>
          </a:custGeom>
          <a:noFill/>
          <a:ln w="5869" cap="flat">
            <a:solidFill>
              <a:srgbClr val="22855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3" name="Shape 103"/>
          <p:cNvSpPr/>
          <p:nvPr/>
        </p:nvSpPr>
        <p:spPr>
          <a:xfrm>
            <a:off x="3924888" y="4257864"/>
            <a:ext cx="8119" cy="488423"/>
          </a:xfrm>
          <a:custGeom>
            <a:avLst/>
            <a:gdLst/>
            <a:ahLst/>
            <a:cxnLst/>
            <a:rect l="0" t="0" r="r" b="b"/>
            <a:pathLst>
              <a:path w="8119" h="488423" fill="none">
                <a:moveTo>
                  <a:pt x="8119" y="0"/>
                </a:moveTo>
                <a:lnTo>
                  <a:pt x="0" y="488423"/>
                </a:lnTo>
              </a:path>
            </a:pathLst>
          </a:custGeom>
          <a:noFill/>
          <a:ln w="5869" cap="flat">
            <a:solidFill>
              <a:srgbClr val="1F21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4" name="Shape 104"/>
          <p:cNvSpPr/>
          <p:nvPr/>
        </p:nvSpPr>
        <p:spPr>
          <a:xfrm>
            <a:off x="3897718" y="4735420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1F2126">
              <a:alpha val="25000"/>
            </a:srgbClr>
          </a:solidFill>
          <a:ln>
            <a:noFill/>
          </a:ln>
        </p:spPr>
      </p:sp>
      <p:sp>
        <p:nvSpPr>
          <p:cNvPr id="105" name="Shape 105"/>
          <p:cNvSpPr/>
          <p:nvPr/>
        </p:nvSpPr>
        <p:spPr>
          <a:xfrm>
            <a:off x="3505422" y="5944704"/>
            <a:ext cx="6033" cy="407665"/>
          </a:xfrm>
          <a:custGeom>
            <a:avLst/>
            <a:gdLst/>
            <a:ahLst/>
            <a:cxnLst/>
            <a:rect l="0" t="0" r="r" b="b"/>
            <a:pathLst>
              <a:path w="6033" h="407665" fill="none">
                <a:moveTo>
                  <a:pt x="6033" y="0"/>
                </a:moveTo>
                <a:lnTo>
                  <a:pt x="0" y="407665"/>
                </a:lnTo>
              </a:path>
            </a:pathLst>
          </a:custGeom>
          <a:noFill/>
          <a:ln w="5869" cap="flat">
            <a:solidFill>
              <a:srgbClr val="7C8792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6" name="Shape 106"/>
          <p:cNvSpPr/>
          <p:nvPr/>
        </p:nvSpPr>
        <p:spPr>
          <a:xfrm>
            <a:off x="3472010" y="5905381"/>
            <a:ext cx="6197" cy="446988"/>
          </a:xfrm>
          <a:custGeom>
            <a:avLst/>
            <a:gdLst/>
            <a:ahLst/>
            <a:cxnLst/>
            <a:rect l="0" t="0" r="r" b="b"/>
            <a:pathLst>
              <a:path w="6197" h="446988" fill="none">
                <a:moveTo>
                  <a:pt x="6197" y="0"/>
                </a:moveTo>
                <a:lnTo>
                  <a:pt x="0" y="446988"/>
                </a:lnTo>
              </a:path>
            </a:pathLst>
          </a:custGeom>
          <a:noFill/>
          <a:ln w="5869" cap="flat">
            <a:solidFill>
              <a:srgbClr val="8A6BA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7" name="Shape 107"/>
          <p:cNvSpPr/>
          <p:nvPr/>
        </p:nvSpPr>
        <p:spPr>
          <a:xfrm>
            <a:off x="3319339" y="5639930"/>
            <a:ext cx="6253" cy="652395"/>
          </a:xfrm>
          <a:custGeom>
            <a:avLst/>
            <a:gdLst/>
            <a:ahLst/>
            <a:cxnLst/>
            <a:rect l="0" t="0" r="r" b="b"/>
            <a:pathLst>
              <a:path w="6253" h="652395" fill="none">
                <a:moveTo>
                  <a:pt x="6253" y="0"/>
                </a:moveTo>
                <a:lnTo>
                  <a:pt x="0" y="652395"/>
                </a:lnTo>
              </a:path>
            </a:pathLst>
          </a:custGeom>
          <a:noFill/>
          <a:ln w="5869" cap="flat">
            <a:solidFill>
              <a:srgbClr val="D99A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8" name="Shape 108"/>
          <p:cNvSpPr/>
          <p:nvPr/>
        </p:nvSpPr>
        <p:spPr>
          <a:xfrm>
            <a:off x="3292170" y="6281458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D99A26">
              <a:alpha val="25000"/>
            </a:srgbClr>
          </a:solidFill>
          <a:ln>
            <a:noFill/>
          </a:ln>
        </p:spPr>
      </p:sp>
      <p:sp>
        <p:nvSpPr>
          <p:cNvPr id="109" name="Shape 109"/>
          <p:cNvSpPr/>
          <p:nvPr/>
        </p:nvSpPr>
        <p:spPr>
          <a:xfrm>
            <a:off x="3191716" y="5849804"/>
            <a:ext cx="3033" cy="502565"/>
          </a:xfrm>
          <a:custGeom>
            <a:avLst/>
            <a:gdLst/>
            <a:ahLst/>
            <a:cxnLst/>
            <a:rect l="0" t="0" r="r" b="b"/>
            <a:pathLst>
              <a:path w="3033" h="502565" fill="none">
                <a:moveTo>
                  <a:pt x="3033" y="0"/>
                </a:moveTo>
                <a:lnTo>
                  <a:pt x="0" y="502565"/>
                </a:lnTo>
              </a:path>
            </a:pathLst>
          </a:custGeom>
          <a:noFill/>
          <a:ln w="5869" cap="flat">
            <a:solidFill>
              <a:srgbClr val="C4553C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0" name="Shape 110"/>
          <p:cNvSpPr/>
          <p:nvPr/>
        </p:nvSpPr>
        <p:spPr>
          <a:xfrm>
            <a:off x="3499735" y="5870789"/>
            <a:ext cx="7050" cy="481580"/>
          </a:xfrm>
          <a:custGeom>
            <a:avLst/>
            <a:gdLst/>
            <a:ahLst/>
            <a:cxnLst/>
            <a:rect l="0" t="0" r="r" b="b"/>
            <a:pathLst>
              <a:path w="7050" h="481580" fill="none">
                <a:moveTo>
                  <a:pt x="7050" y="0"/>
                </a:moveTo>
                <a:lnTo>
                  <a:pt x="0" y="481580"/>
                </a:lnTo>
              </a:path>
            </a:pathLst>
          </a:custGeom>
          <a:noFill/>
          <a:ln w="5869" cap="flat">
            <a:solidFill>
              <a:srgbClr val="22855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1" name="Shape 111"/>
          <p:cNvSpPr/>
          <p:nvPr/>
        </p:nvSpPr>
        <p:spPr>
          <a:xfrm>
            <a:off x="2356481" y="6147090"/>
            <a:ext cx="3530" cy="205279"/>
          </a:xfrm>
          <a:custGeom>
            <a:avLst/>
            <a:gdLst/>
            <a:ahLst/>
            <a:cxnLst/>
            <a:rect l="0" t="0" r="r" b="b"/>
            <a:pathLst>
              <a:path w="3530" h="205279" fill="none">
                <a:moveTo>
                  <a:pt x="0" y="0"/>
                </a:moveTo>
                <a:lnTo>
                  <a:pt x="3530" y="205279"/>
                </a:lnTo>
              </a:path>
            </a:pathLst>
          </a:custGeom>
          <a:noFill/>
          <a:ln w="5869" cap="flat">
            <a:solidFill>
              <a:srgbClr val="1F21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2" name="Shape 112"/>
          <p:cNvSpPr/>
          <p:nvPr/>
        </p:nvSpPr>
        <p:spPr>
          <a:xfrm>
            <a:off x="3603781" y="1468057"/>
            <a:ext cx="4780" cy="352667"/>
          </a:xfrm>
          <a:custGeom>
            <a:avLst/>
            <a:gdLst/>
            <a:ahLst/>
            <a:cxnLst/>
            <a:rect l="0" t="0" r="r" b="b"/>
            <a:pathLst>
              <a:path w="4780" h="352667" fill="none">
                <a:moveTo>
                  <a:pt x="4780" y="0"/>
                </a:moveTo>
                <a:lnTo>
                  <a:pt x="0" y="352667"/>
                </a:lnTo>
              </a:path>
            </a:pathLst>
          </a:custGeom>
          <a:noFill/>
          <a:ln w="5869" cap="flat">
            <a:solidFill>
              <a:srgbClr val="2E5FBF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3" name="Shape 113"/>
          <p:cNvSpPr/>
          <p:nvPr/>
        </p:nvSpPr>
        <p:spPr>
          <a:xfrm>
            <a:off x="3576612" y="1809857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2E5FBF">
              <a:alpha val="25000"/>
            </a:srgbClr>
          </a:solidFill>
          <a:ln>
            <a:noFill/>
          </a:ln>
        </p:spPr>
      </p:sp>
      <p:sp>
        <p:nvSpPr>
          <p:cNvPr id="114" name="Shape 114"/>
          <p:cNvSpPr/>
          <p:nvPr/>
        </p:nvSpPr>
        <p:spPr>
          <a:xfrm>
            <a:off x="3932442" y="2823703"/>
            <a:ext cx="565" cy="22951"/>
          </a:xfrm>
          <a:custGeom>
            <a:avLst/>
            <a:gdLst/>
            <a:ahLst/>
            <a:cxnLst/>
            <a:rect l="0" t="0" r="r" b="b"/>
            <a:pathLst>
              <a:path w="565" h="22951" fill="none">
                <a:moveTo>
                  <a:pt x="565" y="0"/>
                </a:moveTo>
                <a:lnTo>
                  <a:pt x="0" y="22951"/>
                </a:lnTo>
              </a:path>
            </a:pathLst>
          </a:custGeom>
          <a:noFill/>
          <a:ln w="5869" cap="flat">
            <a:solidFill>
              <a:srgbClr val="2E5FBF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5" name="Shape 115"/>
          <p:cNvSpPr/>
          <p:nvPr/>
        </p:nvSpPr>
        <p:spPr>
          <a:xfrm>
            <a:off x="3905273" y="2835788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2E5FBF">
              <a:alpha val="25000"/>
            </a:srgbClr>
          </a:solidFill>
          <a:ln>
            <a:noFill/>
          </a:ln>
        </p:spPr>
      </p:sp>
      <p:sp>
        <p:nvSpPr>
          <p:cNvPr id="116" name="Shape 116"/>
          <p:cNvSpPr/>
          <p:nvPr/>
        </p:nvSpPr>
        <p:spPr>
          <a:xfrm>
            <a:off x="2200860" y="4658411"/>
            <a:ext cx="4991" cy="269080"/>
          </a:xfrm>
          <a:custGeom>
            <a:avLst/>
            <a:gdLst/>
            <a:ahLst/>
            <a:cxnLst/>
            <a:rect l="0" t="0" r="r" b="b"/>
            <a:pathLst>
              <a:path w="4991" h="269080" fill="none">
                <a:moveTo>
                  <a:pt x="0" y="0"/>
                </a:moveTo>
                <a:lnTo>
                  <a:pt x="4991" y="269080"/>
                </a:lnTo>
              </a:path>
            </a:pathLst>
          </a:custGeom>
          <a:noFill/>
          <a:ln w="5869" cap="flat">
            <a:solidFill>
              <a:srgbClr val="2E5FBF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7" name="Shape 117"/>
          <p:cNvSpPr/>
          <p:nvPr/>
        </p:nvSpPr>
        <p:spPr>
          <a:xfrm>
            <a:off x="3593657" y="5889636"/>
            <a:ext cx="7988" cy="462733"/>
          </a:xfrm>
          <a:custGeom>
            <a:avLst/>
            <a:gdLst/>
            <a:ahLst/>
            <a:cxnLst/>
            <a:rect l="0" t="0" r="r" b="b"/>
            <a:pathLst>
              <a:path w="7988" h="462733" fill="none">
                <a:moveTo>
                  <a:pt x="7988" y="0"/>
                </a:moveTo>
                <a:lnTo>
                  <a:pt x="0" y="462733"/>
                </a:lnTo>
              </a:path>
            </a:pathLst>
          </a:custGeom>
          <a:noFill/>
          <a:ln w="5869" cap="flat">
            <a:solidFill>
              <a:srgbClr val="2E5FBF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8" name="Shape 118"/>
          <p:cNvSpPr/>
          <p:nvPr/>
        </p:nvSpPr>
        <p:spPr>
          <a:xfrm>
            <a:off x="3192127" y="1362661"/>
            <a:ext cx="416434" cy="105396"/>
          </a:xfrm>
          <a:custGeom>
            <a:avLst/>
            <a:gdLst/>
            <a:ahLst/>
            <a:cxnLst/>
            <a:rect l="0" t="0" r="r" b="b"/>
            <a:pathLst>
              <a:path w="416434" h="105396" fill="none">
                <a:moveTo>
                  <a:pt x="416434" y="105396"/>
                </a:moveTo>
                <a:lnTo>
                  <a:pt x="0" y="0"/>
                </a:lnTo>
              </a:path>
            </a:pathLst>
          </a:custGeom>
          <a:noFill/>
          <a:ln w="8385" cap="flat">
            <a:solidFill>
              <a:srgbClr val="2E5FBF"/>
            </a:solidFill>
            <a:custDash>
              <a:ds d="200000" sp="200000"/>
            </a:custDash>
            <a:round/>
          </a:ln>
        </p:spPr>
      </p:sp>
      <p:sp>
        <p:nvSpPr>
          <p:cNvPr id="119" name="Shape 119"/>
          <p:cNvSpPr/>
          <p:nvPr/>
        </p:nvSpPr>
        <p:spPr>
          <a:xfrm>
            <a:off x="2334227" y="2536593"/>
            <a:ext cx="1598780" cy="287110"/>
          </a:xfrm>
          <a:custGeom>
            <a:avLst/>
            <a:gdLst/>
            <a:ahLst/>
            <a:cxnLst/>
            <a:rect l="0" t="0" r="r" b="b"/>
            <a:pathLst>
              <a:path w="1598780" h="287110" fill="none">
                <a:moveTo>
                  <a:pt x="1598780" y="287110"/>
                </a:moveTo>
                <a:lnTo>
                  <a:pt x="0" y="0"/>
                </a:lnTo>
              </a:path>
            </a:pathLst>
          </a:custGeom>
          <a:noFill/>
          <a:ln w="8385" cap="flat">
            <a:solidFill>
              <a:srgbClr val="2E5FBF"/>
            </a:solidFill>
            <a:custDash>
              <a:ds d="200000" sp="200000"/>
            </a:custDash>
            <a:round/>
          </a:ln>
        </p:spPr>
      </p:sp>
      <p:sp>
        <p:nvSpPr>
          <p:cNvPr id="120" name="Shape 120"/>
          <p:cNvSpPr/>
          <p:nvPr/>
        </p:nvSpPr>
        <p:spPr>
          <a:xfrm>
            <a:off x="2200860" y="4125760"/>
            <a:ext cx="261094" cy="532651"/>
          </a:xfrm>
          <a:custGeom>
            <a:avLst/>
            <a:gdLst/>
            <a:ahLst/>
            <a:cxnLst/>
            <a:rect l="0" t="0" r="r" b="b"/>
            <a:pathLst>
              <a:path w="261094" h="532651" fill="none">
                <a:moveTo>
                  <a:pt x="0" y="532651"/>
                </a:moveTo>
                <a:lnTo>
                  <a:pt x="261094" y="0"/>
                </a:lnTo>
              </a:path>
            </a:pathLst>
          </a:custGeom>
          <a:noFill/>
          <a:ln w="8385" cap="flat">
            <a:solidFill>
              <a:srgbClr val="2E5FBF"/>
            </a:solidFill>
            <a:custDash>
              <a:ds d="200000" sp="200000"/>
            </a:custDash>
            <a:round/>
          </a:ln>
        </p:spPr>
      </p:sp>
      <p:sp>
        <p:nvSpPr>
          <p:cNvPr id="121" name="Shape 121"/>
          <p:cNvSpPr/>
          <p:nvPr/>
        </p:nvSpPr>
        <p:spPr>
          <a:xfrm>
            <a:off x="2981351" y="5742986"/>
            <a:ext cx="620294" cy="146650"/>
          </a:xfrm>
          <a:custGeom>
            <a:avLst/>
            <a:gdLst/>
            <a:ahLst/>
            <a:cxnLst/>
            <a:rect l="0" t="0" r="r" b="b"/>
            <a:pathLst>
              <a:path w="620294" h="146650" fill="none">
                <a:moveTo>
                  <a:pt x="620294" y="146650"/>
                </a:moveTo>
                <a:lnTo>
                  <a:pt x="0" y="0"/>
                </a:lnTo>
              </a:path>
            </a:pathLst>
          </a:custGeom>
          <a:noFill/>
          <a:ln w="8385" cap="flat">
            <a:solidFill>
              <a:srgbClr val="2E5FBF"/>
            </a:solidFill>
            <a:custDash>
              <a:ds d="200000" sp="200000"/>
            </a:custDash>
            <a:round/>
          </a:ln>
        </p:spPr>
      </p:sp>
      <p:sp>
        <p:nvSpPr>
          <p:cNvPr id="122" name="Shape 122"/>
          <p:cNvSpPr/>
          <p:nvPr/>
        </p:nvSpPr>
        <p:spPr>
          <a:xfrm>
            <a:off x="1892291" y="6605950"/>
            <a:ext cx="193203" cy="1"/>
          </a:xfrm>
          <a:custGeom>
            <a:avLst/>
            <a:gdLst/>
            <a:ahLst/>
            <a:cxnLst/>
            <a:rect l="0" t="0" r="r" b="b"/>
            <a:pathLst>
              <a:path w="193203" h="1" fill="none">
                <a:moveTo>
                  <a:pt x="0" y="0"/>
                </a:moveTo>
                <a:lnTo>
                  <a:pt x="193203" y="0"/>
                </a:lnTo>
              </a:path>
            </a:pathLst>
          </a:custGeom>
          <a:noFill/>
          <a:ln w="20125" cap="rnd">
            <a:solidFill>
              <a:srgbClr val="22855A"/>
            </a:solidFill>
            <a:round/>
          </a:ln>
        </p:spPr>
      </p:sp>
      <p:sp>
        <p:nvSpPr>
          <p:cNvPr id="123" name="Shape 123"/>
          <p:cNvSpPr/>
          <p:nvPr/>
        </p:nvSpPr>
        <p:spPr>
          <a:xfrm>
            <a:off x="2520204" y="6605950"/>
            <a:ext cx="193203" cy="1"/>
          </a:xfrm>
          <a:custGeom>
            <a:avLst/>
            <a:gdLst/>
            <a:ahLst/>
            <a:cxnLst/>
            <a:rect l="0" t="0" r="r" b="b"/>
            <a:pathLst>
              <a:path w="193203" h="1" fill="none">
                <a:moveTo>
                  <a:pt x="0" y="0"/>
                </a:moveTo>
                <a:lnTo>
                  <a:pt x="193203" y="0"/>
                </a:lnTo>
              </a:path>
            </a:pathLst>
          </a:custGeom>
          <a:noFill/>
          <a:ln w="11739" cap="rnd">
            <a:solidFill>
              <a:srgbClr val="C4553C"/>
            </a:solidFill>
            <a:round/>
          </a:ln>
        </p:spPr>
      </p:sp>
      <p:sp>
        <p:nvSpPr>
          <p:cNvPr id="124" name="Shape 124"/>
          <p:cNvSpPr/>
          <p:nvPr/>
        </p:nvSpPr>
        <p:spPr>
          <a:xfrm>
            <a:off x="3148116" y="6605950"/>
            <a:ext cx="193203" cy="1"/>
          </a:xfrm>
          <a:custGeom>
            <a:avLst/>
            <a:gdLst/>
            <a:ahLst/>
            <a:cxnLst/>
            <a:rect l="0" t="0" r="r" b="b"/>
            <a:pathLst>
              <a:path w="193203" h="1" fill="none">
                <a:moveTo>
                  <a:pt x="0" y="0"/>
                </a:moveTo>
                <a:lnTo>
                  <a:pt x="193203" y="0"/>
                </a:lnTo>
              </a:path>
            </a:pathLst>
          </a:custGeom>
          <a:noFill/>
          <a:ln w="11739" cap="rnd">
            <a:solidFill>
              <a:srgbClr val="D99A26"/>
            </a:solidFill>
            <a:round/>
          </a:ln>
        </p:spPr>
      </p:sp>
      <p:sp>
        <p:nvSpPr>
          <p:cNvPr id="125" name="Shape 125"/>
          <p:cNvSpPr/>
          <p:nvPr/>
        </p:nvSpPr>
        <p:spPr>
          <a:xfrm>
            <a:off x="3842443" y="6605950"/>
            <a:ext cx="193203" cy="1"/>
          </a:xfrm>
          <a:custGeom>
            <a:avLst/>
            <a:gdLst/>
            <a:ahLst/>
            <a:cxnLst/>
            <a:rect l="0" t="0" r="r" b="b"/>
            <a:pathLst>
              <a:path w="193203" h="1" fill="none">
                <a:moveTo>
                  <a:pt x="0" y="0"/>
                </a:moveTo>
                <a:lnTo>
                  <a:pt x="193203" y="0"/>
                </a:lnTo>
              </a:path>
            </a:pathLst>
          </a:custGeom>
          <a:noFill/>
          <a:ln w="11739" cap="rnd">
            <a:solidFill>
              <a:srgbClr val="8A6BAA"/>
            </a:solidFill>
            <a:round/>
          </a:ln>
        </p:spPr>
      </p:sp>
      <p:sp>
        <p:nvSpPr>
          <p:cNvPr id="126" name="Shape 126"/>
          <p:cNvSpPr/>
          <p:nvPr/>
        </p:nvSpPr>
        <p:spPr>
          <a:xfrm>
            <a:off x="4935252" y="6605950"/>
            <a:ext cx="193203" cy="1"/>
          </a:xfrm>
          <a:custGeom>
            <a:avLst/>
            <a:gdLst/>
            <a:ahLst/>
            <a:cxnLst/>
            <a:rect l="0" t="0" r="r" b="b"/>
            <a:pathLst>
              <a:path w="193203" h="1" fill="none">
                <a:moveTo>
                  <a:pt x="0" y="0"/>
                </a:moveTo>
                <a:lnTo>
                  <a:pt x="193203" y="0"/>
                </a:lnTo>
              </a:path>
            </a:pathLst>
          </a:custGeom>
          <a:noFill/>
          <a:ln w="11739" cap="rnd">
            <a:solidFill>
              <a:srgbClr val="7C8792"/>
            </a:solidFill>
            <a:round/>
          </a:ln>
        </p:spPr>
      </p:sp>
      <p:sp>
        <p:nvSpPr>
          <p:cNvPr id="127" name="Shape 127"/>
          <p:cNvSpPr/>
          <p:nvPr/>
        </p:nvSpPr>
        <p:spPr>
          <a:xfrm>
            <a:off x="1771539" y="1114130"/>
            <a:ext cx="3451104" cy="5588421"/>
          </a:xfrm>
          <a:custGeom>
            <a:avLst/>
            <a:gdLst/>
            <a:ahLst/>
            <a:cxnLst/>
            <a:rect l="0" t="0" r="r" b="b"/>
            <a:pathLst>
              <a:path w="3451104" h="5588421">
                <a:moveTo>
                  <a:pt x="2485084" y="724514"/>
                </a:moveTo>
                <a:lnTo>
                  <a:pt x="3451104" y="724514"/>
                </a:lnTo>
                <a:lnTo>
                  <a:pt x="3451104" y="0"/>
                </a:lnTo>
                <a:lnTo>
                  <a:pt x="248508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28" name="Shape 128"/>
          <p:cNvSpPr/>
          <p:nvPr/>
        </p:nvSpPr>
        <p:spPr>
          <a:xfrm>
            <a:off x="1771539" y="1114130"/>
            <a:ext cx="4471462" cy="5588421"/>
          </a:xfrm>
          <a:custGeom>
            <a:avLst/>
            <a:gdLst/>
            <a:ahLst/>
            <a:cxnLst/>
            <a:rect l="0" t="0" r="r" b="b"/>
            <a:pathLst>
              <a:path w="4471462" h="5588421">
                <a:moveTo>
                  <a:pt x="3505442" y="724514"/>
                </a:moveTo>
                <a:lnTo>
                  <a:pt x="4471462" y="724514"/>
                </a:lnTo>
                <a:lnTo>
                  <a:pt x="4471462" y="0"/>
                </a:lnTo>
                <a:lnTo>
                  <a:pt x="3505442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29" name="Shape 129"/>
          <p:cNvSpPr/>
          <p:nvPr/>
        </p:nvSpPr>
        <p:spPr>
          <a:xfrm>
            <a:off x="1771539" y="1114130"/>
            <a:ext cx="5491820" cy="5588421"/>
          </a:xfrm>
          <a:custGeom>
            <a:avLst/>
            <a:gdLst/>
            <a:ahLst/>
            <a:cxnLst/>
            <a:rect l="0" t="0" r="r" b="b"/>
            <a:pathLst>
              <a:path w="5491820" h="5588421">
                <a:moveTo>
                  <a:pt x="4525800" y="724514"/>
                </a:moveTo>
                <a:lnTo>
                  <a:pt x="5491820" y="724514"/>
                </a:lnTo>
                <a:lnTo>
                  <a:pt x="5491820" y="0"/>
                </a:lnTo>
                <a:lnTo>
                  <a:pt x="452580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0" name="Shape 130"/>
          <p:cNvSpPr/>
          <p:nvPr/>
        </p:nvSpPr>
        <p:spPr>
          <a:xfrm>
            <a:off x="1771539" y="1114130"/>
            <a:ext cx="6512177" cy="5588421"/>
          </a:xfrm>
          <a:custGeom>
            <a:avLst/>
            <a:gdLst/>
            <a:ahLst/>
            <a:cxnLst/>
            <a:rect l="0" t="0" r="r" b="b"/>
            <a:pathLst>
              <a:path w="6512177" h="5588421">
                <a:moveTo>
                  <a:pt x="5546158" y="724514"/>
                </a:moveTo>
                <a:lnTo>
                  <a:pt x="6512177" y="724514"/>
                </a:lnTo>
                <a:lnTo>
                  <a:pt x="6512177" y="0"/>
                </a:lnTo>
                <a:lnTo>
                  <a:pt x="5546158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1" name="Shape 131"/>
          <p:cNvSpPr/>
          <p:nvPr/>
        </p:nvSpPr>
        <p:spPr>
          <a:xfrm>
            <a:off x="1771539" y="1114130"/>
            <a:ext cx="7532535" cy="5588421"/>
          </a:xfrm>
          <a:custGeom>
            <a:avLst/>
            <a:gdLst/>
            <a:ahLst/>
            <a:cxnLst/>
            <a:rect l="0" t="0" r="r" b="b"/>
            <a:pathLst>
              <a:path w="7532535" h="5588421">
                <a:moveTo>
                  <a:pt x="6566516" y="724514"/>
                </a:moveTo>
                <a:lnTo>
                  <a:pt x="7532535" y="724514"/>
                </a:lnTo>
                <a:lnTo>
                  <a:pt x="7532535" y="0"/>
                </a:lnTo>
                <a:lnTo>
                  <a:pt x="656651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2" name="Shape 132"/>
          <p:cNvSpPr/>
          <p:nvPr/>
        </p:nvSpPr>
        <p:spPr>
          <a:xfrm>
            <a:off x="1771539" y="1114130"/>
            <a:ext cx="8552893" cy="5588421"/>
          </a:xfrm>
          <a:custGeom>
            <a:avLst/>
            <a:gdLst/>
            <a:ahLst/>
            <a:cxnLst/>
            <a:rect l="0" t="0" r="r" b="b"/>
            <a:pathLst>
              <a:path w="8552893" h="5588421">
                <a:moveTo>
                  <a:pt x="7586874" y="724514"/>
                </a:moveTo>
                <a:lnTo>
                  <a:pt x="8552893" y="724514"/>
                </a:lnTo>
                <a:lnTo>
                  <a:pt x="8552893" y="0"/>
                </a:lnTo>
                <a:lnTo>
                  <a:pt x="758687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3" name="Shape 133"/>
          <p:cNvSpPr/>
          <p:nvPr/>
        </p:nvSpPr>
        <p:spPr>
          <a:xfrm>
            <a:off x="1771539" y="2539008"/>
            <a:ext cx="3451104" cy="4163543"/>
          </a:xfrm>
          <a:custGeom>
            <a:avLst/>
            <a:gdLst/>
            <a:ahLst/>
            <a:cxnLst/>
            <a:rect l="0" t="0" r="r" b="b"/>
            <a:pathLst>
              <a:path w="3451104" h="4163543">
                <a:moveTo>
                  <a:pt x="2485084" y="724514"/>
                </a:moveTo>
                <a:lnTo>
                  <a:pt x="3451104" y="724514"/>
                </a:lnTo>
                <a:lnTo>
                  <a:pt x="3451104" y="0"/>
                </a:lnTo>
                <a:lnTo>
                  <a:pt x="248508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4" name="Shape 134"/>
          <p:cNvSpPr/>
          <p:nvPr/>
        </p:nvSpPr>
        <p:spPr>
          <a:xfrm>
            <a:off x="1771539" y="2539008"/>
            <a:ext cx="4471462" cy="4163543"/>
          </a:xfrm>
          <a:custGeom>
            <a:avLst/>
            <a:gdLst/>
            <a:ahLst/>
            <a:cxnLst/>
            <a:rect l="0" t="0" r="r" b="b"/>
            <a:pathLst>
              <a:path w="4471462" h="4163543">
                <a:moveTo>
                  <a:pt x="3505442" y="724514"/>
                </a:moveTo>
                <a:lnTo>
                  <a:pt x="4471462" y="724514"/>
                </a:lnTo>
                <a:lnTo>
                  <a:pt x="4471462" y="0"/>
                </a:lnTo>
                <a:lnTo>
                  <a:pt x="3505442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5" name="Shape 135"/>
          <p:cNvSpPr/>
          <p:nvPr/>
        </p:nvSpPr>
        <p:spPr>
          <a:xfrm>
            <a:off x="1771539" y="2539008"/>
            <a:ext cx="5491820" cy="4163543"/>
          </a:xfrm>
          <a:custGeom>
            <a:avLst/>
            <a:gdLst/>
            <a:ahLst/>
            <a:cxnLst/>
            <a:rect l="0" t="0" r="r" b="b"/>
            <a:pathLst>
              <a:path w="5491820" h="4163543">
                <a:moveTo>
                  <a:pt x="4525800" y="724514"/>
                </a:moveTo>
                <a:lnTo>
                  <a:pt x="5491820" y="724514"/>
                </a:lnTo>
                <a:lnTo>
                  <a:pt x="5491820" y="0"/>
                </a:lnTo>
                <a:lnTo>
                  <a:pt x="452580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6" name="Shape 136"/>
          <p:cNvSpPr/>
          <p:nvPr/>
        </p:nvSpPr>
        <p:spPr>
          <a:xfrm>
            <a:off x="1771539" y="2539008"/>
            <a:ext cx="6512177" cy="4163543"/>
          </a:xfrm>
          <a:custGeom>
            <a:avLst/>
            <a:gdLst/>
            <a:ahLst/>
            <a:cxnLst/>
            <a:rect l="0" t="0" r="r" b="b"/>
            <a:pathLst>
              <a:path w="6512177" h="4163543">
                <a:moveTo>
                  <a:pt x="5546158" y="724514"/>
                </a:moveTo>
                <a:lnTo>
                  <a:pt x="6512177" y="724514"/>
                </a:lnTo>
                <a:lnTo>
                  <a:pt x="6512177" y="0"/>
                </a:lnTo>
                <a:lnTo>
                  <a:pt x="5546158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7" name="Shape 137"/>
          <p:cNvSpPr/>
          <p:nvPr/>
        </p:nvSpPr>
        <p:spPr>
          <a:xfrm>
            <a:off x="1771539" y="2539008"/>
            <a:ext cx="7532535" cy="4163543"/>
          </a:xfrm>
          <a:custGeom>
            <a:avLst/>
            <a:gdLst/>
            <a:ahLst/>
            <a:cxnLst/>
            <a:rect l="0" t="0" r="r" b="b"/>
            <a:pathLst>
              <a:path w="7532535" h="4163543">
                <a:moveTo>
                  <a:pt x="6566516" y="724514"/>
                </a:moveTo>
                <a:lnTo>
                  <a:pt x="7532535" y="724514"/>
                </a:lnTo>
                <a:lnTo>
                  <a:pt x="7532535" y="0"/>
                </a:lnTo>
                <a:lnTo>
                  <a:pt x="656651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8" name="Shape 138"/>
          <p:cNvSpPr/>
          <p:nvPr/>
        </p:nvSpPr>
        <p:spPr>
          <a:xfrm>
            <a:off x="1771539" y="2539008"/>
            <a:ext cx="8552893" cy="4163543"/>
          </a:xfrm>
          <a:custGeom>
            <a:avLst/>
            <a:gdLst/>
            <a:ahLst/>
            <a:cxnLst/>
            <a:rect l="0" t="0" r="r" b="b"/>
            <a:pathLst>
              <a:path w="8552893" h="4163543">
                <a:moveTo>
                  <a:pt x="7586874" y="724514"/>
                </a:moveTo>
                <a:lnTo>
                  <a:pt x="8552893" y="724514"/>
                </a:lnTo>
                <a:lnTo>
                  <a:pt x="8552893" y="0"/>
                </a:lnTo>
                <a:lnTo>
                  <a:pt x="758687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9" name="Shape 139"/>
          <p:cNvSpPr/>
          <p:nvPr/>
        </p:nvSpPr>
        <p:spPr>
          <a:xfrm>
            <a:off x="1771539" y="3963887"/>
            <a:ext cx="3451104" cy="2738664"/>
          </a:xfrm>
          <a:custGeom>
            <a:avLst/>
            <a:gdLst/>
            <a:ahLst/>
            <a:cxnLst/>
            <a:rect l="0" t="0" r="r" b="b"/>
            <a:pathLst>
              <a:path w="3451104" h="2738664">
                <a:moveTo>
                  <a:pt x="2485084" y="724514"/>
                </a:moveTo>
                <a:lnTo>
                  <a:pt x="3451104" y="724514"/>
                </a:lnTo>
                <a:lnTo>
                  <a:pt x="3451104" y="0"/>
                </a:lnTo>
                <a:lnTo>
                  <a:pt x="248508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0" name="Shape 140"/>
          <p:cNvSpPr/>
          <p:nvPr/>
        </p:nvSpPr>
        <p:spPr>
          <a:xfrm>
            <a:off x="1771539" y="3963887"/>
            <a:ext cx="4471462" cy="2738664"/>
          </a:xfrm>
          <a:custGeom>
            <a:avLst/>
            <a:gdLst/>
            <a:ahLst/>
            <a:cxnLst/>
            <a:rect l="0" t="0" r="r" b="b"/>
            <a:pathLst>
              <a:path w="4471462" h="2738664">
                <a:moveTo>
                  <a:pt x="3505442" y="724514"/>
                </a:moveTo>
                <a:lnTo>
                  <a:pt x="4471462" y="724514"/>
                </a:lnTo>
                <a:lnTo>
                  <a:pt x="4471462" y="0"/>
                </a:lnTo>
                <a:lnTo>
                  <a:pt x="3505442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1" name="Shape 141"/>
          <p:cNvSpPr/>
          <p:nvPr/>
        </p:nvSpPr>
        <p:spPr>
          <a:xfrm>
            <a:off x="1771539" y="3963887"/>
            <a:ext cx="5491820" cy="2738664"/>
          </a:xfrm>
          <a:custGeom>
            <a:avLst/>
            <a:gdLst/>
            <a:ahLst/>
            <a:cxnLst/>
            <a:rect l="0" t="0" r="r" b="b"/>
            <a:pathLst>
              <a:path w="5491820" h="2738664">
                <a:moveTo>
                  <a:pt x="4525800" y="724514"/>
                </a:moveTo>
                <a:lnTo>
                  <a:pt x="5491820" y="724514"/>
                </a:lnTo>
                <a:lnTo>
                  <a:pt x="5491820" y="0"/>
                </a:lnTo>
                <a:lnTo>
                  <a:pt x="452580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2" name="Shape 142"/>
          <p:cNvSpPr/>
          <p:nvPr/>
        </p:nvSpPr>
        <p:spPr>
          <a:xfrm>
            <a:off x="1771539" y="3963887"/>
            <a:ext cx="6512177" cy="2738664"/>
          </a:xfrm>
          <a:custGeom>
            <a:avLst/>
            <a:gdLst/>
            <a:ahLst/>
            <a:cxnLst/>
            <a:rect l="0" t="0" r="r" b="b"/>
            <a:pathLst>
              <a:path w="6512177" h="2738664">
                <a:moveTo>
                  <a:pt x="5546158" y="724514"/>
                </a:moveTo>
                <a:lnTo>
                  <a:pt x="6512177" y="724514"/>
                </a:lnTo>
                <a:lnTo>
                  <a:pt x="6512177" y="0"/>
                </a:lnTo>
                <a:lnTo>
                  <a:pt x="5546158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3" name="Shape 143"/>
          <p:cNvSpPr/>
          <p:nvPr/>
        </p:nvSpPr>
        <p:spPr>
          <a:xfrm>
            <a:off x="1771539" y="3963887"/>
            <a:ext cx="7532535" cy="2738664"/>
          </a:xfrm>
          <a:custGeom>
            <a:avLst/>
            <a:gdLst/>
            <a:ahLst/>
            <a:cxnLst/>
            <a:rect l="0" t="0" r="r" b="b"/>
            <a:pathLst>
              <a:path w="7532535" h="2738664">
                <a:moveTo>
                  <a:pt x="6566516" y="724514"/>
                </a:moveTo>
                <a:lnTo>
                  <a:pt x="7532535" y="724514"/>
                </a:lnTo>
                <a:lnTo>
                  <a:pt x="7532535" y="0"/>
                </a:lnTo>
                <a:lnTo>
                  <a:pt x="656651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4" name="Shape 144"/>
          <p:cNvSpPr/>
          <p:nvPr/>
        </p:nvSpPr>
        <p:spPr>
          <a:xfrm>
            <a:off x="1771539" y="3963887"/>
            <a:ext cx="8552893" cy="2738664"/>
          </a:xfrm>
          <a:custGeom>
            <a:avLst/>
            <a:gdLst/>
            <a:ahLst/>
            <a:cxnLst/>
            <a:rect l="0" t="0" r="r" b="b"/>
            <a:pathLst>
              <a:path w="8552893" h="2738664">
                <a:moveTo>
                  <a:pt x="7586874" y="724514"/>
                </a:moveTo>
                <a:lnTo>
                  <a:pt x="8552893" y="724514"/>
                </a:lnTo>
                <a:lnTo>
                  <a:pt x="8552893" y="0"/>
                </a:lnTo>
                <a:lnTo>
                  <a:pt x="758687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5" name="Shape 145"/>
          <p:cNvSpPr/>
          <p:nvPr/>
        </p:nvSpPr>
        <p:spPr>
          <a:xfrm>
            <a:off x="1771539" y="5388765"/>
            <a:ext cx="3451104" cy="1313786"/>
          </a:xfrm>
          <a:custGeom>
            <a:avLst/>
            <a:gdLst/>
            <a:ahLst/>
            <a:cxnLst/>
            <a:rect l="0" t="0" r="r" b="b"/>
            <a:pathLst>
              <a:path w="3451104" h="1313786">
                <a:moveTo>
                  <a:pt x="2485084" y="724514"/>
                </a:moveTo>
                <a:lnTo>
                  <a:pt x="3451104" y="724514"/>
                </a:lnTo>
                <a:lnTo>
                  <a:pt x="3451104" y="0"/>
                </a:lnTo>
                <a:lnTo>
                  <a:pt x="248508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6" name="Shape 146"/>
          <p:cNvSpPr/>
          <p:nvPr/>
        </p:nvSpPr>
        <p:spPr>
          <a:xfrm>
            <a:off x="1771539" y="5388765"/>
            <a:ext cx="4471462" cy="1313786"/>
          </a:xfrm>
          <a:custGeom>
            <a:avLst/>
            <a:gdLst/>
            <a:ahLst/>
            <a:cxnLst/>
            <a:rect l="0" t="0" r="r" b="b"/>
            <a:pathLst>
              <a:path w="4471462" h="1313786">
                <a:moveTo>
                  <a:pt x="3505442" y="724514"/>
                </a:moveTo>
                <a:lnTo>
                  <a:pt x="4471462" y="724514"/>
                </a:lnTo>
                <a:lnTo>
                  <a:pt x="4471462" y="0"/>
                </a:lnTo>
                <a:lnTo>
                  <a:pt x="3505442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7" name="Shape 147"/>
          <p:cNvSpPr/>
          <p:nvPr/>
        </p:nvSpPr>
        <p:spPr>
          <a:xfrm>
            <a:off x="1771539" y="5388765"/>
            <a:ext cx="5491820" cy="1313786"/>
          </a:xfrm>
          <a:custGeom>
            <a:avLst/>
            <a:gdLst/>
            <a:ahLst/>
            <a:cxnLst/>
            <a:rect l="0" t="0" r="r" b="b"/>
            <a:pathLst>
              <a:path w="5491820" h="1313786">
                <a:moveTo>
                  <a:pt x="4525800" y="724514"/>
                </a:moveTo>
                <a:lnTo>
                  <a:pt x="5491820" y="724514"/>
                </a:lnTo>
                <a:lnTo>
                  <a:pt x="5491820" y="0"/>
                </a:lnTo>
                <a:lnTo>
                  <a:pt x="452580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8" name="Shape 148"/>
          <p:cNvSpPr/>
          <p:nvPr/>
        </p:nvSpPr>
        <p:spPr>
          <a:xfrm>
            <a:off x="1771539" y="5388765"/>
            <a:ext cx="6512177" cy="1313786"/>
          </a:xfrm>
          <a:custGeom>
            <a:avLst/>
            <a:gdLst/>
            <a:ahLst/>
            <a:cxnLst/>
            <a:rect l="0" t="0" r="r" b="b"/>
            <a:pathLst>
              <a:path w="6512177" h="1313786">
                <a:moveTo>
                  <a:pt x="5546158" y="724514"/>
                </a:moveTo>
                <a:lnTo>
                  <a:pt x="6512177" y="724514"/>
                </a:lnTo>
                <a:lnTo>
                  <a:pt x="6512177" y="0"/>
                </a:lnTo>
                <a:lnTo>
                  <a:pt x="5546158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9" name="Shape 149"/>
          <p:cNvSpPr/>
          <p:nvPr/>
        </p:nvSpPr>
        <p:spPr>
          <a:xfrm>
            <a:off x="1771539" y="5388765"/>
            <a:ext cx="7532535" cy="1313786"/>
          </a:xfrm>
          <a:custGeom>
            <a:avLst/>
            <a:gdLst/>
            <a:ahLst/>
            <a:cxnLst/>
            <a:rect l="0" t="0" r="r" b="b"/>
            <a:pathLst>
              <a:path w="7532535" h="1313786">
                <a:moveTo>
                  <a:pt x="6566516" y="724514"/>
                </a:moveTo>
                <a:lnTo>
                  <a:pt x="7532535" y="724514"/>
                </a:lnTo>
                <a:lnTo>
                  <a:pt x="7532535" y="0"/>
                </a:lnTo>
                <a:lnTo>
                  <a:pt x="656651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50" name="Shape 150"/>
          <p:cNvSpPr/>
          <p:nvPr/>
        </p:nvSpPr>
        <p:spPr>
          <a:xfrm>
            <a:off x="1771539" y="5388765"/>
            <a:ext cx="8552893" cy="1313786"/>
          </a:xfrm>
          <a:custGeom>
            <a:avLst/>
            <a:gdLst/>
            <a:ahLst/>
            <a:cxnLst/>
            <a:rect l="0" t="0" r="r" b="b"/>
            <a:pathLst>
              <a:path w="8552893" h="1313786">
                <a:moveTo>
                  <a:pt x="7586874" y="724514"/>
                </a:moveTo>
                <a:lnTo>
                  <a:pt x="8552893" y="724514"/>
                </a:lnTo>
                <a:lnTo>
                  <a:pt x="8552893" y="0"/>
                </a:lnTo>
                <a:lnTo>
                  <a:pt x="758687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51" name="Shape 151"/>
          <p:cNvSpPr/>
          <p:nvPr/>
        </p:nvSpPr>
        <p:spPr>
          <a:xfrm>
            <a:off x="2260016" y="1807154"/>
            <a:ext cx="572507" cy="65300"/>
          </a:xfrm>
          <a:custGeom>
            <a:avLst/>
            <a:gdLst/>
            <a:ahLst/>
            <a:cxnLst/>
            <a:rect l="0" t="0" r="r" b="b"/>
            <a:pathLst>
              <a:path w="572507" h="65300" fill="none">
                <a:moveTo>
                  <a:pt x="0" y="49383"/>
                </a:moveTo>
                <a:lnTo>
                  <a:pt x="89929" y="65300"/>
                </a:lnTo>
                <a:lnTo>
                  <a:pt x="165276" y="50271"/>
                </a:lnTo>
                <a:lnTo>
                  <a:pt x="246731" y="48216"/>
                </a:lnTo>
                <a:lnTo>
                  <a:pt x="317433" y="40302"/>
                </a:lnTo>
                <a:lnTo>
                  <a:pt x="382887" y="25437"/>
                </a:lnTo>
                <a:lnTo>
                  <a:pt x="458942" y="15835"/>
                </a:lnTo>
                <a:lnTo>
                  <a:pt x="512564" y="20077"/>
                </a:lnTo>
                <a:lnTo>
                  <a:pt x="572507" y="3439"/>
                </a:lnTo>
                <a:lnTo>
                  <a:pt x="552374" y="5665"/>
                </a:lnTo>
                <a:lnTo>
                  <a:pt x="548686" y="0"/>
                </a:lnTo>
              </a:path>
            </a:pathLst>
          </a:custGeom>
          <a:noFill/>
          <a:ln w="11739" cap="rnd">
            <a:solidFill>
              <a:srgbClr val="7C8792">
                <a:alpha val="95000"/>
              </a:srgbClr>
            </a:solidFill>
            <a:round/>
          </a:ln>
        </p:spPr>
      </p:sp>
      <p:sp>
        <p:nvSpPr>
          <p:cNvPr id="152" name="Shape 152"/>
          <p:cNvSpPr/>
          <p:nvPr/>
        </p:nvSpPr>
        <p:spPr>
          <a:xfrm>
            <a:off x="2260016" y="1365295"/>
            <a:ext cx="1438093" cy="491243"/>
          </a:xfrm>
          <a:custGeom>
            <a:avLst/>
            <a:gdLst/>
            <a:ahLst/>
            <a:cxnLst/>
            <a:rect l="0" t="0" r="r" b="b"/>
            <a:pathLst>
              <a:path w="1438093" h="491243" fill="none">
                <a:moveTo>
                  <a:pt x="0" y="491243"/>
                </a:moveTo>
                <a:lnTo>
                  <a:pt x="102936" y="490519"/>
                </a:lnTo>
                <a:lnTo>
                  <a:pt x="212207" y="482262"/>
                </a:lnTo>
                <a:lnTo>
                  <a:pt x="322050" y="469054"/>
                </a:lnTo>
                <a:lnTo>
                  <a:pt x="428002" y="449872"/>
                </a:lnTo>
                <a:lnTo>
                  <a:pt x="522705" y="428073"/>
                </a:lnTo>
                <a:lnTo>
                  <a:pt x="610644" y="403448"/>
                </a:lnTo>
                <a:lnTo>
                  <a:pt x="693114" y="380075"/>
                </a:lnTo>
                <a:lnTo>
                  <a:pt x="767283" y="353687"/>
                </a:lnTo>
                <a:lnTo>
                  <a:pt x="832055" y="331721"/>
                </a:lnTo>
                <a:lnTo>
                  <a:pt x="893905" y="309810"/>
                </a:lnTo>
                <a:lnTo>
                  <a:pt x="950466" y="289473"/>
                </a:lnTo>
                <a:lnTo>
                  <a:pt x="1003182" y="269184"/>
                </a:lnTo>
                <a:lnTo>
                  <a:pt x="1050918" y="251131"/>
                </a:lnTo>
                <a:lnTo>
                  <a:pt x="1094392" y="230728"/>
                </a:lnTo>
                <a:lnTo>
                  <a:pt x="1136466" y="214033"/>
                </a:lnTo>
                <a:lnTo>
                  <a:pt x="1177391" y="195688"/>
                </a:lnTo>
                <a:lnTo>
                  <a:pt x="1212483" y="168196"/>
                </a:lnTo>
                <a:lnTo>
                  <a:pt x="1250157" y="145358"/>
                </a:lnTo>
                <a:lnTo>
                  <a:pt x="1282861" y="122605"/>
                </a:lnTo>
                <a:lnTo>
                  <a:pt x="1316418" y="98512"/>
                </a:lnTo>
                <a:lnTo>
                  <a:pt x="1348094" y="73571"/>
                </a:lnTo>
                <a:lnTo>
                  <a:pt x="1379550" y="48337"/>
                </a:lnTo>
                <a:lnTo>
                  <a:pt x="1406663" y="23606"/>
                </a:lnTo>
                <a:lnTo>
                  <a:pt x="1438093" y="0"/>
                </a:lnTo>
              </a:path>
            </a:pathLst>
          </a:custGeom>
          <a:noFill/>
          <a:ln w="11739" cap="rnd">
            <a:solidFill>
              <a:srgbClr val="8A6BAA">
                <a:alpha val="95000"/>
              </a:srgbClr>
            </a:solidFill>
            <a:round/>
          </a:ln>
        </p:spPr>
      </p:sp>
      <p:sp>
        <p:nvSpPr>
          <p:cNvPr id="153" name="Shape 153"/>
          <p:cNvSpPr/>
          <p:nvPr/>
        </p:nvSpPr>
        <p:spPr>
          <a:xfrm>
            <a:off x="2260016" y="1515134"/>
            <a:ext cx="1102517" cy="341403"/>
          </a:xfrm>
          <a:custGeom>
            <a:avLst/>
            <a:gdLst/>
            <a:ahLst/>
            <a:cxnLst/>
            <a:rect l="0" t="0" r="r" b="b"/>
            <a:pathLst>
              <a:path w="1102517" h="341403" fill="none">
                <a:moveTo>
                  <a:pt x="0" y="341403"/>
                </a:moveTo>
                <a:lnTo>
                  <a:pt x="86457" y="333635"/>
                </a:lnTo>
                <a:lnTo>
                  <a:pt x="189946" y="316264"/>
                </a:lnTo>
                <a:lnTo>
                  <a:pt x="296429" y="295057"/>
                </a:lnTo>
                <a:lnTo>
                  <a:pt x="402709" y="264044"/>
                </a:lnTo>
                <a:lnTo>
                  <a:pt x="494582" y="234565"/>
                </a:lnTo>
                <a:lnTo>
                  <a:pt x="579121" y="201365"/>
                </a:lnTo>
                <a:lnTo>
                  <a:pt x="651792" y="171959"/>
                </a:lnTo>
                <a:lnTo>
                  <a:pt x="718450" y="143960"/>
                </a:lnTo>
                <a:lnTo>
                  <a:pt x="782704" y="116991"/>
                </a:lnTo>
                <a:lnTo>
                  <a:pt x="842276" y="92659"/>
                </a:lnTo>
                <a:lnTo>
                  <a:pt x="897807" y="73621"/>
                </a:lnTo>
                <a:lnTo>
                  <a:pt x="944265" y="60332"/>
                </a:lnTo>
                <a:lnTo>
                  <a:pt x="988983" y="43823"/>
                </a:lnTo>
                <a:lnTo>
                  <a:pt x="1031398" y="29079"/>
                </a:lnTo>
                <a:lnTo>
                  <a:pt x="1066703" y="17959"/>
                </a:lnTo>
                <a:lnTo>
                  <a:pt x="1102517" y="6903"/>
                </a:lnTo>
                <a:lnTo>
                  <a:pt x="1061326" y="2846"/>
                </a:lnTo>
                <a:lnTo>
                  <a:pt x="1020287" y="2265"/>
                </a:lnTo>
                <a:lnTo>
                  <a:pt x="976538" y="0"/>
                </a:lnTo>
              </a:path>
            </a:pathLst>
          </a:custGeom>
          <a:noFill/>
          <a:ln w="11739" cap="rnd">
            <a:solidFill>
              <a:srgbClr val="D99A26">
                <a:alpha val="95000"/>
              </a:srgbClr>
            </a:solidFill>
            <a:round/>
          </a:ln>
        </p:spPr>
      </p:sp>
      <p:sp>
        <p:nvSpPr>
          <p:cNvPr id="154" name="Shape 154"/>
          <p:cNvSpPr/>
          <p:nvPr/>
        </p:nvSpPr>
        <p:spPr>
          <a:xfrm>
            <a:off x="2260016" y="1528060"/>
            <a:ext cx="1182914" cy="328477"/>
          </a:xfrm>
          <a:custGeom>
            <a:avLst/>
            <a:gdLst/>
            <a:ahLst/>
            <a:cxnLst/>
            <a:rect l="0" t="0" r="r" b="b"/>
            <a:pathLst>
              <a:path w="1182914" h="328477" fill="none">
                <a:moveTo>
                  <a:pt x="0" y="328477"/>
                </a:moveTo>
                <a:lnTo>
                  <a:pt x="91143" y="318365"/>
                </a:lnTo>
                <a:lnTo>
                  <a:pt x="186159" y="303010"/>
                </a:lnTo>
                <a:lnTo>
                  <a:pt x="279118" y="283132"/>
                </a:lnTo>
                <a:lnTo>
                  <a:pt x="370160" y="261074"/>
                </a:lnTo>
                <a:lnTo>
                  <a:pt x="456264" y="237721"/>
                </a:lnTo>
                <a:lnTo>
                  <a:pt x="535574" y="216333"/>
                </a:lnTo>
                <a:lnTo>
                  <a:pt x="609253" y="196099"/>
                </a:lnTo>
                <a:lnTo>
                  <a:pt x="677139" y="177507"/>
                </a:lnTo>
                <a:lnTo>
                  <a:pt x="742187" y="158424"/>
                </a:lnTo>
                <a:lnTo>
                  <a:pt x="801277" y="139842"/>
                </a:lnTo>
                <a:lnTo>
                  <a:pt x="858353" y="123773"/>
                </a:lnTo>
                <a:lnTo>
                  <a:pt x="912304" y="107270"/>
                </a:lnTo>
                <a:lnTo>
                  <a:pt x="963127" y="91306"/>
                </a:lnTo>
                <a:lnTo>
                  <a:pt x="1011121" y="73245"/>
                </a:lnTo>
                <a:lnTo>
                  <a:pt x="1056482" y="52534"/>
                </a:lnTo>
                <a:lnTo>
                  <a:pt x="1098568" y="26900"/>
                </a:lnTo>
                <a:lnTo>
                  <a:pt x="1142273" y="13250"/>
                </a:lnTo>
                <a:lnTo>
                  <a:pt x="1182914" y="0"/>
                </a:lnTo>
              </a:path>
            </a:pathLst>
          </a:custGeom>
          <a:noFill/>
          <a:ln w="11739" cap="rnd">
            <a:solidFill>
              <a:srgbClr val="C4553C">
                <a:alpha val="95000"/>
              </a:srgbClr>
            </a:solidFill>
            <a:round/>
          </a:ln>
        </p:spPr>
      </p:sp>
      <p:pic>
        <p:nvPicPr>
          <p:cNvPr id="155" name="Picture 15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888" y="1087564"/>
            <a:ext cx="966019" cy="724514"/>
          </a:xfrm>
          <a:prstGeom prst="rect">
            <a:avLst/>
          </a:prstGeom>
        </p:spPr>
      </p:pic>
      <p:pic>
        <p:nvPicPr>
          <p:cNvPr id="156" name="Picture 15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259" y="1087564"/>
            <a:ext cx="966019" cy="724514"/>
          </a:xfrm>
          <a:prstGeom prst="rect">
            <a:avLst/>
          </a:prstGeom>
        </p:spPr>
      </p:pic>
      <p:pic>
        <p:nvPicPr>
          <p:cNvPr id="157" name="Picture 15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604" y="1087564"/>
            <a:ext cx="966019" cy="724514"/>
          </a:xfrm>
          <a:prstGeom prst="rect">
            <a:avLst/>
          </a:prstGeom>
        </p:spPr>
      </p:pic>
      <p:pic>
        <p:nvPicPr>
          <p:cNvPr id="158" name="Picture 15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975" y="1087564"/>
            <a:ext cx="966019" cy="724514"/>
          </a:xfrm>
          <a:prstGeom prst="rect">
            <a:avLst/>
          </a:prstGeom>
        </p:spPr>
      </p:pic>
      <p:pic>
        <p:nvPicPr>
          <p:cNvPr id="159" name="Picture 15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6320" y="1087564"/>
            <a:ext cx="966019" cy="724514"/>
          </a:xfrm>
          <a:prstGeom prst="rect">
            <a:avLst/>
          </a:prstGeom>
        </p:spPr>
      </p:pic>
      <p:pic>
        <p:nvPicPr>
          <p:cNvPr id="160" name="Picture 159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8691" y="1087564"/>
            <a:ext cx="966019" cy="724514"/>
          </a:xfrm>
          <a:prstGeom prst="rect">
            <a:avLst/>
          </a:prstGeom>
        </p:spPr>
      </p:pic>
      <p:sp>
        <p:nvSpPr>
          <p:cNvPr id="155" name="Shape 155"/>
          <p:cNvSpPr/>
          <p:nvPr/>
        </p:nvSpPr>
        <p:spPr>
          <a:xfrm>
            <a:off x="2030122" y="3144810"/>
            <a:ext cx="681995" cy="53075"/>
          </a:xfrm>
          <a:custGeom>
            <a:avLst/>
            <a:gdLst/>
            <a:ahLst/>
            <a:cxnLst/>
            <a:rect l="0" t="0" r="r" b="b"/>
            <a:pathLst>
              <a:path w="681995" h="53075" fill="none">
                <a:moveTo>
                  <a:pt x="0" y="40664"/>
                </a:moveTo>
                <a:lnTo>
                  <a:pt x="75167" y="53075"/>
                </a:lnTo>
                <a:lnTo>
                  <a:pt x="152550" y="47977"/>
                </a:lnTo>
                <a:lnTo>
                  <a:pt x="219336" y="38785"/>
                </a:lnTo>
                <a:lnTo>
                  <a:pt x="293676" y="40479"/>
                </a:lnTo>
                <a:lnTo>
                  <a:pt x="368142" y="24605"/>
                </a:lnTo>
                <a:lnTo>
                  <a:pt x="465698" y="9769"/>
                </a:lnTo>
                <a:lnTo>
                  <a:pt x="566959" y="3596"/>
                </a:lnTo>
                <a:lnTo>
                  <a:pt x="681995" y="0"/>
                </a:lnTo>
              </a:path>
            </a:pathLst>
          </a:custGeom>
          <a:noFill/>
          <a:ln w="11739" cap="rnd">
            <a:solidFill>
              <a:srgbClr val="7C8792">
                <a:alpha val="95000"/>
              </a:srgbClr>
            </a:solidFill>
            <a:round/>
          </a:ln>
        </p:spPr>
      </p:sp>
      <p:sp>
        <p:nvSpPr>
          <p:cNvPr id="156" name="Shape 156"/>
          <p:cNvSpPr/>
          <p:nvPr/>
        </p:nvSpPr>
        <p:spPr>
          <a:xfrm>
            <a:off x="2025119" y="3172737"/>
            <a:ext cx="843112" cy="29509"/>
          </a:xfrm>
          <a:custGeom>
            <a:avLst/>
            <a:gdLst/>
            <a:ahLst/>
            <a:cxnLst/>
            <a:rect l="0" t="0" r="r" b="b"/>
            <a:pathLst>
              <a:path w="843112" h="29509" fill="none">
                <a:moveTo>
                  <a:pt x="5003" y="12737"/>
                </a:moveTo>
                <a:lnTo>
                  <a:pt x="87846" y="18222"/>
                </a:lnTo>
                <a:lnTo>
                  <a:pt x="175399" y="22620"/>
                </a:lnTo>
                <a:lnTo>
                  <a:pt x="267858" y="26843"/>
                </a:lnTo>
                <a:lnTo>
                  <a:pt x="365922" y="29509"/>
                </a:lnTo>
                <a:lnTo>
                  <a:pt x="470452" y="24565"/>
                </a:lnTo>
                <a:lnTo>
                  <a:pt x="584755" y="18555"/>
                </a:lnTo>
                <a:lnTo>
                  <a:pt x="711032" y="13090"/>
                </a:lnTo>
                <a:lnTo>
                  <a:pt x="843112" y="0"/>
                </a:lnTo>
                <a:lnTo>
                  <a:pt x="712878" y="10138"/>
                </a:lnTo>
                <a:lnTo>
                  <a:pt x="589288" y="15610"/>
                </a:lnTo>
                <a:lnTo>
                  <a:pt x="475241" y="19595"/>
                </a:lnTo>
                <a:lnTo>
                  <a:pt x="366955" y="21884"/>
                </a:lnTo>
                <a:lnTo>
                  <a:pt x="267350" y="23269"/>
                </a:lnTo>
                <a:lnTo>
                  <a:pt x="170927" y="21876"/>
                </a:lnTo>
                <a:lnTo>
                  <a:pt x="82148" y="17713"/>
                </a:lnTo>
                <a:lnTo>
                  <a:pt x="0" y="10139"/>
                </a:lnTo>
              </a:path>
            </a:pathLst>
          </a:custGeom>
          <a:noFill/>
          <a:ln w="11739" cap="rnd">
            <a:solidFill>
              <a:srgbClr val="8A6BAA">
                <a:alpha val="95000"/>
              </a:srgbClr>
            </a:solidFill>
            <a:round/>
          </a:ln>
        </p:spPr>
      </p:sp>
      <p:sp>
        <p:nvSpPr>
          <p:cNvPr id="157" name="Shape 157"/>
          <p:cNvSpPr/>
          <p:nvPr/>
        </p:nvSpPr>
        <p:spPr>
          <a:xfrm>
            <a:off x="2030122" y="3098931"/>
            <a:ext cx="1612286" cy="164871"/>
          </a:xfrm>
          <a:custGeom>
            <a:avLst/>
            <a:gdLst/>
            <a:ahLst/>
            <a:cxnLst/>
            <a:rect l="0" t="0" r="r" b="b"/>
            <a:pathLst>
              <a:path w="1612286" h="164871" fill="none">
                <a:moveTo>
                  <a:pt x="0" y="86543"/>
                </a:moveTo>
                <a:lnTo>
                  <a:pt x="93135" y="95849"/>
                </a:lnTo>
                <a:lnTo>
                  <a:pt x="200549" y="113108"/>
                </a:lnTo>
                <a:lnTo>
                  <a:pt x="310040" y="131123"/>
                </a:lnTo>
                <a:lnTo>
                  <a:pt x="431668" y="147394"/>
                </a:lnTo>
                <a:lnTo>
                  <a:pt x="559929" y="160600"/>
                </a:lnTo>
                <a:lnTo>
                  <a:pt x="699561" y="164871"/>
                </a:lnTo>
                <a:lnTo>
                  <a:pt x="839675" y="160651"/>
                </a:lnTo>
                <a:lnTo>
                  <a:pt x="985382" y="149090"/>
                </a:lnTo>
                <a:lnTo>
                  <a:pt x="1104656" y="135986"/>
                </a:lnTo>
                <a:lnTo>
                  <a:pt x="1224496" y="111062"/>
                </a:lnTo>
                <a:lnTo>
                  <a:pt x="1347751" y="81219"/>
                </a:lnTo>
                <a:lnTo>
                  <a:pt x="1487348" y="46192"/>
                </a:lnTo>
                <a:lnTo>
                  <a:pt x="1612286" y="0"/>
                </a:lnTo>
              </a:path>
            </a:pathLst>
          </a:custGeom>
          <a:noFill/>
          <a:ln w="11739" cap="rnd">
            <a:solidFill>
              <a:srgbClr val="D99A26">
                <a:alpha val="95000"/>
              </a:srgbClr>
            </a:solidFill>
            <a:round/>
          </a:ln>
        </p:spPr>
      </p:sp>
      <p:sp>
        <p:nvSpPr>
          <p:cNvPr id="158" name="Shape 158"/>
          <p:cNvSpPr/>
          <p:nvPr/>
        </p:nvSpPr>
        <p:spPr>
          <a:xfrm>
            <a:off x="2030122" y="2973189"/>
            <a:ext cx="1641741" cy="257194"/>
          </a:xfrm>
          <a:custGeom>
            <a:avLst/>
            <a:gdLst/>
            <a:ahLst/>
            <a:cxnLst/>
            <a:rect l="0" t="0" r="r" b="b"/>
            <a:pathLst>
              <a:path w="1641741" h="257194" fill="none">
                <a:moveTo>
                  <a:pt x="0" y="212285"/>
                </a:moveTo>
                <a:lnTo>
                  <a:pt x="86221" y="223342"/>
                </a:lnTo>
                <a:lnTo>
                  <a:pt x="177976" y="234954"/>
                </a:lnTo>
                <a:lnTo>
                  <a:pt x="274453" y="244478"/>
                </a:lnTo>
                <a:lnTo>
                  <a:pt x="374417" y="252076"/>
                </a:lnTo>
                <a:lnTo>
                  <a:pt x="481542" y="257031"/>
                </a:lnTo>
                <a:lnTo>
                  <a:pt x="588036" y="257194"/>
                </a:lnTo>
                <a:lnTo>
                  <a:pt x="691451" y="251297"/>
                </a:lnTo>
                <a:lnTo>
                  <a:pt x="796088" y="241941"/>
                </a:lnTo>
                <a:lnTo>
                  <a:pt x="911726" y="229135"/>
                </a:lnTo>
                <a:lnTo>
                  <a:pt x="1028059" y="211812"/>
                </a:lnTo>
                <a:lnTo>
                  <a:pt x="1142898" y="189512"/>
                </a:lnTo>
                <a:lnTo>
                  <a:pt x="1256540" y="162294"/>
                </a:lnTo>
                <a:lnTo>
                  <a:pt x="1362890" y="129188"/>
                </a:lnTo>
                <a:lnTo>
                  <a:pt x="1461632" y="90520"/>
                </a:lnTo>
                <a:lnTo>
                  <a:pt x="1554944" y="47501"/>
                </a:lnTo>
                <a:lnTo>
                  <a:pt x="1641741" y="0"/>
                </a:lnTo>
              </a:path>
            </a:pathLst>
          </a:custGeom>
          <a:noFill/>
          <a:ln w="11739" cap="rnd">
            <a:solidFill>
              <a:srgbClr val="C4553C">
                <a:alpha val="95000"/>
              </a:srgbClr>
            </a:solidFill>
            <a:round/>
          </a:ln>
        </p:spPr>
      </p:sp>
      <p:pic>
        <p:nvPicPr>
          <p:cNvPr id="161" name="Picture 16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4888" y="2512443"/>
            <a:ext cx="966019" cy="724514"/>
          </a:xfrm>
          <a:prstGeom prst="rect">
            <a:avLst/>
          </a:prstGeom>
        </p:spPr>
      </p:pic>
      <p:pic>
        <p:nvPicPr>
          <p:cNvPr id="162" name="Picture 161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259" y="2512443"/>
            <a:ext cx="966019" cy="724514"/>
          </a:xfrm>
          <a:prstGeom prst="rect">
            <a:avLst/>
          </a:prstGeom>
        </p:spPr>
      </p:pic>
      <p:pic>
        <p:nvPicPr>
          <p:cNvPr id="163" name="Picture 1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5604" y="2512443"/>
            <a:ext cx="966019" cy="724514"/>
          </a:xfrm>
          <a:prstGeom prst="rect">
            <a:avLst/>
          </a:prstGeom>
        </p:spPr>
      </p:pic>
      <p:pic>
        <p:nvPicPr>
          <p:cNvPr id="164" name="Picture 163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97975" y="2512443"/>
            <a:ext cx="966019" cy="724514"/>
          </a:xfrm>
          <a:prstGeom prst="rect">
            <a:avLst/>
          </a:prstGeom>
        </p:spPr>
      </p:pic>
      <p:pic>
        <p:nvPicPr>
          <p:cNvPr id="165" name="Picture 164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6320" y="2512443"/>
            <a:ext cx="966019" cy="724514"/>
          </a:xfrm>
          <a:prstGeom prst="rect">
            <a:avLst/>
          </a:prstGeom>
        </p:spPr>
      </p:pic>
      <p:pic>
        <p:nvPicPr>
          <p:cNvPr id="166" name="Picture 165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8691" y="2512443"/>
            <a:ext cx="966019" cy="724514"/>
          </a:xfrm>
          <a:prstGeom prst="rect">
            <a:avLst/>
          </a:prstGeom>
        </p:spPr>
      </p:pic>
      <p:sp>
        <p:nvSpPr>
          <p:cNvPr id="159" name="Shape 159"/>
          <p:cNvSpPr/>
          <p:nvPr/>
        </p:nvSpPr>
        <p:spPr>
          <a:xfrm>
            <a:off x="2466696" y="4257864"/>
            <a:ext cx="1466311" cy="377609"/>
          </a:xfrm>
          <a:custGeom>
            <a:avLst/>
            <a:gdLst/>
            <a:ahLst/>
            <a:cxnLst/>
            <a:rect l="0" t="0" r="r" b="b"/>
            <a:pathLst>
              <a:path w="1466311" h="377609" fill="none">
                <a:moveTo>
                  <a:pt x="1466311" y="0"/>
                </a:moveTo>
                <a:lnTo>
                  <a:pt x="1356987" y="36657"/>
                </a:lnTo>
                <a:lnTo>
                  <a:pt x="1255424" y="82729"/>
                </a:lnTo>
                <a:lnTo>
                  <a:pt x="1179689" y="119784"/>
                </a:lnTo>
                <a:lnTo>
                  <a:pt x="1090934" y="170693"/>
                </a:lnTo>
                <a:lnTo>
                  <a:pt x="1006496" y="213789"/>
                </a:lnTo>
                <a:lnTo>
                  <a:pt x="932031" y="247978"/>
                </a:lnTo>
                <a:lnTo>
                  <a:pt x="858593" y="285753"/>
                </a:lnTo>
                <a:lnTo>
                  <a:pt x="762638" y="335887"/>
                </a:lnTo>
                <a:lnTo>
                  <a:pt x="666367" y="347010"/>
                </a:lnTo>
                <a:lnTo>
                  <a:pt x="563881" y="343105"/>
                </a:lnTo>
                <a:lnTo>
                  <a:pt x="476510" y="337497"/>
                </a:lnTo>
                <a:lnTo>
                  <a:pt x="379031" y="348175"/>
                </a:lnTo>
                <a:lnTo>
                  <a:pt x="282807" y="351560"/>
                </a:lnTo>
                <a:lnTo>
                  <a:pt x="194348" y="344448"/>
                </a:lnTo>
                <a:lnTo>
                  <a:pt x="97269" y="365305"/>
                </a:lnTo>
                <a:lnTo>
                  <a:pt x="0" y="377609"/>
                </a:lnTo>
              </a:path>
            </a:pathLst>
          </a:custGeom>
          <a:noFill/>
          <a:ln w="11739" cap="rnd">
            <a:solidFill>
              <a:srgbClr val="7C8792">
                <a:alpha val="95000"/>
              </a:srgbClr>
            </a:solidFill>
            <a:round/>
          </a:ln>
        </p:spPr>
      </p:sp>
      <p:sp>
        <p:nvSpPr>
          <p:cNvPr id="160" name="Shape 160"/>
          <p:cNvSpPr/>
          <p:nvPr/>
        </p:nvSpPr>
        <p:spPr>
          <a:xfrm>
            <a:off x="2985331" y="4257864"/>
            <a:ext cx="947676" cy="249796"/>
          </a:xfrm>
          <a:custGeom>
            <a:avLst/>
            <a:gdLst/>
            <a:ahLst/>
            <a:cxnLst/>
            <a:rect l="0" t="0" r="r" b="b"/>
            <a:pathLst>
              <a:path w="947676" h="249796" fill="none">
                <a:moveTo>
                  <a:pt x="947676" y="0"/>
                </a:moveTo>
                <a:lnTo>
                  <a:pt x="807342" y="49784"/>
                </a:lnTo>
                <a:lnTo>
                  <a:pt x="674409" y="85448"/>
                </a:lnTo>
                <a:lnTo>
                  <a:pt x="550749" y="118446"/>
                </a:lnTo>
                <a:lnTo>
                  <a:pt x="430125" y="153212"/>
                </a:lnTo>
                <a:lnTo>
                  <a:pt x="319158" y="182551"/>
                </a:lnTo>
                <a:lnTo>
                  <a:pt x="212369" y="206994"/>
                </a:lnTo>
                <a:lnTo>
                  <a:pt x="106430" y="229724"/>
                </a:lnTo>
                <a:lnTo>
                  <a:pt x="0" y="249796"/>
                </a:lnTo>
                <a:lnTo>
                  <a:pt x="81393" y="225588"/>
                </a:lnTo>
                <a:lnTo>
                  <a:pt x="162883" y="205497"/>
                </a:lnTo>
                <a:lnTo>
                  <a:pt x="246597" y="188637"/>
                </a:lnTo>
                <a:lnTo>
                  <a:pt x="327870" y="173580"/>
                </a:lnTo>
                <a:lnTo>
                  <a:pt x="406541" y="161684"/>
                </a:lnTo>
                <a:lnTo>
                  <a:pt x="482215" y="152056"/>
                </a:lnTo>
                <a:lnTo>
                  <a:pt x="557051" y="147531"/>
                </a:lnTo>
                <a:lnTo>
                  <a:pt x="626031" y="146436"/>
                </a:lnTo>
              </a:path>
            </a:pathLst>
          </a:custGeom>
          <a:noFill/>
          <a:ln w="11739" cap="rnd">
            <a:solidFill>
              <a:srgbClr val="8A6BAA">
                <a:alpha val="95000"/>
              </a:srgbClr>
            </a:solidFill>
            <a:round/>
          </a:ln>
        </p:spPr>
      </p:sp>
      <p:sp>
        <p:nvSpPr>
          <p:cNvPr id="161" name="Shape 161"/>
          <p:cNvSpPr/>
          <p:nvPr/>
        </p:nvSpPr>
        <p:spPr>
          <a:xfrm>
            <a:off x="2025119" y="4257864"/>
            <a:ext cx="1907888" cy="215738"/>
          </a:xfrm>
          <a:custGeom>
            <a:avLst/>
            <a:gdLst/>
            <a:ahLst/>
            <a:cxnLst/>
            <a:rect l="0" t="0" r="r" b="b"/>
            <a:pathLst>
              <a:path w="1907888" h="215738" fill="none">
                <a:moveTo>
                  <a:pt x="1907888" y="0"/>
                </a:moveTo>
                <a:lnTo>
                  <a:pt x="1760172" y="37218"/>
                </a:lnTo>
                <a:lnTo>
                  <a:pt x="1618343" y="70202"/>
                </a:lnTo>
                <a:lnTo>
                  <a:pt x="1488098" y="94749"/>
                </a:lnTo>
                <a:lnTo>
                  <a:pt x="1359685" y="121376"/>
                </a:lnTo>
                <a:lnTo>
                  <a:pt x="1235285" y="144347"/>
                </a:lnTo>
                <a:lnTo>
                  <a:pt x="1122605" y="165115"/>
                </a:lnTo>
                <a:lnTo>
                  <a:pt x="1013688" y="189975"/>
                </a:lnTo>
                <a:lnTo>
                  <a:pt x="913637" y="215738"/>
                </a:lnTo>
                <a:lnTo>
                  <a:pt x="791970" y="212666"/>
                </a:lnTo>
                <a:lnTo>
                  <a:pt x="678055" y="204295"/>
                </a:lnTo>
                <a:lnTo>
                  <a:pt x="564981" y="194869"/>
                </a:lnTo>
                <a:lnTo>
                  <a:pt x="459332" y="192180"/>
                </a:lnTo>
                <a:lnTo>
                  <a:pt x="344839" y="187327"/>
                </a:lnTo>
                <a:lnTo>
                  <a:pt x="229471" y="190231"/>
                </a:lnTo>
                <a:lnTo>
                  <a:pt x="118127" y="190068"/>
                </a:lnTo>
                <a:lnTo>
                  <a:pt x="0" y="186233"/>
                </a:lnTo>
              </a:path>
            </a:pathLst>
          </a:custGeom>
          <a:noFill/>
          <a:ln w="11739" cap="rnd">
            <a:solidFill>
              <a:srgbClr val="D99A26">
                <a:alpha val="95000"/>
              </a:srgbClr>
            </a:solidFill>
            <a:round/>
          </a:ln>
        </p:spPr>
      </p:sp>
      <p:sp>
        <p:nvSpPr>
          <p:cNvPr id="162" name="Shape 162"/>
          <p:cNvSpPr/>
          <p:nvPr/>
        </p:nvSpPr>
        <p:spPr>
          <a:xfrm>
            <a:off x="2190101" y="4257864"/>
            <a:ext cx="1742906" cy="283125"/>
          </a:xfrm>
          <a:custGeom>
            <a:avLst/>
            <a:gdLst/>
            <a:ahLst/>
            <a:cxnLst/>
            <a:rect l="0" t="0" r="r" b="b"/>
            <a:pathLst>
              <a:path w="1742906" h="283125" fill="none">
                <a:moveTo>
                  <a:pt x="1742906" y="0"/>
                </a:moveTo>
                <a:lnTo>
                  <a:pt x="1609120" y="40673"/>
                </a:lnTo>
                <a:lnTo>
                  <a:pt x="1478966" y="77136"/>
                </a:lnTo>
                <a:lnTo>
                  <a:pt x="1356058" y="108557"/>
                </a:lnTo>
                <a:lnTo>
                  <a:pt x="1239193" y="137117"/>
                </a:lnTo>
                <a:lnTo>
                  <a:pt x="1129282" y="164565"/>
                </a:lnTo>
                <a:lnTo>
                  <a:pt x="1022619" y="190267"/>
                </a:lnTo>
                <a:lnTo>
                  <a:pt x="918417" y="213286"/>
                </a:lnTo>
                <a:lnTo>
                  <a:pt x="816087" y="233358"/>
                </a:lnTo>
                <a:lnTo>
                  <a:pt x="718611" y="252179"/>
                </a:lnTo>
                <a:lnTo>
                  <a:pt x="619002" y="267332"/>
                </a:lnTo>
                <a:lnTo>
                  <a:pt x="518622" y="278181"/>
                </a:lnTo>
                <a:lnTo>
                  <a:pt x="415118" y="283125"/>
                </a:lnTo>
                <a:lnTo>
                  <a:pt x="311946" y="282928"/>
                </a:lnTo>
                <a:lnTo>
                  <a:pt x="207028" y="275719"/>
                </a:lnTo>
                <a:lnTo>
                  <a:pt x="102256" y="261432"/>
                </a:lnTo>
                <a:lnTo>
                  <a:pt x="0" y="238723"/>
                </a:lnTo>
              </a:path>
            </a:pathLst>
          </a:custGeom>
          <a:noFill/>
          <a:ln w="11739" cap="rnd">
            <a:solidFill>
              <a:srgbClr val="C4553C">
                <a:alpha val="95000"/>
              </a:srgbClr>
            </a:solidFill>
            <a:round/>
          </a:ln>
        </p:spPr>
      </p:sp>
      <p:pic>
        <p:nvPicPr>
          <p:cNvPr id="167" name="Picture 166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34888" y="3937321"/>
            <a:ext cx="966019" cy="724514"/>
          </a:xfrm>
          <a:prstGeom prst="rect">
            <a:avLst/>
          </a:prstGeom>
        </p:spPr>
      </p:pic>
      <p:pic>
        <p:nvPicPr>
          <p:cNvPr id="168" name="Picture 167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57259" y="3937321"/>
            <a:ext cx="966019" cy="724514"/>
          </a:xfrm>
          <a:prstGeom prst="rect">
            <a:avLst/>
          </a:prstGeom>
        </p:spPr>
      </p:pic>
      <p:pic>
        <p:nvPicPr>
          <p:cNvPr id="169" name="Picture 168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5604" y="3937321"/>
            <a:ext cx="966019" cy="724514"/>
          </a:xfrm>
          <a:prstGeom prst="rect">
            <a:avLst/>
          </a:prstGeom>
        </p:spPr>
      </p:pic>
      <p:pic>
        <p:nvPicPr>
          <p:cNvPr id="170" name="Picture 169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97975" y="3937321"/>
            <a:ext cx="966019" cy="724514"/>
          </a:xfrm>
          <a:prstGeom prst="rect">
            <a:avLst/>
          </a:prstGeom>
        </p:spPr>
      </p:pic>
      <p:pic>
        <p:nvPicPr>
          <p:cNvPr id="171" name="Picture 170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16320" y="3937321"/>
            <a:ext cx="966019" cy="724514"/>
          </a:xfrm>
          <a:prstGeom prst="rect">
            <a:avLst/>
          </a:prstGeom>
        </p:spPr>
      </p:pic>
      <p:pic>
        <p:nvPicPr>
          <p:cNvPr id="172" name="Picture 171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8691" y="3937321"/>
            <a:ext cx="966019" cy="724514"/>
          </a:xfrm>
          <a:prstGeom prst="rect">
            <a:avLst/>
          </a:prstGeom>
        </p:spPr>
      </p:pic>
      <p:sp>
        <p:nvSpPr>
          <p:cNvPr id="163" name="Shape 163"/>
          <p:cNvSpPr/>
          <p:nvPr/>
        </p:nvSpPr>
        <p:spPr>
          <a:xfrm>
            <a:off x="2356481" y="5944704"/>
            <a:ext cx="1154973" cy="202386"/>
          </a:xfrm>
          <a:custGeom>
            <a:avLst/>
            <a:gdLst/>
            <a:ahLst/>
            <a:cxnLst/>
            <a:rect l="0" t="0" r="r" b="b"/>
            <a:pathLst>
              <a:path w="1154973" h="202386" fill="none">
                <a:moveTo>
                  <a:pt x="0" y="202386"/>
                </a:moveTo>
                <a:lnTo>
                  <a:pt x="132730" y="190849"/>
                </a:lnTo>
                <a:lnTo>
                  <a:pt x="233499" y="171502"/>
                </a:lnTo>
                <a:lnTo>
                  <a:pt x="348068" y="149767"/>
                </a:lnTo>
                <a:lnTo>
                  <a:pt x="462688" y="121325"/>
                </a:lnTo>
                <a:lnTo>
                  <a:pt x="555943" y="124398"/>
                </a:lnTo>
                <a:lnTo>
                  <a:pt x="629233" y="114104"/>
                </a:lnTo>
                <a:lnTo>
                  <a:pt x="693689" y="87610"/>
                </a:lnTo>
                <a:lnTo>
                  <a:pt x="792405" y="73266"/>
                </a:lnTo>
                <a:lnTo>
                  <a:pt x="842333" y="53657"/>
                </a:lnTo>
                <a:lnTo>
                  <a:pt x="878102" y="43598"/>
                </a:lnTo>
                <a:lnTo>
                  <a:pt x="937827" y="54568"/>
                </a:lnTo>
                <a:lnTo>
                  <a:pt x="1007626" y="35207"/>
                </a:lnTo>
                <a:lnTo>
                  <a:pt x="1084567" y="19253"/>
                </a:lnTo>
                <a:lnTo>
                  <a:pt x="1154973" y="0"/>
                </a:lnTo>
              </a:path>
            </a:pathLst>
          </a:custGeom>
          <a:noFill/>
          <a:ln w="11739" cap="rnd">
            <a:solidFill>
              <a:srgbClr val="7C8792">
                <a:alpha val="95000"/>
              </a:srgbClr>
            </a:solidFill>
            <a:round/>
          </a:ln>
        </p:spPr>
      </p:sp>
      <p:sp>
        <p:nvSpPr>
          <p:cNvPr id="164" name="Shape 164"/>
          <p:cNvSpPr/>
          <p:nvPr/>
        </p:nvSpPr>
        <p:spPr>
          <a:xfrm>
            <a:off x="2356481" y="5905381"/>
            <a:ext cx="1121726" cy="241709"/>
          </a:xfrm>
          <a:custGeom>
            <a:avLst/>
            <a:gdLst/>
            <a:ahLst/>
            <a:cxnLst/>
            <a:rect l="0" t="0" r="r" b="b"/>
            <a:pathLst>
              <a:path w="1121726" h="241709" fill="none">
                <a:moveTo>
                  <a:pt x="0" y="241709"/>
                </a:moveTo>
                <a:lnTo>
                  <a:pt x="128345" y="215628"/>
                </a:lnTo>
                <a:lnTo>
                  <a:pt x="240990" y="197517"/>
                </a:lnTo>
                <a:lnTo>
                  <a:pt x="348235" y="176341"/>
                </a:lnTo>
                <a:lnTo>
                  <a:pt x="452561" y="155662"/>
                </a:lnTo>
                <a:lnTo>
                  <a:pt x="548159" y="138162"/>
                </a:lnTo>
                <a:lnTo>
                  <a:pt x="632271" y="119388"/>
                </a:lnTo>
                <a:lnTo>
                  <a:pt x="719011" y="99065"/>
                </a:lnTo>
                <a:lnTo>
                  <a:pt x="800436" y="75621"/>
                </a:lnTo>
                <a:lnTo>
                  <a:pt x="871405" y="57355"/>
                </a:lnTo>
                <a:lnTo>
                  <a:pt x="937403" y="40944"/>
                </a:lnTo>
                <a:lnTo>
                  <a:pt x="1000223" y="26395"/>
                </a:lnTo>
                <a:lnTo>
                  <a:pt x="1060569" y="10621"/>
                </a:lnTo>
                <a:lnTo>
                  <a:pt x="1121726" y="0"/>
                </a:lnTo>
              </a:path>
            </a:pathLst>
          </a:custGeom>
          <a:noFill/>
          <a:ln w="11739" cap="rnd">
            <a:solidFill>
              <a:srgbClr val="8A6BAA">
                <a:alpha val="95000"/>
              </a:srgbClr>
            </a:solidFill>
            <a:round/>
          </a:ln>
        </p:spPr>
      </p:sp>
      <p:sp>
        <p:nvSpPr>
          <p:cNvPr id="165" name="Shape 165"/>
          <p:cNvSpPr/>
          <p:nvPr/>
        </p:nvSpPr>
        <p:spPr>
          <a:xfrm>
            <a:off x="2356481" y="5639930"/>
            <a:ext cx="969110" cy="507160"/>
          </a:xfrm>
          <a:custGeom>
            <a:avLst/>
            <a:gdLst/>
            <a:ahLst/>
            <a:cxnLst/>
            <a:rect l="0" t="0" r="r" b="b"/>
            <a:pathLst>
              <a:path w="969110" h="507160" fill="none">
                <a:moveTo>
                  <a:pt x="0" y="507160"/>
                </a:moveTo>
                <a:lnTo>
                  <a:pt x="132867" y="465055"/>
                </a:lnTo>
                <a:lnTo>
                  <a:pt x="251797" y="419659"/>
                </a:lnTo>
                <a:lnTo>
                  <a:pt x="366105" y="379884"/>
                </a:lnTo>
                <a:lnTo>
                  <a:pt x="465607" y="339644"/>
                </a:lnTo>
                <a:lnTo>
                  <a:pt x="557765" y="303940"/>
                </a:lnTo>
                <a:lnTo>
                  <a:pt x="639547" y="277382"/>
                </a:lnTo>
                <a:lnTo>
                  <a:pt x="708087" y="251648"/>
                </a:lnTo>
                <a:lnTo>
                  <a:pt x="782192" y="223425"/>
                </a:lnTo>
                <a:lnTo>
                  <a:pt x="836375" y="169300"/>
                </a:lnTo>
                <a:lnTo>
                  <a:pt x="873201" y="123120"/>
                </a:lnTo>
                <a:lnTo>
                  <a:pt x="898346" y="73490"/>
                </a:lnTo>
                <a:lnTo>
                  <a:pt x="935404" y="30586"/>
                </a:lnTo>
                <a:lnTo>
                  <a:pt x="969110" y="0"/>
                </a:lnTo>
              </a:path>
            </a:pathLst>
          </a:custGeom>
          <a:noFill/>
          <a:ln w="11739" cap="rnd">
            <a:solidFill>
              <a:srgbClr val="D99A26">
                <a:alpha val="95000"/>
              </a:srgbClr>
            </a:solidFill>
            <a:round/>
          </a:ln>
        </p:spPr>
      </p:sp>
      <p:sp>
        <p:nvSpPr>
          <p:cNvPr id="166" name="Shape 166"/>
          <p:cNvSpPr/>
          <p:nvPr/>
        </p:nvSpPr>
        <p:spPr>
          <a:xfrm>
            <a:off x="2356481" y="5849804"/>
            <a:ext cx="838268" cy="297286"/>
          </a:xfrm>
          <a:custGeom>
            <a:avLst/>
            <a:gdLst/>
            <a:ahLst/>
            <a:cxnLst/>
            <a:rect l="0" t="0" r="r" b="b"/>
            <a:pathLst>
              <a:path w="838268" h="297286" fill="none">
                <a:moveTo>
                  <a:pt x="0" y="297286"/>
                </a:moveTo>
                <a:lnTo>
                  <a:pt x="116778" y="273786"/>
                </a:lnTo>
                <a:lnTo>
                  <a:pt x="226071" y="252943"/>
                </a:lnTo>
                <a:lnTo>
                  <a:pt x="328898" y="228887"/>
                </a:lnTo>
                <a:lnTo>
                  <a:pt x="426251" y="200989"/>
                </a:lnTo>
                <a:lnTo>
                  <a:pt x="521073" y="168154"/>
                </a:lnTo>
                <a:lnTo>
                  <a:pt x="611565" y="126873"/>
                </a:lnTo>
                <a:lnTo>
                  <a:pt x="698603" y="78514"/>
                </a:lnTo>
                <a:lnTo>
                  <a:pt x="776436" y="23502"/>
                </a:lnTo>
                <a:lnTo>
                  <a:pt x="838268" y="0"/>
                </a:lnTo>
              </a:path>
            </a:pathLst>
          </a:custGeom>
          <a:noFill/>
          <a:ln w="11739" cap="rnd">
            <a:solidFill>
              <a:srgbClr val="C4553C">
                <a:alpha val="95000"/>
              </a:srgbClr>
            </a:solidFill>
            <a:round/>
          </a:ln>
        </p:spPr>
      </p:sp>
      <p:pic>
        <p:nvPicPr>
          <p:cNvPr id="173" name="Picture 172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34888" y="5362200"/>
            <a:ext cx="966019" cy="724514"/>
          </a:xfrm>
          <a:prstGeom prst="rect">
            <a:avLst/>
          </a:prstGeom>
        </p:spPr>
      </p:pic>
      <p:pic>
        <p:nvPicPr>
          <p:cNvPr id="174" name="Picture 173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57259" y="5362200"/>
            <a:ext cx="966019" cy="724514"/>
          </a:xfrm>
          <a:prstGeom prst="rect">
            <a:avLst/>
          </a:prstGeom>
        </p:spPr>
      </p:pic>
      <p:pic>
        <p:nvPicPr>
          <p:cNvPr id="175" name="Picture 174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75604" y="5362200"/>
            <a:ext cx="966019" cy="724514"/>
          </a:xfrm>
          <a:prstGeom prst="rect">
            <a:avLst/>
          </a:prstGeom>
        </p:spPr>
      </p:pic>
      <p:pic>
        <p:nvPicPr>
          <p:cNvPr id="176" name="Picture 175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97975" y="5362200"/>
            <a:ext cx="966019" cy="724514"/>
          </a:xfrm>
          <a:prstGeom prst="rect">
            <a:avLst/>
          </a:prstGeom>
        </p:spPr>
      </p:pic>
      <p:pic>
        <p:nvPicPr>
          <p:cNvPr id="177" name="Picture 176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16320" y="5362200"/>
            <a:ext cx="966019" cy="724514"/>
          </a:xfrm>
          <a:prstGeom prst="rect">
            <a:avLst/>
          </a:prstGeom>
        </p:spPr>
      </p:pic>
      <p:pic>
        <p:nvPicPr>
          <p:cNvPr id="178" name="Picture 177" descr="imag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38691" y="5362200"/>
            <a:ext cx="966019" cy="724514"/>
          </a:xfrm>
          <a:prstGeom prst="rect">
            <a:avLst/>
          </a:prstGeom>
        </p:spPr>
      </p:pic>
      <p:sp>
        <p:nvSpPr>
          <p:cNvPr id="167" name="Shape 167"/>
          <p:cNvSpPr/>
          <p:nvPr/>
        </p:nvSpPr>
        <p:spPr>
          <a:xfrm>
            <a:off x="1771539" y="1087564"/>
            <a:ext cx="3429368" cy="5614987"/>
          </a:xfrm>
          <a:custGeom>
            <a:avLst/>
            <a:gdLst/>
            <a:ahLst/>
            <a:cxnLst/>
            <a:rect l="0" t="0" r="r" b="b"/>
            <a:pathLst>
              <a:path w="3429368" h="5614987" fill="none">
                <a:moveTo>
                  <a:pt x="2463349" y="724514"/>
                </a:moveTo>
                <a:lnTo>
                  <a:pt x="3429368" y="724514"/>
                </a:lnTo>
                <a:lnTo>
                  <a:pt x="3429368" y="0"/>
                </a:lnTo>
                <a:lnTo>
                  <a:pt x="2463349" y="0"/>
                </a:lnTo>
                <a:close/>
              </a:path>
            </a:pathLst>
          </a:custGeom>
          <a:noFill/>
          <a:ln w="26833" cap="flat">
            <a:solidFill>
              <a:srgbClr val="2E5FBF"/>
            </a:solidFill>
            <a:miter lim="800000"/>
          </a:ln>
        </p:spPr>
      </p:sp>
      <p:sp>
        <p:nvSpPr>
          <p:cNvPr id="168" name="Shape 168"/>
          <p:cNvSpPr/>
          <p:nvPr/>
        </p:nvSpPr>
        <p:spPr>
          <a:xfrm>
            <a:off x="1771539" y="1087564"/>
            <a:ext cx="4449726" cy="5614987"/>
          </a:xfrm>
          <a:custGeom>
            <a:avLst/>
            <a:gdLst/>
            <a:ahLst/>
            <a:cxnLst/>
            <a:rect l="0" t="0" r="r" b="b"/>
            <a:pathLst>
              <a:path w="4449726" h="5614987" fill="none">
                <a:moveTo>
                  <a:pt x="3483707" y="724514"/>
                </a:moveTo>
                <a:lnTo>
                  <a:pt x="4449726" y="724514"/>
                </a:lnTo>
                <a:lnTo>
                  <a:pt x="4449726" y="0"/>
                </a:lnTo>
                <a:lnTo>
                  <a:pt x="3483707" y="0"/>
                </a:lnTo>
                <a:close/>
              </a:path>
            </a:pathLst>
          </a:custGeom>
          <a:noFill/>
          <a:ln w="26833" cap="flat">
            <a:solidFill>
              <a:srgbClr val="22855A"/>
            </a:solidFill>
            <a:miter lim="800000"/>
          </a:ln>
        </p:spPr>
      </p:sp>
      <p:sp>
        <p:nvSpPr>
          <p:cNvPr id="169" name="Shape 169"/>
          <p:cNvSpPr/>
          <p:nvPr/>
        </p:nvSpPr>
        <p:spPr>
          <a:xfrm>
            <a:off x="1771539" y="1087564"/>
            <a:ext cx="5470084" cy="5614987"/>
          </a:xfrm>
          <a:custGeom>
            <a:avLst/>
            <a:gdLst/>
            <a:ahLst/>
            <a:cxnLst/>
            <a:rect l="0" t="0" r="r" b="b"/>
            <a:pathLst>
              <a:path w="5470084" h="5614987" fill="none">
                <a:moveTo>
                  <a:pt x="4504065" y="724514"/>
                </a:moveTo>
                <a:lnTo>
                  <a:pt x="5470084" y="724514"/>
                </a:lnTo>
                <a:lnTo>
                  <a:pt x="5470084" y="0"/>
                </a:lnTo>
                <a:lnTo>
                  <a:pt x="4504065" y="0"/>
                </a:lnTo>
                <a:close/>
              </a:path>
            </a:pathLst>
          </a:custGeom>
          <a:noFill/>
          <a:ln w="16771" cap="flat">
            <a:solidFill>
              <a:srgbClr val="C4553C"/>
            </a:solidFill>
            <a:miter lim="800000"/>
          </a:ln>
        </p:spPr>
      </p:sp>
      <p:sp>
        <p:nvSpPr>
          <p:cNvPr id="170" name="Shape 170"/>
          <p:cNvSpPr/>
          <p:nvPr/>
        </p:nvSpPr>
        <p:spPr>
          <a:xfrm>
            <a:off x="1771539" y="1087564"/>
            <a:ext cx="6490442" cy="5614987"/>
          </a:xfrm>
          <a:custGeom>
            <a:avLst/>
            <a:gdLst/>
            <a:ahLst/>
            <a:cxnLst/>
            <a:rect l="0" t="0" r="r" b="b"/>
            <a:pathLst>
              <a:path w="6490442" h="5614987" fill="none">
                <a:moveTo>
                  <a:pt x="5524423" y="724514"/>
                </a:moveTo>
                <a:lnTo>
                  <a:pt x="6490442" y="724514"/>
                </a:lnTo>
                <a:lnTo>
                  <a:pt x="6490442" y="0"/>
                </a:lnTo>
                <a:lnTo>
                  <a:pt x="5524423" y="0"/>
                </a:lnTo>
                <a:close/>
              </a:path>
            </a:pathLst>
          </a:custGeom>
          <a:noFill/>
          <a:ln w="16771" cap="flat">
            <a:solidFill>
              <a:srgbClr val="D99A26"/>
            </a:solidFill>
            <a:miter lim="800000"/>
          </a:ln>
        </p:spPr>
      </p:sp>
      <p:sp>
        <p:nvSpPr>
          <p:cNvPr id="171" name="Shape 171"/>
          <p:cNvSpPr/>
          <p:nvPr/>
        </p:nvSpPr>
        <p:spPr>
          <a:xfrm>
            <a:off x="1771539" y="1087564"/>
            <a:ext cx="7510800" cy="5614987"/>
          </a:xfrm>
          <a:custGeom>
            <a:avLst/>
            <a:gdLst/>
            <a:ahLst/>
            <a:cxnLst/>
            <a:rect l="0" t="0" r="r" b="b"/>
            <a:pathLst>
              <a:path w="7510800" h="5614987" fill="none">
                <a:moveTo>
                  <a:pt x="6544781" y="724514"/>
                </a:moveTo>
                <a:lnTo>
                  <a:pt x="7510800" y="724514"/>
                </a:lnTo>
                <a:lnTo>
                  <a:pt x="7510800" y="0"/>
                </a:lnTo>
                <a:lnTo>
                  <a:pt x="6544781" y="0"/>
                </a:lnTo>
                <a:close/>
              </a:path>
            </a:pathLst>
          </a:custGeom>
          <a:noFill/>
          <a:ln w="16771" cap="flat">
            <a:solidFill>
              <a:srgbClr val="8A6BAA"/>
            </a:solidFill>
            <a:miter lim="800000"/>
          </a:ln>
        </p:spPr>
      </p:sp>
      <p:sp>
        <p:nvSpPr>
          <p:cNvPr id="172" name="Shape 172"/>
          <p:cNvSpPr/>
          <p:nvPr/>
        </p:nvSpPr>
        <p:spPr>
          <a:xfrm>
            <a:off x="1771539" y="1087564"/>
            <a:ext cx="8531158" cy="5614987"/>
          </a:xfrm>
          <a:custGeom>
            <a:avLst/>
            <a:gdLst/>
            <a:ahLst/>
            <a:cxnLst/>
            <a:rect l="0" t="0" r="r" b="b"/>
            <a:pathLst>
              <a:path w="8531158" h="5614987" fill="none">
                <a:moveTo>
                  <a:pt x="7565139" y="724514"/>
                </a:moveTo>
                <a:lnTo>
                  <a:pt x="8531158" y="724514"/>
                </a:lnTo>
                <a:lnTo>
                  <a:pt x="8531158" y="0"/>
                </a:lnTo>
                <a:lnTo>
                  <a:pt x="7565139" y="0"/>
                </a:lnTo>
                <a:close/>
              </a:path>
            </a:pathLst>
          </a:custGeom>
          <a:noFill/>
          <a:ln w="16771" cap="flat">
            <a:solidFill>
              <a:srgbClr val="7C8792"/>
            </a:solidFill>
            <a:miter lim="800000"/>
          </a:ln>
        </p:spPr>
      </p:sp>
      <p:sp>
        <p:nvSpPr>
          <p:cNvPr id="173" name="Shape 173"/>
          <p:cNvSpPr/>
          <p:nvPr/>
        </p:nvSpPr>
        <p:spPr>
          <a:xfrm>
            <a:off x="1771539" y="2512443"/>
            <a:ext cx="3429368" cy="4190108"/>
          </a:xfrm>
          <a:custGeom>
            <a:avLst/>
            <a:gdLst/>
            <a:ahLst/>
            <a:cxnLst/>
            <a:rect l="0" t="0" r="r" b="b"/>
            <a:pathLst>
              <a:path w="3429368" h="4190108" fill="none">
                <a:moveTo>
                  <a:pt x="2463349" y="724514"/>
                </a:moveTo>
                <a:lnTo>
                  <a:pt x="3429368" y="724514"/>
                </a:lnTo>
                <a:lnTo>
                  <a:pt x="3429368" y="0"/>
                </a:lnTo>
                <a:lnTo>
                  <a:pt x="2463349" y="0"/>
                </a:lnTo>
                <a:close/>
              </a:path>
            </a:pathLst>
          </a:custGeom>
          <a:noFill/>
          <a:ln w="26833" cap="flat">
            <a:solidFill>
              <a:srgbClr val="2E5FBF"/>
            </a:solidFill>
            <a:miter lim="800000"/>
          </a:ln>
        </p:spPr>
      </p:sp>
      <p:sp>
        <p:nvSpPr>
          <p:cNvPr id="174" name="Shape 174"/>
          <p:cNvSpPr/>
          <p:nvPr/>
        </p:nvSpPr>
        <p:spPr>
          <a:xfrm>
            <a:off x="1771539" y="2512443"/>
            <a:ext cx="4449726" cy="4190108"/>
          </a:xfrm>
          <a:custGeom>
            <a:avLst/>
            <a:gdLst/>
            <a:ahLst/>
            <a:cxnLst/>
            <a:rect l="0" t="0" r="r" b="b"/>
            <a:pathLst>
              <a:path w="4449726" h="4190108" fill="none">
                <a:moveTo>
                  <a:pt x="3483707" y="724514"/>
                </a:moveTo>
                <a:lnTo>
                  <a:pt x="4449726" y="724514"/>
                </a:lnTo>
                <a:lnTo>
                  <a:pt x="4449726" y="0"/>
                </a:lnTo>
                <a:lnTo>
                  <a:pt x="3483707" y="0"/>
                </a:lnTo>
                <a:close/>
              </a:path>
            </a:pathLst>
          </a:custGeom>
          <a:noFill/>
          <a:ln w="26833" cap="flat">
            <a:solidFill>
              <a:srgbClr val="22855A"/>
            </a:solidFill>
            <a:miter lim="800000"/>
          </a:ln>
        </p:spPr>
      </p:sp>
      <p:sp>
        <p:nvSpPr>
          <p:cNvPr id="175" name="Shape 175"/>
          <p:cNvSpPr/>
          <p:nvPr/>
        </p:nvSpPr>
        <p:spPr>
          <a:xfrm>
            <a:off x="1771539" y="2512443"/>
            <a:ext cx="5470084" cy="4190108"/>
          </a:xfrm>
          <a:custGeom>
            <a:avLst/>
            <a:gdLst/>
            <a:ahLst/>
            <a:cxnLst/>
            <a:rect l="0" t="0" r="r" b="b"/>
            <a:pathLst>
              <a:path w="5470084" h="4190108" fill="none">
                <a:moveTo>
                  <a:pt x="4504065" y="724514"/>
                </a:moveTo>
                <a:lnTo>
                  <a:pt x="5470084" y="724514"/>
                </a:lnTo>
                <a:lnTo>
                  <a:pt x="5470084" y="0"/>
                </a:lnTo>
                <a:lnTo>
                  <a:pt x="4504065" y="0"/>
                </a:lnTo>
                <a:close/>
              </a:path>
            </a:pathLst>
          </a:custGeom>
          <a:noFill/>
          <a:ln w="16771" cap="flat">
            <a:solidFill>
              <a:srgbClr val="C4553C"/>
            </a:solidFill>
            <a:miter lim="800000"/>
          </a:ln>
        </p:spPr>
      </p:sp>
      <p:sp>
        <p:nvSpPr>
          <p:cNvPr id="176" name="Shape 176"/>
          <p:cNvSpPr/>
          <p:nvPr/>
        </p:nvSpPr>
        <p:spPr>
          <a:xfrm>
            <a:off x="1771539" y="2512443"/>
            <a:ext cx="6490442" cy="4190108"/>
          </a:xfrm>
          <a:custGeom>
            <a:avLst/>
            <a:gdLst/>
            <a:ahLst/>
            <a:cxnLst/>
            <a:rect l="0" t="0" r="r" b="b"/>
            <a:pathLst>
              <a:path w="6490442" h="4190108" fill="none">
                <a:moveTo>
                  <a:pt x="5524423" y="724514"/>
                </a:moveTo>
                <a:lnTo>
                  <a:pt x="6490442" y="724514"/>
                </a:lnTo>
                <a:lnTo>
                  <a:pt x="6490442" y="0"/>
                </a:lnTo>
                <a:lnTo>
                  <a:pt x="5524423" y="0"/>
                </a:lnTo>
                <a:close/>
              </a:path>
            </a:pathLst>
          </a:custGeom>
          <a:noFill/>
          <a:ln w="16771" cap="flat">
            <a:solidFill>
              <a:srgbClr val="D99A26"/>
            </a:solidFill>
            <a:miter lim="800000"/>
          </a:ln>
        </p:spPr>
      </p:sp>
      <p:sp>
        <p:nvSpPr>
          <p:cNvPr id="177" name="Shape 177"/>
          <p:cNvSpPr/>
          <p:nvPr/>
        </p:nvSpPr>
        <p:spPr>
          <a:xfrm>
            <a:off x="1771539" y="2512443"/>
            <a:ext cx="7510800" cy="4190108"/>
          </a:xfrm>
          <a:custGeom>
            <a:avLst/>
            <a:gdLst/>
            <a:ahLst/>
            <a:cxnLst/>
            <a:rect l="0" t="0" r="r" b="b"/>
            <a:pathLst>
              <a:path w="7510800" h="4190108" fill="none">
                <a:moveTo>
                  <a:pt x="6544781" y="724514"/>
                </a:moveTo>
                <a:lnTo>
                  <a:pt x="7510800" y="724514"/>
                </a:lnTo>
                <a:lnTo>
                  <a:pt x="7510800" y="0"/>
                </a:lnTo>
                <a:lnTo>
                  <a:pt x="6544781" y="0"/>
                </a:lnTo>
                <a:close/>
              </a:path>
            </a:pathLst>
          </a:custGeom>
          <a:noFill/>
          <a:ln w="16771" cap="flat">
            <a:solidFill>
              <a:srgbClr val="8A6BAA"/>
            </a:solidFill>
            <a:miter lim="800000"/>
          </a:ln>
        </p:spPr>
      </p:sp>
      <p:sp>
        <p:nvSpPr>
          <p:cNvPr id="178" name="Shape 178"/>
          <p:cNvSpPr/>
          <p:nvPr/>
        </p:nvSpPr>
        <p:spPr>
          <a:xfrm>
            <a:off x="1771539" y="2512443"/>
            <a:ext cx="8531158" cy="4190108"/>
          </a:xfrm>
          <a:custGeom>
            <a:avLst/>
            <a:gdLst/>
            <a:ahLst/>
            <a:cxnLst/>
            <a:rect l="0" t="0" r="r" b="b"/>
            <a:pathLst>
              <a:path w="8531158" h="4190108" fill="none">
                <a:moveTo>
                  <a:pt x="7565139" y="724514"/>
                </a:moveTo>
                <a:lnTo>
                  <a:pt x="8531158" y="724514"/>
                </a:lnTo>
                <a:lnTo>
                  <a:pt x="8531158" y="0"/>
                </a:lnTo>
                <a:lnTo>
                  <a:pt x="7565139" y="0"/>
                </a:lnTo>
                <a:close/>
              </a:path>
            </a:pathLst>
          </a:custGeom>
          <a:noFill/>
          <a:ln w="16771" cap="flat">
            <a:solidFill>
              <a:srgbClr val="7C8792"/>
            </a:solidFill>
            <a:miter lim="800000"/>
          </a:ln>
        </p:spPr>
      </p:sp>
      <p:sp>
        <p:nvSpPr>
          <p:cNvPr id="179" name="Shape 179"/>
          <p:cNvSpPr/>
          <p:nvPr/>
        </p:nvSpPr>
        <p:spPr>
          <a:xfrm>
            <a:off x="1771539" y="3937321"/>
            <a:ext cx="3429368" cy="2765230"/>
          </a:xfrm>
          <a:custGeom>
            <a:avLst/>
            <a:gdLst/>
            <a:ahLst/>
            <a:cxnLst/>
            <a:rect l="0" t="0" r="r" b="b"/>
            <a:pathLst>
              <a:path w="3429368" h="2765230" fill="none">
                <a:moveTo>
                  <a:pt x="2463349" y="724514"/>
                </a:moveTo>
                <a:lnTo>
                  <a:pt x="3429368" y="724514"/>
                </a:lnTo>
                <a:lnTo>
                  <a:pt x="3429368" y="0"/>
                </a:lnTo>
                <a:lnTo>
                  <a:pt x="2463349" y="0"/>
                </a:lnTo>
                <a:close/>
              </a:path>
            </a:pathLst>
          </a:custGeom>
          <a:noFill/>
          <a:ln w="26833" cap="flat">
            <a:solidFill>
              <a:srgbClr val="2E5FBF"/>
            </a:solidFill>
            <a:miter lim="800000"/>
          </a:ln>
        </p:spPr>
      </p:sp>
      <p:sp>
        <p:nvSpPr>
          <p:cNvPr id="180" name="Shape 180"/>
          <p:cNvSpPr/>
          <p:nvPr/>
        </p:nvSpPr>
        <p:spPr>
          <a:xfrm>
            <a:off x="1771539" y="3937321"/>
            <a:ext cx="4449726" cy="2765230"/>
          </a:xfrm>
          <a:custGeom>
            <a:avLst/>
            <a:gdLst/>
            <a:ahLst/>
            <a:cxnLst/>
            <a:rect l="0" t="0" r="r" b="b"/>
            <a:pathLst>
              <a:path w="4449726" h="2765230" fill="none">
                <a:moveTo>
                  <a:pt x="3483707" y="724514"/>
                </a:moveTo>
                <a:lnTo>
                  <a:pt x="4449726" y="724514"/>
                </a:lnTo>
                <a:lnTo>
                  <a:pt x="4449726" y="0"/>
                </a:lnTo>
                <a:lnTo>
                  <a:pt x="3483707" y="0"/>
                </a:lnTo>
                <a:close/>
              </a:path>
            </a:pathLst>
          </a:custGeom>
          <a:noFill/>
          <a:ln w="26833" cap="flat">
            <a:solidFill>
              <a:srgbClr val="22855A"/>
            </a:solidFill>
            <a:miter lim="800000"/>
          </a:ln>
        </p:spPr>
      </p:sp>
      <p:sp>
        <p:nvSpPr>
          <p:cNvPr id="181" name="Shape 181"/>
          <p:cNvSpPr/>
          <p:nvPr/>
        </p:nvSpPr>
        <p:spPr>
          <a:xfrm>
            <a:off x="1771539" y="3937321"/>
            <a:ext cx="5470084" cy="2765230"/>
          </a:xfrm>
          <a:custGeom>
            <a:avLst/>
            <a:gdLst/>
            <a:ahLst/>
            <a:cxnLst/>
            <a:rect l="0" t="0" r="r" b="b"/>
            <a:pathLst>
              <a:path w="5470084" h="2765230" fill="none">
                <a:moveTo>
                  <a:pt x="4504065" y="724514"/>
                </a:moveTo>
                <a:lnTo>
                  <a:pt x="5470084" y="724514"/>
                </a:lnTo>
                <a:lnTo>
                  <a:pt x="5470084" y="0"/>
                </a:lnTo>
                <a:lnTo>
                  <a:pt x="4504065" y="0"/>
                </a:lnTo>
                <a:close/>
              </a:path>
            </a:pathLst>
          </a:custGeom>
          <a:noFill/>
          <a:ln w="16771" cap="flat">
            <a:solidFill>
              <a:srgbClr val="C4553C"/>
            </a:solidFill>
            <a:miter lim="800000"/>
          </a:ln>
        </p:spPr>
      </p:sp>
      <p:sp>
        <p:nvSpPr>
          <p:cNvPr id="182" name="Shape 182"/>
          <p:cNvSpPr/>
          <p:nvPr/>
        </p:nvSpPr>
        <p:spPr>
          <a:xfrm>
            <a:off x="1771539" y="3937321"/>
            <a:ext cx="6490442" cy="2765230"/>
          </a:xfrm>
          <a:custGeom>
            <a:avLst/>
            <a:gdLst/>
            <a:ahLst/>
            <a:cxnLst/>
            <a:rect l="0" t="0" r="r" b="b"/>
            <a:pathLst>
              <a:path w="6490442" h="2765230" fill="none">
                <a:moveTo>
                  <a:pt x="5524423" y="724514"/>
                </a:moveTo>
                <a:lnTo>
                  <a:pt x="6490442" y="724514"/>
                </a:lnTo>
                <a:lnTo>
                  <a:pt x="6490442" y="0"/>
                </a:lnTo>
                <a:lnTo>
                  <a:pt x="5524423" y="0"/>
                </a:lnTo>
                <a:close/>
              </a:path>
            </a:pathLst>
          </a:custGeom>
          <a:noFill/>
          <a:ln w="16771" cap="flat">
            <a:solidFill>
              <a:srgbClr val="D99A26"/>
            </a:solidFill>
            <a:miter lim="800000"/>
          </a:ln>
        </p:spPr>
      </p:sp>
      <p:sp>
        <p:nvSpPr>
          <p:cNvPr id="183" name="Shape 183"/>
          <p:cNvSpPr/>
          <p:nvPr/>
        </p:nvSpPr>
        <p:spPr>
          <a:xfrm>
            <a:off x="1771539" y="3937321"/>
            <a:ext cx="7510800" cy="2765230"/>
          </a:xfrm>
          <a:custGeom>
            <a:avLst/>
            <a:gdLst/>
            <a:ahLst/>
            <a:cxnLst/>
            <a:rect l="0" t="0" r="r" b="b"/>
            <a:pathLst>
              <a:path w="7510800" h="2765230" fill="none">
                <a:moveTo>
                  <a:pt x="6544781" y="724514"/>
                </a:moveTo>
                <a:lnTo>
                  <a:pt x="7510800" y="724514"/>
                </a:lnTo>
                <a:lnTo>
                  <a:pt x="7510800" y="0"/>
                </a:lnTo>
                <a:lnTo>
                  <a:pt x="6544781" y="0"/>
                </a:lnTo>
                <a:close/>
              </a:path>
            </a:pathLst>
          </a:custGeom>
          <a:noFill/>
          <a:ln w="16771" cap="flat">
            <a:solidFill>
              <a:srgbClr val="8A6BAA"/>
            </a:solidFill>
            <a:miter lim="800000"/>
          </a:ln>
        </p:spPr>
      </p:sp>
      <p:sp>
        <p:nvSpPr>
          <p:cNvPr id="184" name="Shape 184"/>
          <p:cNvSpPr/>
          <p:nvPr/>
        </p:nvSpPr>
        <p:spPr>
          <a:xfrm>
            <a:off x="1771539" y="3937321"/>
            <a:ext cx="8531158" cy="2765230"/>
          </a:xfrm>
          <a:custGeom>
            <a:avLst/>
            <a:gdLst/>
            <a:ahLst/>
            <a:cxnLst/>
            <a:rect l="0" t="0" r="r" b="b"/>
            <a:pathLst>
              <a:path w="8531158" h="2765230" fill="none">
                <a:moveTo>
                  <a:pt x="7565139" y="724514"/>
                </a:moveTo>
                <a:lnTo>
                  <a:pt x="8531158" y="724514"/>
                </a:lnTo>
                <a:lnTo>
                  <a:pt x="8531158" y="0"/>
                </a:lnTo>
                <a:lnTo>
                  <a:pt x="7565139" y="0"/>
                </a:lnTo>
                <a:close/>
              </a:path>
            </a:pathLst>
          </a:custGeom>
          <a:noFill/>
          <a:ln w="16771" cap="flat">
            <a:solidFill>
              <a:srgbClr val="7C8792"/>
            </a:solidFill>
            <a:miter lim="800000"/>
          </a:ln>
        </p:spPr>
      </p:sp>
      <p:sp>
        <p:nvSpPr>
          <p:cNvPr id="185" name="Shape 185"/>
          <p:cNvSpPr/>
          <p:nvPr/>
        </p:nvSpPr>
        <p:spPr>
          <a:xfrm>
            <a:off x="1771539" y="5362200"/>
            <a:ext cx="3429368" cy="1340351"/>
          </a:xfrm>
          <a:custGeom>
            <a:avLst/>
            <a:gdLst/>
            <a:ahLst/>
            <a:cxnLst/>
            <a:rect l="0" t="0" r="r" b="b"/>
            <a:pathLst>
              <a:path w="3429368" h="1340351" fill="none">
                <a:moveTo>
                  <a:pt x="2463349" y="724514"/>
                </a:moveTo>
                <a:lnTo>
                  <a:pt x="3429368" y="724514"/>
                </a:lnTo>
                <a:lnTo>
                  <a:pt x="3429368" y="0"/>
                </a:lnTo>
                <a:lnTo>
                  <a:pt x="2463349" y="0"/>
                </a:lnTo>
                <a:close/>
              </a:path>
            </a:pathLst>
          </a:custGeom>
          <a:noFill/>
          <a:ln w="26833" cap="flat">
            <a:solidFill>
              <a:srgbClr val="2E5FBF"/>
            </a:solidFill>
            <a:miter lim="800000"/>
          </a:ln>
        </p:spPr>
      </p:sp>
      <p:sp>
        <p:nvSpPr>
          <p:cNvPr id="186" name="Shape 186"/>
          <p:cNvSpPr/>
          <p:nvPr/>
        </p:nvSpPr>
        <p:spPr>
          <a:xfrm>
            <a:off x="1771539" y="5362200"/>
            <a:ext cx="4449726" cy="1340351"/>
          </a:xfrm>
          <a:custGeom>
            <a:avLst/>
            <a:gdLst/>
            <a:ahLst/>
            <a:cxnLst/>
            <a:rect l="0" t="0" r="r" b="b"/>
            <a:pathLst>
              <a:path w="4449726" h="1340351" fill="none">
                <a:moveTo>
                  <a:pt x="3483707" y="724514"/>
                </a:moveTo>
                <a:lnTo>
                  <a:pt x="4449726" y="724514"/>
                </a:lnTo>
                <a:lnTo>
                  <a:pt x="4449726" y="0"/>
                </a:lnTo>
                <a:lnTo>
                  <a:pt x="3483707" y="0"/>
                </a:lnTo>
                <a:close/>
              </a:path>
            </a:pathLst>
          </a:custGeom>
          <a:noFill/>
          <a:ln w="26833" cap="flat">
            <a:solidFill>
              <a:srgbClr val="22855A"/>
            </a:solidFill>
            <a:miter lim="800000"/>
          </a:ln>
        </p:spPr>
      </p:sp>
      <p:sp>
        <p:nvSpPr>
          <p:cNvPr id="187" name="Shape 187"/>
          <p:cNvSpPr/>
          <p:nvPr/>
        </p:nvSpPr>
        <p:spPr>
          <a:xfrm>
            <a:off x="1771539" y="5362200"/>
            <a:ext cx="5470084" cy="1340351"/>
          </a:xfrm>
          <a:custGeom>
            <a:avLst/>
            <a:gdLst/>
            <a:ahLst/>
            <a:cxnLst/>
            <a:rect l="0" t="0" r="r" b="b"/>
            <a:pathLst>
              <a:path w="5470084" h="1340351" fill="none">
                <a:moveTo>
                  <a:pt x="4504065" y="724514"/>
                </a:moveTo>
                <a:lnTo>
                  <a:pt x="5470084" y="724514"/>
                </a:lnTo>
                <a:lnTo>
                  <a:pt x="5470084" y="0"/>
                </a:lnTo>
                <a:lnTo>
                  <a:pt x="4504065" y="0"/>
                </a:lnTo>
                <a:close/>
              </a:path>
            </a:pathLst>
          </a:custGeom>
          <a:noFill/>
          <a:ln w="16771" cap="flat">
            <a:solidFill>
              <a:srgbClr val="C4553C"/>
            </a:solidFill>
            <a:miter lim="800000"/>
          </a:ln>
        </p:spPr>
      </p:sp>
      <p:sp>
        <p:nvSpPr>
          <p:cNvPr id="188" name="Shape 188"/>
          <p:cNvSpPr/>
          <p:nvPr/>
        </p:nvSpPr>
        <p:spPr>
          <a:xfrm>
            <a:off x="1771539" y="5362200"/>
            <a:ext cx="6490442" cy="1340351"/>
          </a:xfrm>
          <a:custGeom>
            <a:avLst/>
            <a:gdLst/>
            <a:ahLst/>
            <a:cxnLst/>
            <a:rect l="0" t="0" r="r" b="b"/>
            <a:pathLst>
              <a:path w="6490442" h="1340351" fill="none">
                <a:moveTo>
                  <a:pt x="5524423" y="724514"/>
                </a:moveTo>
                <a:lnTo>
                  <a:pt x="6490442" y="724514"/>
                </a:lnTo>
                <a:lnTo>
                  <a:pt x="6490442" y="0"/>
                </a:lnTo>
                <a:lnTo>
                  <a:pt x="5524423" y="0"/>
                </a:lnTo>
                <a:close/>
              </a:path>
            </a:pathLst>
          </a:custGeom>
          <a:noFill/>
          <a:ln w="16771" cap="flat">
            <a:solidFill>
              <a:srgbClr val="D99A26"/>
            </a:solidFill>
            <a:miter lim="800000"/>
          </a:ln>
        </p:spPr>
      </p:sp>
      <p:sp>
        <p:nvSpPr>
          <p:cNvPr id="189" name="Shape 189"/>
          <p:cNvSpPr/>
          <p:nvPr/>
        </p:nvSpPr>
        <p:spPr>
          <a:xfrm>
            <a:off x="1771539" y="5362200"/>
            <a:ext cx="7510800" cy="1340351"/>
          </a:xfrm>
          <a:custGeom>
            <a:avLst/>
            <a:gdLst/>
            <a:ahLst/>
            <a:cxnLst/>
            <a:rect l="0" t="0" r="r" b="b"/>
            <a:pathLst>
              <a:path w="7510800" h="1340351" fill="none">
                <a:moveTo>
                  <a:pt x="6544781" y="724514"/>
                </a:moveTo>
                <a:lnTo>
                  <a:pt x="7510800" y="724514"/>
                </a:lnTo>
                <a:lnTo>
                  <a:pt x="7510800" y="0"/>
                </a:lnTo>
                <a:lnTo>
                  <a:pt x="6544781" y="0"/>
                </a:lnTo>
                <a:close/>
              </a:path>
            </a:pathLst>
          </a:custGeom>
          <a:noFill/>
          <a:ln w="16771" cap="flat">
            <a:solidFill>
              <a:srgbClr val="8A6BAA"/>
            </a:solidFill>
            <a:miter lim="800000"/>
          </a:ln>
        </p:spPr>
      </p:sp>
      <p:sp>
        <p:nvSpPr>
          <p:cNvPr id="190" name="Shape 190"/>
          <p:cNvSpPr/>
          <p:nvPr/>
        </p:nvSpPr>
        <p:spPr>
          <a:xfrm>
            <a:off x="1771539" y="5362200"/>
            <a:ext cx="8531158" cy="1340351"/>
          </a:xfrm>
          <a:custGeom>
            <a:avLst/>
            <a:gdLst/>
            <a:ahLst/>
            <a:cxnLst/>
            <a:rect l="0" t="0" r="r" b="b"/>
            <a:pathLst>
              <a:path w="8531158" h="1340351" fill="none">
                <a:moveTo>
                  <a:pt x="7565139" y="724514"/>
                </a:moveTo>
                <a:lnTo>
                  <a:pt x="8531158" y="724514"/>
                </a:lnTo>
                <a:lnTo>
                  <a:pt x="8531158" y="0"/>
                </a:lnTo>
                <a:lnTo>
                  <a:pt x="7565139" y="0"/>
                </a:lnTo>
                <a:close/>
              </a:path>
            </a:pathLst>
          </a:custGeom>
          <a:noFill/>
          <a:ln w="16771" cap="flat">
            <a:solidFill>
              <a:srgbClr val="7C8792"/>
            </a:solidFill>
            <a:miter lim="800000"/>
          </a:ln>
        </p:spPr>
      </p:sp>
      <p:sp>
        <p:nvSpPr>
          <p:cNvPr id="191" name="Shape 191"/>
          <p:cNvSpPr/>
          <p:nvPr/>
        </p:nvSpPr>
        <p:spPr>
          <a:xfrm>
            <a:off x="2749889" y="1776333"/>
            <a:ext cx="58813" cy="30821"/>
          </a:xfrm>
          <a:custGeom>
            <a:avLst/>
            <a:gdLst/>
            <a:ahLst/>
            <a:cxnLst/>
            <a:rect l="0" t="0" r="r" b="b"/>
            <a:pathLst>
              <a:path w="58813" h="30821" fill="none">
                <a:moveTo>
                  <a:pt x="58813" y="30821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192" name="Shape 192"/>
          <p:cNvSpPr/>
          <p:nvPr/>
        </p:nvSpPr>
        <p:spPr>
          <a:xfrm>
            <a:off x="2808703" y="1799571"/>
            <a:ext cx="94902" cy="7583"/>
          </a:xfrm>
          <a:custGeom>
            <a:avLst/>
            <a:gdLst/>
            <a:ahLst/>
            <a:cxnLst/>
            <a:rect l="0" t="0" r="r" b="b"/>
            <a:pathLst>
              <a:path w="94902" h="7583" fill="none">
                <a:moveTo>
                  <a:pt x="0" y="7583"/>
                </a:moveTo>
                <a:lnTo>
                  <a:pt x="94902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193" name="Shape 193"/>
          <p:cNvSpPr/>
          <p:nvPr/>
        </p:nvSpPr>
        <p:spPr>
          <a:xfrm>
            <a:off x="2808703" y="1701430"/>
            <a:ext cx="102884" cy="105724"/>
          </a:xfrm>
          <a:custGeom>
            <a:avLst/>
            <a:gdLst/>
            <a:ahLst/>
            <a:cxnLst/>
            <a:rect l="0" t="0" r="r" b="b"/>
            <a:pathLst>
              <a:path w="102884" h="105724" fill="none">
                <a:moveTo>
                  <a:pt x="0" y="105724"/>
                </a:moveTo>
                <a:lnTo>
                  <a:pt x="102884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194" name="Shape 194"/>
          <p:cNvSpPr/>
          <p:nvPr/>
        </p:nvSpPr>
        <p:spPr>
          <a:xfrm>
            <a:off x="2757712" y="1678193"/>
            <a:ext cx="50990" cy="128961"/>
          </a:xfrm>
          <a:custGeom>
            <a:avLst/>
            <a:gdLst/>
            <a:ahLst/>
            <a:cxnLst/>
            <a:rect l="0" t="0" r="r" b="b"/>
            <a:pathLst>
              <a:path w="50990" h="128961" fill="none">
                <a:moveTo>
                  <a:pt x="50990" y="128961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195" name="Shape 195"/>
          <p:cNvSpPr/>
          <p:nvPr/>
        </p:nvSpPr>
        <p:spPr>
          <a:xfrm>
            <a:off x="3574562" y="1365295"/>
            <a:ext cx="123548" cy="93018"/>
          </a:xfrm>
          <a:custGeom>
            <a:avLst/>
            <a:gdLst/>
            <a:ahLst/>
            <a:cxnLst/>
            <a:rect l="0" t="0" r="r" b="b"/>
            <a:pathLst>
              <a:path w="123548" h="93018" fill="none">
                <a:moveTo>
                  <a:pt x="123548" y="0"/>
                </a:moveTo>
                <a:lnTo>
                  <a:pt x="0" y="93018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196" name="Shape 196"/>
          <p:cNvSpPr/>
          <p:nvPr/>
        </p:nvSpPr>
        <p:spPr>
          <a:xfrm>
            <a:off x="3611227" y="1335228"/>
            <a:ext cx="86882" cy="30066"/>
          </a:xfrm>
          <a:custGeom>
            <a:avLst/>
            <a:gdLst/>
            <a:ahLst/>
            <a:cxnLst/>
            <a:rect l="0" t="0" r="r" b="b"/>
            <a:pathLst>
              <a:path w="86882" h="30066" fill="none">
                <a:moveTo>
                  <a:pt x="86882" y="30066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197" name="Shape 197"/>
          <p:cNvSpPr/>
          <p:nvPr/>
        </p:nvSpPr>
        <p:spPr>
          <a:xfrm>
            <a:off x="3581175" y="1264127"/>
            <a:ext cx="116935" cy="101167"/>
          </a:xfrm>
          <a:custGeom>
            <a:avLst/>
            <a:gdLst/>
            <a:ahLst/>
            <a:cxnLst/>
            <a:rect l="0" t="0" r="r" b="b"/>
            <a:pathLst>
              <a:path w="116935" h="101167" fill="none">
                <a:moveTo>
                  <a:pt x="116935" y="101167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198" name="Shape 198"/>
          <p:cNvSpPr/>
          <p:nvPr/>
        </p:nvSpPr>
        <p:spPr>
          <a:xfrm>
            <a:off x="3544416" y="1365295"/>
            <a:ext cx="153693" cy="21991"/>
          </a:xfrm>
          <a:custGeom>
            <a:avLst/>
            <a:gdLst/>
            <a:ahLst/>
            <a:cxnLst/>
            <a:rect l="0" t="0" r="r" b="b"/>
            <a:pathLst>
              <a:path w="153693" h="21991" fill="none">
                <a:moveTo>
                  <a:pt x="153693" y="0"/>
                </a:moveTo>
                <a:lnTo>
                  <a:pt x="0" y="21991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199" name="Shape 199"/>
          <p:cNvSpPr/>
          <p:nvPr/>
        </p:nvSpPr>
        <p:spPr>
          <a:xfrm>
            <a:off x="3141757" y="1515134"/>
            <a:ext cx="94797" cy="20266"/>
          </a:xfrm>
          <a:custGeom>
            <a:avLst/>
            <a:gdLst/>
            <a:ahLst/>
            <a:cxnLst/>
            <a:rect l="0" t="0" r="r" b="b"/>
            <a:pathLst>
              <a:path w="94797" h="20266" fill="none">
                <a:moveTo>
                  <a:pt x="94797" y="0"/>
                </a:moveTo>
                <a:lnTo>
                  <a:pt x="0" y="20266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00" name="Shape 200"/>
          <p:cNvSpPr/>
          <p:nvPr/>
        </p:nvSpPr>
        <p:spPr>
          <a:xfrm>
            <a:off x="3236555" y="1505362"/>
            <a:ext cx="56765" cy="9771"/>
          </a:xfrm>
          <a:custGeom>
            <a:avLst/>
            <a:gdLst/>
            <a:ahLst/>
            <a:cxnLst/>
            <a:rect l="0" t="0" r="r" b="b"/>
            <a:pathLst>
              <a:path w="56765" h="9771" fill="none">
                <a:moveTo>
                  <a:pt x="0" y="9771"/>
                </a:moveTo>
                <a:lnTo>
                  <a:pt x="56765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01" name="Shape 201"/>
          <p:cNvSpPr/>
          <p:nvPr/>
        </p:nvSpPr>
        <p:spPr>
          <a:xfrm>
            <a:off x="3236555" y="1399012"/>
            <a:ext cx="42445" cy="116121"/>
          </a:xfrm>
          <a:custGeom>
            <a:avLst/>
            <a:gdLst/>
            <a:ahLst/>
            <a:cxnLst/>
            <a:rect l="0" t="0" r="r" b="b"/>
            <a:pathLst>
              <a:path w="42445" h="116121" fill="none">
                <a:moveTo>
                  <a:pt x="0" y="116121"/>
                </a:moveTo>
                <a:lnTo>
                  <a:pt x="42445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02" name="Shape 202"/>
          <p:cNvSpPr/>
          <p:nvPr/>
        </p:nvSpPr>
        <p:spPr>
          <a:xfrm>
            <a:off x="3127319" y="1429038"/>
            <a:ext cx="109235" cy="86096"/>
          </a:xfrm>
          <a:custGeom>
            <a:avLst/>
            <a:gdLst/>
            <a:ahLst/>
            <a:cxnLst/>
            <a:rect l="0" t="0" r="r" b="b"/>
            <a:pathLst>
              <a:path w="109235" h="86096" fill="none">
                <a:moveTo>
                  <a:pt x="109235" y="86096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03" name="Shape 203"/>
          <p:cNvSpPr/>
          <p:nvPr/>
        </p:nvSpPr>
        <p:spPr>
          <a:xfrm>
            <a:off x="3330794" y="1528060"/>
            <a:ext cx="112136" cy="46197"/>
          </a:xfrm>
          <a:custGeom>
            <a:avLst/>
            <a:gdLst/>
            <a:ahLst/>
            <a:cxnLst/>
            <a:rect l="0" t="0" r="r" b="b"/>
            <a:pathLst>
              <a:path w="112136" h="46197" fill="none">
                <a:moveTo>
                  <a:pt x="112136" y="0"/>
                </a:moveTo>
                <a:lnTo>
                  <a:pt x="0" y="46197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04" name="Shape 204"/>
          <p:cNvSpPr/>
          <p:nvPr/>
        </p:nvSpPr>
        <p:spPr>
          <a:xfrm>
            <a:off x="3442931" y="1501714"/>
            <a:ext cx="15720" cy="26345"/>
          </a:xfrm>
          <a:custGeom>
            <a:avLst/>
            <a:gdLst/>
            <a:ahLst/>
            <a:cxnLst/>
            <a:rect l="0" t="0" r="r" b="b"/>
            <a:pathLst>
              <a:path w="15720" h="26345" fill="none">
                <a:moveTo>
                  <a:pt x="0" y="26345"/>
                </a:moveTo>
                <a:lnTo>
                  <a:pt x="1572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05" name="Shape 205"/>
          <p:cNvSpPr/>
          <p:nvPr/>
        </p:nvSpPr>
        <p:spPr>
          <a:xfrm>
            <a:off x="3426225" y="1404327"/>
            <a:ext cx="16706" cy="123732"/>
          </a:xfrm>
          <a:custGeom>
            <a:avLst/>
            <a:gdLst/>
            <a:ahLst/>
            <a:cxnLst/>
            <a:rect l="0" t="0" r="r" b="b"/>
            <a:pathLst>
              <a:path w="16706" h="123732" fill="none">
                <a:moveTo>
                  <a:pt x="16706" y="123732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06" name="Shape 206"/>
          <p:cNvSpPr/>
          <p:nvPr/>
        </p:nvSpPr>
        <p:spPr>
          <a:xfrm>
            <a:off x="3298226" y="1476856"/>
            <a:ext cx="144704" cy="51203"/>
          </a:xfrm>
          <a:custGeom>
            <a:avLst/>
            <a:gdLst/>
            <a:ahLst/>
            <a:cxnLst/>
            <a:rect l="0" t="0" r="r" b="b"/>
            <a:pathLst>
              <a:path w="144704" h="51203" fill="none">
                <a:moveTo>
                  <a:pt x="144704" y="51203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07" name="Shape 207"/>
          <p:cNvSpPr/>
          <p:nvPr/>
        </p:nvSpPr>
        <p:spPr>
          <a:xfrm>
            <a:off x="2533623" y="3144810"/>
            <a:ext cx="178494" cy="27486"/>
          </a:xfrm>
          <a:custGeom>
            <a:avLst/>
            <a:gdLst/>
            <a:ahLst/>
            <a:cxnLst/>
            <a:rect l="0" t="0" r="r" b="b"/>
            <a:pathLst>
              <a:path w="178494" h="27486" fill="none">
                <a:moveTo>
                  <a:pt x="178494" y="0"/>
                </a:moveTo>
                <a:lnTo>
                  <a:pt x="0" y="27486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08" name="Shape 208"/>
          <p:cNvSpPr/>
          <p:nvPr/>
        </p:nvSpPr>
        <p:spPr>
          <a:xfrm>
            <a:off x="2622317" y="3045694"/>
            <a:ext cx="89800" cy="99115"/>
          </a:xfrm>
          <a:custGeom>
            <a:avLst/>
            <a:gdLst/>
            <a:ahLst/>
            <a:cxnLst/>
            <a:rect l="0" t="0" r="r" b="b"/>
            <a:pathLst>
              <a:path w="89800" h="99115" fill="none">
                <a:moveTo>
                  <a:pt x="89800" y="99115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09" name="Shape 209"/>
          <p:cNvSpPr/>
          <p:nvPr/>
        </p:nvSpPr>
        <p:spPr>
          <a:xfrm>
            <a:off x="2637357" y="2976496"/>
            <a:ext cx="74760" cy="168313"/>
          </a:xfrm>
          <a:custGeom>
            <a:avLst/>
            <a:gdLst/>
            <a:ahLst/>
            <a:cxnLst/>
            <a:rect l="0" t="0" r="r" b="b"/>
            <a:pathLst>
              <a:path w="74760" h="168313" fill="none">
                <a:moveTo>
                  <a:pt x="74760" y="168313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10" name="Shape 210"/>
          <p:cNvSpPr/>
          <p:nvPr/>
        </p:nvSpPr>
        <p:spPr>
          <a:xfrm>
            <a:off x="2548541" y="3103213"/>
            <a:ext cx="163576" cy="41596"/>
          </a:xfrm>
          <a:custGeom>
            <a:avLst/>
            <a:gdLst/>
            <a:ahLst/>
            <a:cxnLst/>
            <a:rect l="0" t="0" r="r" b="b"/>
            <a:pathLst>
              <a:path w="163576" h="41596" fill="none">
                <a:moveTo>
                  <a:pt x="163576" y="41596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11" name="Shape 211"/>
          <p:cNvSpPr/>
          <p:nvPr/>
        </p:nvSpPr>
        <p:spPr>
          <a:xfrm>
            <a:off x="1866540" y="3158211"/>
            <a:ext cx="158578" cy="24665"/>
          </a:xfrm>
          <a:custGeom>
            <a:avLst/>
            <a:gdLst/>
            <a:ahLst/>
            <a:cxnLst/>
            <a:rect l="0" t="0" r="r" b="b"/>
            <a:pathLst>
              <a:path w="158578" h="24665" fill="none">
                <a:moveTo>
                  <a:pt x="158578" y="24665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12" name="Shape 212"/>
          <p:cNvSpPr/>
          <p:nvPr/>
        </p:nvSpPr>
        <p:spPr>
          <a:xfrm>
            <a:off x="2013620" y="3074448"/>
            <a:ext cx="11499" cy="108427"/>
          </a:xfrm>
          <a:custGeom>
            <a:avLst/>
            <a:gdLst/>
            <a:ahLst/>
            <a:cxnLst/>
            <a:rect l="0" t="0" r="r" b="b"/>
            <a:pathLst>
              <a:path w="11499" h="108427" fill="none">
                <a:moveTo>
                  <a:pt x="11499" y="108427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13" name="Shape 213"/>
          <p:cNvSpPr/>
          <p:nvPr/>
        </p:nvSpPr>
        <p:spPr>
          <a:xfrm>
            <a:off x="2016136" y="3001617"/>
            <a:ext cx="8982" cy="181258"/>
          </a:xfrm>
          <a:custGeom>
            <a:avLst/>
            <a:gdLst/>
            <a:ahLst/>
            <a:cxnLst/>
            <a:rect l="0" t="0" r="r" b="b"/>
            <a:pathLst>
              <a:path w="8982" h="181258" fill="none">
                <a:moveTo>
                  <a:pt x="8982" y="181258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14" name="Shape 214"/>
          <p:cNvSpPr/>
          <p:nvPr/>
        </p:nvSpPr>
        <p:spPr>
          <a:xfrm>
            <a:off x="1868826" y="3085452"/>
            <a:ext cx="156292" cy="97424"/>
          </a:xfrm>
          <a:custGeom>
            <a:avLst/>
            <a:gdLst/>
            <a:ahLst/>
            <a:cxnLst/>
            <a:rect l="0" t="0" r="r" b="b"/>
            <a:pathLst>
              <a:path w="156292" h="97424" fill="none">
                <a:moveTo>
                  <a:pt x="156292" y="97424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15" name="Shape 215"/>
          <p:cNvSpPr/>
          <p:nvPr/>
        </p:nvSpPr>
        <p:spPr>
          <a:xfrm>
            <a:off x="3471559" y="3098931"/>
            <a:ext cx="170849" cy="68005"/>
          </a:xfrm>
          <a:custGeom>
            <a:avLst/>
            <a:gdLst/>
            <a:ahLst/>
            <a:cxnLst/>
            <a:rect l="0" t="0" r="r" b="b"/>
            <a:pathLst>
              <a:path w="170849" h="68005" fill="none">
                <a:moveTo>
                  <a:pt x="170849" y="0"/>
                </a:moveTo>
                <a:lnTo>
                  <a:pt x="0" y="68005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16" name="Shape 216"/>
          <p:cNvSpPr/>
          <p:nvPr/>
        </p:nvSpPr>
        <p:spPr>
          <a:xfrm>
            <a:off x="3504065" y="3024219"/>
            <a:ext cx="138342" cy="74712"/>
          </a:xfrm>
          <a:custGeom>
            <a:avLst/>
            <a:gdLst/>
            <a:ahLst/>
            <a:cxnLst/>
            <a:rect l="0" t="0" r="r" b="b"/>
            <a:pathLst>
              <a:path w="138342" h="74712" fill="none">
                <a:moveTo>
                  <a:pt x="138342" y="74712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17" name="Shape 217"/>
          <p:cNvSpPr/>
          <p:nvPr/>
        </p:nvSpPr>
        <p:spPr>
          <a:xfrm>
            <a:off x="3531152" y="2953100"/>
            <a:ext cx="111256" cy="145831"/>
          </a:xfrm>
          <a:custGeom>
            <a:avLst/>
            <a:gdLst/>
            <a:ahLst/>
            <a:cxnLst/>
            <a:rect l="0" t="0" r="r" b="b"/>
            <a:pathLst>
              <a:path w="111256" h="145831" fill="none">
                <a:moveTo>
                  <a:pt x="111256" y="145831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18" name="Shape 218"/>
          <p:cNvSpPr/>
          <p:nvPr/>
        </p:nvSpPr>
        <p:spPr>
          <a:xfrm>
            <a:off x="3498633" y="3095938"/>
            <a:ext cx="143774" cy="2993"/>
          </a:xfrm>
          <a:custGeom>
            <a:avLst/>
            <a:gdLst/>
            <a:ahLst/>
            <a:cxnLst/>
            <a:rect l="0" t="0" r="r" b="b"/>
            <a:pathLst>
              <a:path w="143774" h="2993" fill="none">
                <a:moveTo>
                  <a:pt x="143774" y="2993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19" name="Shape 219"/>
          <p:cNvSpPr/>
          <p:nvPr/>
        </p:nvSpPr>
        <p:spPr>
          <a:xfrm>
            <a:off x="3510066" y="2973189"/>
            <a:ext cx="161797" cy="84451"/>
          </a:xfrm>
          <a:custGeom>
            <a:avLst/>
            <a:gdLst/>
            <a:ahLst/>
            <a:cxnLst/>
            <a:rect l="0" t="0" r="r" b="b"/>
            <a:pathLst>
              <a:path w="161797" h="84451" fill="none">
                <a:moveTo>
                  <a:pt x="161797" y="0"/>
                </a:moveTo>
                <a:lnTo>
                  <a:pt x="0" y="84451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20" name="Shape 220"/>
          <p:cNvSpPr/>
          <p:nvPr/>
        </p:nvSpPr>
        <p:spPr>
          <a:xfrm>
            <a:off x="3518941" y="2912918"/>
            <a:ext cx="152922" cy="60270"/>
          </a:xfrm>
          <a:custGeom>
            <a:avLst/>
            <a:gdLst/>
            <a:ahLst/>
            <a:cxnLst/>
            <a:rect l="0" t="0" r="r" b="b"/>
            <a:pathLst>
              <a:path w="152922" h="60270" fill="none">
                <a:moveTo>
                  <a:pt x="152922" y="60270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21" name="Shape 221"/>
          <p:cNvSpPr/>
          <p:nvPr/>
        </p:nvSpPr>
        <p:spPr>
          <a:xfrm>
            <a:off x="3548710" y="2839285"/>
            <a:ext cx="123153" cy="133904"/>
          </a:xfrm>
          <a:custGeom>
            <a:avLst/>
            <a:gdLst/>
            <a:ahLst/>
            <a:cxnLst/>
            <a:rect l="0" t="0" r="r" b="b"/>
            <a:pathLst>
              <a:path w="123153" h="133904" fill="none">
                <a:moveTo>
                  <a:pt x="123153" y="133904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22" name="Shape 222"/>
          <p:cNvSpPr/>
          <p:nvPr/>
        </p:nvSpPr>
        <p:spPr>
          <a:xfrm>
            <a:off x="3539864" y="2973189"/>
            <a:ext cx="132000" cy="10931"/>
          </a:xfrm>
          <a:custGeom>
            <a:avLst/>
            <a:gdLst/>
            <a:ahLst/>
            <a:cxnLst/>
            <a:rect l="0" t="0" r="r" b="b"/>
            <a:pathLst>
              <a:path w="132000" h="10931" fill="none">
                <a:moveTo>
                  <a:pt x="132000" y="0"/>
                </a:moveTo>
                <a:lnTo>
                  <a:pt x="0" y="10931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23" name="Shape 223"/>
          <p:cNvSpPr/>
          <p:nvPr/>
        </p:nvSpPr>
        <p:spPr>
          <a:xfrm>
            <a:off x="2372487" y="4635473"/>
            <a:ext cx="94208" cy="37716"/>
          </a:xfrm>
          <a:custGeom>
            <a:avLst/>
            <a:gdLst/>
            <a:ahLst/>
            <a:cxnLst/>
            <a:rect l="0" t="0" r="r" b="b"/>
            <a:pathLst>
              <a:path w="94208" h="37716" fill="none">
                <a:moveTo>
                  <a:pt x="94208" y="0"/>
                </a:moveTo>
                <a:lnTo>
                  <a:pt x="0" y="37716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24" name="Shape 224"/>
          <p:cNvSpPr/>
          <p:nvPr/>
        </p:nvSpPr>
        <p:spPr>
          <a:xfrm>
            <a:off x="2466696" y="4635473"/>
            <a:ext cx="80735" cy="19958"/>
          </a:xfrm>
          <a:custGeom>
            <a:avLst/>
            <a:gdLst/>
            <a:ahLst/>
            <a:cxnLst/>
            <a:rect l="0" t="0" r="r" b="b"/>
            <a:pathLst>
              <a:path w="80735" h="19958" fill="none">
                <a:moveTo>
                  <a:pt x="0" y="0"/>
                </a:moveTo>
                <a:lnTo>
                  <a:pt x="80735" y="19958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25" name="Shape 225"/>
          <p:cNvSpPr/>
          <p:nvPr/>
        </p:nvSpPr>
        <p:spPr>
          <a:xfrm>
            <a:off x="2466696" y="4527808"/>
            <a:ext cx="69833" cy="107665"/>
          </a:xfrm>
          <a:custGeom>
            <a:avLst/>
            <a:gdLst/>
            <a:ahLst/>
            <a:cxnLst/>
            <a:rect l="0" t="0" r="r" b="b"/>
            <a:pathLst>
              <a:path w="69833" h="107665" fill="none">
                <a:moveTo>
                  <a:pt x="0" y="107665"/>
                </a:moveTo>
                <a:lnTo>
                  <a:pt x="69833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26" name="Shape 226"/>
          <p:cNvSpPr/>
          <p:nvPr/>
        </p:nvSpPr>
        <p:spPr>
          <a:xfrm>
            <a:off x="2361503" y="4545552"/>
            <a:ext cx="105193" cy="89920"/>
          </a:xfrm>
          <a:custGeom>
            <a:avLst/>
            <a:gdLst/>
            <a:ahLst/>
            <a:cxnLst/>
            <a:rect l="0" t="0" r="r" b="b"/>
            <a:pathLst>
              <a:path w="105193" h="89920" fill="none">
                <a:moveTo>
                  <a:pt x="105193" y="89920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27" name="Shape 227"/>
          <p:cNvSpPr/>
          <p:nvPr/>
        </p:nvSpPr>
        <p:spPr>
          <a:xfrm>
            <a:off x="3484852" y="4404300"/>
            <a:ext cx="126510" cy="103577"/>
          </a:xfrm>
          <a:custGeom>
            <a:avLst/>
            <a:gdLst/>
            <a:ahLst/>
            <a:cxnLst/>
            <a:rect l="0" t="0" r="r" b="b"/>
            <a:pathLst>
              <a:path w="126510" h="103577" fill="none">
                <a:moveTo>
                  <a:pt x="126510" y="0"/>
                </a:moveTo>
                <a:lnTo>
                  <a:pt x="0" y="103577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28" name="Shape 228"/>
          <p:cNvSpPr/>
          <p:nvPr/>
        </p:nvSpPr>
        <p:spPr>
          <a:xfrm>
            <a:off x="3556039" y="4377169"/>
            <a:ext cx="55323" cy="27131"/>
          </a:xfrm>
          <a:custGeom>
            <a:avLst/>
            <a:gdLst/>
            <a:ahLst/>
            <a:cxnLst/>
            <a:rect l="0" t="0" r="r" b="b"/>
            <a:pathLst>
              <a:path w="55323" h="27131" fill="none">
                <a:moveTo>
                  <a:pt x="55323" y="27131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29" name="Shape 229"/>
          <p:cNvSpPr/>
          <p:nvPr/>
        </p:nvSpPr>
        <p:spPr>
          <a:xfrm>
            <a:off x="3502024" y="4289933"/>
            <a:ext cx="109337" cy="114366"/>
          </a:xfrm>
          <a:custGeom>
            <a:avLst/>
            <a:gdLst/>
            <a:ahLst/>
            <a:cxnLst/>
            <a:rect l="0" t="0" r="r" b="b"/>
            <a:pathLst>
              <a:path w="109337" h="114366" fill="none">
                <a:moveTo>
                  <a:pt x="109337" y="114366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30" name="Shape 230"/>
          <p:cNvSpPr/>
          <p:nvPr/>
        </p:nvSpPr>
        <p:spPr>
          <a:xfrm>
            <a:off x="3430684" y="4404300"/>
            <a:ext cx="180678" cy="16379"/>
          </a:xfrm>
          <a:custGeom>
            <a:avLst/>
            <a:gdLst/>
            <a:ahLst/>
            <a:cxnLst/>
            <a:rect l="0" t="0" r="r" b="b"/>
            <a:pathLst>
              <a:path w="180678" h="16379" fill="none">
                <a:moveTo>
                  <a:pt x="180678" y="0"/>
                </a:moveTo>
                <a:lnTo>
                  <a:pt x="0" y="16379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31" name="Shape 231"/>
          <p:cNvSpPr/>
          <p:nvPr/>
        </p:nvSpPr>
        <p:spPr>
          <a:xfrm>
            <a:off x="1946631" y="4444097"/>
            <a:ext cx="78487" cy="13814"/>
          </a:xfrm>
          <a:custGeom>
            <a:avLst/>
            <a:gdLst/>
            <a:ahLst/>
            <a:cxnLst/>
            <a:rect l="0" t="0" r="r" b="b"/>
            <a:pathLst>
              <a:path w="78487" h="13814" fill="none">
                <a:moveTo>
                  <a:pt x="78487" y="0"/>
                </a:moveTo>
                <a:lnTo>
                  <a:pt x="0" y="13814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32" name="Shape 232"/>
          <p:cNvSpPr/>
          <p:nvPr/>
        </p:nvSpPr>
        <p:spPr>
          <a:xfrm>
            <a:off x="2025119" y="4444097"/>
            <a:ext cx="96417" cy="26438"/>
          </a:xfrm>
          <a:custGeom>
            <a:avLst/>
            <a:gdLst/>
            <a:ahLst/>
            <a:cxnLst/>
            <a:rect l="0" t="0" r="r" b="b"/>
            <a:pathLst>
              <a:path w="96417" h="26438" fill="none">
                <a:moveTo>
                  <a:pt x="0" y="0"/>
                </a:moveTo>
                <a:lnTo>
                  <a:pt x="96417" y="26438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33" name="Shape 233"/>
          <p:cNvSpPr/>
          <p:nvPr/>
        </p:nvSpPr>
        <p:spPr>
          <a:xfrm>
            <a:off x="2025119" y="4344848"/>
            <a:ext cx="102940" cy="99248"/>
          </a:xfrm>
          <a:custGeom>
            <a:avLst/>
            <a:gdLst/>
            <a:ahLst/>
            <a:cxnLst/>
            <a:rect l="0" t="0" r="r" b="b"/>
            <a:pathLst>
              <a:path w="102940" h="99248" fill="none">
                <a:moveTo>
                  <a:pt x="0" y="99248"/>
                </a:moveTo>
                <a:lnTo>
                  <a:pt x="10294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34" name="Shape 234"/>
          <p:cNvSpPr/>
          <p:nvPr/>
        </p:nvSpPr>
        <p:spPr>
          <a:xfrm>
            <a:off x="1953056" y="4332233"/>
            <a:ext cx="72063" cy="111863"/>
          </a:xfrm>
          <a:custGeom>
            <a:avLst/>
            <a:gdLst/>
            <a:ahLst/>
            <a:cxnLst/>
            <a:rect l="0" t="0" r="r" b="b"/>
            <a:pathLst>
              <a:path w="72063" h="111863" fill="none">
                <a:moveTo>
                  <a:pt x="72063" y="111863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35" name="Shape 235"/>
          <p:cNvSpPr/>
          <p:nvPr/>
        </p:nvSpPr>
        <p:spPr>
          <a:xfrm>
            <a:off x="2106053" y="4496587"/>
            <a:ext cx="84048" cy="15663"/>
          </a:xfrm>
          <a:custGeom>
            <a:avLst/>
            <a:gdLst/>
            <a:ahLst/>
            <a:cxnLst/>
            <a:rect l="0" t="0" r="r" b="b"/>
            <a:pathLst>
              <a:path w="84048" h="15663" fill="none">
                <a:moveTo>
                  <a:pt x="84048" y="0"/>
                </a:moveTo>
                <a:lnTo>
                  <a:pt x="0" y="15663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36" name="Shape 236"/>
          <p:cNvSpPr/>
          <p:nvPr/>
        </p:nvSpPr>
        <p:spPr>
          <a:xfrm>
            <a:off x="2190101" y="4496587"/>
            <a:ext cx="91696" cy="18953"/>
          </a:xfrm>
          <a:custGeom>
            <a:avLst/>
            <a:gdLst/>
            <a:ahLst/>
            <a:cxnLst/>
            <a:rect l="0" t="0" r="r" b="b"/>
            <a:pathLst>
              <a:path w="91696" h="18953" fill="none">
                <a:moveTo>
                  <a:pt x="0" y="0"/>
                </a:moveTo>
                <a:lnTo>
                  <a:pt x="91696" y="18953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37" name="Shape 237"/>
          <p:cNvSpPr/>
          <p:nvPr/>
        </p:nvSpPr>
        <p:spPr>
          <a:xfrm>
            <a:off x="2190101" y="4390204"/>
            <a:ext cx="93016" cy="106383"/>
          </a:xfrm>
          <a:custGeom>
            <a:avLst/>
            <a:gdLst/>
            <a:ahLst/>
            <a:cxnLst/>
            <a:rect l="0" t="0" r="r" b="b"/>
            <a:pathLst>
              <a:path w="93016" h="106383" fill="none">
                <a:moveTo>
                  <a:pt x="0" y="106383"/>
                </a:moveTo>
                <a:lnTo>
                  <a:pt x="93016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38" name="Shape 238"/>
          <p:cNvSpPr/>
          <p:nvPr/>
        </p:nvSpPr>
        <p:spPr>
          <a:xfrm>
            <a:off x="2107270" y="4386916"/>
            <a:ext cx="82831" cy="109670"/>
          </a:xfrm>
          <a:custGeom>
            <a:avLst/>
            <a:gdLst/>
            <a:ahLst/>
            <a:cxnLst/>
            <a:rect l="0" t="0" r="r" b="b"/>
            <a:pathLst>
              <a:path w="82831" h="109670" fill="none">
                <a:moveTo>
                  <a:pt x="82831" y="109670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39" name="Shape 239"/>
          <p:cNvSpPr/>
          <p:nvPr/>
        </p:nvSpPr>
        <p:spPr>
          <a:xfrm>
            <a:off x="3425602" y="5944704"/>
            <a:ext cx="85852" cy="35189"/>
          </a:xfrm>
          <a:custGeom>
            <a:avLst/>
            <a:gdLst/>
            <a:ahLst/>
            <a:cxnLst/>
            <a:rect l="0" t="0" r="r" b="b"/>
            <a:pathLst>
              <a:path w="85852" h="35189" fill="none">
                <a:moveTo>
                  <a:pt x="85852" y="0"/>
                </a:moveTo>
                <a:lnTo>
                  <a:pt x="0" y="35189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40" name="Shape 240"/>
          <p:cNvSpPr/>
          <p:nvPr/>
        </p:nvSpPr>
        <p:spPr>
          <a:xfrm>
            <a:off x="3511455" y="5933312"/>
            <a:ext cx="29198" cy="11392"/>
          </a:xfrm>
          <a:custGeom>
            <a:avLst/>
            <a:gdLst/>
            <a:ahLst/>
            <a:cxnLst/>
            <a:rect l="0" t="0" r="r" b="b"/>
            <a:pathLst>
              <a:path w="29198" h="11392" fill="none">
                <a:moveTo>
                  <a:pt x="0" y="11392"/>
                </a:moveTo>
                <a:lnTo>
                  <a:pt x="29198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41" name="Shape 241"/>
          <p:cNvSpPr/>
          <p:nvPr/>
        </p:nvSpPr>
        <p:spPr>
          <a:xfrm>
            <a:off x="3511455" y="5847795"/>
            <a:ext cx="5859" cy="96908"/>
          </a:xfrm>
          <a:custGeom>
            <a:avLst/>
            <a:gdLst/>
            <a:ahLst/>
            <a:cxnLst/>
            <a:rect l="0" t="0" r="r" b="b"/>
            <a:pathLst>
              <a:path w="5859" h="96908" fill="none">
                <a:moveTo>
                  <a:pt x="0" y="96908"/>
                </a:moveTo>
                <a:lnTo>
                  <a:pt x="5859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42" name="Shape 242"/>
          <p:cNvSpPr/>
          <p:nvPr/>
        </p:nvSpPr>
        <p:spPr>
          <a:xfrm>
            <a:off x="3402164" y="5894357"/>
            <a:ext cx="109291" cy="50346"/>
          </a:xfrm>
          <a:custGeom>
            <a:avLst/>
            <a:gdLst/>
            <a:ahLst/>
            <a:cxnLst/>
            <a:rect l="0" t="0" r="r" b="b"/>
            <a:pathLst>
              <a:path w="109291" h="50346" fill="none">
                <a:moveTo>
                  <a:pt x="109291" y="50346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43" name="Shape 243"/>
          <p:cNvSpPr/>
          <p:nvPr/>
        </p:nvSpPr>
        <p:spPr>
          <a:xfrm>
            <a:off x="3382842" y="5905381"/>
            <a:ext cx="95365" cy="52017"/>
          </a:xfrm>
          <a:custGeom>
            <a:avLst/>
            <a:gdLst/>
            <a:ahLst/>
            <a:cxnLst/>
            <a:rect l="0" t="0" r="r" b="b"/>
            <a:pathLst>
              <a:path w="95365" h="52017" fill="none">
                <a:moveTo>
                  <a:pt x="95365" y="0"/>
                </a:moveTo>
                <a:lnTo>
                  <a:pt x="0" y="52017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44" name="Shape 244"/>
          <p:cNvSpPr/>
          <p:nvPr/>
        </p:nvSpPr>
        <p:spPr>
          <a:xfrm>
            <a:off x="3471551" y="5881813"/>
            <a:ext cx="6656" cy="23567"/>
          </a:xfrm>
          <a:custGeom>
            <a:avLst/>
            <a:gdLst/>
            <a:ahLst/>
            <a:cxnLst/>
            <a:rect l="0" t="0" r="r" b="b"/>
            <a:pathLst>
              <a:path w="6656" h="23567" fill="none">
                <a:moveTo>
                  <a:pt x="6656" y="23567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45" name="Shape 245"/>
          <p:cNvSpPr/>
          <p:nvPr/>
        </p:nvSpPr>
        <p:spPr>
          <a:xfrm>
            <a:off x="3438526" y="5806822"/>
            <a:ext cx="39681" cy="98558"/>
          </a:xfrm>
          <a:custGeom>
            <a:avLst/>
            <a:gdLst/>
            <a:ahLst/>
            <a:cxnLst/>
            <a:rect l="0" t="0" r="r" b="b"/>
            <a:pathLst>
              <a:path w="39681" h="98558" fill="none">
                <a:moveTo>
                  <a:pt x="39681" y="98558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46" name="Shape 246"/>
          <p:cNvSpPr/>
          <p:nvPr/>
        </p:nvSpPr>
        <p:spPr>
          <a:xfrm>
            <a:off x="3349697" y="5882405"/>
            <a:ext cx="128511" cy="22975"/>
          </a:xfrm>
          <a:custGeom>
            <a:avLst/>
            <a:gdLst/>
            <a:ahLst/>
            <a:cxnLst/>
            <a:rect l="0" t="0" r="r" b="b"/>
            <a:pathLst>
              <a:path w="128511" h="22975" fill="none">
                <a:moveTo>
                  <a:pt x="128511" y="22975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47" name="Shape 247"/>
          <p:cNvSpPr/>
          <p:nvPr/>
        </p:nvSpPr>
        <p:spPr>
          <a:xfrm>
            <a:off x="3240800" y="5639930"/>
            <a:ext cx="84791" cy="65581"/>
          </a:xfrm>
          <a:custGeom>
            <a:avLst/>
            <a:gdLst/>
            <a:ahLst/>
            <a:cxnLst/>
            <a:rect l="0" t="0" r="r" b="b"/>
            <a:pathLst>
              <a:path w="84791" h="65581" fill="none">
                <a:moveTo>
                  <a:pt x="84791" y="0"/>
                </a:moveTo>
                <a:lnTo>
                  <a:pt x="0" y="65581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48" name="Shape 248"/>
          <p:cNvSpPr/>
          <p:nvPr/>
        </p:nvSpPr>
        <p:spPr>
          <a:xfrm>
            <a:off x="3325592" y="5630103"/>
            <a:ext cx="3355" cy="9826"/>
          </a:xfrm>
          <a:custGeom>
            <a:avLst/>
            <a:gdLst/>
            <a:ahLst/>
            <a:cxnLst/>
            <a:rect l="0" t="0" r="r" b="b"/>
            <a:pathLst>
              <a:path w="3355" h="9826" fill="none">
                <a:moveTo>
                  <a:pt x="0" y="9826"/>
                </a:moveTo>
                <a:lnTo>
                  <a:pt x="3355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49" name="Shape 249"/>
          <p:cNvSpPr/>
          <p:nvPr/>
        </p:nvSpPr>
        <p:spPr>
          <a:xfrm>
            <a:off x="3287402" y="5553102"/>
            <a:ext cx="38189" cy="86828"/>
          </a:xfrm>
          <a:custGeom>
            <a:avLst/>
            <a:gdLst/>
            <a:ahLst/>
            <a:cxnLst/>
            <a:rect l="0" t="0" r="r" b="b"/>
            <a:pathLst>
              <a:path w="38189" h="86828" fill="none">
                <a:moveTo>
                  <a:pt x="38189" y="86828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50" name="Shape 250"/>
          <p:cNvSpPr/>
          <p:nvPr/>
        </p:nvSpPr>
        <p:spPr>
          <a:xfrm>
            <a:off x="3199144" y="5628489"/>
            <a:ext cx="126448" cy="11440"/>
          </a:xfrm>
          <a:custGeom>
            <a:avLst/>
            <a:gdLst/>
            <a:ahLst/>
            <a:cxnLst/>
            <a:rect l="0" t="0" r="r" b="b"/>
            <a:pathLst>
              <a:path w="126448" h="11440" fill="none">
                <a:moveTo>
                  <a:pt x="126448" y="11440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51" name="Shape 251"/>
          <p:cNvSpPr/>
          <p:nvPr/>
        </p:nvSpPr>
        <p:spPr>
          <a:xfrm>
            <a:off x="3115519" y="5849804"/>
            <a:ext cx="79231" cy="36070"/>
          </a:xfrm>
          <a:custGeom>
            <a:avLst/>
            <a:gdLst/>
            <a:ahLst/>
            <a:cxnLst/>
            <a:rect l="0" t="0" r="r" b="b"/>
            <a:pathLst>
              <a:path w="79231" h="36070" fill="none">
                <a:moveTo>
                  <a:pt x="79231" y="0"/>
                </a:moveTo>
                <a:lnTo>
                  <a:pt x="0" y="3607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52" name="Shape 252"/>
          <p:cNvSpPr/>
          <p:nvPr/>
        </p:nvSpPr>
        <p:spPr>
          <a:xfrm>
            <a:off x="3194750" y="5849804"/>
            <a:ext cx="41444" cy="162"/>
          </a:xfrm>
          <a:custGeom>
            <a:avLst/>
            <a:gdLst/>
            <a:ahLst/>
            <a:cxnLst/>
            <a:rect l="0" t="0" r="r" b="b"/>
            <a:pathLst>
              <a:path w="41444" h="162" fill="none">
                <a:moveTo>
                  <a:pt x="0" y="0"/>
                </a:moveTo>
                <a:lnTo>
                  <a:pt x="41444" y="162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53" name="Shape 253"/>
          <p:cNvSpPr/>
          <p:nvPr/>
        </p:nvSpPr>
        <p:spPr>
          <a:xfrm>
            <a:off x="3194750" y="5760576"/>
            <a:ext cx="21298" cy="89228"/>
          </a:xfrm>
          <a:custGeom>
            <a:avLst/>
            <a:gdLst/>
            <a:ahLst/>
            <a:cxnLst/>
            <a:rect l="0" t="0" r="r" b="b"/>
            <a:pathLst>
              <a:path w="21298" h="89228" fill="none">
                <a:moveTo>
                  <a:pt x="0" y="89228"/>
                </a:moveTo>
                <a:lnTo>
                  <a:pt x="21298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54" name="Shape 254"/>
          <p:cNvSpPr/>
          <p:nvPr/>
        </p:nvSpPr>
        <p:spPr>
          <a:xfrm>
            <a:off x="3095291" y="5796461"/>
            <a:ext cx="99458" cy="53343"/>
          </a:xfrm>
          <a:custGeom>
            <a:avLst/>
            <a:gdLst/>
            <a:ahLst/>
            <a:cxnLst/>
            <a:rect l="0" t="0" r="r" b="b"/>
            <a:pathLst>
              <a:path w="99458" h="53343" fill="none">
                <a:moveTo>
                  <a:pt x="99458" y="53343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55" name="Shape 255"/>
          <p:cNvSpPr/>
          <p:nvPr/>
        </p:nvSpPr>
        <p:spPr>
          <a:xfrm>
            <a:off x="2749889" y="1678193"/>
            <a:ext cx="161697" cy="121378"/>
          </a:xfrm>
          <a:custGeom>
            <a:avLst/>
            <a:gdLst/>
            <a:ahLst/>
            <a:cxnLst/>
            <a:rect l="0" t="0" r="r" b="b"/>
            <a:pathLst>
              <a:path w="161697" h="121378">
                <a:moveTo>
                  <a:pt x="7823" y="0"/>
                </a:moveTo>
                <a:lnTo>
                  <a:pt x="161697" y="23236"/>
                </a:lnTo>
                <a:lnTo>
                  <a:pt x="153715" y="121378"/>
                </a:lnTo>
                <a:lnTo>
                  <a:pt x="0" y="98139"/>
                </a:lnTo>
                <a:lnTo>
                  <a:pt x="7823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7C8792"/>
            </a:solidFill>
            <a:round/>
          </a:ln>
        </p:spPr>
      </p:sp>
      <p:sp>
        <p:nvSpPr>
          <p:cNvPr id="256" name="Shape 256"/>
          <p:cNvSpPr/>
          <p:nvPr/>
        </p:nvSpPr>
        <p:spPr>
          <a:xfrm>
            <a:off x="3544416" y="1264127"/>
            <a:ext cx="66810" cy="194186"/>
          </a:xfrm>
          <a:custGeom>
            <a:avLst/>
            <a:gdLst/>
            <a:ahLst/>
            <a:cxnLst/>
            <a:rect l="0" t="0" r="r" b="b"/>
            <a:pathLst>
              <a:path w="66810" h="194186">
                <a:moveTo>
                  <a:pt x="0" y="123159"/>
                </a:moveTo>
                <a:lnTo>
                  <a:pt x="36758" y="0"/>
                </a:lnTo>
                <a:lnTo>
                  <a:pt x="66810" y="71100"/>
                </a:lnTo>
                <a:lnTo>
                  <a:pt x="30145" y="194186"/>
                </a:lnTo>
                <a:lnTo>
                  <a:pt x="0" y="123159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8A6BAA"/>
            </a:solidFill>
            <a:round/>
          </a:ln>
        </p:spPr>
      </p:sp>
      <p:sp>
        <p:nvSpPr>
          <p:cNvPr id="257" name="Shape 257"/>
          <p:cNvSpPr/>
          <p:nvPr/>
        </p:nvSpPr>
        <p:spPr>
          <a:xfrm>
            <a:off x="3127319" y="1399012"/>
            <a:ext cx="166001" cy="136388"/>
          </a:xfrm>
          <a:custGeom>
            <a:avLst/>
            <a:gdLst/>
            <a:ahLst/>
            <a:cxnLst/>
            <a:rect l="0" t="0" r="r" b="b"/>
            <a:pathLst>
              <a:path w="166001" h="136388">
                <a:moveTo>
                  <a:pt x="0" y="30025"/>
                </a:moveTo>
                <a:lnTo>
                  <a:pt x="151681" y="0"/>
                </a:lnTo>
                <a:lnTo>
                  <a:pt x="166001" y="106349"/>
                </a:lnTo>
                <a:lnTo>
                  <a:pt x="14438" y="136388"/>
                </a:lnTo>
                <a:lnTo>
                  <a:pt x="0" y="30025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D99A26"/>
            </a:solidFill>
            <a:round/>
          </a:ln>
        </p:spPr>
      </p:sp>
      <p:sp>
        <p:nvSpPr>
          <p:cNvPr id="258" name="Shape 258"/>
          <p:cNvSpPr/>
          <p:nvPr/>
        </p:nvSpPr>
        <p:spPr>
          <a:xfrm>
            <a:off x="3298226" y="1404327"/>
            <a:ext cx="160424" cy="169930"/>
          </a:xfrm>
          <a:custGeom>
            <a:avLst/>
            <a:gdLst/>
            <a:ahLst/>
            <a:cxnLst/>
            <a:rect l="0" t="0" r="r" b="b"/>
            <a:pathLst>
              <a:path w="160424" h="169930">
                <a:moveTo>
                  <a:pt x="0" y="72529"/>
                </a:moveTo>
                <a:lnTo>
                  <a:pt x="127998" y="0"/>
                </a:lnTo>
                <a:lnTo>
                  <a:pt x="160424" y="97387"/>
                </a:lnTo>
                <a:lnTo>
                  <a:pt x="32567" y="169930"/>
                </a:lnTo>
                <a:lnTo>
                  <a:pt x="0" y="72529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C4553C"/>
            </a:solidFill>
            <a:round/>
          </a:ln>
        </p:spPr>
      </p:sp>
      <p:sp>
        <p:nvSpPr>
          <p:cNvPr id="259" name="Shape 259"/>
          <p:cNvSpPr/>
          <p:nvPr/>
        </p:nvSpPr>
        <p:spPr>
          <a:xfrm>
            <a:off x="2533623" y="2976496"/>
            <a:ext cx="103733" cy="195799"/>
          </a:xfrm>
          <a:custGeom>
            <a:avLst/>
            <a:gdLst/>
            <a:ahLst/>
            <a:cxnLst/>
            <a:rect l="0" t="0" r="r" b="b"/>
            <a:pathLst>
              <a:path w="103733" h="195799">
                <a:moveTo>
                  <a:pt x="14917" y="126717"/>
                </a:moveTo>
                <a:lnTo>
                  <a:pt x="103733" y="0"/>
                </a:lnTo>
                <a:lnTo>
                  <a:pt x="88693" y="69198"/>
                </a:lnTo>
                <a:lnTo>
                  <a:pt x="0" y="195799"/>
                </a:lnTo>
                <a:lnTo>
                  <a:pt x="14917" y="126717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7C8792"/>
            </a:solidFill>
            <a:round/>
          </a:ln>
        </p:spPr>
      </p:sp>
      <p:sp>
        <p:nvSpPr>
          <p:cNvPr id="260" name="Shape 260"/>
          <p:cNvSpPr/>
          <p:nvPr/>
        </p:nvSpPr>
        <p:spPr>
          <a:xfrm>
            <a:off x="1866540" y="3001617"/>
            <a:ext cx="149595" cy="156593"/>
          </a:xfrm>
          <a:custGeom>
            <a:avLst/>
            <a:gdLst/>
            <a:ahLst/>
            <a:cxnLst/>
            <a:rect l="0" t="0" r="r" b="b"/>
            <a:pathLst>
              <a:path w="149595" h="156593">
                <a:moveTo>
                  <a:pt x="2286" y="83834"/>
                </a:moveTo>
                <a:lnTo>
                  <a:pt x="149595" y="0"/>
                </a:lnTo>
                <a:lnTo>
                  <a:pt x="147079" y="72830"/>
                </a:lnTo>
                <a:lnTo>
                  <a:pt x="0" y="156593"/>
                </a:lnTo>
                <a:lnTo>
                  <a:pt x="2286" y="83834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8A6BAA"/>
            </a:solidFill>
            <a:round/>
          </a:ln>
        </p:spPr>
      </p:sp>
      <p:sp>
        <p:nvSpPr>
          <p:cNvPr id="261" name="Shape 261"/>
          <p:cNvSpPr/>
          <p:nvPr/>
        </p:nvSpPr>
        <p:spPr>
          <a:xfrm>
            <a:off x="3471559" y="2953100"/>
            <a:ext cx="59592" cy="213836"/>
          </a:xfrm>
          <a:custGeom>
            <a:avLst/>
            <a:gdLst/>
            <a:ahLst/>
            <a:cxnLst/>
            <a:rect l="0" t="0" r="r" b="b"/>
            <a:pathLst>
              <a:path w="59592" h="213836">
                <a:moveTo>
                  <a:pt x="32506" y="71118"/>
                </a:moveTo>
                <a:lnTo>
                  <a:pt x="59592" y="0"/>
                </a:lnTo>
                <a:lnTo>
                  <a:pt x="27074" y="142837"/>
                </a:lnTo>
                <a:lnTo>
                  <a:pt x="0" y="213836"/>
                </a:lnTo>
                <a:lnTo>
                  <a:pt x="32506" y="71118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D99A26"/>
            </a:solidFill>
            <a:round/>
          </a:ln>
        </p:spPr>
      </p:sp>
      <p:sp>
        <p:nvSpPr>
          <p:cNvPr id="262" name="Shape 262"/>
          <p:cNvSpPr/>
          <p:nvPr/>
        </p:nvSpPr>
        <p:spPr>
          <a:xfrm>
            <a:off x="3510066" y="2839285"/>
            <a:ext cx="38644" cy="218355"/>
          </a:xfrm>
          <a:custGeom>
            <a:avLst/>
            <a:gdLst/>
            <a:ahLst/>
            <a:cxnLst/>
            <a:rect l="0" t="0" r="r" b="b"/>
            <a:pathLst>
              <a:path w="38644" h="218355">
                <a:moveTo>
                  <a:pt x="8875" y="73633"/>
                </a:moveTo>
                <a:lnTo>
                  <a:pt x="38644" y="0"/>
                </a:lnTo>
                <a:lnTo>
                  <a:pt x="29797" y="144835"/>
                </a:lnTo>
                <a:lnTo>
                  <a:pt x="0" y="218355"/>
                </a:lnTo>
                <a:lnTo>
                  <a:pt x="8875" y="73633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C4553C"/>
            </a:solidFill>
            <a:round/>
          </a:ln>
        </p:spPr>
      </p:sp>
      <p:sp>
        <p:nvSpPr>
          <p:cNvPr id="263" name="Shape 263"/>
          <p:cNvSpPr/>
          <p:nvPr/>
        </p:nvSpPr>
        <p:spPr>
          <a:xfrm>
            <a:off x="2361503" y="4527808"/>
            <a:ext cx="185928" cy="145381"/>
          </a:xfrm>
          <a:custGeom>
            <a:avLst/>
            <a:gdLst/>
            <a:ahLst/>
            <a:cxnLst/>
            <a:rect l="0" t="0" r="r" b="b"/>
            <a:pathLst>
              <a:path w="185928" h="145381">
                <a:moveTo>
                  <a:pt x="0" y="17744"/>
                </a:moveTo>
                <a:lnTo>
                  <a:pt x="175026" y="0"/>
                </a:lnTo>
                <a:lnTo>
                  <a:pt x="185928" y="127623"/>
                </a:lnTo>
                <a:lnTo>
                  <a:pt x="10984" y="145381"/>
                </a:lnTo>
                <a:lnTo>
                  <a:pt x="0" y="17744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7C8792"/>
            </a:solidFill>
            <a:round/>
          </a:ln>
        </p:spPr>
      </p:sp>
      <p:sp>
        <p:nvSpPr>
          <p:cNvPr id="264" name="Shape 264"/>
          <p:cNvSpPr/>
          <p:nvPr/>
        </p:nvSpPr>
        <p:spPr>
          <a:xfrm>
            <a:off x="3430684" y="4289933"/>
            <a:ext cx="125355" cy="217943"/>
          </a:xfrm>
          <a:custGeom>
            <a:avLst/>
            <a:gdLst/>
            <a:ahLst/>
            <a:cxnLst/>
            <a:rect l="0" t="0" r="r" b="b"/>
            <a:pathLst>
              <a:path w="125355" h="217943">
                <a:moveTo>
                  <a:pt x="0" y="130746"/>
                </a:moveTo>
                <a:lnTo>
                  <a:pt x="71340" y="0"/>
                </a:lnTo>
                <a:lnTo>
                  <a:pt x="125355" y="87235"/>
                </a:lnTo>
                <a:lnTo>
                  <a:pt x="54167" y="217943"/>
                </a:lnTo>
                <a:lnTo>
                  <a:pt x="0" y="130746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8A6BAA"/>
            </a:solidFill>
            <a:round/>
          </a:ln>
        </p:spPr>
      </p:sp>
      <p:sp>
        <p:nvSpPr>
          <p:cNvPr id="265" name="Shape 265"/>
          <p:cNvSpPr/>
          <p:nvPr/>
        </p:nvSpPr>
        <p:spPr>
          <a:xfrm>
            <a:off x="1946631" y="4332233"/>
            <a:ext cx="181428" cy="138302"/>
          </a:xfrm>
          <a:custGeom>
            <a:avLst/>
            <a:gdLst/>
            <a:ahLst/>
            <a:cxnLst/>
            <a:rect l="0" t="0" r="r" b="b"/>
            <a:pathLst>
              <a:path w="181428" h="138302">
                <a:moveTo>
                  <a:pt x="6424" y="0"/>
                </a:moveTo>
                <a:lnTo>
                  <a:pt x="181428" y="12615"/>
                </a:lnTo>
                <a:lnTo>
                  <a:pt x="174905" y="138302"/>
                </a:lnTo>
                <a:lnTo>
                  <a:pt x="0" y="125678"/>
                </a:lnTo>
                <a:lnTo>
                  <a:pt x="6424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D99A26"/>
            </a:solidFill>
            <a:round/>
          </a:ln>
        </p:spPr>
      </p:sp>
      <p:sp>
        <p:nvSpPr>
          <p:cNvPr id="266" name="Shape 266"/>
          <p:cNvSpPr/>
          <p:nvPr/>
        </p:nvSpPr>
        <p:spPr>
          <a:xfrm>
            <a:off x="2106053" y="4386916"/>
            <a:ext cx="177064" cy="128623"/>
          </a:xfrm>
          <a:custGeom>
            <a:avLst/>
            <a:gdLst/>
            <a:ahLst/>
            <a:cxnLst/>
            <a:rect l="0" t="0" r="r" b="b"/>
            <a:pathLst>
              <a:path w="177064" h="128623">
                <a:moveTo>
                  <a:pt x="1216" y="0"/>
                </a:moveTo>
                <a:lnTo>
                  <a:pt x="177064" y="3287"/>
                </a:lnTo>
                <a:lnTo>
                  <a:pt x="175744" y="128623"/>
                </a:lnTo>
                <a:lnTo>
                  <a:pt x="0" y="125334"/>
                </a:lnTo>
                <a:lnTo>
                  <a:pt x="1216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C4553C"/>
            </a:solidFill>
            <a:round/>
          </a:ln>
        </p:spPr>
      </p:sp>
      <p:sp>
        <p:nvSpPr>
          <p:cNvPr id="267" name="Shape 267"/>
          <p:cNvSpPr/>
          <p:nvPr/>
        </p:nvSpPr>
        <p:spPr>
          <a:xfrm>
            <a:off x="3402164" y="5847795"/>
            <a:ext cx="138489" cy="132098"/>
          </a:xfrm>
          <a:custGeom>
            <a:avLst/>
            <a:gdLst/>
            <a:ahLst/>
            <a:cxnLst/>
            <a:rect l="0" t="0" r="r" b="b"/>
            <a:pathLst>
              <a:path w="138489" h="132098">
                <a:moveTo>
                  <a:pt x="0" y="46562"/>
                </a:moveTo>
                <a:lnTo>
                  <a:pt x="115150" y="0"/>
                </a:lnTo>
                <a:lnTo>
                  <a:pt x="138489" y="85516"/>
                </a:lnTo>
                <a:lnTo>
                  <a:pt x="23438" y="132098"/>
                </a:lnTo>
                <a:lnTo>
                  <a:pt x="0" y="46562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7C8792"/>
            </a:solidFill>
            <a:round/>
          </a:ln>
        </p:spPr>
      </p:sp>
      <p:sp>
        <p:nvSpPr>
          <p:cNvPr id="268" name="Shape 268"/>
          <p:cNvSpPr/>
          <p:nvPr/>
        </p:nvSpPr>
        <p:spPr>
          <a:xfrm>
            <a:off x="3349697" y="5806822"/>
            <a:ext cx="121854" cy="150576"/>
          </a:xfrm>
          <a:custGeom>
            <a:avLst/>
            <a:gdLst/>
            <a:ahLst/>
            <a:cxnLst/>
            <a:rect l="0" t="0" r="r" b="b"/>
            <a:pathLst>
              <a:path w="121854" h="150576">
                <a:moveTo>
                  <a:pt x="0" y="75582"/>
                </a:moveTo>
                <a:lnTo>
                  <a:pt x="88829" y="0"/>
                </a:lnTo>
                <a:lnTo>
                  <a:pt x="121854" y="74990"/>
                </a:lnTo>
                <a:lnTo>
                  <a:pt x="33145" y="150576"/>
                </a:lnTo>
                <a:lnTo>
                  <a:pt x="0" y="75582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8A6BAA"/>
            </a:solidFill>
            <a:round/>
          </a:ln>
        </p:spPr>
      </p:sp>
      <p:sp>
        <p:nvSpPr>
          <p:cNvPr id="269" name="Shape 269"/>
          <p:cNvSpPr/>
          <p:nvPr/>
        </p:nvSpPr>
        <p:spPr>
          <a:xfrm>
            <a:off x="3199144" y="5553102"/>
            <a:ext cx="129803" cy="152410"/>
          </a:xfrm>
          <a:custGeom>
            <a:avLst/>
            <a:gdLst/>
            <a:ahLst/>
            <a:cxnLst/>
            <a:rect l="0" t="0" r="r" b="b"/>
            <a:pathLst>
              <a:path w="129803" h="152410">
                <a:moveTo>
                  <a:pt x="0" y="75387"/>
                </a:moveTo>
                <a:lnTo>
                  <a:pt x="88258" y="0"/>
                </a:lnTo>
                <a:lnTo>
                  <a:pt x="129803" y="77001"/>
                </a:lnTo>
                <a:lnTo>
                  <a:pt x="41656" y="152410"/>
                </a:lnTo>
                <a:lnTo>
                  <a:pt x="0" y="75387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D99A26"/>
            </a:solidFill>
            <a:round/>
          </a:ln>
        </p:spPr>
      </p:sp>
      <p:sp>
        <p:nvSpPr>
          <p:cNvPr id="270" name="Shape 270"/>
          <p:cNvSpPr/>
          <p:nvPr/>
        </p:nvSpPr>
        <p:spPr>
          <a:xfrm>
            <a:off x="3095291" y="5760576"/>
            <a:ext cx="140903" cy="125298"/>
          </a:xfrm>
          <a:custGeom>
            <a:avLst/>
            <a:gdLst/>
            <a:ahLst/>
            <a:cxnLst/>
            <a:rect l="0" t="0" r="r" b="b"/>
            <a:pathLst>
              <a:path w="140903" h="125298">
                <a:moveTo>
                  <a:pt x="0" y="35885"/>
                </a:moveTo>
                <a:lnTo>
                  <a:pt x="120756" y="0"/>
                </a:lnTo>
                <a:lnTo>
                  <a:pt x="140903" y="89391"/>
                </a:lnTo>
                <a:lnTo>
                  <a:pt x="20227" y="125298"/>
                </a:lnTo>
                <a:lnTo>
                  <a:pt x="0" y="35885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C4553C"/>
            </a:solidFill>
            <a:round/>
          </a:ln>
        </p:spPr>
      </p:sp>
      <p:sp>
        <p:nvSpPr>
          <p:cNvPr id="271" name="Shape 271"/>
          <p:cNvSpPr/>
          <p:nvPr/>
        </p:nvSpPr>
        <p:spPr>
          <a:xfrm>
            <a:off x="3164920" y="1223343"/>
            <a:ext cx="55552" cy="55552"/>
          </a:xfrm>
          <a:custGeom>
            <a:avLst/>
            <a:gdLst/>
            <a:ahLst/>
            <a:cxnLst/>
            <a:rect l="0" t="0" r="r" b="b"/>
            <a:pathLst>
              <a:path w="55552" h="55552">
                <a:moveTo>
                  <a:pt x="22289" y="55186"/>
                </a:moveTo>
                <a:lnTo>
                  <a:pt x="12274" y="51038"/>
                </a:lnTo>
                <a:lnTo>
                  <a:pt x="8135" y="47416"/>
                </a:lnTo>
                <a:lnTo>
                  <a:pt x="4514" y="43278"/>
                </a:lnTo>
                <a:lnTo>
                  <a:pt x="365" y="33263"/>
                </a:lnTo>
                <a:lnTo>
                  <a:pt x="0" y="27776"/>
                </a:lnTo>
                <a:lnTo>
                  <a:pt x="365" y="22289"/>
                </a:lnTo>
                <a:lnTo>
                  <a:pt x="4514" y="12274"/>
                </a:lnTo>
                <a:lnTo>
                  <a:pt x="8135" y="8135"/>
                </a:lnTo>
                <a:lnTo>
                  <a:pt x="12274" y="4514"/>
                </a:lnTo>
                <a:lnTo>
                  <a:pt x="22289" y="365"/>
                </a:lnTo>
                <a:lnTo>
                  <a:pt x="27776" y="0"/>
                </a:lnTo>
                <a:lnTo>
                  <a:pt x="33263" y="365"/>
                </a:lnTo>
                <a:lnTo>
                  <a:pt x="43278" y="4514"/>
                </a:lnTo>
                <a:lnTo>
                  <a:pt x="47416" y="8135"/>
                </a:lnTo>
                <a:lnTo>
                  <a:pt x="51038" y="12274"/>
                </a:lnTo>
                <a:lnTo>
                  <a:pt x="55186" y="22289"/>
                </a:lnTo>
                <a:lnTo>
                  <a:pt x="55552" y="27776"/>
                </a:lnTo>
                <a:lnTo>
                  <a:pt x="55186" y="33263"/>
                </a:lnTo>
                <a:lnTo>
                  <a:pt x="51038" y="43278"/>
                </a:lnTo>
                <a:lnTo>
                  <a:pt x="47416" y="47416"/>
                </a:lnTo>
                <a:lnTo>
                  <a:pt x="43278" y="51038"/>
                </a:lnTo>
                <a:lnTo>
                  <a:pt x="33263" y="55186"/>
                </a:lnTo>
                <a:lnTo>
                  <a:pt x="27776" y="55552"/>
                </a:lnTo>
                <a:lnTo>
                  <a:pt x="22289" y="55186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72" name="Shape 272"/>
          <p:cNvSpPr/>
          <p:nvPr/>
        </p:nvSpPr>
        <p:spPr>
          <a:xfrm>
            <a:off x="3150465" y="1285839"/>
            <a:ext cx="83328" cy="84717"/>
          </a:xfrm>
          <a:custGeom>
            <a:avLst/>
            <a:gdLst/>
            <a:ahLst/>
            <a:cxnLst/>
            <a:rect l="0" t="0" r="r" b="b"/>
            <a:pathLst>
              <a:path w="83328" h="84717">
                <a:moveTo>
                  <a:pt x="22329" y="84261"/>
                </a:moveTo>
                <a:lnTo>
                  <a:pt x="11392" y="80616"/>
                </a:lnTo>
                <a:lnTo>
                  <a:pt x="4101" y="73324"/>
                </a:lnTo>
                <a:lnTo>
                  <a:pt x="455" y="62387"/>
                </a:lnTo>
                <a:lnTo>
                  <a:pt x="0" y="55552"/>
                </a:lnTo>
                <a:lnTo>
                  <a:pt x="0" y="29165"/>
                </a:lnTo>
                <a:lnTo>
                  <a:pt x="455" y="22329"/>
                </a:lnTo>
                <a:lnTo>
                  <a:pt x="4101" y="11392"/>
                </a:lnTo>
                <a:lnTo>
                  <a:pt x="11392" y="4101"/>
                </a:lnTo>
                <a:lnTo>
                  <a:pt x="22329" y="455"/>
                </a:lnTo>
                <a:lnTo>
                  <a:pt x="29165" y="0"/>
                </a:lnTo>
                <a:lnTo>
                  <a:pt x="54163" y="0"/>
                </a:lnTo>
                <a:lnTo>
                  <a:pt x="60999" y="455"/>
                </a:lnTo>
                <a:lnTo>
                  <a:pt x="71936" y="4101"/>
                </a:lnTo>
                <a:lnTo>
                  <a:pt x="79227" y="11392"/>
                </a:lnTo>
                <a:lnTo>
                  <a:pt x="82872" y="22329"/>
                </a:lnTo>
                <a:lnTo>
                  <a:pt x="83328" y="29165"/>
                </a:lnTo>
                <a:lnTo>
                  <a:pt x="83328" y="55552"/>
                </a:lnTo>
                <a:lnTo>
                  <a:pt x="82872" y="62387"/>
                </a:lnTo>
                <a:lnTo>
                  <a:pt x="79227" y="73324"/>
                </a:lnTo>
                <a:lnTo>
                  <a:pt x="71936" y="80616"/>
                </a:lnTo>
                <a:lnTo>
                  <a:pt x="60999" y="84261"/>
                </a:lnTo>
                <a:lnTo>
                  <a:pt x="54163" y="84717"/>
                </a:lnTo>
                <a:lnTo>
                  <a:pt x="29165" y="84717"/>
                </a:lnTo>
                <a:lnTo>
                  <a:pt x="22329" y="8426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73" name="Shape 273"/>
          <p:cNvSpPr/>
          <p:nvPr/>
        </p:nvSpPr>
        <p:spPr>
          <a:xfrm>
            <a:off x="3171047" y="1365001"/>
            <a:ext cx="2749" cy="130548"/>
          </a:xfrm>
          <a:custGeom>
            <a:avLst/>
            <a:gdLst/>
            <a:ahLst/>
            <a:cxnLst/>
            <a:rect l="0" t="0" r="r" b="b"/>
            <a:pathLst>
              <a:path w="2749" h="130548" fill="none">
                <a:moveTo>
                  <a:pt x="2749" y="0"/>
                </a:moveTo>
                <a:lnTo>
                  <a:pt x="0" y="130548"/>
                </a:lnTo>
              </a:path>
            </a:pathLst>
          </a:custGeom>
          <a:noFill/>
          <a:ln w="30553" cap="rnd">
            <a:solidFill>
              <a:srgbClr val="1F2126"/>
            </a:solidFill>
            <a:round/>
          </a:ln>
        </p:spPr>
      </p:sp>
      <p:sp>
        <p:nvSpPr>
          <p:cNvPr id="274" name="Shape 274"/>
          <p:cNvSpPr/>
          <p:nvPr/>
        </p:nvSpPr>
        <p:spPr>
          <a:xfrm>
            <a:off x="3210461" y="1365001"/>
            <a:ext cx="2749" cy="130548"/>
          </a:xfrm>
          <a:custGeom>
            <a:avLst/>
            <a:gdLst/>
            <a:ahLst/>
            <a:cxnLst/>
            <a:rect l="0" t="0" r="r" b="b"/>
            <a:pathLst>
              <a:path w="2749" h="130548" fill="none">
                <a:moveTo>
                  <a:pt x="0" y="0"/>
                </a:moveTo>
                <a:lnTo>
                  <a:pt x="2749" y="130548"/>
                </a:lnTo>
              </a:path>
            </a:pathLst>
          </a:custGeom>
          <a:noFill/>
          <a:ln w="30553" cap="rnd">
            <a:solidFill>
              <a:srgbClr val="1F2126"/>
            </a:solidFill>
            <a:round/>
          </a:ln>
        </p:spPr>
      </p:sp>
      <p:sp>
        <p:nvSpPr>
          <p:cNvPr id="275" name="Text 275"/>
          <p:cNvSpPr txBox="1"/>
          <p:nvPr/>
        </p:nvSpPr>
        <p:spPr>
          <a:xfrm>
            <a:off x="4436102" y="925555"/>
            <a:ext cx="563591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b="1" dirty="0">
                <a:solidFill>
                  <a:srgbClr val="2E5FBF"/>
                </a:solidFill>
                <a:latin typeface="Arial"/>
                <a:cs typeface="Arial"/>
                <a:sym typeface="Cambria Math"/>
              </a:rPr>
              <a:t>GT goal</a:t>
            </a:r>
          </a:p>
        </p:txBody>
      </p:sp>
      <p:sp>
        <p:nvSpPr>
          <p:cNvPr id="276" name="Text 276"/>
          <p:cNvSpPr txBox="1"/>
          <p:nvPr/>
        </p:nvSpPr>
        <p:spPr>
          <a:xfrm>
            <a:off x="5543105" y="925555"/>
            <a:ext cx="390302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b="1" dirty="0">
                <a:solidFill>
                  <a:srgbClr val="22855A"/>
                </a:solidFill>
                <a:latin typeface="Arial"/>
                <a:cs typeface="Arial"/>
                <a:sym typeface="Cambria Math"/>
              </a:rPr>
              <a:t>Ours</a:t>
            </a:r>
          </a:p>
        </p:txBody>
      </p:sp>
      <p:sp>
        <p:nvSpPr>
          <p:cNvPr id="277" name="Text 277"/>
          <p:cNvSpPr txBox="1"/>
          <p:nvPr/>
        </p:nvSpPr>
        <p:spPr>
          <a:xfrm>
            <a:off x="6568897" y="925555"/>
            <a:ext cx="379434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dirty="0">
                <a:solidFill>
                  <a:srgbClr val="C4553C"/>
                </a:solidFill>
                <a:latin typeface="Arial"/>
                <a:cs typeface="Arial"/>
                <a:sym typeface="Cambria Math"/>
              </a:rPr>
              <a:t>π0.5</a:t>
            </a:r>
          </a:p>
        </p:txBody>
      </p:sp>
      <p:sp>
        <p:nvSpPr>
          <p:cNvPr id="278" name="Text 278"/>
          <p:cNvSpPr txBox="1"/>
          <p:nvPr/>
        </p:nvSpPr>
        <p:spPr>
          <a:xfrm>
            <a:off x="7524048" y="925555"/>
            <a:ext cx="509847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dirty="0">
                <a:solidFill>
                  <a:srgbClr val="D99A26"/>
                </a:solidFill>
                <a:latin typeface="Arial"/>
                <a:cs typeface="Arial"/>
                <a:sym typeface="Cambria Math"/>
              </a:rPr>
              <a:t>GR00T</a:t>
            </a:r>
          </a:p>
        </p:txBody>
      </p:sp>
      <p:sp>
        <p:nvSpPr>
          <p:cNvPr id="279" name="Text 279"/>
          <p:cNvSpPr txBox="1"/>
          <p:nvPr/>
        </p:nvSpPr>
        <p:spPr>
          <a:xfrm>
            <a:off x="8378461" y="925555"/>
            <a:ext cx="841737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dirty="0">
                <a:solidFill>
                  <a:srgbClr val="8A6BAA"/>
                </a:solidFill>
                <a:latin typeface="Arial"/>
                <a:cs typeface="Arial"/>
                <a:sym typeface="Cambria Math"/>
              </a:rPr>
              <a:t>Text→action</a:t>
            </a:r>
          </a:p>
        </p:txBody>
      </p:sp>
      <p:sp>
        <p:nvSpPr>
          <p:cNvPr id="280" name="Text 280"/>
          <p:cNvSpPr txBox="1"/>
          <p:nvPr/>
        </p:nvSpPr>
        <p:spPr>
          <a:xfrm>
            <a:off x="9306656" y="925555"/>
            <a:ext cx="1026063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Diffusion policy</a:t>
            </a:r>
          </a:p>
        </p:txBody>
      </p:sp>
      <p:sp>
        <p:nvSpPr>
          <p:cNvPr id="281" name="Shape 281"/>
          <p:cNvSpPr/>
          <p:nvPr/>
        </p:nvSpPr>
        <p:spPr>
          <a:xfrm>
            <a:off x="2424658" y="3961472"/>
            <a:ext cx="69996" cy="58675"/>
          </a:xfrm>
          <a:custGeom>
            <a:avLst/>
            <a:gdLst/>
            <a:ahLst/>
            <a:cxnLst/>
            <a:rect l="0" t="0" r="r" b="b"/>
            <a:pathLst>
              <a:path w="69996" h="58675">
                <a:moveTo>
                  <a:pt x="28084" y="58214"/>
                </a:moveTo>
                <a:lnTo>
                  <a:pt x="15465" y="52987"/>
                </a:lnTo>
                <a:lnTo>
                  <a:pt x="10250" y="48424"/>
                </a:lnTo>
                <a:lnTo>
                  <a:pt x="5687" y="43210"/>
                </a:lnTo>
                <a:lnTo>
                  <a:pt x="460" y="30591"/>
                </a:lnTo>
                <a:lnTo>
                  <a:pt x="0" y="23677"/>
                </a:lnTo>
                <a:lnTo>
                  <a:pt x="460" y="16763"/>
                </a:lnTo>
                <a:lnTo>
                  <a:pt x="5687" y="4144"/>
                </a:lnTo>
                <a:lnTo>
                  <a:pt x="9314" y="0"/>
                </a:lnTo>
                <a:lnTo>
                  <a:pt x="60682" y="0"/>
                </a:lnTo>
                <a:lnTo>
                  <a:pt x="64308" y="4144"/>
                </a:lnTo>
                <a:lnTo>
                  <a:pt x="69535" y="16763"/>
                </a:lnTo>
                <a:lnTo>
                  <a:pt x="69996" y="23677"/>
                </a:lnTo>
                <a:lnTo>
                  <a:pt x="69535" y="30591"/>
                </a:lnTo>
                <a:lnTo>
                  <a:pt x="64308" y="43210"/>
                </a:lnTo>
                <a:lnTo>
                  <a:pt x="59745" y="48424"/>
                </a:lnTo>
                <a:lnTo>
                  <a:pt x="54531" y="52987"/>
                </a:lnTo>
                <a:lnTo>
                  <a:pt x="41912" y="58214"/>
                </a:lnTo>
                <a:lnTo>
                  <a:pt x="34998" y="58675"/>
                </a:lnTo>
                <a:lnTo>
                  <a:pt x="28084" y="58214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82" name="Shape 282"/>
          <p:cNvSpPr/>
          <p:nvPr/>
        </p:nvSpPr>
        <p:spPr>
          <a:xfrm>
            <a:off x="2409449" y="4028897"/>
            <a:ext cx="104994" cy="106744"/>
          </a:xfrm>
          <a:custGeom>
            <a:avLst/>
            <a:gdLst/>
            <a:ahLst/>
            <a:cxnLst/>
            <a:rect l="0" t="0" r="r" b="b"/>
            <a:pathLst>
              <a:path w="104994" h="106744">
                <a:moveTo>
                  <a:pt x="28135" y="106170"/>
                </a:moveTo>
                <a:lnTo>
                  <a:pt x="14354" y="101577"/>
                </a:lnTo>
                <a:lnTo>
                  <a:pt x="5167" y="92390"/>
                </a:lnTo>
                <a:lnTo>
                  <a:pt x="574" y="78609"/>
                </a:lnTo>
                <a:lnTo>
                  <a:pt x="0" y="69996"/>
                </a:lnTo>
                <a:lnTo>
                  <a:pt x="0" y="36748"/>
                </a:lnTo>
                <a:lnTo>
                  <a:pt x="574" y="28135"/>
                </a:lnTo>
                <a:lnTo>
                  <a:pt x="5167" y="14354"/>
                </a:lnTo>
                <a:lnTo>
                  <a:pt x="14354" y="5167"/>
                </a:lnTo>
                <a:lnTo>
                  <a:pt x="28135" y="574"/>
                </a:lnTo>
                <a:lnTo>
                  <a:pt x="36748" y="0"/>
                </a:lnTo>
                <a:lnTo>
                  <a:pt x="68246" y="0"/>
                </a:lnTo>
                <a:lnTo>
                  <a:pt x="76859" y="574"/>
                </a:lnTo>
                <a:lnTo>
                  <a:pt x="90640" y="5167"/>
                </a:lnTo>
                <a:lnTo>
                  <a:pt x="99827" y="14354"/>
                </a:lnTo>
                <a:lnTo>
                  <a:pt x="104420" y="28135"/>
                </a:lnTo>
                <a:lnTo>
                  <a:pt x="104994" y="36748"/>
                </a:lnTo>
                <a:lnTo>
                  <a:pt x="104994" y="69996"/>
                </a:lnTo>
                <a:lnTo>
                  <a:pt x="104420" y="78609"/>
                </a:lnTo>
                <a:lnTo>
                  <a:pt x="99827" y="92390"/>
                </a:lnTo>
                <a:lnTo>
                  <a:pt x="90640" y="101577"/>
                </a:lnTo>
                <a:lnTo>
                  <a:pt x="76859" y="106170"/>
                </a:lnTo>
                <a:lnTo>
                  <a:pt x="68246" y="106744"/>
                </a:lnTo>
                <a:lnTo>
                  <a:pt x="36748" y="106744"/>
                </a:lnTo>
                <a:lnTo>
                  <a:pt x="28135" y="10617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83" name="Shape 283"/>
          <p:cNvSpPr/>
          <p:nvPr/>
        </p:nvSpPr>
        <p:spPr>
          <a:xfrm>
            <a:off x="2435382" y="4128642"/>
            <a:ext cx="3464" cy="164491"/>
          </a:xfrm>
          <a:custGeom>
            <a:avLst/>
            <a:gdLst/>
            <a:ahLst/>
            <a:cxnLst/>
            <a:rect l="0" t="0" r="r" b="b"/>
            <a:pathLst>
              <a:path w="3464" h="164491" fill="none">
                <a:moveTo>
                  <a:pt x="3464" y="0"/>
                </a:moveTo>
                <a:lnTo>
                  <a:pt x="0" y="164491"/>
                </a:lnTo>
              </a:path>
            </a:pathLst>
          </a:custGeom>
          <a:noFill/>
          <a:ln w="38498" cap="rnd">
            <a:solidFill>
              <a:srgbClr val="1F2126"/>
            </a:solidFill>
            <a:round/>
          </a:ln>
        </p:spPr>
      </p:sp>
      <p:sp>
        <p:nvSpPr>
          <p:cNvPr id="284" name="Shape 284"/>
          <p:cNvSpPr/>
          <p:nvPr/>
        </p:nvSpPr>
        <p:spPr>
          <a:xfrm>
            <a:off x="2485045" y="4128642"/>
            <a:ext cx="3464" cy="164491"/>
          </a:xfrm>
          <a:custGeom>
            <a:avLst/>
            <a:gdLst/>
            <a:ahLst/>
            <a:cxnLst/>
            <a:rect l="0" t="0" r="r" b="b"/>
            <a:pathLst>
              <a:path w="3464" h="164491" fill="none">
                <a:moveTo>
                  <a:pt x="0" y="0"/>
                </a:moveTo>
                <a:lnTo>
                  <a:pt x="3464" y="164491"/>
                </a:lnTo>
              </a:path>
            </a:pathLst>
          </a:custGeom>
          <a:noFill/>
          <a:ln w="38498" cap="rnd">
            <a:solidFill>
              <a:srgbClr val="1F2126"/>
            </a:solidFill>
            <a:round/>
          </a:ln>
        </p:spPr>
      </p:sp>
      <p:sp>
        <p:nvSpPr>
          <p:cNvPr id="285" name="Shape 285"/>
          <p:cNvSpPr/>
          <p:nvPr/>
        </p:nvSpPr>
        <p:spPr>
          <a:xfrm>
            <a:off x="2945221" y="5561295"/>
            <a:ext cx="72317" cy="72317"/>
          </a:xfrm>
          <a:custGeom>
            <a:avLst/>
            <a:gdLst/>
            <a:ahLst/>
            <a:cxnLst/>
            <a:rect l="0" t="0" r="r" b="b"/>
            <a:pathLst>
              <a:path w="72317" h="72317">
                <a:moveTo>
                  <a:pt x="29015" y="71841"/>
                </a:moveTo>
                <a:lnTo>
                  <a:pt x="15978" y="66440"/>
                </a:lnTo>
                <a:lnTo>
                  <a:pt x="10590" y="61726"/>
                </a:lnTo>
                <a:lnTo>
                  <a:pt x="5876" y="56339"/>
                </a:lnTo>
                <a:lnTo>
                  <a:pt x="476" y="43301"/>
                </a:lnTo>
                <a:lnTo>
                  <a:pt x="0" y="36158"/>
                </a:lnTo>
                <a:lnTo>
                  <a:pt x="476" y="29015"/>
                </a:lnTo>
                <a:lnTo>
                  <a:pt x="5876" y="15978"/>
                </a:lnTo>
                <a:lnTo>
                  <a:pt x="10590" y="10590"/>
                </a:lnTo>
                <a:lnTo>
                  <a:pt x="15978" y="5876"/>
                </a:lnTo>
                <a:lnTo>
                  <a:pt x="29015" y="476"/>
                </a:lnTo>
                <a:lnTo>
                  <a:pt x="36158" y="0"/>
                </a:lnTo>
                <a:lnTo>
                  <a:pt x="43301" y="476"/>
                </a:lnTo>
                <a:lnTo>
                  <a:pt x="56339" y="5876"/>
                </a:lnTo>
                <a:lnTo>
                  <a:pt x="61726" y="10590"/>
                </a:lnTo>
                <a:lnTo>
                  <a:pt x="66440" y="15978"/>
                </a:lnTo>
                <a:lnTo>
                  <a:pt x="71841" y="29015"/>
                </a:lnTo>
                <a:lnTo>
                  <a:pt x="72317" y="36158"/>
                </a:lnTo>
                <a:lnTo>
                  <a:pt x="71841" y="43301"/>
                </a:lnTo>
                <a:lnTo>
                  <a:pt x="66440" y="56339"/>
                </a:lnTo>
                <a:lnTo>
                  <a:pt x="61726" y="61726"/>
                </a:lnTo>
                <a:lnTo>
                  <a:pt x="56339" y="66440"/>
                </a:lnTo>
                <a:lnTo>
                  <a:pt x="43301" y="71841"/>
                </a:lnTo>
                <a:lnTo>
                  <a:pt x="36158" y="72317"/>
                </a:lnTo>
                <a:lnTo>
                  <a:pt x="29015" y="71841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86" name="Shape 286"/>
          <p:cNvSpPr/>
          <p:nvPr/>
        </p:nvSpPr>
        <p:spPr>
          <a:xfrm>
            <a:off x="2927113" y="5642652"/>
            <a:ext cx="108475" cy="110283"/>
          </a:xfrm>
          <a:custGeom>
            <a:avLst/>
            <a:gdLst/>
            <a:ahLst/>
            <a:cxnLst/>
            <a:rect l="0" t="0" r="r" b="b"/>
            <a:pathLst>
              <a:path w="108475" h="110283">
                <a:moveTo>
                  <a:pt x="29068" y="109690"/>
                </a:moveTo>
                <a:lnTo>
                  <a:pt x="14830" y="104944"/>
                </a:lnTo>
                <a:lnTo>
                  <a:pt x="5339" y="95453"/>
                </a:lnTo>
                <a:lnTo>
                  <a:pt x="593" y="81215"/>
                </a:lnTo>
                <a:lnTo>
                  <a:pt x="0" y="72317"/>
                </a:lnTo>
                <a:lnTo>
                  <a:pt x="0" y="37966"/>
                </a:lnTo>
                <a:lnTo>
                  <a:pt x="593" y="29068"/>
                </a:lnTo>
                <a:lnTo>
                  <a:pt x="5339" y="14830"/>
                </a:lnTo>
                <a:lnTo>
                  <a:pt x="14830" y="5339"/>
                </a:lnTo>
                <a:lnTo>
                  <a:pt x="29068" y="593"/>
                </a:lnTo>
                <a:lnTo>
                  <a:pt x="37966" y="0"/>
                </a:lnTo>
                <a:lnTo>
                  <a:pt x="70509" y="0"/>
                </a:lnTo>
                <a:lnTo>
                  <a:pt x="79407" y="593"/>
                </a:lnTo>
                <a:lnTo>
                  <a:pt x="93645" y="5339"/>
                </a:lnTo>
                <a:lnTo>
                  <a:pt x="103136" y="14830"/>
                </a:lnTo>
                <a:lnTo>
                  <a:pt x="107882" y="29068"/>
                </a:lnTo>
                <a:lnTo>
                  <a:pt x="108475" y="37966"/>
                </a:lnTo>
                <a:lnTo>
                  <a:pt x="108475" y="72317"/>
                </a:lnTo>
                <a:lnTo>
                  <a:pt x="107882" y="81215"/>
                </a:lnTo>
                <a:lnTo>
                  <a:pt x="103136" y="95453"/>
                </a:lnTo>
                <a:lnTo>
                  <a:pt x="93645" y="104944"/>
                </a:lnTo>
                <a:lnTo>
                  <a:pt x="79407" y="109690"/>
                </a:lnTo>
                <a:lnTo>
                  <a:pt x="70509" y="110283"/>
                </a:lnTo>
                <a:lnTo>
                  <a:pt x="37966" y="110283"/>
                </a:lnTo>
                <a:lnTo>
                  <a:pt x="29068" y="10969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87" name="Shape 287"/>
          <p:cNvSpPr/>
          <p:nvPr/>
        </p:nvSpPr>
        <p:spPr>
          <a:xfrm>
            <a:off x="2953907" y="5745704"/>
            <a:ext cx="3579" cy="169945"/>
          </a:xfrm>
          <a:custGeom>
            <a:avLst/>
            <a:gdLst/>
            <a:ahLst/>
            <a:cxnLst/>
            <a:rect l="0" t="0" r="r" b="b"/>
            <a:pathLst>
              <a:path w="3579" h="169945" fill="none">
                <a:moveTo>
                  <a:pt x="3579" y="0"/>
                </a:moveTo>
                <a:lnTo>
                  <a:pt x="0" y="169945"/>
                </a:lnTo>
              </a:path>
            </a:pathLst>
          </a:custGeom>
          <a:noFill/>
          <a:ln w="39774" cap="rnd">
            <a:solidFill>
              <a:srgbClr val="1F2126"/>
            </a:solidFill>
            <a:round/>
          </a:ln>
        </p:spPr>
      </p:sp>
      <p:sp>
        <p:nvSpPr>
          <p:cNvPr id="288" name="Shape 288"/>
          <p:cNvSpPr/>
          <p:nvPr/>
        </p:nvSpPr>
        <p:spPr>
          <a:xfrm>
            <a:off x="3005216" y="5745704"/>
            <a:ext cx="3579" cy="169945"/>
          </a:xfrm>
          <a:custGeom>
            <a:avLst/>
            <a:gdLst/>
            <a:ahLst/>
            <a:cxnLst/>
            <a:rect l="0" t="0" r="r" b="b"/>
            <a:pathLst>
              <a:path w="3579" h="169945" fill="none">
                <a:moveTo>
                  <a:pt x="0" y="0"/>
                </a:moveTo>
                <a:lnTo>
                  <a:pt x="3579" y="169945"/>
                </a:lnTo>
              </a:path>
            </a:pathLst>
          </a:custGeom>
          <a:noFill/>
          <a:ln w="39774" cap="rnd">
            <a:solidFill>
              <a:srgbClr val="1F2126"/>
            </a:solidFill>
            <a:round/>
          </a:ln>
        </p:spPr>
      </p:sp>
      <p:sp>
        <p:nvSpPr>
          <p:cNvPr id="289" name="Text 289"/>
          <p:cNvSpPr txBox="1"/>
          <p:nvPr/>
        </p:nvSpPr>
        <p:spPr>
          <a:xfrm>
            <a:off x="2133796" y="6557950"/>
            <a:ext cx="352265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Ours</a:t>
            </a:r>
          </a:p>
        </p:txBody>
      </p:sp>
      <p:sp>
        <p:nvSpPr>
          <p:cNvPr id="290" name="Text 290"/>
          <p:cNvSpPr txBox="1"/>
          <p:nvPr/>
        </p:nvSpPr>
        <p:spPr>
          <a:xfrm>
            <a:off x="2761709" y="6557950"/>
            <a:ext cx="341397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π0.5</a:t>
            </a:r>
          </a:p>
        </p:txBody>
      </p:sp>
      <p:sp>
        <p:nvSpPr>
          <p:cNvPr id="291" name="Text 291"/>
          <p:cNvSpPr txBox="1"/>
          <p:nvPr/>
        </p:nvSpPr>
        <p:spPr>
          <a:xfrm>
            <a:off x="3389621" y="6557950"/>
            <a:ext cx="460942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GR00T</a:t>
            </a:r>
          </a:p>
        </p:txBody>
      </p:sp>
      <p:sp>
        <p:nvSpPr>
          <p:cNvPr id="292" name="Text 292"/>
          <p:cNvSpPr txBox="1"/>
          <p:nvPr/>
        </p:nvSpPr>
        <p:spPr>
          <a:xfrm>
            <a:off x="4083948" y="6557950"/>
            <a:ext cx="755899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Text→action</a:t>
            </a:r>
          </a:p>
        </p:txBody>
      </p:sp>
      <p:sp>
        <p:nvSpPr>
          <p:cNvPr id="293" name="Text 293"/>
          <p:cNvSpPr txBox="1"/>
          <p:nvPr/>
        </p:nvSpPr>
        <p:spPr>
          <a:xfrm>
            <a:off x="5176757" y="6557950"/>
            <a:ext cx="928254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Diffusion policy</a:t>
            </a:r>
          </a:p>
        </p:txBody>
      </p:sp>
      <p:sp>
        <p:nvSpPr>
          <p:cNvPr id="294" name="Text 294"/>
          <p:cNvSpPr txBox="1"/>
          <p:nvPr/>
        </p:nvSpPr>
        <p:spPr>
          <a:xfrm>
            <a:off x="6505034" y="6557950"/>
            <a:ext cx="922310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GT goal camera</a:t>
            </a:r>
          </a:p>
        </p:txBody>
      </p:sp>
      <p:sp>
        <p:nvSpPr>
          <p:cNvPr id="295" name="Text 295"/>
          <p:cNvSpPr txBox="1"/>
          <p:nvPr/>
        </p:nvSpPr>
        <p:spPr>
          <a:xfrm>
            <a:off x="6608760" y="6559728"/>
            <a:ext cx="3736200" cy="1090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87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d: distance to the GT goal (success d ≤ 0.10 + subject visible, green)</a:t>
            </a:r>
          </a:p>
        </p:txBody>
      </p:sp>
      <p:sp>
        <p:nvSpPr>
          <p:cNvPr id="296" name="Shape 296"/>
          <p:cNvSpPr/>
          <p:nvPr/>
        </p:nvSpPr>
        <p:spPr>
          <a:xfrm>
            <a:off x="2260016" y="1433630"/>
            <a:ext cx="1384033" cy="425671"/>
          </a:xfrm>
          <a:custGeom>
            <a:avLst/>
            <a:gdLst/>
            <a:ahLst/>
            <a:cxnLst/>
            <a:rect l="0" t="0" r="r" b="b"/>
            <a:pathLst>
              <a:path w="1384033" h="425671" fill="none">
                <a:moveTo>
                  <a:pt x="0" y="422907"/>
                </a:moveTo>
                <a:lnTo>
                  <a:pt x="97401" y="425671"/>
                </a:lnTo>
                <a:lnTo>
                  <a:pt x="201997" y="417580"/>
                </a:lnTo>
                <a:lnTo>
                  <a:pt x="306479" y="402019"/>
                </a:lnTo>
                <a:lnTo>
                  <a:pt x="406311" y="381541"/>
                </a:lnTo>
                <a:lnTo>
                  <a:pt x="500008" y="358847"/>
                </a:lnTo>
                <a:lnTo>
                  <a:pt x="586302" y="334803"/>
                </a:lnTo>
                <a:lnTo>
                  <a:pt x="664762" y="311448"/>
                </a:lnTo>
                <a:lnTo>
                  <a:pt x="736642" y="287544"/>
                </a:lnTo>
                <a:lnTo>
                  <a:pt x="801910" y="265688"/>
                </a:lnTo>
                <a:lnTo>
                  <a:pt x="862658" y="244698"/>
                </a:lnTo>
                <a:lnTo>
                  <a:pt x="918300" y="224492"/>
                </a:lnTo>
                <a:lnTo>
                  <a:pt x="969802" y="204612"/>
                </a:lnTo>
                <a:lnTo>
                  <a:pt x="1017485" y="185588"/>
                </a:lnTo>
                <a:lnTo>
                  <a:pt x="1062061" y="166979"/>
                </a:lnTo>
                <a:lnTo>
                  <a:pt x="1104269" y="149260"/>
                </a:lnTo>
                <a:lnTo>
                  <a:pt x="1144553" y="131767"/>
                </a:lnTo>
                <a:lnTo>
                  <a:pt x="1182536" y="112756"/>
                </a:lnTo>
                <a:lnTo>
                  <a:pt x="1219120" y="93991"/>
                </a:lnTo>
                <a:lnTo>
                  <a:pt x="1253400" y="75247"/>
                </a:lnTo>
                <a:lnTo>
                  <a:pt x="1287151" y="56740"/>
                </a:lnTo>
                <a:lnTo>
                  <a:pt x="1320238" y="38477"/>
                </a:lnTo>
                <a:lnTo>
                  <a:pt x="1352464" y="19749"/>
                </a:lnTo>
                <a:lnTo>
                  <a:pt x="1384033" y="0"/>
                </a:lnTo>
              </a:path>
            </a:pathLst>
          </a:custGeom>
          <a:noFill/>
          <a:ln w="20125" cap="rnd">
            <a:solidFill>
              <a:srgbClr val="22855A">
                <a:alpha val="95000"/>
              </a:srgbClr>
            </a:solidFill>
            <a:round/>
          </a:ln>
        </p:spPr>
      </p:sp>
      <p:sp>
        <p:nvSpPr>
          <p:cNvPr id="297" name="Shape 297"/>
          <p:cNvSpPr/>
          <p:nvPr/>
        </p:nvSpPr>
        <p:spPr>
          <a:xfrm>
            <a:off x="1779924" y="1650069"/>
            <a:ext cx="4421886" cy="5069253"/>
          </a:xfrm>
          <a:custGeom>
            <a:avLst/>
            <a:gdLst/>
            <a:ahLst/>
            <a:cxnLst/>
            <a:rect l="0" t="0" r="r" b="b"/>
            <a:pathLst>
              <a:path w="4421886" h="5069253">
                <a:moveTo>
                  <a:pt x="4099544" y="142554"/>
                </a:moveTo>
                <a:lnTo>
                  <a:pt x="4396729" y="142554"/>
                </a:lnTo>
                <a:quadBezTo>
                  <a:pt x="4421886" y="142554"/>
                  <a:pt x="4421886" y="117398"/>
                </a:quadBezTo>
                <a:lnTo>
                  <a:pt x="4421886" y="25156"/>
                </a:lnTo>
                <a:quadBezTo>
                  <a:pt x="4421886" y="0"/>
                  <a:pt x="4396729" y="0"/>
                </a:quadBezTo>
                <a:lnTo>
                  <a:pt x="4099544" y="0"/>
                </a:lnTo>
                <a:quadBezTo>
                  <a:pt x="4074387" y="0"/>
                  <a:pt x="4074387" y="25156"/>
                </a:quadBezTo>
                <a:lnTo>
                  <a:pt x="4074387" y="117398"/>
                </a:lnTo>
                <a:quadBezTo>
                  <a:pt x="4074387" y="142554"/>
                  <a:pt x="4099544" y="142554"/>
                </a:quadBezTo>
                <a:close/>
              </a:path>
            </a:pathLst>
          </a:custGeom>
          <a:solidFill>
            <a:srgbClr val="248559">
              <a:alpha val="90000"/>
            </a:srgbClr>
          </a:solidFill>
          <a:ln>
            <a:noFill/>
          </a:ln>
        </p:spPr>
      </p:sp>
      <p:sp>
        <p:nvSpPr>
          <p:cNvPr id="298" name="Text 298"/>
          <p:cNvSpPr txBox="1"/>
          <p:nvPr/>
        </p:nvSpPr>
        <p:spPr>
          <a:xfrm>
            <a:off x="5669759" y="1676903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0.09</a:t>
            </a:r>
          </a:p>
        </p:txBody>
      </p:sp>
      <p:sp>
        <p:nvSpPr>
          <p:cNvPr id="299" name="Shape 299"/>
          <p:cNvSpPr/>
          <p:nvPr/>
        </p:nvSpPr>
        <p:spPr>
          <a:xfrm>
            <a:off x="1779924" y="1650069"/>
            <a:ext cx="5442244" cy="5069253"/>
          </a:xfrm>
          <a:custGeom>
            <a:avLst/>
            <a:gdLst/>
            <a:ahLst/>
            <a:cxnLst/>
            <a:rect l="0" t="0" r="r" b="b"/>
            <a:pathLst>
              <a:path w="5442244" h="5069253">
                <a:moveTo>
                  <a:pt x="5119902" y="142554"/>
                </a:moveTo>
                <a:lnTo>
                  <a:pt x="5417087" y="142554"/>
                </a:lnTo>
                <a:quadBezTo>
                  <a:pt x="5442244" y="142554"/>
                  <a:pt x="5442244" y="117398"/>
                </a:quadBezTo>
                <a:lnTo>
                  <a:pt x="5442244" y="25156"/>
                </a:lnTo>
                <a:quadBezTo>
                  <a:pt x="5442244" y="0"/>
                  <a:pt x="5417087" y="0"/>
                </a:quadBezTo>
                <a:lnTo>
                  <a:pt x="5119902" y="0"/>
                </a:lnTo>
                <a:quadBezTo>
                  <a:pt x="5094745" y="0"/>
                  <a:pt x="5094745" y="25156"/>
                </a:quadBezTo>
                <a:lnTo>
                  <a:pt x="5094745" y="117398"/>
                </a:lnTo>
                <a:quadBezTo>
                  <a:pt x="5094745" y="142554"/>
                  <a:pt x="5119902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00" name="Text 300"/>
          <p:cNvSpPr txBox="1"/>
          <p:nvPr/>
        </p:nvSpPr>
        <p:spPr>
          <a:xfrm>
            <a:off x="6690117" y="1676903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0.34</a:t>
            </a:r>
          </a:p>
        </p:txBody>
      </p:sp>
      <p:sp>
        <p:nvSpPr>
          <p:cNvPr id="301" name="Shape 301"/>
          <p:cNvSpPr/>
          <p:nvPr/>
        </p:nvSpPr>
        <p:spPr>
          <a:xfrm>
            <a:off x="1779924" y="1650069"/>
            <a:ext cx="6462602" cy="5069253"/>
          </a:xfrm>
          <a:custGeom>
            <a:avLst/>
            <a:gdLst/>
            <a:ahLst/>
            <a:cxnLst/>
            <a:rect l="0" t="0" r="r" b="b"/>
            <a:pathLst>
              <a:path w="6462602" h="5069253">
                <a:moveTo>
                  <a:pt x="6140260" y="142554"/>
                </a:moveTo>
                <a:lnTo>
                  <a:pt x="6437445" y="142554"/>
                </a:lnTo>
                <a:quadBezTo>
                  <a:pt x="6462602" y="142554"/>
                  <a:pt x="6462602" y="117398"/>
                </a:quadBezTo>
                <a:lnTo>
                  <a:pt x="6462602" y="25156"/>
                </a:lnTo>
                <a:quadBezTo>
                  <a:pt x="6462602" y="0"/>
                  <a:pt x="6437445" y="0"/>
                </a:quadBezTo>
                <a:lnTo>
                  <a:pt x="6140260" y="0"/>
                </a:lnTo>
                <a:quadBezTo>
                  <a:pt x="6115103" y="0"/>
                  <a:pt x="6115103" y="25156"/>
                </a:quadBezTo>
                <a:lnTo>
                  <a:pt x="6115103" y="117398"/>
                </a:lnTo>
                <a:quadBezTo>
                  <a:pt x="6115103" y="142554"/>
                  <a:pt x="6140260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02" name="Text 302"/>
          <p:cNvSpPr txBox="1"/>
          <p:nvPr/>
        </p:nvSpPr>
        <p:spPr>
          <a:xfrm>
            <a:off x="7710475" y="1676903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0.61</a:t>
            </a:r>
          </a:p>
        </p:txBody>
      </p:sp>
      <p:sp>
        <p:nvSpPr>
          <p:cNvPr id="303" name="Shape 303"/>
          <p:cNvSpPr/>
          <p:nvPr/>
        </p:nvSpPr>
        <p:spPr>
          <a:xfrm>
            <a:off x="1779924" y="1650069"/>
            <a:ext cx="7482960" cy="5069253"/>
          </a:xfrm>
          <a:custGeom>
            <a:avLst/>
            <a:gdLst/>
            <a:ahLst/>
            <a:cxnLst/>
            <a:rect l="0" t="0" r="r" b="b"/>
            <a:pathLst>
              <a:path w="7482960" h="5069253">
                <a:moveTo>
                  <a:pt x="7160618" y="142554"/>
                </a:moveTo>
                <a:lnTo>
                  <a:pt x="7457803" y="142554"/>
                </a:lnTo>
                <a:quadBezTo>
                  <a:pt x="7482960" y="142554"/>
                  <a:pt x="7482960" y="117398"/>
                </a:quadBezTo>
                <a:lnTo>
                  <a:pt x="7482960" y="25156"/>
                </a:lnTo>
                <a:quadBezTo>
                  <a:pt x="7482960" y="0"/>
                  <a:pt x="7457803" y="0"/>
                </a:quadBezTo>
                <a:lnTo>
                  <a:pt x="7160618" y="0"/>
                </a:lnTo>
                <a:quadBezTo>
                  <a:pt x="7135461" y="0"/>
                  <a:pt x="7135461" y="25156"/>
                </a:quadBezTo>
                <a:lnTo>
                  <a:pt x="7135461" y="117398"/>
                </a:lnTo>
                <a:quadBezTo>
                  <a:pt x="7135461" y="142554"/>
                  <a:pt x="7160618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04" name="Text 304"/>
          <p:cNvSpPr txBox="1"/>
          <p:nvPr/>
        </p:nvSpPr>
        <p:spPr>
          <a:xfrm>
            <a:off x="8730833" y="1676903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0.25</a:t>
            </a:r>
          </a:p>
        </p:txBody>
      </p:sp>
      <p:sp>
        <p:nvSpPr>
          <p:cNvPr id="305" name="Shape 305"/>
          <p:cNvSpPr/>
          <p:nvPr/>
        </p:nvSpPr>
        <p:spPr>
          <a:xfrm>
            <a:off x="1779924" y="1650069"/>
            <a:ext cx="8503318" cy="5069253"/>
          </a:xfrm>
          <a:custGeom>
            <a:avLst/>
            <a:gdLst/>
            <a:ahLst/>
            <a:cxnLst/>
            <a:rect l="0" t="0" r="r" b="b"/>
            <a:pathLst>
              <a:path w="8503318" h="5069253">
                <a:moveTo>
                  <a:pt x="8180976" y="142554"/>
                </a:moveTo>
                <a:lnTo>
                  <a:pt x="8478161" y="142554"/>
                </a:lnTo>
                <a:quadBezTo>
                  <a:pt x="8503318" y="142554"/>
                  <a:pt x="8503318" y="117398"/>
                </a:quadBezTo>
                <a:lnTo>
                  <a:pt x="8503318" y="25156"/>
                </a:lnTo>
                <a:quadBezTo>
                  <a:pt x="8503318" y="0"/>
                  <a:pt x="8478161" y="0"/>
                </a:quadBezTo>
                <a:lnTo>
                  <a:pt x="8180976" y="0"/>
                </a:lnTo>
                <a:quadBezTo>
                  <a:pt x="8155819" y="0"/>
                  <a:pt x="8155819" y="25156"/>
                </a:quadBezTo>
                <a:lnTo>
                  <a:pt x="8155819" y="117398"/>
                </a:lnTo>
                <a:quadBezTo>
                  <a:pt x="8155819" y="142554"/>
                  <a:pt x="8180976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06" name="Text 306"/>
          <p:cNvSpPr txBox="1"/>
          <p:nvPr/>
        </p:nvSpPr>
        <p:spPr>
          <a:xfrm>
            <a:off x="9751191" y="1676903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1.07</a:t>
            </a:r>
          </a:p>
        </p:txBody>
      </p:sp>
      <p:sp>
        <p:nvSpPr>
          <p:cNvPr id="307" name="Shape 307"/>
          <p:cNvSpPr/>
          <p:nvPr/>
        </p:nvSpPr>
        <p:spPr>
          <a:xfrm>
            <a:off x="2030122" y="2943220"/>
            <a:ext cx="1846745" cy="276750"/>
          </a:xfrm>
          <a:custGeom>
            <a:avLst/>
            <a:gdLst/>
            <a:ahLst/>
            <a:cxnLst/>
            <a:rect l="0" t="0" r="r" b="b"/>
            <a:pathLst>
              <a:path w="1846745" h="276750" fill="none">
                <a:moveTo>
                  <a:pt x="0" y="242254"/>
                </a:moveTo>
                <a:lnTo>
                  <a:pt x="82384" y="250343"/>
                </a:lnTo>
                <a:lnTo>
                  <a:pt x="169603" y="257584"/>
                </a:lnTo>
                <a:lnTo>
                  <a:pt x="262625" y="264681"/>
                </a:lnTo>
                <a:lnTo>
                  <a:pt x="362442" y="270787"/>
                </a:lnTo>
                <a:lnTo>
                  <a:pt x="470839" y="274983"/>
                </a:lnTo>
                <a:lnTo>
                  <a:pt x="587855" y="276750"/>
                </a:lnTo>
                <a:lnTo>
                  <a:pt x="714007" y="276088"/>
                </a:lnTo>
                <a:lnTo>
                  <a:pt x="850453" y="268864"/>
                </a:lnTo>
                <a:lnTo>
                  <a:pt x="981211" y="257041"/>
                </a:lnTo>
                <a:lnTo>
                  <a:pt x="1119594" y="239138"/>
                </a:lnTo>
                <a:lnTo>
                  <a:pt x="1265809" y="214235"/>
                </a:lnTo>
                <a:lnTo>
                  <a:pt x="1418415" y="180703"/>
                </a:lnTo>
                <a:lnTo>
                  <a:pt x="1572607" y="136261"/>
                </a:lnTo>
                <a:lnTo>
                  <a:pt x="1719972" y="77070"/>
                </a:lnTo>
                <a:lnTo>
                  <a:pt x="1846745" y="0"/>
                </a:lnTo>
              </a:path>
            </a:pathLst>
          </a:custGeom>
          <a:noFill/>
          <a:ln w="20125" cap="rnd">
            <a:solidFill>
              <a:srgbClr val="22855A">
                <a:alpha val="95000"/>
              </a:srgbClr>
            </a:solidFill>
            <a:round/>
          </a:ln>
        </p:spPr>
      </p:sp>
      <p:sp>
        <p:nvSpPr>
          <p:cNvPr id="308" name="Shape 308"/>
          <p:cNvSpPr/>
          <p:nvPr/>
        </p:nvSpPr>
        <p:spPr>
          <a:xfrm>
            <a:off x="1779924" y="3074948"/>
            <a:ext cx="4421886" cy="3644375"/>
          </a:xfrm>
          <a:custGeom>
            <a:avLst/>
            <a:gdLst/>
            <a:ahLst/>
            <a:cxnLst/>
            <a:rect l="0" t="0" r="r" b="b"/>
            <a:pathLst>
              <a:path w="4421886" h="3644375">
                <a:moveTo>
                  <a:pt x="4099544" y="142554"/>
                </a:moveTo>
                <a:lnTo>
                  <a:pt x="4396729" y="142554"/>
                </a:lnTo>
                <a:quadBezTo>
                  <a:pt x="4421886" y="142554"/>
                  <a:pt x="4421886" y="117398"/>
                </a:quadBezTo>
                <a:lnTo>
                  <a:pt x="4421886" y="25156"/>
                </a:lnTo>
                <a:quadBezTo>
                  <a:pt x="4421886" y="0"/>
                  <a:pt x="4396729" y="0"/>
                </a:quadBezTo>
                <a:lnTo>
                  <a:pt x="4099544" y="0"/>
                </a:lnTo>
                <a:quadBezTo>
                  <a:pt x="4074387" y="0"/>
                  <a:pt x="4074387" y="25156"/>
                </a:quadBezTo>
                <a:lnTo>
                  <a:pt x="4074387" y="117398"/>
                </a:lnTo>
                <a:quadBezTo>
                  <a:pt x="4074387" y="142554"/>
                  <a:pt x="4099544" y="142554"/>
                </a:quadBezTo>
                <a:close/>
              </a:path>
            </a:pathLst>
          </a:custGeom>
          <a:solidFill>
            <a:srgbClr val="248559">
              <a:alpha val="90000"/>
            </a:srgbClr>
          </a:solidFill>
          <a:ln>
            <a:noFill/>
          </a:ln>
        </p:spPr>
      </p:sp>
      <p:sp>
        <p:nvSpPr>
          <p:cNvPr id="309" name="Text 309"/>
          <p:cNvSpPr txBox="1"/>
          <p:nvPr/>
        </p:nvSpPr>
        <p:spPr>
          <a:xfrm>
            <a:off x="5669759" y="3101781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0.07</a:t>
            </a:r>
          </a:p>
        </p:txBody>
      </p:sp>
      <p:sp>
        <p:nvSpPr>
          <p:cNvPr id="310" name="Shape 310"/>
          <p:cNvSpPr/>
          <p:nvPr/>
        </p:nvSpPr>
        <p:spPr>
          <a:xfrm>
            <a:off x="1779924" y="3074948"/>
            <a:ext cx="5442244" cy="3644375"/>
          </a:xfrm>
          <a:custGeom>
            <a:avLst/>
            <a:gdLst/>
            <a:ahLst/>
            <a:cxnLst/>
            <a:rect l="0" t="0" r="r" b="b"/>
            <a:pathLst>
              <a:path w="5442244" h="3644375">
                <a:moveTo>
                  <a:pt x="5119902" y="142554"/>
                </a:moveTo>
                <a:lnTo>
                  <a:pt x="5417087" y="142554"/>
                </a:lnTo>
                <a:quadBezTo>
                  <a:pt x="5442244" y="142554"/>
                  <a:pt x="5442244" y="117398"/>
                </a:quadBezTo>
                <a:lnTo>
                  <a:pt x="5442244" y="25156"/>
                </a:lnTo>
                <a:quadBezTo>
                  <a:pt x="5442244" y="0"/>
                  <a:pt x="5417087" y="0"/>
                </a:quadBezTo>
                <a:lnTo>
                  <a:pt x="5119902" y="0"/>
                </a:lnTo>
                <a:quadBezTo>
                  <a:pt x="5094745" y="0"/>
                  <a:pt x="5094745" y="25156"/>
                </a:quadBezTo>
                <a:lnTo>
                  <a:pt x="5094745" y="117398"/>
                </a:lnTo>
                <a:quadBezTo>
                  <a:pt x="5094745" y="142554"/>
                  <a:pt x="5119902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11" name="Text 311"/>
          <p:cNvSpPr txBox="1"/>
          <p:nvPr/>
        </p:nvSpPr>
        <p:spPr>
          <a:xfrm>
            <a:off x="6690117" y="3101781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0.11</a:t>
            </a:r>
          </a:p>
        </p:txBody>
      </p:sp>
      <p:sp>
        <p:nvSpPr>
          <p:cNvPr id="312" name="Shape 312"/>
          <p:cNvSpPr/>
          <p:nvPr/>
        </p:nvSpPr>
        <p:spPr>
          <a:xfrm>
            <a:off x="1779924" y="3074948"/>
            <a:ext cx="6462602" cy="3644375"/>
          </a:xfrm>
          <a:custGeom>
            <a:avLst/>
            <a:gdLst/>
            <a:ahLst/>
            <a:cxnLst/>
            <a:rect l="0" t="0" r="r" b="b"/>
            <a:pathLst>
              <a:path w="6462602" h="3644375">
                <a:moveTo>
                  <a:pt x="6140260" y="142554"/>
                </a:moveTo>
                <a:lnTo>
                  <a:pt x="6437445" y="142554"/>
                </a:lnTo>
                <a:quadBezTo>
                  <a:pt x="6462602" y="142554"/>
                  <a:pt x="6462602" y="117398"/>
                </a:quadBezTo>
                <a:lnTo>
                  <a:pt x="6462602" y="25156"/>
                </a:lnTo>
                <a:quadBezTo>
                  <a:pt x="6462602" y="0"/>
                  <a:pt x="6437445" y="0"/>
                </a:quadBezTo>
                <a:lnTo>
                  <a:pt x="6140260" y="0"/>
                </a:lnTo>
                <a:quadBezTo>
                  <a:pt x="6115103" y="0"/>
                  <a:pt x="6115103" y="25156"/>
                </a:quadBezTo>
                <a:lnTo>
                  <a:pt x="6115103" y="117398"/>
                </a:lnTo>
                <a:quadBezTo>
                  <a:pt x="6115103" y="142554"/>
                  <a:pt x="6140260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13" name="Text 313"/>
          <p:cNvSpPr txBox="1"/>
          <p:nvPr/>
        </p:nvSpPr>
        <p:spPr>
          <a:xfrm>
            <a:off x="7710475" y="3101781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0.16</a:t>
            </a:r>
          </a:p>
        </p:txBody>
      </p:sp>
      <p:sp>
        <p:nvSpPr>
          <p:cNvPr id="314" name="Shape 314"/>
          <p:cNvSpPr/>
          <p:nvPr/>
        </p:nvSpPr>
        <p:spPr>
          <a:xfrm>
            <a:off x="1779924" y="3074948"/>
            <a:ext cx="7482960" cy="3644375"/>
          </a:xfrm>
          <a:custGeom>
            <a:avLst/>
            <a:gdLst/>
            <a:ahLst/>
            <a:cxnLst/>
            <a:rect l="0" t="0" r="r" b="b"/>
            <a:pathLst>
              <a:path w="7482960" h="3644375">
                <a:moveTo>
                  <a:pt x="7160618" y="142554"/>
                </a:moveTo>
                <a:lnTo>
                  <a:pt x="7457803" y="142554"/>
                </a:lnTo>
                <a:quadBezTo>
                  <a:pt x="7482960" y="142554"/>
                  <a:pt x="7482960" y="117398"/>
                </a:quadBezTo>
                <a:lnTo>
                  <a:pt x="7482960" y="25156"/>
                </a:lnTo>
                <a:quadBezTo>
                  <a:pt x="7482960" y="0"/>
                  <a:pt x="7457803" y="0"/>
                </a:quadBezTo>
                <a:lnTo>
                  <a:pt x="7160618" y="0"/>
                </a:lnTo>
                <a:quadBezTo>
                  <a:pt x="7135461" y="0"/>
                  <a:pt x="7135461" y="25156"/>
                </a:quadBezTo>
                <a:lnTo>
                  <a:pt x="7135461" y="117398"/>
                </a:lnTo>
                <a:quadBezTo>
                  <a:pt x="7135461" y="142554"/>
                  <a:pt x="7160618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15" name="Text 315"/>
          <p:cNvSpPr txBox="1"/>
          <p:nvPr/>
        </p:nvSpPr>
        <p:spPr>
          <a:xfrm>
            <a:off x="8730833" y="3101781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0.95</a:t>
            </a:r>
          </a:p>
        </p:txBody>
      </p:sp>
      <p:sp>
        <p:nvSpPr>
          <p:cNvPr id="316" name="Shape 316"/>
          <p:cNvSpPr/>
          <p:nvPr/>
        </p:nvSpPr>
        <p:spPr>
          <a:xfrm>
            <a:off x="1779924" y="3074948"/>
            <a:ext cx="8503318" cy="3644375"/>
          </a:xfrm>
          <a:custGeom>
            <a:avLst/>
            <a:gdLst/>
            <a:ahLst/>
            <a:cxnLst/>
            <a:rect l="0" t="0" r="r" b="b"/>
            <a:pathLst>
              <a:path w="8503318" h="3644375">
                <a:moveTo>
                  <a:pt x="8180976" y="142554"/>
                </a:moveTo>
                <a:lnTo>
                  <a:pt x="8478161" y="142554"/>
                </a:lnTo>
                <a:quadBezTo>
                  <a:pt x="8503318" y="142554"/>
                  <a:pt x="8503318" y="117398"/>
                </a:quadBezTo>
                <a:lnTo>
                  <a:pt x="8503318" y="25156"/>
                </a:lnTo>
                <a:quadBezTo>
                  <a:pt x="8503318" y="0"/>
                  <a:pt x="8478161" y="0"/>
                </a:quadBezTo>
                <a:lnTo>
                  <a:pt x="8180976" y="0"/>
                </a:lnTo>
                <a:quadBezTo>
                  <a:pt x="8155819" y="0"/>
                  <a:pt x="8155819" y="25156"/>
                </a:quadBezTo>
                <a:lnTo>
                  <a:pt x="8155819" y="117398"/>
                </a:lnTo>
                <a:quadBezTo>
                  <a:pt x="8155819" y="142554"/>
                  <a:pt x="8180976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17" name="Text 317"/>
          <p:cNvSpPr txBox="1"/>
          <p:nvPr/>
        </p:nvSpPr>
        <p:spPr>
          <a:xfrm>
            <a:off x="9751191" y="3101781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0.48</a:t>
            </a:r>
          </a:p>
        </p:txBody>
      </p:sp>
      <p:sp>
        <p:nvSpPr>
          <p:cNvPr id="318" name="Shape 318"/>
          <p:cNvSpPr/>
          <p:nvPr/>
        </p:nvSpPr>
        <p:spPr>
          <a:xfrm>
            <a:off x="2174902" y="4257864"/>
            <a:ext cx="1758104" cy="421536"/>
          </a:xfrm>
          <a:custGeom>
            <a:avLst/>
            <a:gdLst/>
            <a:ahLst/>
            <a:cxnLst/>
            <a:rect l="0" t="0" r="r" b="b"/>
            <a:pathLst>
              <a:path w="1758104" h="421536" fill="none">
                <a:moveTo>
                  <a:pt x="1758104" y="0"/>
                </a:moveTo>
                <a:lnTo>
                  <a:pt x="1622602" y="43038"/>
                </a:lnTo>
                <a:lnTo>
                  <a:pt x="1495405" y="81721"/>
                </a:lnTo>
                <a:lnTo>
                  <a:pt x="1375273" y="116132"/>
                </a:lnTo>
                <a:lnTo>
                  <a:pt x="1261980" y="146069"/>
                </a:lnTo>
                <a:lnTo>
                  <a:pt x="1152321" y="174126"/>
                </a:lnTo>
                <a:lnTo>
                  <a:pt x="1047249" y="199318"/>
                </a:lnTo>
                <a:lnTo>
                  <a:pt x="945626" y="223701"/>
                </a:lnTo>
                <a:lnTo>
                  <a:pt x="845940" y="246355"/>
                </a:lnTo>
                <a:lnTo>
                  <a:pt x="747936" y="270008"/>
                </a:lnTo>
                <a:lnTo>
                  <a:pt x="650046" y="291833"/>
                </a:lnTo>
                <a:lnTo>
                  <a:pt x="550751" y="313739"/>
                </a:lnTo>
                <a:lnTo>
                  <a:pt x="449731" y="335315"/>
                </a:lnTo>
                <a:lnTo>
                  <a:pt x="344892" y="357003"/>
                </a:lnTo>
                <a:lnTo>
                  <a:pt x="235778" y="378660"/>
                </a:lnTo>
                <a:lnTo>
                  <a:pt x="121687" y="400156"/>
                </a:lnTo>
                <a:lnTo>
                  <a:pt x="0" y="421536"/>
                </a:lnTo>
              </a:path>
            </a:pathLst>
          </a:custGeom>
          <a:noFill/>
          <a:ln w="20125" cap="rnd">
            <a:solidFill>
              <a:srgbClr val="22855A">
                <a:alpha val="95000"/>
              </a:srgbClr>
            </a:solidFill>
            <a:round/>
          </a:ln>
        </p:spPr>
      </p:sp>
      <p:sp>
        <p:nvSpPr>
          <p:cNvPr id="319" name="Shape 319"/>
          <p:cNvSpPr/>
          <p:nvPr/>
        </p:nvSpPr>
        <p:spPr>
          <a:xfrm>
            <a:off x="1779924" y="4499826"/>
            <a:ext cx="4421886" cy="2219496"/>
          </a:xfrm>
          <a:custGeom>
            <a:avLst/>
            <a:gdLst/>
            <a:ahLst/>
            <a:cxnLst/>
            <a:rect l="0" t="0" r="r" b="b"/>
            <a:pathLst>
              <a:path w="4421886" h="2219496">
                <a:moveTo>
                  <a:pt x="4099544" y="142554"/>
                </a:moveTo>
                <a:lnTo>
                  <a:pt x="4396729" y="142554"/>
                </a:lnTo>
                <a:quadBezTo>
                  <a:pt x="4421886" y="142554"/>
                  <a:pt x="4421886" y="117398"/>
                </a:quadBezTo>
                <a:lnTo>
                  <a:pt x="4421886" y="25156"/>
                </a:lnTo>
                <a:quadBezTo>
                  <a:pt x="4421886" y="0"/>
                  <a:pt x="4396729" y="0"/>
                </a:quadBezTo>
                <a:lnTo>
                  <a:pt x="4099544" y="0"/>
                </a:lnTo>
                <a:quadBezTo>
                  <a:pt x="4074387" y="0"/>
                  <a:pt x="4074387" y="25156"/>
                </a:quadBezTo>
                <a:lnTo>
                  <a:pt x="4074387" y="117398"/>
                </a:lnTo>
                <a:quadBezTo>
                  <a:pt x="4074387" y="142554"/>
                  <a:pt x="4099544" y="142554"/>
                </a:quadBezTo>
                <a:close/>
              </a:path>
            </a:pathLst>
          </a:custGeom>
          <a:solidFill>
            <a:srgbClr val="248559">
              <a:alpha val="90000"/>
            </a:srgbClr>
          </a:solidFill>
          <a:ln>
            <a:noFill/>
          </a:ln>
        </p:spPr>
      </p:sp>
      <p:sp>
        <p:nvSpPr>
          <p:cNvPr id="320" name="Text 320"/>
          <p:cNvSpPr txBox="1"/>
          <p:nvPr/>
        </p:nvSpPr>
        <p:spPr>
          <a:xfrm>
            <a:off x="5669759" y="4526660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0.02</a:t>
            </a:r>
          </a:p>
        </p:txBody>
      </p:sp>
      <p:sp>
        <p:nvSpPr>
          <p:cNvPr id="321" name="Shape 321"/>
          <p:cNvSpPr/>
          <p:nvPr/>
        </p:nvSpPr>
        <p:spPr>
          <a:xfrm>
            <a:off x="1779924" y="4499826"/>
            <a:ext cx="5442244" cy="2219496"/>
          </a:xfrm>
          <a:custGeom>
            <a:avLst/>
            <a:gdLst/>
            <a:ahLst/>
            <a:cxnLst/>
            <a:rect l="0" t="0" r="r" b="b"/>
            <a:pathLst>
              <a:path w="5442244" h="2219496">
                <a:moveTo>
                  <a:pt x="5119902" y="142554"/>
                </a:moveTo>
                <a:lnTo>
                  <a:pt x="5417087" y="142554"/>
                </a:lnTo>
                <a:quadBezTo>
                  <a:pt x="5442244" y="142554"/>
                  <a:pt x="5442244" y="117398"/>
                </a:quadBezTo>
                <a:lnTo>
                  <a:pt x="5442244" y="25156"/>
                </a:lnTo>
                <a:quadBezTo>
                  <a:pt x="5442244" y="0"/>
                  <a:pt x="5417087" y="0"/>
                </a:quadBezTo>
                <a:lnTo>
                  <a:pt x="5119902" y="0"/>
                </a:lnTo>
                <a:quadBezTo>
                  <a:pt x="5094745" y="0"/>
                  <a:pt x="5094745" y="25156"/>
                </a:quadBezTo>
                <a:lnTo>
                  <a:pt x="5094745" y="117398"/>
                </a:lnTo>
                <a:quadBezTo>
                  <a:pt x="5094745" y="142554"/>
                  <a:pt x="5119902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22" name="Text 322"/>
          <p:cNvSpPr txBox="1"/>
          <p:nvPr/>
        </p:nvSpPr>
        <p:spPr>
          <a:xfrm>
            <a:off x="6690117" y="4526660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0.11</a:t>
            </a:r>
          </a:p>
        </p:txBody>
      </p:sp>
      <p:sp>
        <p:nvSpPr>
          <p:cNvPr id="323" name="Shape 323"/>
          <p:cNvSpPr/>
          <p:nvPr/>
        </p:nvSpPr>
        <p:spPr>
          <a:xfrm>
            <a:off x="1779924" y="4499826"/>
            <a:ext cx="6462602" cy="2219496"/>
          </a:xfrm>
          <a:custGeom>
            <a:avLst/>
            <a:gdLst/>
            <a:ahLst/>
            <a:cxnLst/>
            <a:rect l="0" t="0" r="r" b="b"/>
            <a:pathLst>
              <a:path w="6462602" h="2219496">
                <a:moveTo>
                  <a:pt x="6140260" y="142554"/>
                </a:moveTo>
                <a:lnTo>
                  <a:pt x="6437445" y="142554"/>
                </a:lnTo>
                <a:quadBezTo>
                  <a:pt x="6462602" y="142554"/>
                  <a:pt x="6462602" y="117398"/>
                </a:quadBezTo>
                <a:lnTo>
                  <a:pt x="6462602" y="25156"/>
                </a:lnTo>
                <a:quadBezTo>
                  <a:pt x="6462602" y="0"/>
                  <a:pt x="6437445" y="0"/>
                </a:quadBezTo>
                <a:lnTo>
                  <a:pt x="6140260" y="0"/>
                </a:lnTo>
                <a:quadBezTo>
                  <a:pt x="6115103" y="0"/>
                  <a:pt x="6115103" y="25156"/>
                </a:quadBezTo>
                <a:lnTo>
                  <a:pt x="6115103" y="117398"/>
                </a:lnTo>
                <a:quadBezTo>
                  <a:pt x="6115103" y="142554"/>
                  <a:pt x="6140260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24" name="Text 324"/>
          <p:cNvSpPr txBox="1"/>
          <p:nvPr/>
        </p:nvSpPr>
        <p:spPr>
          <a:xfrm>
            <a:off x="7710475" y="4526660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0.24</a:t>
            </a:r>
          </a:p>
        </p:txBody>
      </p:sp>
      <p:sp>
        <p:nvSpPr>
          <p:cNvPr id="325" name="Shape 325"/>
          <p:cNvSpPr/>
          <p:nvPr/>
        </p:nvSpPr>
        <p:spPr>
          <a:xfrm>
            <a:off x="1779924" y="4499826"/>
            <a:ext cx="7482960" cy="2219496"/>
          </a:xfrm>
          <a:custGeom>
            <a:avLst/>
            <a:gdLst/>
            <a:ahLst/>
            <a:cxnLst/>
            <a:rect l="0" t="0" r="r" b="b"/>
            <a:pathLst>
              <a:path w="7482960" h="2219496">
                <a:moveTo>
                  <a:pt x="7160618" y="142554"/>
                </a:moveTo>
                <a:lnTo>
                  <a:pt x="7457803" y="142554"/>
                </a:lnTo>
                <a:quadBezTo>
                  <a:pt x="7482960" y="142554"/>
                  <a:pt x="7482960" y="117398"/>
                </a:quadBezTo>
                <a:lnTo>
                  <a:pt x="7482960" y="25156"/>
                </a:lnTo>
                <a:quadBezTo>
                  <a:pt x="7482960" y="0"/>
                  <a:pt x="7457803" y="0"/>
                </a:quadBezTo>
                <a:lnTo>
                  <a:pt x="7160618" y="0"/>
                </a:lnTo>
                <a:quadBezTo>
                  <a:pt x="7135461" y="0"/>
                  <a:pt x="7135461" y="25156"/>
                </a:quadBezTo>
                <a:lnTo>
                  <a:pt x="7135461" y="117398"/>
                </a:lnTo>
                <a:quadBezTo>
                  <a:pt x="7135461" y="142554"/>
                  <a:pt x="7160618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26" name="Text 326"/>
          <p:cNvSpPr txBox="1"/>
          <p:nvPr/>
        </p:nvSpPr>
        <p:spPr>
          <a:xfrm>
            <a:off x="8730833" y="4526660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1.08</a:t>
            </a:r>
          </a:p>
        </p:txBody>
      </p:sp>
      <p:sp>
        <p:nvSpPr>
          <p:cNvPr id="327" name="Shape 327"/>
          <p:cNvSpPr/>
          <p:nvPr/>
        </p:nvSpPr>
        <p:spPr>
          <a:xfrm>
            <a:off x="1779924" y="4499826"/>
            <a:ext cx="8503318" cy="2219496"/>
          </a:xfrm>
          <a:custGeom>
            <a:avLst/>
            <a:gdLst/>
            <a:ahLst/>
            <a:cxnLst/>
            <a:rect l="0" t="0" r="r" b="b"/>
            <a:pathLst>
              <a:path w="8503318" h="2219496">
                <a:moveTo>
                  <a:pt x="8180976" y="142554"/>
                </a:moveTo>
                <a:lnTo>
                  <a:pt x="8478161" y="142554"/>
                </a:lnTo>
                <a:quadBezTo>
                  <a:pt x="8503318" y="142554"/>
                  <a:pt x="8503318" y="117398"/>
                </a:quadBezTo>
                <a:lnTo>
                  <a:pt x="8503318" y="25156"/>
                </a:lnTo>
                <a:quadBezTo>
                  <a:pt x="8503318" y="0"/>
                  <a:pt x="8478161" y="0"/>
                </a:quadBezTo>
                <a:lnTo>
                  <a:pt x="8180976" y="0"/>
                </a:lnTo>
                <a:quadBezTo>
                  <a:pt x="8155819" y="0"/>
                  <a:pt x="8155819" y="25156"/>
                </a:quadBezTo>
                <a:lnTo>
                  <a:pt x="8155819" y="117398"/>
                </a:lnTo>
                <a:quadBezTo>
                  <a:pt x="8155819" y="142554"/>
                  <a:pt x="8180976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28" name="Text 328"/>
          <p:cNvSpPr txBox="1"/>
          <p:nvPr/>
        </p:nvSpPr>
        <p:spPr>
          <a:xfrm>
            <a:off x="9751191" y="4526660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0.23</a:t>
            </a:r>
          </a:p>
        </p:txBody>
      </p:sp>
      <p:sp>
        <p:nvSpPr>
          <p:cNvPr id="329" name="Shape 329"/>
          <p:cNvSpPr/>
          <p:nvPr/>
        </p:nvSpPr>
        <p:spPr>
          <a:xfrm>
            <a:off x="2356481" y="5870789"/>
            <a:ext cx="1150304" cy="276301"/>
          </a:xfrm>
          <a:custGeom>
            <a:avLst/>
            <a:gdLst/>
            <a:ahLst/>
            <a:cxnLst/>
            <a:rect l="0" t="0" r="r" b="b"/>
            <a:pathLst>
              <a:path w="1150304" h="276301" fill="none">
                <a:moveTo>
                  <a:pt x="0" y="276301"/>
                </a:moveTo>
                <a:lnTo>
                  <a:pt x="124041" y="252800"/>
                </a:lnTo>
                <a:lnTo>
                  <a:pt x="238354" y="231078"/>
                </a:lnTo>
                <a:lnTo>
                  <a:pt x="344854" y="209541"/>
                </a:lnTo>
                <a:lnTo>
                  <a:pt x="443017" y="188266"/>
                </a:lnTo>
                <a:lnTo>
                  <a:pt x="534950" y="167913"/>
                </a:lnTo>
                <a:lnTo>
                  <a:pt x="623457" y="148358"/>
                </a:lnTo>
                <a:lnTo>
                  <a:pt x="705278" y="129697"/>
                </a:lnTo>
                <a:lnTo>
                  <a:pt x="783127" y="111681"/>
                </a:lnTo>
                <a:lnTo>
                  <a:pt x="851178" y="90944"/>
                </a:lnTo>
                <a:lnTo>
                  <a:pt x="917874" y="69754"/>
                </a:lnTo>
                <a:lnTo>
                  <a:pt x="982158" y="49408"/>
                </a:lnTo>
                <a:lnTo>
                  <a:pt x="1044587" y="29836"/>
                </a:lnTo>
                <a:lnTo>
                  <a:pt x="1106220" y="10185"/>
                </a:lnTo>
                <a:lnTo>
                  <a:pt x="1150304" y="0"/>
                </a:lnTo>
              </a:path>
            </a:pathLst>
          </a:custGeom>
          <a:noFill/>
          <a:ln w="20125" cap="rnd">
            <a:solidFill>
              <a:srgbClr val="22855A">
                <a:alpha val="95000"/>
              </a:srgbClr>
            </a:solidFill>
            <a:round/>
          </a:ln>
        </p:spPr>
      </p:sp>
      <p:sp>
        <p:nvSpPr>
          <p:cNvPr id="330" name="Shape 330"/>
          <p:cNvSpPr/>
          <p:nvPr/>
        </p:nvSpPr>
        <p:spPr>
          <a:xfrm>
            <a:off x="1779924" y="5924705"/>
            <a:ext cx="4421886" cy="794618"/>
          </a:xfrm>
          <a:custGeom>
            <a:avLst/>
            <a:gdLst/>
            <a:ahLst/>
            <a:cxnLst/>
            <a:rect l="0" t="0" r="r" b="b"/>
            <a:pathLst>
              <a:path w="4421886" h="794618">
                <a:moveTo>
                  <a:pt x="4099544" y="142554"/>
                </a:moveTo>
                <a:lnTo>
                  <a:pt x="4396729" y="142554"/>
                </a:lnTo>
                <a:quadBezTo>
                  <a:pt x="4421886" y="142554"/>
                  <a:pt x="4421886" y="117398"/>
                </a:quadBezTo>
                <a:lnTo>
                  <a:pt x="4421886" y="25156"/>
                </a:lnTo>
                <a:quadBezTo>
                  <a:pt x="4421886" y="0"/>
                  <a:pt x="4396729" y="0"/>
                </a:quadBezTo>
                <a:lnTo>
                  <a:pt x="4099544" y="0"/>
                </a:lnTo>
                <a:quadBezTo>
                  <a:pt x="4074387" y="0"/>
                  <a:pt x="4074387" y="25156"/>
                </a:quadBezTo>
                <a:lnTo>
                  <a:pt x="4074387" y="117398"/>
                </a:lnTo>
                <a:quadBezTo>
                  <a:pt x="4074387" y="142554"/>
                  <a:pt x="4099544" y="142554"/>
                </a:quadBezTo>
                <a:close/>
              </a:path>
            </a:pathLst>
          </a:custGeom>
          <a:solidFill>
            <a:srgbClr val="248559">
              <a:alpha val="90000"/>
            </a:srgbClr>
          </a:solidFill>
          <a:ln>
            <a:noFill/>
          </a:ln>
        </p:spPr>
      </p:sp>
      <p:sp>
        <p:nvSpPr>
          <p:cNvPr id="331" name="Text 331"/>
          <p:cNvSpPr txBox="1"/>
          <p:nvPr/>
        </p:nvSpPr>
        <p:spPr>
          <a:xfrm>
            <a:off x="5669759" y="5951539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0.08</a:t>
            </a:r>
          </a:p>
        </p:txBody>
      </p:sp>
      <p:sp>
        <p:nvSpPr>
          <p:cNvPr id="332" name="Shape 332"/>
          <p:cNvSpPr/>
          <p:nvPr/>
        </p:nvSpPr>
        <p:spPr>
          <a:xfrm>
            <a:off x="1779924" y="5924705"/>
            <a:ext cx="5442244" cy="794618"/>
          </a:xfrm>
          <a:custGeom>
            <a:avLst/>
            <a:gdLst/>
            <a:ahLst/>
            <a:cxnLst/>
            <a:rect l="0" t="0" r="r" b="b"/>
            <a:pathLst>
              <a:path w="5442244" h="794618">
                <a:moveTo>
                  <a:pt x="5119902" y="142554"/>
                </a:moveTo>
                <a:lnTo>
                  <a:pt x="5417087" y="142554"/>
                </a:lnTo>
                <a:quadBezTo>
                  <a:pt x="5442244" y="142554"/>
                  <a:pt x="5442244" y="117398"/>
                </a:quadBezTo>
                <a:lnTo>
                  <a:pt x="5442244" y="25156"/>
                </a:lnTo>
                <a:quadBezTo>
                  <a:pt x="5442244" y="0"/>
                  <a:pt x="5417087" y="0"/>
                </a:quadBezTo>
                <a:lnTo>
                  <a:pt x="5119902" y="0"/>
                </a:lnTo>
                <a:quadBezTo>
                  <a:pt x="5094745" y="0"/>
                  <a:pt x="5094745" y="25156"/>
                </a:quadBezTo>
                <a:lnTo>
                  <a:pt x="5094745" y="117398"/>
                </a:lnTo>
                <a:quadBezTo>
                  <a:pt x="5094745" y="142554"/>
                  <a:pt x="5119902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33" name="Text 333"/>
          <p:cNvSpPr txBox="1"/>
          <p:nvPr/>
        </p:nvSpPr>
        <p:spPr>
          <a:xfrm>
            <a:off x="6690117" y="5951539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0.38</a:t>
            </a:r>
          </a:p>
        </p:txBody>
      </p:sp>
      <p:sp>
        <p:nvSpPr>
          <p:cNvPr id="334" name="Shape 334"/>
          <p:cNvSpPr/>
          <p:nvPr/>
        </p:nvSpPr>
        <p:spPr>
          <a:xfrm>
            <a:off x="1779924" y="5924705"/>
            <a:ext cx="6462602" cy="794618"/>
          </a:xfrm>
          <a:custGeom>
            <a:avLst/>
            <a:gdLst/>
            <a:ahLst/>
            <a:cxnLst/>
            <a:rect l="0" t="0" r="r" b="b"/>
            <a:pathLst>
              <a:path w="6462602" h="794618">
                <a:moveTo>
                  <a:pt x="6140260" y="142554"/>
                </a:moveTo>
                <a:lnTo>
                  <a:pt x="6437445" y="142554"/>
                </a:lnTo>
                <a:quadBezTo>
                  <a:pt x="6462602" y="142554"/>
                  <a:pt x="6462602" y="117398"/>
                </a:quadBezTo>
                <a:lnTo>
                  <a:pt x="6462602" y="25156"/>
                </a:lnTo>
                <a:quadBezTo>
                  <a:pt x="6462602" y="0"/>
                  <a:pt x="6437445" y="0"/>
                </a:quadBezTo>
                <a:lnTo>
                  <a:pt x="6140260" y="0"/>
                </a:lnTo>
                <a:quadBezTo>
                  <a:pt x="6115103" y="0"/>
                  <a:pt x="6115103" y="25156"/>
                </a:quadBezTo>
                <a:lnTo>
                  <a:pt x="6115103" y="117398"/>
                </a:lnTo>
                <a:quadBezTo>
                  <a:pt x="6115103" y="142554"/>
                  <a:pt x="6140260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35" name="Text 335"/>
          <p:cNvSpPr txBox="1"/>
          <p:nvPr/>
        </p:nvSpPr>
        <p:spPr>
          <a:xfrm>
            <a:off x="7710475" y="5951539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0.32</a:t>
            </a:r>
          </a:p>
        </p:txBody>
      </p:sp>
      <p:sp>
        <p:nvSpPr>
          <p:cNvPr id="336" name="Shape 336"/>
          <p:cNvSpPr/>
          <p:nvPr/>
        </p:nvSpPr>
        <p:spPr>
          <a:xfrm>
            <a:off x="1779924" y="5924705"/>
            <a:ext cx="7482960" cy="794618"/>
          </a:xfrm>
          <a:custGeom>
            <a:avLst/>
            <a:gdLst/>
            <a:ahLst/>
            <a:cxnLst/>
            <a:rect l="0" t="0" r="r" b="b"/>
            <a:pathLst>
              <a:path w="7482960" h="794618">
                <a:moveTo>
                  <a:pt x="7160618" y="142554"/>
                </a:moveTo>
                <a:lnTo>
                  <a:pt x="7457803" y="142554"/>
                </a:lnTo>
                <a:quadBezTo>
                  <a:pt x="7482960" y="142554"/>
                  <a:pt x="7482960" y="117398"/>
                </a:quadBezTo>
                <a:lnTo>
                  <a:pt x="7482960" y="25156"/>
                </a:lnTo>
                <a:quadBezTo>
                  <a:pt x="7482960" y="0"/>
                  <a:pt x="7457803" y="0"/>
                </a:quadBezTo>
                <a:lnTo>
                  <a:pt x="7160618" y="0"/>
                </a:lnTo>
                <a:quadBezTo>
                  <a:pt x="7135461" y="0"/>
                  <a:pt x="7135461" y="25156"/>
                </a:quadBezTo>
                <a:lnTo>
                  <a:pt x="7135461" y="117398"/>
                </a:lnTo>
                <a:quadBezTo>
                  <a:pt x="7135461" y="142554"/>
                  <a:pt x="7160618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37" name="Text 337"/>
          <p:cNvSpPr txBox="1"/>
          <p:nvPr/>
        </p:nvSpPr>
        <p:spPr>
          <a:xfrm>
            <a:off x="8730833" y="5951539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0.12</a:t>
            </a:r>
          </a:p>
        </p:txBody>
      </p:sp>
      <p:sp>
        <p:nvSpPr>
          <p:cNvPr id="338" name="Shape 338"/>
          <p:cNvSpPr/>
          <p:nvPr/>
        </p:nvSpPr>
        <p:spPr>
          <a:xfrm>
            <a:off x="1779924" y="5924705"/>
            <a:ext cx="8503318" cy="794618"/>
          </a:xfrm>
          <a:custGeom>
            <a:avLst/>
            <a:gdLst/>
            <a:ahLst/>
            <a:cxnLst/>
            <a:rect l="0" t="0" r="r" b="b"/>
            <a:pathLst>
              <a:path w="8503318" h="794618">
                <a:moveTo>
                  <a:pt x="8180976" y="142554"/>
                </a:moveTo>
                <a:lnTo>
                  <a:pt x="8478161" y="142554"/>
                </a:lnTo>
                <a:quadBezTo>
                  <a:pt x="8503318" y="142554"/>
                  <a:pt x="8503318" y="117398"/>
                </a:quadBezTo>
                <a:lnTo>
                  <a:pt x="8503318" y="25156"/>
                </a:lnTo>
                <a:quadBezTo>
                  <a:pt x="8503318" y="0"/>
                  <a:pt x="8478161" y="0"/>
                </a:quadBezTo>
                <a:lnTo>
                  <a:pt x="8180976" y="0"/>
                </a:lnTo>
                <a:quadBezTo>
                  <a:pt x="8155819" y="0"/>
                  <a:pt x="8155819" y="25156"/>
                </a:quadBezTo>
                <a:lnTo>
                  <a:pt x="8155819" y="117398"/>
                </a:lnTo>
                <a:quadBezTo>
                  <a:pt x="8155819" y="142554"/>
                  <a:pt x="8180976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39" name="Text 339"/>
          <p:cNvSpPr txBox="1"/>
          <p:nvPr/>
        </p:nvSpPr>
        <p:spPr>
          <a:xfrm>
            <a:off x="9751191" y="5951539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0.30</a:t>
            </a:r>
          </a:p>
        </p:txBody>
      </p:sp>
      <p:sp>
        <p:nvSpPr>
          <p:cNvPr id="340" name="Shape 340"/>
          <p:cNvSpPr/>
          <p:nvPr/>
        </p:nvSpPr>
        <p:spPr>
          <a:xfrm>
            <a:off x="3515367" y="1433630"/>
            <a:ext cx="128683" cy="75037"/>
          </a:xfrm>
          <a:custGeom>
            <a:avLst/>
            <a:gdLst/>
            <a:ahLst/>
            <a:cxnLst/>
            <a:rect l="0" t="0" r="r" b="b"/>
            <a:pathLst>
              <a:path w="128683" h="75037" fill="none">
                <a:moveTo>
                  <a:pt x="128683" y="0"/>
                </a:moveTo>
                <a:lnTo>
                  <a:pt x="0" y="75037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1" name="Shape 341"/>
          <p:cNvSpPr/>
          <p:nvPr/>
        </p:nvSpPr>
        <p:spPr>
          <a:xfrm>
            <a:off x="3581395" y="1393938"/>
            <a:ext cx="62654" cy="39691"/>
          </a:xfrm>
          <a:custGeom>
            <a:avLst/>
            <a:gdLst/>
            <a:ahLst/>
            <a:cxnLst/>
            <a:rect l="0" t="0" r="r" b="b"/>
            <a:pathLst>
              <a:path w="62654" h="39691" fill="none">
                <a:moveTo>
                  <a:pt x="62654" y="39691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2" name="Shape 342"/>
          <p:cNvSpPr/>
          <p:nvPr/>
        </p:nvSpPr>
        <p:spPr>
          <a:xfrm>
            <a:off x="3550380" y="1317381"/>
            <a:ext cx="93670" cy="116249"/>
          </a:xfrm>
          <a:custGeom>
            <a:avLst/>
            <a:gdLst/>
            <a:ahLst/>
            <a:cxnLst/>
            <a:rect l="0" t="0" r="r" b="b"/>
            <a:pathLst>
              <a:path w="93670" h="116249" fill="none">
                <a:moveTo>
                  <a:pt x="93670" y="116249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3" name="Shape 343"/>
          <p:cNvSpPr/>
          <p:nvPr/>
        </p:nvSpPr>
        <p:spPr>
          <a:xfrm>
            <a:off x="3484224" y="1432163"/>
            <a:ext cx="159825" cy="1466"/>
          </a:xfrm>
          <a:custGeom>
            <a:avLst/>
            <a:gdLst/>
            <a:ahLst/>
            <a:cxnLst/>
            <a:rect l="0" t="0" r="r" b="b"/>
            <a:pathLst>
              <a:path w="159825" h="1466" fill="none">
                <a:moveTo>
                  <a:pt x="159825" y="1466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4" name="Shape 344"/>
          <p:cNvSpPr/>
          <p:nvPr/>
        </p:nvSpPr>
        <p:spPr>
          <a:xfrm>
            <a:off x="3713080" y="2943220"/>
            <a:ext cx="163787" cy="82414"/>
          </a:xfrm>
          <a:custGeom>
            <a:avLst/>
            <a:gdLst/>
            <a:ahLst/>
            <a:cxnLst/>
            <a:rect l="0" t="0" r="r" b="b"/>
            <a:pathLst>
              <a:path w="163787" h="82414" fill="none">
                <a:moveTo>
                  <a:pt x="163787" y="0"/>
                </a:moveTo>
                <a:lnTo>
                  <a:pt x="0" y="82414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5" name="Shape 345"/>
          <p:cNvSpPr/>
          <p:nvPr/>
        </p:nvSpPr>
        <p:spPr>
          <a:xfrm>
            <a:off x="3729185" y="2881372"/>
            <a:ext cx="147683" cy="61847"/>
          </a:xfrm>
          <a:custGeom>
            <a:avLst/>
            <a:gdLst/>
            <a:ahLst/>
            <a:cxnLst/>
            <a:rect l="0" t="0" r="r" b="b"/>
            <a:pathLst>
              <a:path w="147683" h="61847" fill="none">
                <a:moveTo>
                  <a:pt x="147683" y="61847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6" name="Shape 346"/>
          <p:cNvSpPr/>
          <p:nvPr/>
        </p:nvSpPr>
        <p:spPr>
          <a:xfrm>
            <a:off x="3754160" y="2807652"/>
            <a:ext cx="122707" cy="135567"/>
          </a:xfrm>
          <a:custGeom>
            <a:avLst/>
            <a:gdLst/>
            <a:ahLst/>
            <a:cxnLst/>
            <a:rect l="0" t="0" r="r" b="b"/>
            <a:pathLst>
              <a:path w="122707" h="135567" fill="none">
                <a:moveTo>
                  <a:pt x="122707" y="135567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7" name="Shape 347"/>
          <p:cNvSpPr/>
          <p:nvPr/>
        </p:nvSpPr>
        <p:spPr>
          <a:xfrm>
            <a:off x="3738066" y="2943220"/>
            <a:ext cx="138801" cy="8809"/>
          </a:xfrm>
          <a:custGeom>
            <a:avLst/>
            <a:gdLst/>
            <a:ahLst/>
            <a:cxnLst/>
            <a:rect l="0" t="0" r="r" b="b"/>
            <a:pathLst>
              <a:path w="138801" h="8809" fill="none">
                <a:moveTo>
                  <a:pt x="138801" y="0"/>
                </a:moveTo>
                <a:lnTo>
                  <a:pt x="0" y="8809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8" name="Shape 348"/>
          <p:cNvSpPr/>
          <p:nvPr/>
        </p:nvSpPr>
        <p:spPr>
          <a:xfrm>
            <a:off x="2094127" y="4676517"/>
            <a:ext cx="80775" cy="2882"/>
          </a:xfrm>
          <a:custGeom>
            <a:avLst/>
            <a:gdLst/>
            <a:ahLst/>
            <a:cxnLst/>
            <a:rect l="0" t="0" r="r" b="b"/>
            <a:pathLst>
              <a:path w="80775" h="2882" fill="none">
                <a:moveTo>
                  <a:pt x="80775" y="2882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9" name="Shape 349"/>
          <p:cNvSpPr/>
          <p:nvPr/>
        </p:nvSpPr>
        <p:spPr>
          <a:xfrm>
            <a:off x="2174902" y="4679400"/>
            <a:ext cx="94896" cy="5013"/>
          </a:xfrm>
          <a:custGeom>
            <a:avLst/>
            <a:gdLst/>
            <a:ahLst/>
            <a:cxnLst/>
            <a:rect l="0" t="0" r="r" b="b"/>
            <a:pathLst>
              <a:path w="94896" h="5013" fill="none">
                <a:moveTo>
                  <a:pt x="0" y="0"/>
                </a:moveTo>
                <a:lnTo>
                  <a:pt x="94896" y="5013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50" name="Shape 350"/>
          <p:cNvSpPr/>
          <p:nvPr/>
        </p:nvSpPr>
        <p:spPr>
          <a:xfrm>
            <a:off x="2174902" y="4563876"/>
            <a:ext cx="97982" cy="115524"/>
          </a:xfrm>
          <a:custGeom>
            <a:avLst/>
            <a:gdLst/>
            <a:ahLst/>
            <a:cxnLst/>
            <a:rect l="0" t="0" r="r" b="b"/>
            <a:pathLst>
              <a:path w="97982" h="115524" fill="none">
                <a:moveTo>
                  <a:pt x="0" y="115524"/>
                </a:moveTo>
                <a:lnTo>
                  <a:pt x="97982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51" name="Shape 351"/>
          <p:cNvSpPr/>
          <p:nvPr/>
        </p:nvSpPr>
        <p:spPr>
          <a:xfrm>
            <a:off x="2097079" y="4555983"/>
            <a:ext cx="77823" cy="123417"/>
          </a:xfrm>
          <a:custGeom>
            <a:avLst/>
            <a:gdLst/>
            <a:ahLst/>
            <a:cxnLst/>
            <a:rect l="0" t="0" r="r" b="b"/>
            <a:pathLst>
              <a:path w="77823" h="123417" fill="none">
                <a:moveTo>
                  <a:pt x="77823" y="123417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52" name="Shape 352"/>
          <p:cNvSpPr/>
          <p:nvPr/>
        </p:nvSpPr>
        <p:spPr>
          <a:xfrm>
            <a:off x="3413035" y="5870789"/>
            <a:ext cx="93751" cy="56919"/>
          </a:xfrm>
          <a:custGeom>
            <a:avLst/>
            <a:gdLst/>
            <a:ahLst/>
            <a:cxnLst/>
            <a:rect l="0" t="0" r="r" b="b"/>
            <a:pathLst>
              <a:path w="93751" h="56919" fill="none">
                <a:moveTo>
                  <a:pt x="93751" y="0"/>
                </a:moveTo>
                <a:lnTo>
                  <a:pt x="0" y="56919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53" name="Shape 353"/>
          <p:cNvSpPr/>
          <p:nvPr/>
        </p:nvSpPr>
        <p:spPr>
          <a:xfrm>
            <a:off x="3498087" y="5849559"/>
            <a:ext cx="8699" cy="21229"/>
          </a:xfrm>
          <a:custGeom>
            <a:avLst/>
            <a:gdLst/>
            <a:ahLst/>
            <a:cxnLst/>
            <a:rect l="0" t="0" r="r" b="b"/>
            <a:pathLst>
              <a:path w="8699" h="21229" fill="none">
                <a:moveTo>
                  <a:pt x="8699" y="21229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54" name="Shape 354"/>
          <p:cNvSpPr/>
          <p:nvPr/>
        </p:nvSpPr>
        <p:spPr>
          <a:xfrm>
            <a:off x="3462547" y="5775256"/>
            <a:ext cx="44238" cy="95533"/>
          </a:xfrm>
          <a:custGeom>
            <a:avLst/>
            <a:gdLst/>
            <a:ahLst/>
            <a:cxnLst/>
            <a:rect l="0" t="0" r="r" b="b"/>
            <a:pathLst>
              <a:path w="44238" h="95533" fill="none">
                <a:moveTo>
                  <a:pt x="44238" y="95533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55" name="Shape 355"/>
          <p:cNvSpPr/>
          <p:nvPr/>
        </p:nvSpPr>
        <p:spPr>
          <a:xfrm>
            <a:off x="3377376" y="5853401"/>
            <a:ext cx="129410" cy="17388"/>
          </a:xfrm>
          <a:custGeom>
            <a:avLst/>
            <a:gdLst/>
            <a:ahLst/>
            <a:cxnLst/>
            <a:rect l="0" t="0" r="r" b="b"/>
            <a:pathLst>
              <a:path w="129410" h="17388" fill="none">
                <a:moveTo>
                  <a:pt x="129410" y="17388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56" name="Shape 356"/>
          <p:cNvSpPr/>
          <p:nvPr/>
        </p:nvSpPr>
        <p:spPr>
          <a:xfrm>
            <a:off x="3484224" y="1317381"/>
            <a:ext cx="97170" cy="191287"/>
          </a:xfrm>
          <a:custGeom>
            <a:avLst/>
            <a:gdLst/>
            <a:ahLst/>
            <a:cxnLst/>
            <a:rect l="0" t="0" r="r" b="b"/>
            <a:pathLst>
              <a:path w="97170" h="191287">
                <a:moveTo>
                  <a:pt x="0" y="114782"/>
                </a:moveTo>
                <a:lnTo>
                  <a:pt x="66155" y="0"/>
                </a:lnTo>
                <a:lnTo>
                  <a:pt x="97170" y="76557"/>
                </a:lnTo>
                <a:lnTo>
                  <a:pt x="31142" y="191287"/>
                </a:lnTo>
                <a:lnTo>
                  <a:pt x="0" y="114782"/>
                </a:lnTo>
                <a:close/>
              </a:path>
            </a:pathLst>
          </a:custGeom>
          <a:solidFill>
            <a:srgbClr val="FFFFFF"/>
          </a:solidFill>
          <a:ln w="11739" cap="flat">
            <a:solidFill>
              <a:srgbClr val="22855A"/>
            </a:solidFill>
            <a:round/>
          </a:ln>
        </p:spPr>
      </p:sp>
      <p:sp>
        <p:nvSpPr>
          <p:cNvPr id="357" name="Shape 357"/>
          <p:cNvSpPr/>
          <p:nvPr/>
        </p:nvSpPr>
        <p:spPr>
          <a:xfrm>
            <a:off x="3713080" y="2807652"/>
            <a:ext cx="41079" cy="217981"/>
          </a:xfrm>
          <a:custGeom>
            <a:avLst/>
            <a:gdLst/>
            <a:ahLst/>
            <a:cxnLst/>
            <a:rect l="0" t="0" r="r" b="b"/>
            <a:pathLst>
              <a:path w="41079" h="217981">
                <a:moveTo>
                  <a:pt x="16104" y="73719"/>
                </a:moveTo>
                <a:lnTo>
                  <a:pt x="41079" y="0"/>
                </a:lnTo>
                <a:lnTo>
                  <a:pt x="24986" y="144376"/>
                </a:lnTo>
                <a:lnTo>
                  <a:pt x="0" y="217981"/>
                </a:lnTo>
                <a:lnTo>
                  <a:pt x="16104" y="73719"/>
                </a:lnTo>
                <a:close/>
              </a:path>
            </a:pathLst>
          </a:custGeom>
          <a:solidFill>
            <a:srgbClr val="FFFFFF"/>
          </a:solidFill>
          <a:ln w="11739" cap="flat">
            <a:solidFill>
              <a:srgbClr val="22855A"/>
            </a:solidFill>
            <a:round/>
          </a:ln>
        </p:spPr>
      </p:sp>
      <p:sp>
        <p:nvSpPr>
          <p:cNvPr id="358" name="Shape 358"/>
          <p:cNvSpPr/>
          <p:nvPr/>
        </p:nvSpPr>
        <p:spPr>
          <a:xfrm>
            <a:off x="2094127" y="4555983"/>
            <a:ext cx="178757" cy="128430"/>
          </a:xfrm>
          <a:custGeom>
            <a:avLst/>
            <a:gdLst/>
            <a:ahLst/>
            <a:cxnLst/>
            <a:rect l="0" t="0" r="r" b="b"/>
            <a:pathLst>
              <a:path w="178757" h="128430">
                <a:moveTo>
                  <a:pt x="2952" y="0"/>
                </a:moveTo>
                <a:lnTo>
                  <a:pt x="178757" y="7892"/>
                </a:lnTo>
                <a:lnTo>
                  <a:pt x="175671" y="128430"/>
                </a:lnTo>
                <a:lnTo>
                  <a:pt x="0" y="120534"/>
                </a:lnTo>
                <a:lnTo>
                  <a:pt x="2952" y="0"/>
                </a:lnTo>
                <a:close/>
              </a:path>
            </a:pathLst>
          </a:custGeom>
          <a:solidFill>
            <a:srgbClr val="FFFFFF"/>
          </a:solidFill>
          <a:ln w="11739" cap="flat">
            <a:solidFill>
              <a:srgbClr val="22855A"/>
            </a:solidFill>
            <a:round/>
          </a:ln>
        </p:spPr>
      </p:sp>
      <p:sp>
        <p:nvSpPr>
          <p:cNvPr id="359" name="Shape 359"/>
          <p:cNvSpPr/>
          <p:nvPr/>
        </p:nvSpPr>
        <p:spPr>
          <a:xfrm>
            <a:off x="3377376" y="5775256"/>
            <a:ext cx="120710" cy="152452"/>
          </a:xfrm>
          <a:custGeom>
            <a:avLst/>
            <a:gdLst/>
            <a:ahLst/>
            <a:cxnLst/>
            <a:rect l="0" t="0" r="r" b="b"/>
            <a:pathLst>
              <a:path w="120710" h="152452">
                <a:moveTo>
                  <a:pt x="0" y="78144"/>
                </a:moveTo>
                <a:lnTo>
                  <a:pt x="85171" y="0"/>
                </a:lnTo>
                <a:lnTo>
                  <a:pt x="120710" y="74303"/>
                </a:lnTo>
                <a:lnTo>
                  <a:pt x="35658" y="152452"/>
                </a:lnTo>
                <a:lnTo>
                  <a:pt x="0" y="78144"/>
                </a:lnTo>
                <a:close/>
              </a:path>
            </a:pathLst>
          </a:custGeom>
          <a:solidFill>
            <a:srgbClr val="FFFFFF"/>
          </a:solidFill>
          <a:ln w="11739" cap="flat">
            <a:solidFill>
              <a:srgbClr val="22855A"/>
            </a:solidFill>
            <a:round/>
          </a:ln>
        </p:spPr>
      </p:sp>
      <p:sp>
        <p:nvSpPr>
          <p:cNvPr id="360" name="Shape 360"/>
          <p:cNvSpPr/>
          <p:nvPr/>
        </p:nvSpPr>
        <p:spPr>
          <a:xfrm>
            <a:off x="2260016" y="1808793"/>
            <a:ext cx="27050" cy="47745"/>
          </a:xfrm>
          <a:custGeom>
            <a:avLst/>
            <a:gdLst/>
            <a:ahLst/>
            <a:cxnLst/>
            <a:rect l="0" t="0" r="r" b="b"/>
            <a:pathLst>
              <a:path w="27050" h="47745" fill="none">
                <a:moveTo>
                  <a:pt x="0" y="47745"/>
                </a:moveTo>
                <a:lnTo>
                  <a:pt x="2705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1" name="Shape 361"/>
          <p:cNvSpPr/>
          <p:nvPr/>
        </p:nvSpPr>
        <p:spPr>
          <a:xfrm>
            <a:off x="2260016" y="1856538"/>
            <a:ext cx="129563" cy="48515"/>
          </a:xfrm>
          <a:custGeom>
            <a:avLst/>
            <a:gdLst/>
            <a:ahLst/>
            <a:cxnLst/>
            <a:rect l="0" t="0" r="r" b="b"/>
            <a:pathLst>
              <a:path w="129563" h="48515" fill="none">
                <a:moveTo>
                  <a:pt x="0" y="0"/>
                </a:moveTo>
                <a:lnTo>
                  <a:pt x="129563" y="48515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2" name="Shape 362"/>
          <p:cNvSpPr/>
          <p:nvPr/>
        </p:nvSpPr>
        <p:spPr>
          <a:xfrm>
            <a:off x="2260016" y="1820795"/>
            <a:ext cx="157873" cy="35742"/>
          </a:xfrm>
          <a:custGeom>
            <a:avLst/>
            <a:gdLst/>
            <a:ahLst/>
            <a:cxnLst/>
            <a:rect l="0" t="0" r="r" b="b"/>
            <a:pathLst>
              <a:path w="157873" h="35742" fill="none">
                <a:moveTo>
                  <a:pt x="0" y="35742"/>
                </a:moveTo>
                <a:lnTo>
                  <a:pt x="157873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3" name="Shape 363"/>
          <p:cNvSpPr/>
          <p:nvPr/>
        </p:nvSpPr>
        <p:spPr>
          <a:xfrm>
            <a:off x="2260016" y="1724509"/>
            <a:ext cx="55206" cy="132029"/>
          </a:xfrm>
          <a:custGeom>
            <a:avLst/>
            <a:gdLst/>
            <a:ahLst/>
            <a:cxnLst/>
            <a:rect l="0" t="0" r="r" b="b"/>
            <a:pathLst>
              <a:path w="55206" h="132029" fill="none">
                <a:moveTo>
                  <a:pt x="0" y="132029"/>
                </a:moveTo>
                <a:lnTo>
                  <a:pt x="55206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4" name="Shape 364"/>
          <p:cNvSpPr/>
          <p:nvPr/>
        </p:nvSpPr>
        <p:spPr>
          <a:xfrm>
            <a:off x="1873221" y="3157995"/>
            <a:ext cx="156900" cy="27478"/>
          </a:xfrm>
          <a:custGeom>
            <a:avLst/>
            <a:gdLst/>
            <a:ahLst/>
            <a:cxnLst/>
            <a:rect l="0" t="0" r="r" b="b"/>
            <a:pathLst>
              <a:path w="156900" h="27478" fill="none">
                <a:moveTo>
                  <a:pt x="156900" y="27478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5" name="Shape 365"/>
          <p:cNvSpPr/>
          <p:nvPr/>
        </p:nvSpPr>
        <p:spPr>
          <a:xfrm>
            <a:off x="2022508" y="3076916"/>
            <a:ext cx="7613" cy="108558"/>
          </a:xfrm>
          <a:custGeom>
            <a:avLst/>
            <a:gdLst/>
            <a:ahLst/>
            <a:cxnLst/>
            <a:rect l="0" t="0" r="r" b="b"/>
            <a:pathLst>
              <a:path w="7613" h="108558" fill="none">
                <a:moveTo>
                  <a:pt x="7613" y="108558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6" name="Shape 366"/>
          <p:cNvSpPr/>
          <p:nvPr/>
        </p:nvSpPr>
        <p:spPr>
          <a:xfrm>
            <a:off x="2024880" y="3004097"/>
            <a:ext cx="5241" cy="181376"/>
          </a:xfrm>
          <a:custGeom>
            <a:avLst/>
            <a:gdLst/>
            <a:ahLst/>
            <a:cxnLst/>
            <a:rect l="0" t="0" r="r" b="b"/>
            <a:pathLst>
              <a:path w="5241" h="181376" fill="none">
                <a:moveTo>
                  <a:pt x="5241" y="181376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7" name="Shape 367"/>
          <p:cNvSpPr/>
          <p:nvPr/>
        </p:nvSpPr>
        <p:spPr>
          <a:xfrm>
            <a:off x="1875359" y="3085247"/>
            <a:ext cx="154762" cy="100227"/>
          </a:xfrm>
          <a:custGeom>
            <a:avLst/>
            <a:gdLst/>
            <a:ahLst/>
            <a:cxnLst/>
            <a:rect l="0" t="0" r="r" b="b"/>
            <a:pathLst>
              <a:path w="154762" h="100227" fill="none">
                <a:moveTo>
                  <a:pt x="154762" y="100227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8" name="Shape 368"/>
          <p:cNvSpPr/>
          <p:nvPr/>
        </p:nvSpPr>
        <p:spPr>
          <a:xfrm>
            <a:off x="3817734" y="4257864"/>
            <a:ext cx="115272" cy="127341"/>
          </a:xfrm>
          <a:custGeom>
            <a:avLst/>
            <a:gdLst/>
            <a:ahLst/>
            <a:cxnLst/>
            <a:rect l="0" t="0" r="r" b="b"/>
            <a:pathLst>
              <a:path w="115272" h="127341" fill="none">
                <a:moveTo>
                  <a:pt x="115272" y="0"/>
                </a:moveTo>
                <a:lnTo>
                  <a:pt x="0" y="127341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9" name="Shape 369"/>
          <p:cNvSpPr/>
          <p:nvPr/>
        </p:nvSpPr>
        <p:spPr>
          <a:xfrm>
            <a:off x="3844051" y="4244020"/>
            <a:ext cx="88956" cy="13843"/>
          </a:xfrm>
          <a:custGeom>
            <a:avLst/>
            <a:gdLst/>
            <a:ahLst/>
            <a:cxnLst/>
            <a:rect l="0" t="0" r="r" b="b"/>
            <a:pathLst>
              <a:path w="88956" h="13843" fill="none">
                <a:moveTo>
                  <a:pt x="88956" y="13843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70" name="Shape 370"/>
          <p:cNvSpPr/>
          <p:nvPr/>
        </p:nvSpPr>
        <p:spPr>
          <a:xfrm>
            <a:off x="3789381" y="4168572"/>
            <a:ext cx="143626" cy="89291"/>
          </a:xfrm>
          <a:custGeom>
            <a:avLst/>
            <a:gdLst/>
            <a:ahLst/>
            <a:cxnLst/>
            <a:rect l="0" t="0" r="r" b="b"/>
            <a:pathLst>
              <a:path w="143626" h="89291" fill="none">
                <a:moveTo>
                  <a:pt x="143626" y="89291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71" name="Shape 371"/>
          <p:cNvSpPr/>
          <p:nvPr/>
        </p:nvSpPr>
        <p:spPr>
          <a:xfrm>
            <a:off x="3762953" y="4257864"/>
            <a:ext cx="170053" cy="51972"/>
          </a:xfrm>
          <a:custGeom>
            <a:avLst/>
            <a:gdLst/>
            <a:ahLst/>
            <a:cxnLst/>
            <a:rect l="0" t="0" r="r" b="b"/>
            <a:pathLst>
              <a:path w="170053" h="51972" fill="none">
                <a:moveTo>
                  <a:pt x="170053" y="0"/>
                </a:moveTo>
                <a:lnTo>
                  <a:pt x="0" y="51972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72" name="Shape 372"/>
          <p:cNvSpPr/>
          <p:nvPr/>
        </p:nvSpPr>
        <p:spPr>
          <a:xfrm>
            <a:off x="2325484" y="6135425"/>
            <a:ext cx="30996" cy="11665"/>
          </a:xfrm>
          <a:custGeom>
            <a:avLst/>
            <a:gdLst/>
            <a:ahLst/>
            <a:cxnLst/>
            <a:rect l="0" t="0" r="r" b="b"/>
            <a:pathLst>
              <a:path w="30996" h="11665" fill="none">
                <a:moveTo>
                  <a:pt x="30996" y="11665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73" name="Shape 373"/>
          <p:cNvSpPr/>
          <p:nvPr/>
        </p:nvSpPr>
        <p:spPr>
          <a:xfrm>
            <a:off x="2356481" y="6147090"/>
            <a:ext cx="85882" cy="32970"/>
          </a:xfrm>
          <a:custGeom>
            <a:avLst/>
            <a:gdLst/>
            <a:ahLst/>
            <a:cxnLst/>
            <a:rect l="0" t="0" r="r" b="b"/>
            <a:pathLst>
              <a:path w="85882" h="32970" fill="none">
                <a:moveTo>
                  <a:pt x="0" y="0"/>
                </a:moveTo>
                <a:lnTo>
                  <a:pt x="85882" y="3297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74" name="Shape 374"/>
          <p:cNvSpPr/>
          <p:nvPr/>
        </p:nvSpPr>
        <p:spPr>
          <a:xfrm>
            <a:off x="2356481" y="6093912"/>
            <a:ext cx="108098" cy="53178"/>
          </a:xfrm>
          <a:custGeom>
            <a:avLst/>
            <a:gdLst/>
            <a:ahLst/>
            <a:cxnLst/>
            <a:rect l="0" t="0" r="r" b="b"/>
            <a:pathLst>
              <a:path w="108098" h="53178" fill="none">
                <a:moveTo>
                  <a:pt x="0" y="53178"/>
                </a:moveTo>
                <a:lnTo>
                  <a:pt x="108098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75" name="Shape 375"/>
          <p:cNvSpPr/>
          <p:nvPr/>
        </p:nvSpPr>
        <p:spPr>
          <a:xfrm>
            <a:off x="2347601" y="6049295"/>
            <a:ext cx="8880" cy="97795"/>
          </a:xfrm>
          <a:custGeom>
            <a:avLst/>
            <a:gdLst/>
            <a:ahLst/>
            <a:cxnLst/>
            <a:rect l="0" t="0" r="r" b="b"/>
            <a:pathLst>
              <a:path w="8880" h="97795" fill="none">
                <a:moveTo>
                  <a:pt x="8880" y="97795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76" name="Shape 376"/>
          <p:cNvSpPr/>
          <p:nvPr/>
        </p:nvSpPr>
        <p:spPr>
          <a:xfrm>
            <a:off x="2287067" y="1724509"/>
            <a:ext cx="130823" cy="180544"/>
          </a:xfrm>
          <a:custGeom>
            <a:avLst/>
            <a:gdLst/>
            <a:ahLst/>
            <a:cxnLst/>
            <a:rect l="0" t="0" r="r" b="b"/>
            <a:pathLst>
              <a:path w="130823" h="180544">
                <a:moveTo>
                  <a:pt x="28155" y="0"/>
                </a:moveTo>
                <a:lnTo>
                  <a:pt x="130823" y="96286"/>
                </a:lnTo>
                <a:lnTo>
                  <a:pt x="102512" y="180544"/>
                </a:lnTo>
                <a:lnTo>
                  <a:pt x="0" y="84283"/>
                </a:lnTo>
                <a:lnTo>
                  <a:pt x="28155" y="0"/>
                </a:lnTo>
                <a:close/>
              </a:path>
            </a:pathLst>
          </a:custGeom>
          <a:solidFill>
            <a:srgbClr val="F1F1F3"/>
          </a:solidFill>
          <a:ln w="8385" cap="flat">
            <a:solidFill>
              <a:srgbClr val="1F2126"/>
            </a:solidFill>
            <a:round/>
          </a:ln>
        </p:spPr>
      </p:sp>
      <p:sp>
        <p:nvSpPr>
          <p:cNvPr id="377" name="Shape 377"/>
          <p:cNvSpPr/>
          <p:nvPr/>
        </p:nvSpPr>
        <p:spPr>
          <a:xfrm>
            <a:off x="1873221" y="3004097"/>
            <a:ext cx="151658" cy="153897"/>
          </a:xfrm>
          <a:custGeom>
            <a:avLst/>
            <a:gdLst/>
            <a:ahLst/>
            <a:cxnLst/>
            <a:rect l="0" t="0" r="r" b="b"/>
            <a:pathLst>
              <a:path w="151658" h="153897">
                <a:moveTo>
                  <a:pt x="2137" y="81149"/>
                </a:moveTo>
                <a:lnTo>
                  <a:pt x="151658" y="0"/>
                </a:lnTo>
                <a:lnTo>
                  <a:pt x="149286" y="72818"/>
                </a:lnTo>
                <a:lnTo>
                  <a:pt x="0" y="153897"/>
                </a:lnTo>
                <a:lnTo>
                  <a:pt x="2137" y="81149"/>
                </a:lnTo>
                <a:close/>
              </a:path>
            </a:pathLst>
          </a:custGeom>
          <a:solidFill>
            <a:srgbClr val="F1F1F3"/>
          </a:solidFill>
          <a:ln w="8385" cap="flat">
            <a:solidFill>
              <a:srgbClr val="1F2126"/>
            </a:solidFill>
            <a:round/>
          </a:ln>
        </p:spPr>
      </p:sp>
      <p:sp>
        <p:nvSpPr>
          <p:cNvPr id="378" name="Shape 378"/>
          <p:cNvSpPr/>
          <p:nvPr/>
        </p:nvSpPr>
        <p:spPr>
          <a:xfrm>
            <a:off x="3762953" y="4168572"/>
            <a:ext cx="81097" cy="216632"/>
          </a:xfrm>
          <a:custGeom>
            <a:avLst/>
            <a:gdLst/>
            <a:ahLst/>
            <a:cxnLst/>
            <a:rect l="0" t="0" r="r" b="b"/>
            <a:pathLst>
              <a:path w="81097" h="216632">
                <a:moveTo>
                  <a:pt x="0" y="141263"/>
                </a:moveTo>
                <a:lnTo>
                  <a:pt x="26427" y="0"/>
                </a:lnTo>
                <a:lnTo>
                  <a:pt x="81097" y="75447"/>
                </a:lnTo>
                <a:lnTo>
                  <a:pt x="54781" y="216632"/>
                </a:lnTo>
                <a:lnTo>
                  <a:pt x="0" y="141263"/>
                </a:lnTo>
                <a:close/>
              </a:path>
            </a:pathLst>
          </a:custGeom>
          <a:solidFill>
            <a:srgbClr val="F1F1F3"/>
          </a:solidFill>
          <a:ln w="8385" cap="flat">
            <a:solidFill>
              <a:srgbClr val="1F2126"/>
            </a:solidFill>
            <a:round/>
          </a:ln>
        </p:spPr>
      </p:sp>
      <p:sp>
        <p:nvSpPr>
          <p:cNvPr id="379" name="Shape 379"/>
          <p:cNvSpPr/>
          <p:nvPr/>
        </p:nvSpPr>
        <p:spPr>
          <a:xfrm>
            <a:off x="2325484" y="6049295"/>
            <a:ext cx="139095" cy="130765"/>
          </a:xfrm>
          <a:custGeom>
            <a:avLst/>
            <a:gdLst/>
            <a:ahLst/>
            <a:cxnLst/>
            <a:rect l="0" t="0" r="r" b="b"/>
            <a:pathLst>
              <a:path w="139095" h="130765">
                <a:moveTo>
                  <a:pt x="22116" y="0"/>
                </a:moveTo>
                <a:lnTo>
                  <a:pt x="139095" y="44616"/>
                </a:lnTo>
                <a:lnTo>
                  <a:pt x="116879" y="130765"/>
                </a:lnTo>
                <a:lnTo>
                  <a:pt x="0" y="86129"/>
                </a:lnTo>
                <a:lnTo>
                  <a:pt x="22116" y="0"/>
                </a:lnTo>
                <a:close/>
              </a:path>
            </a:pathLst>
          </a:custGeom>
          <a:solidFill>
            <a:srgbClr val="F1F1F3"/>
          </a:solidFill>
          <a:ln w="8385" cap="flat">
            <a:solidFill>
              <a:srgbClr val="1F2126"/>
            </a:solidFill>
            <a:round/>
          </a:ln>
        </p:spPr>
      </p:sp>
      <p:sp>
        <p:nvSpPr>
          <p:cNvPr id="380" name="Shape 380"/>
          <p:cNvSpPr/>
          <p:nvPr/>
        </p:nvSpPr>
        <p:spPr>
          <a:xfrm>
            <a:off x="3468538" y="1468057"/>
            <a:ext cx="140023" cy="70571"/>
          </a:xfrm>
          <a:custGeom>
            <a:avLst/>
            <a:gdLst/>
            <a:ahLst/>
            <a:cxnLst/>
            <a:rect l="0" t="0" r="r" b="b"/>
            <a:pathLst>
              <a:path w="140023" h="70571" fill="none">
                <a:moveTo>
                  <a:pt x="140023" y="0"/>
                </a:moveTo>
                <a:lnTo>
                  <a:pt x="0" y="70571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1" name="Shape 381"/>
          <p:cNvSpPr/>
          <p:nvPr/>
        </p:nvSpPr>
        <p:spPr>
          <a:xfrm>
            <a:off x="3555297" y="1421429"/>
            <a:ext cx="53264" cy="46628"/>
          </a:xfrm>
          <a:custGeom>
            <a:avLst/>
            <a:gdLst/>
            <a:ahLst/>
            <a:cxnLst/>
            <a:rect l="0" t="0" r="r" b="b"/>
            <a:pathLst>
              <a:path w="53264" h="46628" fill="none">
                <a:moveTo>
                  <a:pt x="53264" y="46628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2" name="Shape 382"/>
          <p:cNvSpPr/>
          <p:nvPr/>
        </p:nvSpPr>
        <p:spPr>
          <a:xfrm>
            <a:off x="3522291" y="1335559"/>
            <a:ext cx="86270" cy="132498"/>
          </a:xfrm>
          <a:custGeom>
            <a:avLst/>
            <a:gdLst/>
            <a:ahLst/>
            <a:cxnLst/>
            <a:rect l="0" t="0" r="r" b="b"/>
            <a:pathLst>
              <a:path w="86270" h="132498" fill="none">
                <a:moveTo>
                  <a:pt x="86270" y="132498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3" name="Shape 383"/>
          <p:cNvSpPr/>
          <p:nvPr/>
        </p:nvSpPr>
        <p:spPr>
          <a:xfrm>
            <a:off x="3435370" y="1452808"/>
            <a:ext cx="173191" cy="15249"/>
          </a:xfrm>
          <a:custGeom>
            <a:avLst/>
            <a:gdLst/>
            <a:ahLst/>
            <a:cxnLst/>
            <a:rect l="0" t="0" r="r" b="b"/>
            <a:pathLst>
              <a:path w="173191" h="15249" fill="none">
                <a:moveTo>
                  <a:pt x="173191" y="15249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4" name="Shape 384"/>
          <p:cNvSpPr/>
          <p:nvPr/>
        </p:nvSpPr>
        <p:spPr>
          <a:xfrm>
            <a:off x="3760427" y="2823703"/>
            <a:ext cx="172580" cy="95324"/>
          </a:xfrm>
          <a:custGeom>
            <a:avLst/>
            <a:gdLst/>
            <a:ahLst/>
            <a:cxnLst/>
            <a:rect l="0" t="0" r="r" b="b"/>
            <a:pathLst>
              <a:path w="172580" h="95324" fill="none">
                <a:moveTo>
                  <a:pt x="172580" y="0"/>
                </a:moveTo>
                <a:lnTo>
                  <a:pt x="0" y="95324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5" name="Shape 385"/>
          <p:cNvSpPr/>
          <p:nvPr/>
        </p:nvSpPr>
        <p:spPr>
          <a:xfrm>
            <a:off x="3767426" y="2762983"/>
            <a:ext cx="165581" cy="60720"/>
          </a:xfrm>
          <a:custGeom>
            <a:avLst/>
            <a:gdLst/>
            <a:ahLst/>
            <a:cxnLst/>
            <a:rect l="0" t="0" r="r" b="b"/>
            <a:pathLst>
              <a:path w="165581" h="60720" fill="none">
                <a:moveTo>
                  <a:pt x="165581" y="60720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6" name="Shape 386"/>
          <p:cNvSpPr/>
          <p:nvPr/>
        </p:nvSpPr>
        <p:spPr>
          <a:xfrm>
            <a:off x="3796308" y="2682412"/>
            <a:ext cx="136698" cy="141291"/>
          </a:xfrm>
          <a:custGeom>
            <a:avLst/>
            <a:gdLst/>
            <a:ahLst/>
            <a:cxnLst/>
            <a:rect l="0" t="0" r="r" b="b"/>
            <a:pathLst>
              <a:path w="136698" h="141291" fill="none">
                <a:moveTo>
                  <a:pt x="136698" y="141291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7" name="Shape 387"/>
          <p:cNvSpPr/>
          <p:nvPr/>
        </p:nvSpPr>
        <p:spPr>
          <a:xfrm>
            <a:off x="3789342" y="2823703"/>
            <a:ext cx="143664" cy="14883"/>
          </a:xfrm>
          <a:custGeom>
            <a:avLst/>
            <a:gdLst/>
            <a:ahLst/>
            <a:cxnLst/>
            <a:rect l="0" t="0" r="r" b="b"/>
            <a:pathLst>
              <a:path w="143664" h="14883" fill="none">
                <a:moveTo>
                  <a:pt x="143664" y="0"/>
                </a:moveTo>
                <a:lnTo>
                  <a:pt x="0" y="14883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8" name="Shape 388"/>
          <p:cNvSpPr/>
          <p:nvPr/>
        </p:nvSpPr>
        <p:spPr>
          <a:xfrm>
            <a:off x="2113199" y="4656273"/>
            <a:ext cx="87660" cy="2137"/>
          </a:xfrm>
          <a:custGeom>
            <a:avLst/>
            <a:gdLst/>
            <a:ahLst/>
            <a:cxnLst/>
            <a:rect l="0" t="0" r="r" b="b"/>
            <a:pathLst>
              <a:path w="87660" h="2137" fill="none">
                <a:moveTo>
                  <a:pt x="87660" y="2137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9" name="Shape 389"/>
          <p:cNvSpPr/>
          <p:nvPr/>
        </p:nvSpPr>
        <p:spPr>
          <a:xfrm>
            <a:off x="2200860" y="4658411"/>
            <a:ext cx="102000" cy="5807"/>
          </a:xfrm>
          <a:custGeom>
            <a:avLst/>
            <a:gdLst/>
            <a:ahLst/>
            <a:cxnLst/>
            <a:rect l="0" t="0" r="r" b="b"/>
            <a:pathLst>
              <a:path w="102000" h="5807" fill="none">
                <a:moveTo>
                  <a:pt x="0" y="0"/>
                </a:moveTo>
                <a:lnTo>
                  <a:pt x="102000" y="5807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90" name="Shape 390"/>
          <p:cNvSpPr/>
          <p:nvPr/>
        </p:nvSpPr>
        <p:spPr>
          <a:xfrm>
            <a:off x="2200860" y="4533858"/>
            <a:ext cx="105116" cy="124553"/>
          </a:xfrm>
          <a:custGeom>
            <a:avLst/>
            <a:gdLst/>
            <a:ahLst/>
            <a:cxnLst/>
            <a:rect l="0" t="0" r="r" b="b"/>
            <a:pathLst>
              <a:path w="105116" h="124553" fill="none">
                <a:moveTo>
                  <a:pt x="0" y="124553"/>
                </a:moveTo>
                <a:lnTo>
                  <a:pt x="105116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91" name="Shape 391"/>
          <p:cNvSpPr/>
          <p:nvPr/>
        </p:nvSpPr>
        <p:spPr>
          <a:xfrm>
            <a:off x="2116160" y="4525916"/>
            <a:ext cx="84699" cy="132494"/>
          </a:xfrm>
          <a:custGeom>
            <a:avLst/>
            <a:gdLst/>
            <a:ahLst/>
            <a:cxnLst/>
            <a:rect l="0" t="0" r="r" b="b"/>
            <a:pathLst>
              <a:path w="84699" h="132494" fill="none">
                <a:moveTo>
                  <a:pt x="84699" y="132494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92" name="Shape 392"/>
          <p:cNvSpPr/>
          <p:nvPr/>
        </p:nvSpPr>
        <p:spPr>
          <a:xfrm>
            <a:off x="3495575" y="5889636"/>
            <a:ext cx="106070" cy="62844"/>
          </a:xfrm>
          <a:custGeom>
            <a:avLst/>
            <a:gdLst/>
            <a:ahLst/>
            <a:cxnLst/>
            <a:rect l="0" t="0" r="r" b="b"/>
            <a:pathLst>
              <a:path w="106070" h="62844" fill="none">
                <a:moveTo>
                  <a:pt x="106070" y="0"/>
                </a:moveTo>
                <a:lnTo>
                  <a:pt x="0" y="62844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93" name="Shape 393"/>
          <p:cNvSpPr/>
          <p:nvPr/>
        </p:nvSpPr>
        <p:spPr>
          <a:xfrm>
            <a:off x="3577036" y="5861300"/>
            <a:ext cx="24609" cy="28336"/>
          </a:xfrm>
          <a:custGeom>
            <a:avLst/>
            <a:gdLst/>
            <a:ahLst/>
            <a:cxnLst/>
            <a:rect l="0" t="0" r="r" b="b"/>
            <a:pathLst>
              <a:path w="24609" h="28336" fill="none">
                <a:moveTo>
                  <a:pt x="24609" y="28336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94" name="Shape 394"/>
          <p:cNvSpPr/>
          <p:nvPr/>
        </p:nvSpPr>
        <p:spPr>
          <a:xfrm>
            <a:off x="3540780" y="5785354"/>
            <a:ext cx="60865" cy="104282"/>
          </a:xfrm>
          <a:custGeom>
            <a:avLst/>
            <a:gdLst/>
            <a:ahLst/>
            <a:cxnLst/>
            <a:rect l="0" t="0" r="r" b="b"/>
            <a:pathLst>
              <a:path w="60865" h="104282" fill="none">
                <a:moveTo>
                  <a:pt x="60865" y="104282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95" name="Shape 395"/>
          <p:cNvSpPr/>
          <p:nvPr/>
        </p:nvSpPr>
        <p:spPr>
          <a:xfrm>
            <a:off x="3459178" y="5876548"/>
            <a:ext cx="142467" cy="13088"/>
          </a:xfrm>
          <a:custGeom>
            <a:avLst/>
            <a:gdLst/>
            <a:ahLst/>
            <a:cxnLst/>
            <a:rect l="0" t="0" r="r" b="b"/>
            <a:pathLst>
              <a:path w="142467" h="13088" fill="none">
                <a:moveTo>
                  <a:pt x="142467" y="13088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96" name="Shape 396"/>
          <p:cNvSpPr/>
          <p:nvPr/>
        </p:nvSpPr>
        <p:spPr>
          <a:xfrm>
            <a:off x="3435370" y="1335559"/>
            <a:ext cx="119926" cy="203069"/>
          </a:xfrm>
          <a:custGeom>
            <a:avLst/>
            <a:gdLst/>
            <a:ahLst/>
            <a:cxnLst/>
            <a:rect l="0" t="0" r="r" b="b"/>
            <a:pathLst>
              <a:path w="119926" h="203069" fill="none">
                <a:moveTo>
                  <a:pt x="33168" y="203069"/>
                </a:moveTo>
                <a:lnTo>
                  <a:pt x="119926" y="85869"/>
                </a:lnTo>
                <a:lnTo>
                  <a:pt x="86921" y="0"/>
                </a:lnTo>
                <a:lnTo>
                  <a:pt x="0" y="117248"/>
                </a:lnTo>
                <a:lnTo>
                  <a:pt x="33168" y="203069"/>
                </a:lnTo>
              </a:path>
            </a:pathLst>
          </a:custGeom>
          <a:noFill/>
          <a:ln w="15094" cap="flat">
            <a:solidFill>
              <a:srgbClr val="2E5FBF"/>
            </a:solidFill>
            <a:round/>
          </a:ln>
        </p:spPr>
      </p:sp>
      <p:sp>
        <p:nvSpPr>
          <p:cNvPr id="397" name="Shape 397"/>
          <p:cNvSpPr/>
          <p:nvPr/>
        </p:nvSpPr>
        <p:spPr>
          <a:xfrm>
            <a:off x="3760427" y="2682412"/>
            <a:ext cx="35881" cy="236616"/>
          </a:xfrm>
          <a:custGeom>
            <a:avLst/>
            <a:gdLst/>
            <a:ahLst/>
            <a:cxnLst/>
            <a:rect l="0" t="0" r="r" b="b"/>
            <a:pathLst>
              <a:path w="35881" h="236616" fill="none">
                <a:moveTo>
                  <a:pt x="0" y="236616"/>
                </a:moveTo>
                <a:lnTo>
                  <a:pt x="6998" y="80571"/>
                </a:lnTo>
                <a:lnTo>
                  <a:pt x="35881" y="0"/>
                </a:lnTo>
                <a:lnTo>
                  <a:pt x="28915" y="156175"/>
                </a:lnTo>
                <a:lnTo>
                  <a:pt x="0" y="236616"/>
                </a:lnTo>
              </a:path>
            </a:pathLst>
          </a:custGeom>
          <a:noFill/>
          <a:ln w="15094" cap="flat">
            <a:solidFill>
              <a:srgbClr val="2E5FBF"/>
            </a:solidFill>
            <a:round/>
          </a:ln>
        </p:spPr>
      </p:sp>
      <p:sp>
        <p:nvSpPr>
          <p:cNvPr id="398" name="Shape 398"/>
          <p:cNvSpPr/>
          <p:nvPr/>
        </p:nvSpPr>
        <p:spPr>
          <a:xfrm>
            <a:off x="2113199" y="4525916"/>
            <a:ext cx="192777" cy="138301"/>
          </a:xfrm>
          <a:custGeom>
            <a:avLst/>
            <a:gdLst/>
            <a:ahLst/>
            <a:cxnLst/>
            <a:rect l="0" t="0" r="r" b="b"/>
            <a:pathLst>
              <a:path w="192777" h="138301" fill="none">
                <a:moveTo>
                  <a:pt x="0" y="130356"/>
                </a:moveTo>
                <a:lnTo>
                  <a:pt x="189661" y="138301"/>
                </a:lnTo>
                <a:lnTo>
                  <a:pt x="192777" y="7941"/>
                </a:lnTo>
                <a:lnTo>
                  <a:pt x="2960" y="0"/>
                </a:lnTo>
                <a:lnTo>
                  <a:pt x="0" y="130356"/>
                </a:lnTo>
              </a:path>
            </a:pathLst>
          </a:custGeom>
          <a:noFill/>
          <a:ln w="15094" cap="flat">
            <a:solidFill>
              <a:srgbClr val="2E5FBF"/>
            </a:solidFill>
            <a:round/>
          </a:ln>
        </p:spPr>
      </p:sp>
      <p:sp>
        <p:nvSpPr>
          <p:cNvPr id="399" name="Shape 399"/>
          <p:cNvSpPr/>
          <p:nvPr/>
        </p:nvSpPr>
        <p:spPr>
          <a:xfrm>
            <a:off x="3459178" y="5785354"/>
            <a:ext cx="117858" cy="167126"/>
          </a:xfrm>
          <a:custGeom>
            <a:avLst/>
            <a:gdLst/>
            <a:ahLst/>
            <a:cxnLst/>
            <a:rect l="0" t="0" r="r" b="b"/>
            <a:pathLst>
              <a:path w="117858" h="167126" fill="none">
                <a:moveTo>
                  <a:pt x="36397" y="167126"/>
                </a:moveTo>
                <a:lnTo>
                  <a:pt x="117858" y="75945"/>
                </a:lnTo>
                <a:lnTo>
                  <a:pt x="81601" y="0"/>
                </a:lnTo>
                <a:lnTo>
                  <a:pt x="0" y="91193"/>
                </a:lnTo>
                <a:lnTo>
                  <a:pt x="36397" y="167126"/>
                </a:lnTo>
              </a:path>
            </a:pathLst>
          </a:custGeom>
          <a:noFill/>
          <a:ln w="15094" cap="flat">
            <a:solidFill>
              <a:srgbClr val="2E5FBF"/>
            </a:solidFill>
            <a:round/>
          </a:ln>
        </p:spPr>
      </p:sp>
      <p:sp>
        <p:nvSpPr>
          <p:cNvPr id="400" name="Shape 400"/>
          <p:cNvSpPr/>
          <p:nvPr/>
        </p:nvSpPr>
        <p:spPr>
          <a:xfrm>
            <a:off x="1763153" y="1684969"/>
            <a:ext cx="591661" cy="5025968"/>
          </a:xfrm>
          <a:custGeom>
            <a:avLst/>
            <a:gdLst/>
            <a:ahLst/>
            <a:cxnLst/>
            <a:rect l="0" t="0" r="r" b="b"/>
            <a:pathLst>
              <a:path w="591661" h="5025968">
                <a:moveTo>
                  <a:pt x="402063" y="125783"/>
                </a:moveTo>
                <a:lnTo>
                  <a:pt x="591661" y="125783"/>
                </a:lnTo>
                <a:lnTo>
                  <a:pt x="591661" y="0"/>
                </a:lnTo>
                <a:lnTo>
                  <a:pt x="402063" y="0"/>
                </a:lnTo>
                <a:close/>
              </a:path>
            </a:pathLst>
          </a:custGeom>
          <a:solidFill>
            <a:srgbClr val="F6F7F9">
              <a:alpha val="72250"/>
            </a:srgbClr>
          </a:solidFill>
          <a:ln>
            <a:noFill/>
          </a:ln>
        </p:spPr>
      </p:sp>
      <p:sp>
        <p:nvSpPr>
          <p:cNvPr id="401" name="Text 401"/>
          <p:cNvSpPr txBox="1"/>
          <p:nvPr/>
        </p:nvSpPr>
        <p:spPr>
          <a:xfrm>
            <a:off x="2097638" y="1703417"/>
            <a:ext cx="324756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0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start</a:t>
            </a:r>
          </a:p>
        </p:txBody>
      </p:sp>
      <p:sp>
        <p:nvSpPr>
          <p:cNvPr id="402" name="Shape 402"/>
          <p:cNvSpPr/>
          <p:nvPr/>
        </p:nvSpPr>
        <p:spPr>
          <a:xfrm>
            <a:off x="3567896" y="1425299"/>
            <a:ext cx="81331" cy="77350"/>
          </a:xfrm>
          <a:custGeom>
            <a:avLst/>
            <a:gdLst/>
            <a:ahLst/>
            <a:cxnLst/>
            <a:rect l="0" t="0" r="r" b="b"/>
            <a:pathLst>
              <a:path w="81331" h="77350">
                <a:moveTo>
                  <a:pt x="50265" y="29545"/>
                </a:moveTo>
                <a:lnTo>
                  <a:pt x="81331" y="29545"/>
                </a:lnTo>
                <a:lnTo>
                  <a:pt x="56198" y="47805"/>
                </a:lnTo>
                <a:lnTo>
                  <a:pt x="65798" y="77350"/>
                </a:lnTo>
                <a:lnTo>
                  <a:pt x="40665" y="59090"/>
                </a:lnTo>
                <a:lnTo>
                  <a:pt x="15532" y="77350"/>
                </a:lnTo>
                <a:lnTo>
                  <a:pt x="25132" y="47805"/>
                </a:lnTo>
                <a:lnTo>
                  <a:pt x="0" y="29545"/>
                </a:lnTo>
                <a:lnTo>
                  <a:pt x="31065" y="29545"/>
                </a:lnTo>
                <a:lnTo>
                  <a:pt x="40665" y="0"/>
                </a:lnTo>
                <a:lnTo>
                  <a:pt x="50265" y="29545"/>
                </a:lnTo>
                <a:close/>
              </a:path>
            </a:pathLst>
          </a:custGeom>
          <a:solidFill>
            <a:srgbClr val="2E5FBF"/>
          </a:solidFill>
          <a:ln w="5031" cap="flat">
            <a:solidFill>
              <a:srgbClr val="FFFFFF"/>
            </a:solidFill>
            <a:round/>
          </a:ln>
        </p:spPr>
      </p:sp>
      <p:sp>
        <p:nvSpPr>
          <p:cNvPr id="403" name="Shape 403"/>
          <p:cNvSpPr/>
          <p:nvPr/>
        </p:nvSpPr>
        <p:spPr>
          <a:xfrm>
            <a:off x="3459897" y="978887"/>
            <a:ext cx="533486" cy="1"/>
          </a:xfrm>
          <a:custGeom>
            <a:avLst/>
            <a:gdLst/>
            <a:ahLst/>
            <a:cxnLst/>
            <a:rect l="0" t="0" r="r" b="b"/>
            <a:pathLst>
              <a:path w="533486" h="1" fill="none">
                <a:moveTo>
                  <a:pt x="0" y="0"/>
                </a:moveTo>
                <a:lnTo>
                  <a:pt x="533486" y="0"/>
                </a:lnTo>
              </a:path>
            </a:pathLst>
          </a:custGeom>
          <a:noFill/>
          <a:ln w="13416" cap="rnd">
            <a:solidFill>
              <a:srgbClr val="1F2126"/>
            </a:solidFill>
            <a:round/>
          </a:ln>
        </p:spPr>
      </p:sp>
      <p:sp>
        <p:nvSpPr>
          <p:cNvPr id="404" name="Text 404"/>
          <p:cNvSpPr txBox="1"/>
          <p:nvPr/>
        </p:nvSpPr>
        <p:spPr>
          <a:xfrm>
            <a:off x="3135405" y="936221"/>
            <a:ext cx="276191" cy="100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34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2 m</a:t>
            </a:r>
          </a:p>
        </p:txBody>
      </p:sp>
      <p:sp>
        <p:nvSpPr>
          <p:cNvPr id="405" name="Shape 405"/>
          <p:cNvSpPr/>
          <p:nvPr/>
        </p:nvSpPr>
        <p:spPr>
          <a:xfrm>
            <a:off x="1762818" y="1559628"/>
            <a:ext cx="1911161" cy="5151644"/>
          </a:xfrm>
          <a:custGeom>
            <a:avLst/>
            <a:gdLst/>
            <a:ahLst/>
            <a:cxnLst/>
            <a:rect l="0" t="0" r="r" b="b"/>
            <a:pathLst>
              <a:path w="1911161" h="5151644">
                <a:moveTo>
                  <a:pt x="1780325" y="130815"/>
                </a:moveTo>
                <a:lnTo>
                  <a:pt x="1911161" y="130815"/>
                </a:lnTo>
                <a:lnTo>
                  <a:pt x="1911161" y="0"/>
                </a:lnTo>
                <a:lnTo>
                  <a:pt x="1780325" y="0"/>
                </a:lnTo>
                <a:close/>
              </a:path>
            </a:pathLst>
          </a:custGeom>
          <a:solidFill>
            <a:srgbClr val="FFFFFF">
              <a:alpha val="64000"/>
            </a:srgbClr>
          </a:solidFill>
          <a:ln>
            <a:noFill/>
          </a:ln>
        </p:spPr>
      </p:sp>
      <p:sp>
        <p:nvSpPr>
          <p:cNvPr id="406" name="Text 406"/>
          <p:cNvSpPr txBox="1"/>
          <p:nvPr/>
        </p:nvSpPr>
        <p:spPr>
          <a:xfrm>
            <a:off x="3486300" y="1578814"/>
            <a:ext cx="244521" cy="1090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7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GT</a:t>
            </a:r>
          </a:p>
        </p:txBody>
      </p:sp>
      <p:sp>
        <p:nvSpPr>
          <p:cNvPr id="407" name="Text 407"/>
          <p:cNvSpPr txBox="1"/>
          <p:nvPr/>
        </p:nvSpPr>
        <p:spPr>
          <a:xfrm>
            <a:off x="1916442" y="853103"/>
            <a:ext cx="995668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9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lakeside camp</a:t>
            </a:r>
          </a:p>
        </p:txBody>
      </p:sp>
      <p:sp>
        <p:nvSpPr>
          <p:cNvPr id="408" name="Text 408"/>
          <p:cNvSpPr txBox="1"/>
          <p:nvPr/>
        </p:nvSpPr>
        <p:spPr>
          <a:xfrm>
            <a:off x="1916442" y="994819"/>
            <a:ext cx="786634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0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start d = 1.51</a:t>
            </a:r>
          </a:p>
        </p:txBody>
      </p:sp>
      <p:sp>
        <p:nvSpPr>
          <p:cNvPr id="409" name="Shape 409"/>
          <p:cNvSpPr/>
          <p:nvPr/>
        </p:nvSpPr>
        <p:spPr>
          <a:xfrm>
            <a:off x="1761476" y="2629375"/>
            <a:ext cx="1825308" cy="4083238"/>
          </a:xfrm>
          <a:custGeom>
            <a:avLst/>
            <a:gdLst/>
            <a:ahLst/>
            <a:cxnLst/>
            <a:rect l="0" t="0" r="r" b="b"/>
            <a:pathLst>
              <a:path w="1825308" h="4083238">
                <a:moveTo>
                  <a:pt x="1438901" y="129138"/>
                </a:moveTo>
                <a:lnTo>
                  <a:pt x="1825308" y="129138"/>
                </a:lnTo>
                <a:lnTo>
                  <a:pt x="1825308" y="0"/>
                </a:lnTo>
                <a:lnTo>
                  <a:pt x="1438901" y="0"/>
                </a:lnTo>
                <a:close/>
              </a:path>
            </a:pathLst>
          </a:custGeom>
          <a:solidFill>
            <a:srgbClr val="F6F7F9">
              <a:alpha val="81000"/>
            </a:srgbClr>
          </a:solidFill>
          <a:ln>
            <a:noFill/>
          </a:ln>
        </p:spPr>
      </p:sp>
      <p:sp>
        <p:nvSpPr>
          <p:cNvPr id="410" name="Text 410"/>
          <p:cNvSpPr txBox="1"/>
          <p:nvPr/>
        </p:nvSpPr>
        <p:spPr>
          <a:xfrm>
            <a:off x="3210440" y="2649501"/>
            <a:ext cx="585921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0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← subject</a:t>
            </a:r>
          </a:p>
        </p:txBody>
      </p:sp>
      <p:sp>
        <p:nvSpPr>
          <p:cNvPr id="411" name="Shape 411"/>
          <p:cNvSpPr/>
          <p:nvPr/>
        </p:nvSpPr>
        <p:spPr>
          <a:xfrm>
            <a:off x="1763153" y="3013905"/>
            <a:ext cx="361767" cy="3697032"/>
          </a:xfrm>
          <a:custGeom>
            <a:avLst/>
            <a:gdLst/>
            <a:ahLst/>
            <a:cxnLst/>
            <a:rect l="0" t="0" r="r" b="b"/>
            <a:pathLst>
              <a:path w="361767" h="3697032">
                <a:moveTo>
                  <a:pt x="172169" y="125783"/>
                </a:moveTo>
                <a:lnTo>
                  <a:pt x="361767" y="125783"/>
                </a:lnTo>
                <a:lnTo>
                  <a:pt x="361767" y="0"/>
                </a:lnTo>
                <a:lnTo>
                  <a:pt x="172169" y="0"/>
                </a:lnTo>
                <a:close/>
              </a:path>
            </a:pathLst>
          </a:custGeom>
          <a:solidFill>
            <a:srgbClr val="F6F7F9">
              <a:alpha val="72250"/>
            </a:srgbClr>
          </a:solidFill>
          <a:ln>
            <a:noFill/>
          </a:ln>
        </p:spPr>
      </p:sp>
      <p:sp>
        <p:nvSpPr>
          <p:cNvPr id="412" name="Text 412"/>
          <p:cNvSpPr txBox="1"/>
          <p:nvPr/>
        </p:nvSpPr>
        <p:spPr>
          <a:xfrm>
            <a:off x="1867744" y="3032353"/>
            <a:ext cx="324756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0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start</a:t>
            </a:r>
          </a:p>
        </p:txBody>
      </p:sp>
      <p:sp>
        <p:nvSpPr>
          <p:cNvPr id="413" name="Shape 413"/>
          <p:cNvSpPr/>
          <p:nvPr/>
        </p:nvSpPr>
        <p:spPr>
          <a:xfrm>
            <a:off x="3892342" y="2780945"/>
            <a:ext cx="81331" cy="77350"/>
          </a:xfrm>
          <a:custGeom>
            <a:avLst/>
            <a:gdLst/>
            <a:ahLst/>
            <a:cxnLst/>
            <a:rect l="0" t="0" r="r" b="b"/>
            <a:pathLst>
              <a:path w="81331" h="77350">
                <a:moveTo>
                  <a:pt x="50265" y="29545"/>
                </a:moveTo>
                <a:lnTo>
                  <a:pt x="81331" y="29545"/>
                </a:lnTo>
                <a:lnTo>
                  <a:pt x="56198" y="47805"/>
                </a:lnTo>
                <a:lnTo>
                  <a:pt x="65798" y="77350"/>
                </a:lnTo>
                <a:lnTo>
                  <a:pt x="40665" y="59090"/>
                </a:lnTo>
                <a:lnTo>
                  <a:pt x="15532" y="77350"/>
                </a:lnTo>
                <a:lnTo>
                  <a:pt x="25132" y="47805"/>
                </a:lnTo>
                <a:lnTo>
                  <a:pt x="0" y="29545"/>
                </a:lnTo>
                <a:lnTo>
                  <a:pt x="31065" y="29545"/>
                </a:lnTo>
                <a:lnTo>
                  <a:pt x="40665" y="0"/>
                </a:lnTo>
                <a:lnTo>
                  <a:pt x="50265" y="29545"/>
                </a:lnTo>
                <a:close/>
              </a:path>
            </a:pathLst>
          </a:custGeom>
          <a:solidFill>
            <a:srgbClr val="2E5FBF"/>
          </a:solidFill>
          <a:ln w="5031" cap="flat">
            <a:solidFill>
              <a:srgbClr val="FFFFFF"/>
            </a:solidFill>
            <a:round/>
          </a:ln>
        </p:spPr>
      </p:sp>
      <p:sp>
        <p:nvSpPr>
          <p:cNvPr id="414" name="Shape 414"/>
          <p:cNvSpPr/>
          <p:nvPr/>
        </p:nvSpPr>
        <p:spPr>
          <a:xfrm>
            <a:off x="3374072" y="2403765"/>
            <a:ext cx="619311" cy="1"/>
          </a:xfrm>
          <a:custGeom>
            <a:avLst/>
            <a:gdLst/>
            <a:ahLst/>
            <a:cxnLst/>
            <a:rect l="0" t="0" r="r" b="b"/>
            <a:pathLst>
              <a:path w="619311" h="1" fill="none">
                <a:moveTo>
                  <a:pt x="0" y="0"/>
                </a:moveTo>
                <a:lnTo>
                  <a:pt x="619311" y="0"/>
                </a:lnTo>
              </a:path>
            </a:pathLst>
          </a:custGeom>
          <a:noFill/>
          <a:ln w="13416" cap="rnd">
            <a:solidFill>
              <a:srgbClr val="1F2126"/>
            </a:solidFill>
            <a:round/>
          </a:ln>
        </p:spPr>
      </p:sp>
      <p:sp>
        <p:nvSpPr>
          <p:cNvPr id="415" name="Text 415"/>
          <p:cNvSpPr txBox="1"/>
          <p:nvPr/>
        </p:nvSpPr>
        <p:spPr>
          <a:xfrm>
            <a:off x="3049579" y="2361100"/>
            <a:ext cx="276191" cy="100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34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2 m</a:t>
            </a:r>
          </a:p>
        </p:txBody>
      </p:sp>
      <p:sp>
        <p:nvSpPr>
          <p:cNvPr id="416" name="Shape 416"/>
          <p:cNvSpPr/>
          <p:nvPr/>
        </p:nvSpPr>
        <p:spPr>
          <a:xfrm>
            <a:off x="1762818" y="2915274"/>
            <a:ext cx="2235607" cy="3795998"/>
          </a:xfrm>
          <a:custGeom>
            <a:avLst/>
            <a:gdLst/>
            <a:ahLst/>
            <a:cxnLst/>
            <a:rect l="0" t="0" r="r" b="b"/>
            <a:pathLst>
              <a:path w="2235607" h="3795998">
                <a:moveTo>
                  <a:pt x="2104771" y="130815"/>
                </a:moveTo>
                <a:lnTo>
                  <a:pt x="2235607" y="130815"/>
                </a:lnTo>
                <a:lnTo>
                  <a:pt x="2235607" y="0"/>
                </a:lnTo>
                <a:lnTo>
                  <a:pt x="2104771" y="0"/>
                </a:lnTo>
                <a:close/>
              </a:path>
            </a:pathLst>
          </a:custGeom>
          <a:solidFill>
            <a:srgbClr val="FFFFFF">
              <a:alpha val="64000"/>
            </a:srgbClr>
          </a:solidFill>
          <a:ln>
            <a:noFill/>
          </a:ln>
        </p:spPr>
      </p:sp>
      <p:sp>
        <p:nvSpPr>
          <p:cNvPr id="417" name="Text 417"/>
          <p:cNvSpPr txBox="1"/>
          <p:nvPr/>
        </p:nvSpPr>
        <p:spPr>
          <a:xfrm>
            <a:off x="3810746" y="2934460"/>
            <a:ext cx="244521" cy="1090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7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GT</a:t>
            </a:r>
          </a:p>
        </p:txBody>
      </p:sp>
      <p:sp>
        <p:nvSpPr>
          <p:cNvPr id="418" name="Text 418"/>
          <p:cNvSpPr txBox="1"/>
          <p:nvPr/>
        </p:nvSpPr>
        <p:spPr>
          <a:xfrm>
            <a:off x="1916442" y="2277982"/>
            <a:ext cx="936150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9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snowy village</a:t>
            </a:r>
          </a:p>
        </p:txBody>
      </p:sp>
      <p:sp>
        <p:nvSpPr>
          <p:cNvPr id="419" name="Text 419"/>
          <p:cNvSpPr txBox="1"/>
          <p:nvPr/>
        </p:nvSpPr>
        <p:spPr>
          <a:xfrm>
            <a:off x="1916442" y="2419698"/>
            <a:ext cx="786634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0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start d = 0.95</a:t>
            </a:r>
          </a:p>
        </p:txBody>
      </p:sp>
      <p:sp>
        <p:nvSpPr>
          <p:cNvPr id="420" name="Shape 420"/>
          <p:cNvSpPr/>
          <p:nvPr/>
        </p:nvSpPr>
        <p:spPr>
          <a:xfrm>
            <a:off x="1763153" y="4086295"/>
            <a:ext cx="2264652" cy="2624642"/>
          </a:xfrm>
          <a:custGeom>
            <a:avLst/>
            <a:gdLst/>
            <a:ahLst/>
            <a:cxnLst/>
            <a:rect l="0" t="0" r="r" b="b"/>
            <a:pathLst>
              <a:path w="2264652" h="2624642">
                <a:moveTo>
                  <a:pt x="2075054" y="125783"/>
                </a:moveTo>
                <a:lnTo>
                  <a:pt x="2264652" y="125783"/>
                </a:lnTo>
                <a:lnTo>
                  <a:pt x="2264652" y="0"/>
                </a:lnTo>
                <a:lnTo>
                  <a:pt x="2075054" y="0"/>
                </a:lnTo>
                <a:close/>
              </a:path>
            </a:pathLst>
          </a:custGeom>
          <a:solidFill>
            <a:srgbClr val="F6F7F9">
              <a:alpha val="72250"/>
            </a:srgbClr>
          </a:solidFill>
          <a:ln>
            <a:noFill/>
          </a:ln>
        </p:spPr>
      </p:sp>
      <p:sp>
        <p:nvSpPr>
          <p:cNvPr id="421" name="Text 421"/>
          <p:cNvSpPr txBox="1"/>
          <p:nvPr/>
        </p:nvSpPr>
        <p:spPr>
          <a:xfrm>
            <a:off x="3770629" y="4104743"/>
            <a:ext cx="324756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0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start</a:t>
            </a:r>
          </a:p>
        </p:txBody>
      </p:sp>
      <p:sp>
        <p:nvSpPr>
          <p:cNvPr id="422" name="Shape 422"/>
          <p:cNvSpPr/>
          <p:nvPr/>
        </p:nvSpPr>
        <p:spPr>
          <a:xfrm>
            <a:off x="2160195" y="4615652"/>
            <a:ext cx="81331" cy="77350"/>
          </a:xfrm>
          <a:custGeom>
            <a:avLst/>
            <a:gdLst/>
            <a:ahLst/>
            <a:cxnLst/>
            <a:rect l="0" t="0" r="r" b="b"/>
            <a:pathLst>
              <a:path w="81331" h="77350">
                <a:moveTo>
                  <a:pt x="50265" y="29545"/>
                </a:moveTo>
                <a:lnTo>
                  <a:pt x="81331" y="29545"/>
                </a:lnTo>
                <a:lnTo>
                  <a:pt x="56198" y="47805"/>
                </a:lnTo>
                <a:lnTo>
                  <a:pt x="65798" y="77350"/>
                </a:lnTo>
                <a:lnTo>
                  <a:pt x="40665" y="59090"/>
                </a:lnTo>
                <a:lnTo>
                  <a:pt x="15532" y="77350"/>
                </a:lnTo>
                <a:lnTo>
                  <a:pt x="25132" y="47805"/>
                </a:lnTo>
                <a:lnTo>
                  <a:pt x="0" y="29545"/>
                </a:lnTo>
                <a:lnTo>
                  <a:pt x="31065" y="29545"/>
                </a:lnTo>
                <a:lnTo>
                  <a:pt x="40665" y="0"/>
                </a:lnTo>
                <a:lnTo>
                  <a:pt x="50265" y="29545"/>
                </a:lnTo>
                <a:close/>
              </a:path>
            </a:pathLst>
          </a:custGeom>
          <a:solidFill>
            <a:srgbClr val="2E5FBF"/>
          </a:solidFill>
          <a:ln w="5031" cap="flat">
            <a:solidFill>
              <a:srgbClr val="FFFFFF"/>
            </a:solidFill>
            <a:round/>
          </a:ln>
        </p:spPr>
      </p:sp>
      <p:sp>
        <p:nvSpPr>
          <p:cNvPr id="423" name="Shape 423"/>
          <p:cNvSpPr/>
          <p:nvPr/>
        </p:nvSpPr>
        <p:spPr>
          <a:xfrm>
            <a:off x="3377458" y="3828644"/>
            <a:ext cx="615925" cy="1"/>
          </a:xfrm>
          <a:custGeom>
            <a:avLst/>
            <a:gdLst/>
            <a:ahLst/>
            <a:cxnLst/>
            <a:rect l="0" t="0" r="r" b="b"/>
            <a:pathLst>
              <a:path w="615925" h="1" fill="none">
                <a:moveTo>
                  <a:pt x="0" y="0"/>
                </a:moveTo>
                <a:lnTo>
                  <a:pt x="615925" y="0"/>
                </a:lnTo>
              </a:path>
            </a:pathLst>
          </a:custGeom>
          <a:noFill/>
          <a:ln w="13416" cap="rnd">
            <a:solidFill>
              <a:srgbClr val="1F2126"/>
            </a:solidFill>
            <a:round/>
          </a:ln>
        </p:spPr>
      </p:sp>
      <p:sp>
        <p:nvSpPr>
          <p:cNvPr id="424" name="Text 424"/>
          <p:cNvSpPr txBox="1"/>
          <p:nvPr/>
        </p:nvSpPr>
        <p:spPr>
          <a:xfrm>
            <a:off x="3052966" y="3785978"/>
            <a:ext cx="276191" cy="100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34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2 m</a:t>
            </a:r>
          </a:p>
        </p:txBody>
      </p:sp>
      <p:sp>
        <p:nvSpPr>
          <p:cNvPr id="425" name="Shape 425"/>
          <p:cNvSpPr/>
          <p:nvPr/>
        </p:nvSpPr>
        <p:spPr>
          <a:xfrm>
            <a:off x="1762818" y="4749981"/>
            <a:ext cx="503460" cy="1961291"/>
          </a:xfrm>
          <a:custGeom>
            <a:avLst/>
            <a:gdLst/>
            <a:ahLst/>
            <a:cxnLst/>
            <a:rect l="0" t="0" r="r" b="b"/>
            <a:pathLst>
              <a:path w="503460" h="1961291">
                <a:moveTo>
                  <a:pt x="372624" y="130815"/>
                </a:moveTo>
                <a:lnTo>
                  <a:pt x="503460" y="130815"/>
                </a:lnTo>
                <a:lnTo>
                  <a:pt x="503460" y="0"/>
                </a:lnTo>
                <a:lnTo>
                  <a:pt x="372624" y="0"/>
                </a:lnTo>
                <a:close/>
              </a:path>
            </a:pathLst>
          </a:custGeom>
          <a:solidFill>
            <a:srgbClr val="FFFFFF">
              <a:alpha val="64000"/>
            </a:srgbClr>
          </a:solidFill>
          <a:ln>
            <a:noFill/>
          </a:ln>
        </p:spPr>
      </p:sp>
      <p:sp>
        <p:nvSpPr>
          <p:cNvPr id="426" name="Text 426"/>
          <p:cNvSpPr txBox="1"/>
          <p:nvPr/>
        </p:nvSpPr>
        <p:spPr>
          <a:xfrm>
            <a:off x="2078599" y="4769167"/>
            <a:ext cx="244521" cy="1090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7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GT</a:t>
            </a:r>
          </a:p>
        </p:txBody>
      </p:sp>
      <p:sp>
        <p:nvSpPr>
          <p:cNvPr id="427" name="Text 427"/>
          <p:cNvSpPr txBox="1"/>
          <p:nvPr/>
        </p:nvSpPr>
        <p:spPr>
          <a:xfrm>
            <a:off x="1916442" y="3702860"/>
            <a:ext cx="1074798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9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desert roadside</a:t>
            </a:r>
          </a:p>
        </p:txBody>
      </p:sp>
      <p:sp>
        <p:nvSpPr>
          <p:cNvPr id="428" name="Text 428"/>
          <p:cNvSpPr txBox="1"/>
          <p:nvPr/>
        </p:nvSpPr>
        <p:spPr>
          <a:xfrm>
            <a:off x="1916442" y="3844577"/>
            <a:ext cx="786634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0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start d = 1.28</a:t>
            </a:r>
          </a:p>
        </p:txBody>
      </p:sp>
      <p:sp>
        <p:nvSpPr>
          <p:cNvPr id="429" name="Shape 429"/>
          <p:cNvSpPr/>
          <p:nvPr/>
        </p:nvSpPr>
        <p:spPr>
          <a:xfrm>
            <a:off x="1763153" y="5975521"/>
            <a:ext cx="688126" cy="735415"/>
          </a:xfrm>
          <a:custGeom>
            <a:avLst/>
            <a:gdLst/>
            <a:ahLst/>
            <a:cxnLst/>
            <a:rect l="0" t="0" r="r" b="b"/>
            <a:pathLst>
              <a:path w="688126" h="735415">
                <a:moveTo>
                  <a:pt x="498528" y="125783"/>
                </a:moveTo>
                <a:lnTo>
                  <a:pt x="688126" y="125783"/>
                </a:lnTo>
                <a:lnTo>
                  <a:pt x="688126" y="0"/>
                </a:lnTo>
                <a:lnTo>
                  <a:pt x="498528" y="0"/>
                </a:lnTo>
                <a:close/>
              </a:path>
            </a:pathLst>
          </a:custGeom>
          <a:solidFill>
            <a:srgbClr val="F6F7F9">
              <a:alpha val="72250"/>
            </a:srgbClr>
          </a:solidFill>
          <a:ln>
            <a:noFill/>
          </a:ln>
        </p:spPr>
      </p:sp>
      <p:sp>
        <p:nvSpPr>
          <p:cNvPr id="430" name="Text 430"/>
          <p:cNvSpPr txBox="1"/>
          <p:nvPr/>
        </p:nvSpPr>
        <p:spPr>
          <a:xfrm>
            <a:off x="2194103" y="5993970"/>
            <a:ext cx="324756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0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start</a:t>
            </a:r>
          </a:p>
        </p:txBody>
      </p:sp>
      <p:sp>
        <p:nvSpPr>
          <p:cNvPr id="431" name="Shape 431"/>
          <p:cNvSpPr/>
          <p:nvPr/>
        </p:nvSpPr>
        <p:spPr>
          <a:xfrm>
            <a:off x="3560980" y="5846878"/>
            <a:ext cx="81331" cy="77350"/>
          </a:xfrm>
          <a:custGeom>
            <a:avLst/>
            <a:gdLst/>
            <a:ahLst/>
            <a:cxnLst/>
            <a:rect l="0" t="0" r="r" b="b"/>
            <a:pathLst>
              <a:path w="81331" h="77350">
                <a:moveTo>
                  <a:pt x="50265" y="29545"/>
                </a:moveTo>
                <a:lnTo>
                  <a:pt x="81331" y="29545"/>
                </a:lnTo>
                <a:lnTo>
                  <a:pt x="56198" y="47805"/>
                </a:lnTo>
                <a:lnTo>
                  <a:pt x="65798" y="77350"/>
                </a:lnTo>
                <a:lnTo>
                  <a:pt x="40665" y="59090"/>
                </a:lnTo>
                <a:lnTo>
                  <a:pt x="15532" y="77350"/>
                </a:lnTo>
                <a:lnTo>
                  <a:pt x="25132" y="47805"/>
                </a:lnTo>
                <a:lnTo>
                  <a:pt x="0" y="29545"/>
                </a:lnTo>
                <a:lnTo>
                  <a:pt x="31065" y="29545"/>
                </a:lnTo>
                <a:lnTo>
                  <a:pt x="40665" y="0"/>
                </a:lnTo>
                <a:lnTo>
                  <a:pt x="50265" y="29545"/>
                </a:lnTo>
                <a:close/>
              </a:path>
            </a:pathLst>
          </a:custGeom>
          <a:solidFill>
            <a:srgbClr val="2E5FBF"/>
          </a:solidFill>
          <a:ln w="5031" cap="flat">
            <a:solidFill>
              <a:srgbClr val="FFFFFF"/>
            </a:solidFill>
            <a:round/>
          </a:ln>
        </p:spPr>
      </p:sp>
      <p:sp>
        <p:nvSpPr>
          <p:cNvPr id="432" name="Shape 432"/>
          <p:cNvSpPr/>
          <p:nvPr/>
        </p:nvSpPr>
        <p:spPr>
          <a:xfrm>
            <a:off x="3532057" y="5253522"/>
            <a:ext cx="461326" cy="1"/>
          </a:xfrm>
          <a:custGeom>
            <a:avLst/>
            <a:gdLst/>
            <a:ahLst/>
            <a:cxnLst/>
            <a:rect l="0" t="0" r="r" b="b"/>
            <a:pathLst>
              <a:path w="461326" h="1" fill="none">
                <a:moveTo>
                  <a:pt x="0" y="0"/>
                </a:moveTo>
                <a:lnTo>
                  <a:pt x="461326" y="0"/>
                </a:lnTo>
              </a:path>
            </a:pathLst>
          </a:custGeom>
          <a:noFill/>
          <a:ln w="13416" cap="rnd">
            <a:solidFill>
              <a:srgbClr val="1F2126"/>
            </a:solidFill>
            <a:round/>
          </a:ln>
        </p:spPr>
      </p:sp>
      <p:sp>
        <p:nvSpPr>
          <p:cNvPr id="433" name="Text 433"/>
          <p:cNvSpPr txBox="1"/>
          <p:nvPr/>
        </p:nvSpPr>
        <p:spPr>
          <a:xfrm>
            <a:off x="3207565" y="5210857"/>
            <a:ext cx="276191" cy="100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34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 m</a:t>
            </a:r>
          </a:p>
        </p:txBody>
      </p:sp>
      <p:sp>
        <p:nvSpPr>
          <p:cNvPr id="434" name="Shape 434"/>
          <p:cNvSpPr/>
          <p:nvPr/>
        </p:nvSpPr>
        <p:spPr>
          <a:xfrm>
            <a:off x="1762818" y="5981207"/>
            <a:ext cx="1904245" cy="730065"/>
          </a:xfrm>
          <a:custGeom>
            <a:avLst/>
            <a:gdLst/>
            <a:ahLst/>
            <a:cxnLst/>
            <a:rect l="0" t="0" r="r" b="b"/>
            <a:pathLst>
              <a:path w="1904245" h="730065">
                <a:moveTo>
                  <a:pt x="1773409" y="130815"/>
                </a:moveTo>
                <a:lnTo>
                  <a:pt x="1904245" y="130815"/>
                </a:lnTo>
                <a:lnTo>
                  <a:pt x="1904245" y="0"/>
                </a:lnTo>
                <a:lnTo>
                  <a:pt x="1773409" y="0"/>
                </a:lnTo>
                <a:close/>
              </a:path>
            </a:pathLst>
          </a:custGeom>
          <a:solidFill>
            <a:srgbClr val="FFFFFF">
              <a:alpha val="64000"/>
            </a:srgbClr>
          </a:solidFill>
          <a:ln>
            <a:noFill/>
          </a:ln>
        </p:spPr>
      </p:sp>
      <p:sp>
        <p:nvSpPr>
          <p:cNvPr id="435" name="Text 435"/>
          <p:cNvSpPr txBox="1"/>
          <p:nvPr/>
        </p:nvSpPr>
        <p:spPr>
          <a:xfrm>
            <a:off x="3479384" y="6000393"/>
            <a:ext cx="244521" cy="1090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7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GT</a:t>
            </a:r>
          </a:p>
        </p:txBody>
      </p:sp>
      <p:sp>
        <p:nvSpPr>
          <p:cNvPr id="436" name="Text 436"/>
          <p:cNvSpPr txBox="1"/>
          <p:nvPr/>
        </p:nvSpPr>
        <p:spPr>
          <a:xfrm>
            <a:off x="1916442" y="5127739"/>
            <a:ext cx="1000422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9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lakeside reeds</a:t>
            </a:r>
          </a:p>
        </p:txBody>
      </p:sp>
      <p:sp>
        <p:nvSpPr>
          <p:cNvPr id="437" name="Text 437"/>
          <p:cNvSpPr txBox="1"/>
          <p:nvPr/>
        </p:nvSpPr>
        <p:spPr>
          <a:xfrm>
            <a:off x="1916442" y="5269455"/>
            <a:ext cx="786634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0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start d = 0.96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126"/>
                </a:solidFill>
                <a:latin typeface="Arial"/>
              </a:rPr>
              <a:t>Qualitative rollouts (2/2)</a:t>
            </a:r>
          </a:p>
        </p:txBody>
      </p:sp>
      <p:sp>
        <p:nvSpPr>
          <p:cNvPr id="4" name="Shape 4"/>
          <p:cNvSpPr/>
          <p:nvPr/>
        </p:nvSpPr>
        <p:spPr>
          <a:xfrm>
            <a:off x="1771539" y="713232"/>
            <a:ext cx="8645873" cy="5989320"/>
          </a:xfrm>
          <a:custGeom>
            <a:avLst/>
            <a:gdLst/>
            <a:ahLst/>
            <a:cxnLst/>
            <a:rect l="0" t="0" r="r" b="b"/>
            <a:pathLst>
              <a:path w="8645873" h="5989320">
                <a:moveTo>
                  <a:pt x="0" y="5989320"/>
                </a:moveTo>
                <a:lnTo>
                  <a:pt x="8645873" y="5989320"/>
                </a:lnTo>
                <a:lnTo>
                  <a:pt x="864587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772022" y="785683"/>
            <a:ext cx="2366264" cy="5901573"/>
          </a:xfrm>
          <a:custGeom>
            <a:avLst/>
            <a:gdLst/>
            <a:ahLst/>
            <a:cxnLst/>
            <a:rect l="0" t="0" r="r" b="b"/>
            <a:pathLst>
              <a:path w="2366264" h="5901573">
                <a:moveTo>
                  <a:pt x="144419" y="1328276"/>
                </a:moveTo>
                <a:lnTo>
                  <a:pt x="2269662" y="1328276"/>
                </a:lnTo>
                <a:quadBezTo>
                  <a:pt x="2366264" y="1328276"/>
                  <a:pt x="2366264" y="1231674"/>
                </a:quadBezTo>
                <a:lnTo>
                  <a:pt x="2366264" y="96601"/>
                </a:lnTo>
                <a:quadBezTo>
                  <a:pt x="2366264" y="0"/>
                  <a:pt x="2269662" y="0"/>
                </a:quadBezTo>
                <a:lnTo>
                  <a:pt x="144419" y="0"/>
                </a:lnTo>
                <a:quadBezTo>
                  <a:pt x="47817" y="0"/>
                  <a:pt x="47817" y="96601"/>
                </a:quadBezTo>
                <a:lnTo>
                  <a:pt x="47817" y="1231674"/>
                </a:lnTo>
                <a:quadBezTo>
                  <a:pt x="47817" y="1328276"/>
                  <a:pt x="144419" y="132827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772022" y="2210562"/>
            <a:ext cx="2366264" cy="4481444"/>
          </a:xfrm>
          <a:custGeom>
            <a:avLst/>
            <a:gdLst/>
            <a:ahLst/>
            <a:cxnLst/>
            <a:rect l="0" t="0" r="r" b="b"/>
            <a:pathLst>
              <a:path w="2366264" h="4481444">
                <a:moveTo>
                  <a:pt x="144419" y="1328276"/>
                </a:moveTo>
                <a:lnTo>
                  <a:pt x="2269662" y="1328276"/>
                </a:lnTo>
                <a:quadBezTo>
                  <a:pt x="2366264" y="1328276"/>
                  <a:pt x="2366264" y="1231674"/>
                </a:quadBezTo>
                <a:lnTo>
                  <a:pt x="2366264" y="96601"/>
                </a:lnTo>
                <a:quadBezTo>
                  <a:pt x="2366264" y="0"/>
                  <a:pt x="2269662" y="0"/>
                </a:quadBezTo>
                <a:lnTo>
                  <a:pt x="144419" y="0"/>
                </a:lnTo>
                <a:quadBezTo>
                  <a:pt x="47817" y="0"/>
                  <a:pt x="47817" y="96601"/>
                </a:quadBezTo>
                <a:lnTo>
                  <a:pt x="47817" y="1231674"/>
                </a:lnTo>
                <a:quadBezTo>
                  <a:pt x="47817" y="1328276"/>
                  <a:pt x="144419" y="132827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1772022" y="3635440"/>
            <a:ext cx="2366264" cy="3061315"/>
          </a:xfrm>
          <a:custGeom>
            <a:avLst/>
            <a:gdLst/>
            <a:ahLst/>
            <a:cxnLst/>
            <a:rect l="0" t="0" r="r" b="b"/>
            <a:pathLst>
              <a:path w="2366264" h="3061315">
                <a:moveTo>
                  <a:pt x="144419" y="1328276"/>
                </a:moveTo>
                <a:lnTo>
                  <a:pt x="2269662" y="1328276"/>
                </a:lnTo>
                <a:quadBezTo>
                  <a:pt x="2366264" y="1328276"/>
                  <a:pt x="2366264" y="1231674"/>
                </a:quadBezTo>
                <a:lnTo>
                  <a:pt x="2366264" y="96601"/>
                </a:lnTo>
                <a:quadBezTo>
                  <a:pt x="2366264" y="0"/>
                  <a:pt x="2269662" y="0"/>
                </a:quadBezTo>
                <a:lnTo>
                  <a:pt x="144419" y="0"/>
                </a:lnTo>
                <a:quadBezTo>
                  <a:pt x="47817" y="0"/>
                  <a:pt x="47817" y="96601"/>
                </a:quadBezTo>
                <a:lnTo>
                  <a:pt x="47817" y="1231674"/>
                </a:lnTo>
                <a:quadBezTo>
                  <a:pt x="47817" y="1328276"/>
                  <a:pt x="144419" y="132827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772022" y="5060319"/>
            <a:ext cx="2366264" cy="1641186"/>
          </a:xfrm>
          <a:custGeom>
            <a:avLst/>
            <a:gdLst/>
            <a:ahLst/>
            <a:cxnLst/>
            <a:rect l="0" t="0" r="r" b="b"/>
            <a:pathLst>
              <a:path w="2366264" h="1641186">
                <a:moveTo>
                  <a:pt x="144419" y="1328276"/>
                </a:moveTo>
                <a:lnTo>
                  <a:pt x="2269662" y="1328276"/>
                </a:lnTo>
                <a:quadBezTo>
                  <a:pt x="2366264" y="1328276"/>
                  <a:pt x="2366264" y="1231674"/>
                </a:quadBezTo>
                <a:lnTo>
                  <a:pt x="2366264" y="96601"/>
                </a:lnTo>
                <a:quadBezTo>
                  <a:pt x="2366264" y="0"/>
                  <a:pt x="2269662" y="0"/>
                </a:quadBezTo>
                <a:lnTo>
                  <a:pt x="144419" y="0"/>
                </a:lnTo>
                <a:quadBezTo>
                  <a:pt x="47817" y="0"/>
                  <a:pt x="47817" y="96601"/>
                </a:quadBezTo>
                <a:lnTo>
                  <a:pt x="47817" y="1231674"/>
                </a:lnTo>
                <a:quadBezTo>
                  <a:pt x="47817" y="1328276"/>
                  <a:pt x="144419" y="1328276"/>
                </a:quadBezTo>
                <a:close/>
              </a:path>
            </a:pathLst>
          </a:custGeom>
          <a:solidFill>
            <a:srgbClr val="F6F7F9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3587837" y="1111714"/>
            <a:ext cx="526299" cy="135881"/>
          </a:xfrm>
          <a:custGeom>
            <a:avLst/>
            <a:gdLst/>
            <a:ahLst/>
            <a:cxnLst/>
            <a:rect l="0" t="0" r="r" b="b"/>
            <a:pathLst>
              <a:path w="526299" h="135881" fill="none">
                <a:moveTo>
                  <a:pt x="0" y="0"/>
                </a:moveTo>
                <a:lnTo>
                  <a:pt x="526299" y="135881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0" name="Shape 10"/>
          <p:cNvSpPr/>
          <p:nvPr/>
        </p:nvSpPr>
        <p:spPr>
          <a:xfrm>
            <a:off x="2754418" y="1111714"/>
            <a:ext cx="1359717" cy="351842"/>
          </a:xfrm>
          <a:custGeom>
            <a:avLst/>
            <a:gdLst/>
            <a:ahLst/>
            <a:cxnLst/>
            <a:rect l="0" t="0" r="r" b="b"/>
            <a:pathLst>
              <a:path w="1359717" h="351842" fill="none">
                <a:moveTo>
                  <a:pt x="0" y="0"/>
                </a:moveTo>
                <a:lnTo>
                  <a:pt x="1359717" y="351842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1" name="Shape 11"/>
          <p:cNvSpPr/>
          <p:nvPr/>
        </p:nvSpPr>
        <p:spPr>
          <a:xfrm>
            <a:off x="1921000" y="1111714"/>
            <a:ext cx="2193135" cy="568772"/>
          </a:xfrm>
          <a:custGeom>
            <a:avLst/>
            <a:gdLst/>
            <a:ahLst/>
            <a:cxnLst/>
            <a:rect l="0" t="0" r="r" b="b"/>
            <a:pathLst>
              <a:path w="2193135" h="568772" fill="none">
                <a:moveTo>
                  <a:pt x="0" y="0"/>
                </a:moveTo>
                <a:lnTo>
                  <a:pt x="2193135" y="568772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2" name="Shape 12"/>
          <p:cNvSpPr/>
          <p:nvPr/>
        </p:nvSpPr>
        <p:spPr>
          <a:xfrm>
            <a:off x="1843990" y="1308325"/>
            <a:ext cx="2270145" cy="590069"/>
          </a:xfrm>
          <a:custGeom>
            <a:avLst/>
            <a:gdLst/>
            <a:ahLst/>
            <a:cxnLst/>
            <a:rect l="0" t="0" r="r" b="b"/>
            <a:pathLst>
              <a:path w="2270145" h="590069" fill="none">
                <a:moveTo>
                  <a:pt x="0" y="0"/>
                </a:moveTo>
                <a:lnTo>
                  <a:pt x="2270145" y="59006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3" name="Shape 13"/>
          <p:cNvSpPr/>
          <p:nvPr/>
        </p:nvSpPr>
        <p:spPr>
          <a:xfrm>
            <a:off x="1843990" y="1525884"/>
            <a:ext cx="2118323" cy="551849"/>
          </a:xfrm>
          <a:custGeom>
            <a:avLst/>
            <a:gdLst/>
            <a:ahLst/>
            <a:cxnLst/>
            <a:rect l="0" t="0" r="r" b="b"/>
            <a:pathLst>
              <a:path w="2118323" h="551849" fill="none">
                <a:moveTo>
                  <a:pt x="0" y="0"/>
                </a:moveTo>
                <a:lnTo>
                  <a:pt x="2118323" y="55184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4" name="Shape 14"/>
          <p:cNvSpPr/>
          <p:nvPr/>
        </p:nvSpPr>
        <p:spPr>
          <a:xfrm>
            <a:off x="1843990" y="1744427"/>
            <a:ext cx="1276540" cy="333306"/>
          </a:xfrm>
          <a:custGeom>
            <a:avLst/>
            <a:gdLst/>
            <a:ahLst/>
            <a:cxnLst/>
            <a:rect l="0" t="0" r="r" b="b"/>
            <a:pathLst>
              <a:path w="1276540" h="333306" fill="none">
                <a:moveTo>
                  <a:pt x="0" y="0"/>
                </a:moveTo>
                <a:lnTo>
                  <a:pt x="1276540" y="333306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5" name="Shape 15"/>
          <p:cNvSpPr/>
          <p:nvPr/>
        </p:nvSpPr>
        <p:spPr>
          <a:xfrm>
            <a:off x="1843990" y="1963961"/>
            <a:ext cx="434756" cy="113772"/>
          </a:xfrm>
          <a:custGeom>
            <a:avLst/>
            <a:gdLst/>
            <a:ahLst/>
            <a:cxnLst/>
            <a:rect l="0" t="0" r="r" b="b"/>
            <a:pathLst>
              <a:path w="434756" h="113772" fill="none">
                <a:moveTo>
                  <a:pt x="0" y="0"/>
                </a:moveTo>
                <a:lnTo>
                  <a:pt x="434756" y="113772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6" name="Shape 16"/>
          <p:cNvSpPr/>
          <p:nvPr/>
        </p:nvSpPr>
        <p:spPr>
          <a:xfrm>
            <a:off x="1843990" y="1111714"/>
            <a:ext cx="204642" cy="510176"/>
          </a:xfrm>
          <a:custGeom>
            <a:avLst/>
            <a:gdLst/>
            <a:ahLst/>
            <a:cxnLst/>
            <a:rect l="0" t="0" r="r" b="b"/>
            <a:pathLst>
              <a:path w="204642" h="510176" fill="none">
                <a:moveTo>
                  <a:pt x="204642" y="0"/>
                </a:moveTo>
                <a:lnTo>
                  <a:pt x="0" y="510176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7" name="Shape 17"/>
          <p:cNvSpPr/>
          <p:nvPr/>
        </p:nvSpPr>
        <p:spPr>
          <a:xfrm>
            <a:off x="1928250" y="1111714"/>
            <a:ext cx="384836" cy="966019"/>
          </a:xfrm>
          <a:custGeom>
            <a:avLst/>
            <a:gdLst/>
            <a:ahLst/>
            <a:cxnLst/>
            <a:rect l="0" t="0" r="r" b="b"/>
            <a:pathLst>
              <a:path w="384836" h="966019" fill="none">
                <a:moveTo>
                  <a:pt x="384836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8" name="Shape 18"/>
          <p:cNvSpPr/>
          <p:nvPr/>
        </p:nvSpPr>
        <p:spPr>
          <a:xfrm>
            <a:off x="2195357" y="1111714"/>
            <a:ext cx="382181" cy="966019"/>
          </a:xfrm>
          <a:custGeom>
            <a:avLst/>
            <a:gdLst/>
            <a:ahLst/>
            <a:cxnLst/>
            <a:rect l="0" t="0" r="r" b="b"/>
            <a:pathLst>
              <a:path w="382181" h="966019" fill="none">
                <a:moveTo>
                  <a:pt x="382181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19" name="Shape 19"/>
          <p:cNvSpPr/>
          <p:nvPr/>
        </p:nvSpPr>
        <p:spPr>
          <a:xfrm>
            <a:off x="2462464" y="1111714"/>
            <a:ext cx="379527" cy="966019"/>
          </a:xfrm>
          <a:custGeom>
            <a:avLst/>
            <a:gdLst/>
            <a:ahLst/>
            <a:cxnLst/>
            <a:rect l="0" t="0" r="r" b="b"/>
            <a:pathLst>
              <a:path w="379527" h="966019" fill="none">
                <a:moveTo>
                  <a:pt x="379527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0" name="Shape 20"/>
          <p:cNvSpPr/>
          <p:nvPr/>
        </p:nvSpPr>
        <p:spPr>
          <a:xfrm>
            <a:off x="2729572" y="1111714"/>
            <a:ext cx="376872" cy="966019"/>
          </a:xfrm>
          <a:custGeom>
            <a:avLst/>
            <a:gdLst/>
            <a:ahLst/>
            <a:cxnLst/>
            <a:rect l="0" t="0" r="r" b="b"/>
            <a:pathLst>
              <a:path w="376872" h="966019" fill="none">
                <a:moveTo>
                  <a:pt x="376872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1" name="Shape 21"/>
          <p:cNvSpPr/>
          <p:nvPr/>
        </p:nvSpPr>
        <p:spPr>
          <a:xfrm>
            <a:off x="2996679" y="1111714"/>
            <a:ext cx="374218" cy="966019"/>
          </a:xfrm>
          <a:custGeom>
            <a:avLst/>
            <a:gdLst/>
            <a:ahLst/>
            <a:cxnLst/>
            <a:rect l="0" t="0" r="r" b="b"/>
            <a:pathLst>
              <a:path w="374218" h="966019" fill="none">
                <a:moveTo>
                  <a:pt x="374218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2" name="Shape 22"/>
          <p:cNvSpPr/>
          <p:nvPr/>
        </p:nvSpPr>
        <p:spPr>
          <a:xfrm>
            <a:off x="3263787" y="1111714"/>
            <a:ext cx="371564" cy="966019"/>
          </a:xfrm>
          <a:custGeom>
            <a:avLst/>
            <a:gdLst/>
            <a:ahLst/>
            <a:cxnLst/>
            <a:rect l="0" t="0" r="r" b="b"/>
            <a:pathLst>
              <a:path w="371564" h="966019" fill="none">
                <a:moveTo>
                  <a:pt x="371564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3" name="Shape 23"/>
          <p:cNvSpPr/>
          <p:nvPr/>
        </p:nvSpPr>
        <p:spPr>
          <a:xfrm>
            <a:off x="3530894" y="1111714"/>
            <a:ext cx="368909" cy="966019"/>
          </a:xfrm>
          <a:custGeom>
            <a:avLst/>
            <a:gdLst/>
            <a:ahLst/>
            <a:cxnLst/>
            <a:rect l="0" t="0" r="r" b="b"/>
            <a:pathLst>
              <a:path w="368909" h="966019" fill="none">
                <a:moveTo>
                  <a:pt x="368909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4" name="Shape 24"/>
          <p:cNvSpPr/>
          <p:nvPr/>
        </p:nvSpPr>
        <p:spPr>
          <a:xfrm>
            <a:off x="3798002" y="1243912"/>
            <a:ext cx="316134" cy="833822"/>
          </a:xfrm>
          <a:custGeom>
            <a:avLst/>
            <a:gdLst/>
            <a:ahLst/>
            <a:cxnLst/>
            <a:rect l="0" t="0" r="r" b="b"/>
            <a:pathLst>
              <a:path w="316134" h="833822" fill="none">
                <a:moveTo>
                  <a:pt x="316134" y="0"/>
                </a:moveTo>
                <a:lnTo>
                  <a:pt x="0" y="833822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5" name="Shape 25"/>
          <p:cNvSpPr/>
          <p:nvPr/>
        </p:nvSpPr>
        <p:spPr>
          <a:xfrm>
            <a:off x="4065109" y="1947479"/>
            <a:ext cx="49026" cy="130254"/>
          </a:xfrm>
          <a:custGeom>
            <a:avLst/>
            <a:gdLst/>
            <a:ahLst/>
            <a:cxnLst/>
            <a:rect l="0" t="0" r="r" b="b"/>
            <a:pathLst>
              <a:path w="49026" h="130254" fill="none">
                <a:moveTo>
                  <a:pt x="49026" y="0"/>
                </a:moveTo>
                <a:lnTo>
                  <a:pt x="0" y="130254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6" name="Shape 26"/>
          <p:cNvSpPr/>
          <p:nvPr/>
        </p:nvSpPr>
        <p:spPr>
          <a:xfrm>
            <a:off x="1843990" y="3315423"/>
            <a:ext cx="55342" cy="187189"/>
          </a:xfrm>
          <a:custGeom>
            <a:avLst/>
            <a:gdLst/>
            <a:ahLst/>
            <a:cxnLst/>
            <a:rect l="0" t="0" r="r" b="b"/>
            <a:pathLst>
              <a:path w="55342" h="187189" fill="none">
                <a:moveTo>
                  <a:pt x="55342" y="18718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7" name="Shape 27"/>
          <p:cNvSpPr/>
          <p:nvPr/>
        </p:nvSpPr>
        <p:spPr>
          <a:xfrm>
            <a:off x="1843990" y="2715053"/>
            <a:ext cx="234727" cy="787559"/>
          </a:xfrm>
          <a:custGeom>
            <a:avLst/>
            <a:gdLst/>
            <a:ahLst/>
            <a:cxnLst/>
            <a:rect l="0" t="0" r="r" b="b"/>
            <a:pathLst>
              <a:path w="234727" h="787559" fill="none">
                <a:moveTo>
                  <a:pt x="234727" y="78755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8" name="Shape 28"/>
          <p:cNvSpPr/>
          <p:nvPr/>
        </p:nvSpPr>
        <p:spPr>
          <a:xfrm>
            <a:off x="1967874" y="2536593"/>
            <a:ext cx="290229" cy="966019"/>
          </a:xfrm>
          <a:custGeom>
            <a:avLst/>
            <a:gdLst/>
            <a:ahLst/>
            <a:cxnLst/>
            <a:rect l="0" t="0" r="r" b="b"/>
            <a:pathLst>
              <a:path w="290229" h="966019" fill="none">
                <a:moveTo>
                  <a:pt x="290229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29" name="Shape 29"/>
          <p:cNvSpPr/>
          <p:nvPr/>
        </p:nvSpPr>
        <p:spPr>
          <a:xfrm>
            <a:off x="2144946" y="2536593"/>
            <a:ext cx="292542" cy="966019"/>
          </a:xfrm>
          <a:custGeom>
            <a:avLst/>
            <a:gdLst/>
            <a:ahLst/>
            <a:cxnLst/>
            <a:rect l="0" t="0" r="r" b="b"/>
            <a:pathLst>
              <a:path w="292542" h="966019" fill="none">
                <a:moveTo>
                  <a:pt x="292542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0" name="Shape 30"/>
          <p:cNvSpPr/>
          <p:nvPr/>
        </p:nvSpPr>
        <p:spPr>
          <a:xfrm>
            <a:off x="2322018" y="2536593"/>
            <a:ext cx="294856" cy="966019"/>
          </a:xfrm>
          <a:custGeom>
            <a:avLst/>
            <a:gdLst/>
            <a:ahLst/>
            <a:cxnLst/>
            <a:rect l="0" t="0" r="r" b="b"/>
            <a:pathLst>
              <a:path w="294856" h="966019" fill="none">
                <a:moveTo>
                  <a:pt x="294856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1" name="Shape 31"/>
          <p:cNvSpPr/>
          <p:nvPr/>
        </p:nvSpPr>
        <p:spPr>
          <a:xfrm>
            <a:off x="2499089" y="2536593"/>
            <a:ext cx="297169" cy="966019"/>
          </a:xfrm>
          <a:custGeom>
            <a:avLst/>
            <a:gdLst/>
            <a:ahLst/>
            <a:cxnLst/>
            <a:rect l="0" t="0" r="r" b="b"/>
            <a:pathLst>
              <a:path w="297169" h="966019" fill="none">
                <a:moveTo>
                  <a:pt x="297169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2" name="Shape 32"/>
          <p:cNvSpPr/>
          <p:nvPr/>
        </p:nvSpPr>
        <p:spPr>
          <a:xfrm>
            <a:off x="2676161" y="2536593"/>
            <a:ext cx="299482" cy="966019"/>
          </a:xfrm>
          <a:custGeom>
            <a:avLst/>
            <a:gdLst/>
            <a:ahLst/>
            <a:cxnLst/>
            <a:rect l="0" t="0" r="r" b="b"/>
            <a:pathLst>
              <a:path w="299482" h="966019" fill="none">
                <a:moveTo>
                  <a:pt x="299482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3" name="Shape 33"/>
          <p:cNvSpPr/>
          <p:nvPr/>
        </p:nvSpPr>
        <p:spPr>
          <a:xfrm>
            <a:off x="2853233" y="2536593"/>
            <a:ext cx="301795" cy="966019"/>
          </a:xfrm>
          <a:custGeom>
            <a:avLst/>
            <a:gdLst/>
            <a:ahLst/>
            <a:cxnLst/>
            <a:rect l="0" t="0" r="r" b="b"/>
            <a:pathLst>
              <a:path w="301795" h="966019" fill="none">
                <a:moveTo>
                  <a:pt x="301795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4" name="Shape 34"/>
          <p:cNvSpPr/>
          <p:nvPr/>
        </p:nvSpPr>
        <p:spPr>
          <a:xfrm>
            <a:off x="3030305" y="2536593"/>
            <a:ext cx="304108" cy="966019"/>
          </a:xfrm>
          <a:custGeom>
            <a:avLst/>
            <a:gdLst/>
            <a:ahLst/>
            <a:cxnLst/>
            <a:rect l="0" t="0" r="r" b="b"/>
            <a:pathLst>
              <a:path w="304108" h="966019" fill="none">
                <a:moveTo>
                  <a:pt x="304108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5" name="Shape 35"/>
          <p:cNvSpPr/>
          <p:nvPr/>
        </p:nvSpPr>
        <p:spPr>
          <a:xfrm>
            <a:off x="3207377" y="2536593"/>
            <a:ext cx="306422" cy="966019"/>
          </a:xfrm>
          <a:custGeom>
            <a:avLst/>
            <a:gdLst/>
            <a:ahLst/>
            <a:cxnLst/>
            <a:rect l="0" t="0" r="r" b="b"/>
            <a:pathLst>
              <a:path w="306422" h="966019" fill="none">
                <a:moveTo>
                  <a:pt x="306422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6" name="Shape 36"/>
          <p:cNvSpPr/>
          <p:nvPr/>
        </p:nvSpPr>
        <p:spPr>
          <a:xfrm>
            <a:off x="3384449" y="2536593"/>
            <a:ext cx="308735" cy="966019"/>
          </a:xfrm>
          <a:custGeom>
            <a:avLst/>
            <a:gdLst/>
            <a:ahLst/>
            <a:cxnLst/>
            <a:rect l="0" t="0" r="r" b="b"/>
            <a:pathLst>
              <a:path w="308735" h="966019" fill="none">
                <a:moveTo>
                  <a:pt x="308735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7" name="Shape 37"/>
          <p:cNvSpPr/>
          <p:nvPr/>
        </p:nvSpPr>
        <p:spPr>
          <a:xfrm>
            <a:off x="3561521" y="2536593"/>
            <a:ext cx="311048" cy="966019"/>
          </a:xfrm>
          <a:custGeom>
            <a:avLst/>
            <a:gdLst/>
            <a:ahLst/>
            <a:cxnLst/>
            <a:rect l="0" t="0" r="r" b="b"/>
            <a:pathLst>
              <a:path w="311048" h="966019" fill="none">
                <a:moveTo>
                  <a:pt x="311048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8" name="Shape 38"/>
          <p:cNvSpPr/>
          <p:nvPr/>
        </p:nvSpPr>
        <p:spPr>
          <a:xfrm>
            <a:off x="3738593" y="2536593"/>
            <a:ext cx="313361" cy="966019"/>
          </a:xfrm>
          <a:custGeom>
            <a:avLst/>
            <a:gdLst/>
            <a:ahLst/>
            <a:cxnLst/>
            <a:rect l="0" t="0" r="r" b="b"/>
            <a:pathLst>
              <a:path w="313361" h="966019" fill="none">
                <a:moveTo>
                  <a:pt x="313361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39" name="Shape 39"/>
          <p:cNvSpPr/>
          <p:nvPr/>
        </p:nvSpPr>
        <p:spPr>
          <a:xfrm>
            <a:off x="3915665" y="2536593"/>
            <a:ext cx="198470" cy="607353"/>
          </a:xfrm>
          <a:custGeom>
            <a:avLst/>
            <a:gdLst/>
            <a:ahLst/>
            <a:cxnLst/>
            <a:rect l="0" t="0" r="r" b="b"/>
            <a:pathLst>
              <a:path w="198470" h="607353" fill="none">
                <a:moveTo>
                  <a:pt x="198470" y="607353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0" name="Shape 40"/>
          <p:cNvSpPr/>
          <p:nvPr/>
        </p:nvSpPr>
        <p:spPr>
          <a:xfrm>
            <a:off x="4092737" y="2536593"/>
            <a:ext cx="21398" cy="65006"/>
          </a:xfrm>
          <a:custGeom>
            <a:avLst/>
            <a:gdLst/>
            <a:ahLst/>
            <a:cxnLst/>
            <a:rect l="0" t="0" r="r" b="b"/>
            <a:pathLst>
              <a:path w="21398" h="65006" fill="none">
                <a:moveTo>
                  <a:pt x="21398" y="65006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1" name="Shape 41"/>
          <p:cNvSpPr/>
          <p:nvPr/>
        </p:nvSpPr>
        <p:spPr>
          <a:xfrm>
            <a:off x="3811342" y="3438637"/>
            <a:ext cx="302794" cy="63975"/>
          </a:xfrm>
          <a:custGeom>
            <a:avLst/>
            <a:gdLst/>
            <a:ahLst/>
            <a:cxnLst/>
            <a:rect l="0" t="0" r="r" b="b"/>
            <a:pathLst>
              <a:path w="302794" h="63975" fill="none">
                <a:moveTo>
                  <a:pt x="0" y="63975"/>
                </a:moveTo>
                <a:lnTo>
                  <a:pt x="302794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2" name="Shape 42"/>
          <p:cNvSpPr/>
          <p:nvPr/>
        </p:nvSpPr>
        <p:spPr>
          <a:xfrm>
            <a:off x="3110816" y="3291044"/>
            <a:ext cx="1003319" cy="211568"/>
          </a:xfrm>
          <a:custGeom>
            <a:avLst/>
            <a:gdLst/>
            <a:ahLst/>
            <a:cxnLst/>
            <a:rect l="0" t="0" r="r" b="b"/>
            <a:pathLst>
              <a:path w="1003319" h="211568" fill="none">
                <a:moveTo>
                  <a:pt x="0" y="211568"/>
                </a:moveTo>
                <a:lnTo>
                  <a:pt x="1003319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3" name="Shape 43"/>
          <p:cNvSpPr/>
          <p:nvPr/>
        </p:nvSpPr>
        <p:spPr>
          <a:xfrm>
            <a:off x="2410290" y="3144033"/>
            <a:ext cx="1703845" cy="358579"/>
          </a:xfrm>
          <a:custGeom>
            <a:avLst/>
            <a:gdLst/>
            <a:ahLst/>
            <a:cxnLst/>
            <a:rect l="0" t="0" r="r" b="b"/>
            <a:pathLst>
              <a:path w="1703845" h="358579" fill="none">
                <a:moveTo>
                  <a:pt x="0" y="358579"/>
                </a:moveTo>
                <a:lnTo>
                  <a:pt x="17038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4" name="Shape 44"/>
          <p:cNvSpPr/>
          <p:nvPr/>
        </p:nvSpPr>
        <p:spPr>
          <a:xfrm>
            <a:off x="1843990" y="2997599"/>
            <a:ext cx="2270145" cy="476820"/>
          </a:xfrm>
          <a:custGeom>
            <a:avLst/>
            <a:gdLst/>
            <a:ahLst/>
            <a:cxnLst/>
            <a:rect l="0" t="0" r="r" b="b"/>
            <a:pathLst>
              <a:path w="2270145" h="476820" fill="none">
                <a:moveTo>
                  <a:pt x="0" y="476820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5" name="Shape 45"/>
          <p:cNvSpPr/>
          <p:nvPr/>
        </p:nvSpPr>
        <p:spPr>
          <a:xfrm>
            <a:off x="1843990" y="2851739"/>
            <a:ext cx="2270145" cy="475885"/>
          </a:xfrm>
          <a:custGeom>
            <a:avLst/>
            <a:gdLst/>
            <a:ahLst/>
            <a:cxnLst/>
            <a:rect l="0" t="0" r="r" b="b"/>
            <a:pathLst>
              <a:path w="2270145" h="475885" fill="none">
                <a:moveTo>
                  <a:pt x="0" y="475885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6" name="Shape 46"/>
          <p:cNvSpPr/>
          <p:nvPr/>
        </p:nvSpPr>
        <p:spPr>
          <a:xfrm>
            <a:off x="1843990" y="2706450"/>
            <a:ext cx="2270145" cy="474954"/>
          </a:xfrm>
          <a:custGeom>
            <a:avLst/>
            <a:gdLst/>
            <a:ahLst/>
            <a:cxnLst/>
            <a:rect l="0" t="0" r="r" b="b"/>
            <a:pathLst>
              <a:path w="2270145" h="474954" fill="none">
                <a:moveTo>
                  <a:pt x="0" y="474954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7" name="Shape 47"/>
          <p:cNvSpPr/>
          <p:nvPr/>
        </p:nvSpPr>
        <p:spPr>
          <a:xfrm>
            <a:off x="1843990" y="2561729"/>
            <a:ext cx="2270145" cy="474027"/>
          </a:xfrm>
          <a:custGeom>
            <a:avLst/>
            <a:gdLst/>
            <a:ahLst/>
            <a:cxnLst/>
            <a:rect l="0" t="0" r="r" b="b"/>
            <a:pathLst>
              <a:path w="2270145" h="474027" fill="none">
                <a:moveTo>
                  <a:pt x="0" y="474027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8" name="Shape 48"/>
          <p:cNvSpPr/>
          <p:nvPr/>
        </p:nvSpPr>
        <p:spPr>
          <a:xfrm>
            <a:off x="1843990" y="2536593"/>
            <a:ext cx="1699029" cy="354081"/>
          </a:xfrm>
          <a:custGeom>
            <a:avLst/>
            <a:gdLst/>
            <a:ahLst/>
            <a:cxnLst/>
            <a:rect l="0" t="0" r="r" b="b"/>
            <a:pathLst>
              <a:path w="1699029" h="354081" fill="none">
                <a:moveTo>
                  <a:pt x="0" y="354081"/>
                </a:moveTo>
                <a:lnTo>
                  <a:pt x="1699029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49" name="Shape 49"/>
          <p:cNvSpPr/>
          <p:nvPr/>
        </p:nvSpPr>
        <p:spPr>
          <a:xfrm>
            <a:off x="1843990" y="2536593"/>
            <a:ext cx="1007536" cy="209564"/>
          </a:xfrm>
          <a:custGeom>
            <a:avLst/>
            <a:gdLst/>
            <a:ahLst/>
            <a:cxnLst/>
            <a:rect l="0" t="0" r="r" b="b"/>
            <a:pathLst>
              <a:path w="1007536" h="209564" fill="none">
                <a:moveTo>
                  <a:pt x="0" y="209564"/>
                </a:moveTo>
                <a:lnTo>
                  <a:pt x="1007536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0" name="Shape 50"/>
          <p:cNvSpPr/>
          <p:nvPr/>
        </p:nvSpPr>
        <p:spPr>
          <a:xfrm>
            <a:off x="1843990" y="2536593"/>
            <a:ext cx="316044" cy="65608"/>
          </a:xfrm>
          <a:custGeom>
            <a:avLst/>
            <a:gdLst/>
            <a:ahLst/>
            <a:cxnLst/>
            <a:rect l="0" t="0" r="r" b="b"/>
            <a:pathLst>
              <a:path w="316044" h="65608" fill="none">
                <a:moveTo>
                  <a:pt x="0" y="65608"/>
                </a:moveTo>
                <a:lnTo>
                  <a:pt x="316044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1" name="Shape 51"/>
          <p:cNvSpPr/>
          <p:nvPr/>
        </p:nvSpPr>
        <p:spPr>
          <a:xfrm>
            <a:off x="1927810" y="3961472"/>
            <a:ext cx="242248" cy="966019"/>
          </a:xfrm>
          <a:custGeom>
            <a:avLst/>
            <a:gdLst/>
            <a:ahLst/>
            <a:cxnLst/>
            <a:rect l="0" t="0" r="r" b="b"/>
            <a:pathLst>
              <a:path w="242248" h="966019" fill="none">
                <a:moveTo>
                  <a:pt x="242248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2" name="Shape 52"/>
          <p:cNvSpPr/>
          <p:nvPr/>
        </p:nvSpPr>
        <p:spPr>
          <a:xfrm>
            <a:off x="2401228" y="3961472"/>
            <a:ext cx="246296" cy="966019"/>
          </a:xfrm>
          <a:custGeom>
            <a:avLst/>
            <a:gdLst/>
            <a:ahLst/>
            <a:cxnLst/>
            <a:rect l="0" t="0" r="r" b="b"/>
            <a:pathLst>
              <a:path w="246296" h="966019" fill="none">
                <a:moveTo>
                  <a:pt x="246296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3" name="Shape 53"/>
          <p:cNvSpPr/>
          <p:nvPr/>
        </p:nvSpPr>
        <p:spPr>
          <a:xfrm>
            <a:off x="2874646" y="3961472"/>
            <a:ext cx="250344" cy="966019"/>
          </a:xfrm>
          <a:custGeom>
            <a:avLst/>
            <a:gdLst/>
            <a:ahLst/>
            <a:cxnLst/>
            <a:rect l="0" t="0" r="r" b="b"/>
            <a:pathLst>
              <a:path w="250344" h="966019" fill="none">
                <a:moveTo>
                  <a:pt x="250344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4" name="Shape 54"/>
          <p:cNvSpPr/>
          <p:nvPr/>
        </p:nvSpPr>
        <p:spPr>
          <a:xfrm>
            <a:off x="3348064" y="3961472"/>
            <a:ext cx="254391" cy="966019"/>
          </a:xfrm>
          <a:custGeom>
            <a:avLst/>
            <a:gdLst/>
            <a:ahLst/>
            <a:cxnLst/>
            <a:rect l="0" t="0" r="r" b="b"/>
            <a:pathLst>
              <a:path w="254391" h="966019" fill="none">
                <a:moveTo>
                  <a:pt x="254391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5" name="Shape 55"/>
          <p:cNvSpPr/>
          <p:nvPr/>
        </p:nvSpPr>
        <p:spPr>
          <a:xfrm>
            <a:off x="3821482" y="3961472"/>
            <a:ext cx="258439" cy="966019"/>
          </a:xfrm>
          <a:custGeom>
            <a:avLst/>
            <a:gdLst/>
            <a:ahLst/>
            <a:cxnLst/>
            <a:rect l="0" t="0" r="r" b="b"/>
            <a:pathLst>
              <a:path w="258439" h="966019" fill="none">
                <a:moveTo>
                  <a:pt x="258439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6" name="Shape 56"/>
          <p:cNvSpPr/>
          <p:nvPr/>
        </p:nvSpPr>
        <p:spPr>
          <a:xfrm>
            <a:off x="2147004" y="4580920"/>
            <a:ext cx="1967131" cy="346570"/>
          </a:xfrm>
          <a:custGeom>
            <a:avLst/>
            <a:gdLst/>
            <a:ahLst/>
            <a:cxnLst/>
            <a:rect l="0" t="0" r="r" b="b"/>
            <a:pathLst>
              <a:path w="1967131" h="346570" fill="none">
                <a:moveTo>
                  <a:pt x="0" y="346570"/>
                </a:moveTo>
                <a:lnTo>
                  <a:pt x="1967131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7" name="Shape 57"/>
          <p:cNvSpPr/>
          <p:nvPr/>
        </p:nvSpPr>
        <p:spPr>
          <a:xfrm>
            <a:off x="1843990" y="4191266"/>
            <a:ext cx="2270145" cy="398584"/>
          </a:xfrm>
          <a:custGeom>
            <a:avLst/>
            <a:gdLst/>
            <a:ahLst/>
            <a:cxnLst/>
            <a:rect l="0" t="0" r="r" b="b"/>
            <a:pathLst>
              <a:path w="2270145" h="398584" fill="none">
                <a:moveTo>
                  <a:pt x="0" y="398584"/>
                </a:moveTo>
                <a:lnTo>
                  <a:pt x="2270145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8" name="Shape 58"/>
          <p:cNvSpPr/>
          <p:nvPr/>
        </p:nvSpPr>
        <p:spPr>
          <a:xfrm>
            <a:off x="1843990" y="3961472"/>
            <a:ext cx="1371759" cy="240025"/>
          </a:xfrm>
          <a:custGeom>
            <a:avLst/>
            <a:gdLst/>
            <a:ahLst/>
            <a:cxnLst/>
            <a:rect l="0" t="0" r="r" b="b"/>
            <a:pathLst>
              <a:path w="1371759" h="240025" fill="none">
                <a:moveTo>
                  <a:pt x="0" y="240025"/>
                </a:moveTo>
                <a:lnTo>
                  <a:pt x="1371759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59" name="Shape 59"/>
          <p:cNvSpPr/>
          <p:nvPr/>
        </p:nvSpPr>
        <p:spPr>
          <a:xfrm>
            <a:off x="3821060" y="6019401"/>
            <a:ext cx="293075" cy="332968"/>
          </a:xfrm>
          <a:custGeom>
            <a:avLst/>
            <a:gdLst/>
            <a:ahLst/>
            <a:cxnLst/>
            <a:rect l="0" t="0" r="r" b="b"/>
            <a:pathLst>
              <a:path w="293075" h="332968" fill="none">
                <a:moveTo>
                  <a:pt x="293075" y="0"/>
                </a:moveTo>
                <a:lnTo>
                  <a:pt x="0" y="332968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0" name="Shape 60"/>
          <p:cNvSpPr/>
          <p:nvPr/>
        </p:nvSpPr>
        <p:spPr>
          <a:xfrm>
            <a:off x="3513465" y="5673244"/>
            <a:ext cx="600670" cy="679125"/>
          </a:xfrm>
          <a:custGeom>
            <a:avLst/>
            <a:gdLst/>
            <a:ahLst/>
            <a:cxnLst/>
            <a:rect l="0" t="0" r="r" b="b"/>
            <a:pathLst>
              <a:path w="600670" h="679125" fill="none">
                <a:moveTo>
                  <a:pt x="600670" y="0"/>
                </a:moveTo>
                <a:lnTo>
                  <a:pt x="0" y="679125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1" name="Shape 61"/>
          <p:cNvSpPr/>
          <p:nvPr/>
        </p:nvSpPr>
        <p:spPr>
          <a:xfrm>
            <a:off x="3205870" y="5386350"/>
            <a:ext cx="858562" cy="966019"/>
          </a:xfrm>
          <a:custGeom>
            <a:avLst/>
            <a:gdLst/>
            <a:ahLst/>
            <a:cxnLst/>
            <a:rect l="0" t="0" r="r" b="b"/>
            <a:pathLst>
              <a:path w="858562" h="966019" fill="none">
                <a:moveTo>
                  <a:pt x="858562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2" name="Shape 62"/>
          <p:cNvSpPr/>
          <p:nvPr/>
        </p:nvSpPr>
        <p:spPr>
          <a:xfrm>
            <a:off x="2898275" y="5386350"/>
            <a:ext cx="862703" cy="966019"/>
          </a:xfrm>
          <a:custGeom>
            <a:avLst/>
            <a:gdLst/>
            <a:ahLst/>
            <a:cxnLst/>
            <a:rect l="0" t="0" r="r" b="b"/>
            <a:pathLst>
              <a:path w="862703" h="966019" fill="none">
                <a:moveTo>
                  <a:pt x="862703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3" name="Shape 63"/>
          <p:cNvSpPr/>
          <p:nvPr/>
        </p:nvSpPr>
        <p:spPr>
          <a:xfrm>
            <a:off x="2590679" y="5386350"/>
            <a:ext cx="866844" cy="966019"/>
          </a:xfrm>
          <a:custGeom>
            <a:avLst/>
            <a:gdLst/>
            <a:ahLst/>
            <a:cxnLst/>
            <a:rect l="0" t="0" r="r" b="b"/>
            <a:pathLst>
              <a:path w="866844" h="966019" fill="none">
                <a:moveTo>
                  <a:pt x="866844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4" name="Shape 64"/>
          <p:cNvSpPr/>
          <p:nvPr/>
        </p:nvSpPr>
        <p:spPr>
          <a:xfrm>
            <a:off x="2283084" y="5386350"/>
            <a:ext cx="870985" cy="966019"/>
          </a:xfrm>
          <a:custGeom>
            <a:avLst/>
            <a:gdLst/>
            <a:ahLst/>
            <a:cxnLst/>
            <a:rect l="0" t="0" r="r" b="b"/>
            <a:pathLst>
              <a:path w="870985" h="966019" fill="none">
                <a:moveTo>
                  <a:pt x="870985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5" name="Shape 65"/>
          <p:cNvSpPr/>
          <p:nvPr/>
        </p:nvSpPr>
        <p:spPr>
          <a:xfrm>
            <a:off x="1975489" y="5386350"/>
            <a:ext cx="875126" cy="966019"/>
          </a:xfrm>
          <a:custGeom>
            <a:avLst/>
            <a:gdLst/>
            <a:ahLst/>
            <a:cxnLst/>
            <a:rect l="0" t="0" r="r" b="b"/>
            <a:pathLst>
              <a:path w="875126" h="966019" fill="none">
                <a:moveTo>
                  <a:pt x="875126" y="0"/>
                </a:moveTo>
                <a:lnTo>
                  <a:pt x="0" y="966019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6" name="Shape 66"/>
          <p:cNvSpPr/>
          <p:nvPr/>
        </p:nvSpPr>
        <p:spPr>
          <a:xfrm>
            <a:off x="1843990" y="5386350"/>
            <a:ext cx="703170" cy="772548"/>
          </a:xfrm>
          <a:custGeom>
            <a:avLst/>
            <a:gdLst/>
            <a:ahLst/>
            <a:cxnLst/>
            <a:rect l="0" t="0" r="r" b="b"/>
            <a:pathLst>
              <a:path w="703170" h="772548" fill="none">
                <a:moveTo>
                  <a:pt x="703170" y="0"/>
                </a:moveTo>
                <a:lnTo>
                  <a:pt x="0" y="772548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7" name="Shape 67"/>
          <p:cNvSpPr/>
          <p:nvPr/>
        </p:nvSpPr>
        <p:spPr>
          <a:xfrm>
            <a:off x="1843990" y="5386350"/>
            <a:ext cx="399715" cy="437095"/>
          </a:xfrm>
          <a:custGeom>
            <a:avLst/>
            <a:gdLst/>
            <a:ahLst/>
            <a:cxnLst/>
            <a:rect l="0" t="0" r="r" b="b"/>
            <a:pathLst>
              <a:path w="399715" h="437095" fill="none">
                <a:moveTo>
                  <a:pt x="399715" y="0"/>
                </a:moveTo>
                <a:lnTo>
                  <a:pt x="0" y="437095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8" name="Shape 68"/>
          <p:cNvSpPr/>
          <p:nvPr/>
        </p:nvSpPr>
        <p:spPr>
          <a:xfrm>
            <a:off x="1843990" y="5386350"/>
            <a:ext cx="96261" cy="104772"/>
          </a:xfrm>
          <a:custGeom>
            <a:avLst/>
            <a:gdLst/>
            <a:ahLst/>
            <a:cxnLst/>
            <a:rect l="0" t="0" r="r" b="b"/>
            <a:pathLst>
              <a:path w="96261" h="104772" fill="none">
                <a:moveTo>
                  <a:pt x="96261" y="0"/>
                </a:moveTo>
                <a:lnTo>
                  <a:pt x="0" y="104772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69" name="Shape 69"/>
          <p:cNvSpPr/>
          <p:nvPr/>
        </p:nvSpPr>
        <p:spPr>
          <a:xfrm>
            <a:off x="3734445" y="5386350"/>
            <a:ext cx="379690" cy="225143"/>
          </a:xfrm>
          <a:custGeom>
            <a:avLst/>
            <a:gdLst/>
            <a:ahLst/>
            <a:cxnLst/>
            <a:rect l="0" t="0" r="r" b="b"/>
            <a:pathLst>
              <a:path w="379690" h="225143" fill="none">
                <a:moveTo>
                  <a:pt x="379690" y="225143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0" name="Shape 70"/>
          <p:cNvSpPr/>
          <p:nvPr/>
        </p:nvSpPr>
        <p:spPr>
          <a:xfrm>
            <a:off x="3321007" y="5386350"/>
            <a:ext cx="793128" cy="471932"/>
          </a:xfrm>
          <a:custGeom>
            <a:avLst/>
            <a:gdLst/>
            <a:ahLst/>
            <a:cxnLst/>
            <a:rect l="0" t="0" r="r" b="b"/>
            <a:pathLst>
              <a:path w="793128" h="471932" fill="none">
                <a:moveTo>
                  <a:pt x="793128" y="471932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1" name="Shape 71"/>
          <p:cNvSpPr/>
          <p:nvPr/>
        </p:nvSpPr>
        <p:spPr>
          <a:xfrm>
            <a:off x="2907570" y="5386350"/>
            <a:ext cx="1206565" cy="720441"/>
          </a:xfrm>
          <a:custGeom>
            <a:avLst/>
            <a:gdLst/>
            <a:ahLst/>
            <a:cxnLst/>
            <a:rect l="0" t="0" r="r" b="b"/>
            <a:pathLst>
              <a:path w="1206565" h="720441" fill="none">
                <a:moveTo>
                  <a:pt x="1206565" y="720441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2" name="Shape 72"/>
          <p:cNvSpPr/>
          <p:nvPr/>
        </p:nvSpPr>
        <p:spPr>
          <a:xfrm>
            <a:off x="2494132" y="5386350"/>
            <a:ext cx="1612206" cy="966019"/>
          </a:xfrm>
          <a:custGeom>
            <a:avLst/>
            <a:gdLst/>
            <a:ahLst/>
            <a:cxnLst/>
            <a:rect l="0" t="0" r="r" b="b"/>
            <a:pathLst>
              <a:path w="1612206" h="966019" fill="none">
                <a:moveTo>
                  <a:pt x="1612206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3" name="Shape 73"/>
          <p:cNvSpPr/>
          <p:nvPr/>
        </p:nvSpPr>
        <p:spPr>
          <a:xfrm>
            <a:off x="2080695" y="5386350"/>
            <a:ext cx="1606565" cy="966019"/>
          </a:xfrm>
          <a:custGeom>
            <a:avLst/>
            <a:gdLst/>
            <a:ahLst/>
            <a:cxnLst/>
            <a:rect l="0" t="0" r="r" b="b"/>
            <a:pathLst>
              <a:path w="1606565" h="966019" fill="none">
                <a:moveTo>
                  <a:pt x="1606565" y="96601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4" name="Shape 74"/>
          <p:cNvSpPr/>
          <p:nvPr/>
        </p:nvSpPr>
        <p:spPr>
          <a:xfrm>
            <a:off x="1843990" y="5492993"/>
            <a:ext cx="1424190" cy="859376"/>
          </a:xfrm>
          <a:custGeom>
            <a:avLst/>
            <a:gdLst/>
            <a:ahLst/>
            <a:cxnLst/>
            <a:rect l="0" t="0" r="r" b="b"/>
            <a:pathLst>
              <a:path w="1424190" h="859376" fill="none">
                <a:moveTo>
                  <a:pt x="1424190" y="859376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5" name="Shape 75"/>
          <p:cNvSpPr/>
          <p:nvPr/>
        </p:nvSpPr>
        <p:spPr>
          <a:xfrm>
            <a:off x="1843990" y="5743727"/>
            <a:ext cx="1005111" cy="608642"/>
          </a:xfrm>
          <a:custGeom>
            <a:avLst/>
            <a:gdLst/>
            <a:ahLst/>
            <a:cxnLst/>
            <a:rect l="0" t="0" r="r" b="b"/>
            <a:pathLst>
              <a:path w="1005111" h="608642" fill="none">
                <a:moveTo>
                  <a:pt x="1005111" y="608642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6" name="Shape 76"/>
          <p:cNvSpPr/>
          <p:nvPr/>
        </p:nvSpPr>
        <p:spPr>
          <a:xfrm>
            <a:off x="1843990" y="5996240"/>
            <a:ext cx="586032" cy="356129"/>
          </a:xfrm>
          <a:custGeom>
            <a:avLst/>
            <a:gdLst/>
            <a:ahLst/>
            <a:cxnLst/>
            <a:rect l="0" t="0" r="r" b="b"/>
            <a:pathLst>
              <a:path w="586032" h="356129" fill="none">
                <a:moveTo>
                  <a:pt x="586032" y="356129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7" name="Shape 77"/>
          <p:cNvSpPr/>
          <p:nvPr/>
        </p:nvSpPr>
        <p:spPr>
          <a:xfrm>
            <a:off x="1843990" y="6250551"/>
            <a:ext cx="166952" cy="101818"/>
          </a:xfrm>
          <a:custGeom>
            <a:avLst/>
            <a:gdLst/>
            <a:ahLst/>
            <a:cxnLst/>
            <a:rect l="0" t="0" r="r" b="b"/>
            <a:pathLst>
              <a:path w="166952" h="101818" fill="none">
                <a:moveTo>
                  <a:pt x="166952" y="101818"/>
                </a:moveTo>
                <a:lnTo>
                  <a:pt x="0" y="0"/>
                </a:lnTo>
              </a:path>
            </a:pathLst>
          </a:custGeom>
          <a:noFill/>
          <a:ln w="5869" cap="rnd">
            <a:solidFill>
              <a:srgbClr val="E2E5EA"/>
            </a:solidFill>
            <a:round/>
          </a:ln>
        </p:spPr>
      </p:sp>
      <p:sp>
        <p:nvSpPr>
          <p:cNvPr id="78" name="Shape 78"/>
          <p:cNvSpPr/>
          <p:nvPr/>
        </p:nvSpPr>
        <p:spPr>
          <a:xfrm>
            <a:off x="1771539" y="6566618"/>
            <a:ext cx="4686374" cy="133921"/>
          </a:xfrm>
          <a:custGeom>
            <a:avLst/>
            <a:gdLst/>
            <a:ahLst/>
            <a:cxnLst/>
            <a:rect l="0" t="0" r="r" b="b"/>
            <a:pathLst>
              <a:path w="4686374" h="133921">
                <a:moveTo>
                  <a:pt x="4648968" y="0"/>
                </a:moveTo>
                <a:lnTo>
                  <a:pt x="4640137" y="27177"/>
                </a:lnTo>
                <a:lnTo>
                  <a:pt x="4611561" y="27177"/>
                </a:lnTo>
                <a:lnTo>
                  <a:pt x="4634680" y="43974"/>
                </a:lnTo>
                <a:lnTo>
                  <a:pt x="4625849" y="71152"/>
                </a:lnTo>
                <a:lnTo>
                  <a:pt x="4648968" y="54355"/>
                </a:lnTo>
                <a:lnTo>
                  <a:pt x="4672086" y="71152"/>
                </a:lnTo>
                <a:lnTo>
                  <a:pt x="4663256" y="43974"/>
                </a:lnTo>
                <a:lnTo>
                  <a:pt x="4686374" y="27177"/>
                </a:lnTo>
                <a:lnTo>
                  <a:pt x="4657798" y="27177"/>
                </a:lnTo>
                <a:close/>
              </a:path>
            </a:pathLst>
          </a:custGeom>
          <a:solidFill>
            <a:srgbClr val="2E5FBF"/>
          </a:solidFill>
          <a:ln>
            <a:noFill/>
          </a:ln>
        </p:spPr>
      </p:sp>
      <p:sp>
        <p:nvSpPr>
          <p:cNvPr id="79" name="Shape 79"/>
          <p:cNvSpPr/>
          <p:nvPr/>
        </p:nvSpPr>
        <p:spPr>
          <a:xfrm>
            <a:off x="2454610" y="1618594"/>
            <a:ext cx="6854" cy="459139"/>
          </a:xfrm>
          <a:custGeom>
            <a:avLst/>
            <a:gdLst/>
            <a:ahLst/>
            <a:cxnLst/>
            <a:rect l="0" t="0" r="r" b="b"/>
            <a:pathLst>
              <a:path w="6854" h="459139" fill="none">
                <a:moveTo>
                  <a:pt x="0" y="0"/>
                </a:moveTo>
                <a:lnTo>
                  <a:pt x="6854" y="459139"/>
                </a:lnTo>
              </a:path>
            </a:pathLst>
          </a:custGeom>
          <a:noFill/>
          <a:ln w="5869" cap="flat">
            <a:solidFill>
              <a:srgbClr val="7C8792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0" name="Shape 80"/>
          <p:cNvSpPr/>
          <p:nvPr/>
        </p:nvSpPr>
        <p:spPr>
          <a:xfrm>
            <a:off x="3925412" y="1465262"/>
            <a:ext cx="7595" cy="470174"/>
          </a:xfrm>
          <a:custGeom>
            <a:avLst/>
            <a:gdLst/>
            <a:ahLst/>
            <a:cxnLst/>
            <a:rect l="0" t="0" r="r" b="b"/>
            <a:pathLst>
              <a:path w="7595" h="470174" fill="none">
                <a:moveTo>
                  <a:pt x="7595" y="0"/>
                </a:moveTo>
                <a:lnTo>
                  <a:pt x="0" y="470174"/>
                </a:lnTo>
              </a:path>
            </a:pathLst>
          </a:custGeom>
          <a:noFill/>
          <a:ln w="5869" cap="flat">
            <a:solidFill>
              <a:srgbClr val="8A6BA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1" name="Shape 81"/>
          <p:cNvSpPr/>
          <p:nvPr/>
        </p:nvSpPr>
        <p:spPr>
          <a:xfrm>
            <a:off x="3898242" y="1924570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8A6BAA">
              <a:alpha val="25000"/>
            </a:srgbClr>
          </a:solidFill>
          <a:ln>
            <a:noFill/>
          </a:ln>
        </p:spPr>
      </p:sp>
      <p:sp>
        <p:nvSpPr>
          <p:cNvPr id="82" name="Shape 82"/>
          <p:cNvSpPr/>
          <p:nvPr/>
        </p:nvSpPr>
        <p:spPr>
          <a:xfrm>
            <a:off x="2025119" y="1699296"/>
            <a:ext cx="9087" cy="378437"/>
          </a:xfrm>
          <a:custGeom>
            <a:avLst/>
            <a:gdLst/>
            <a:ahLst/>
            <a:cxnLst/>
            <a:rect l="0" t="0" r="r" b="b"/>
            <a:pathLst>
              <a:path w="9087" h="378437" fill="none">
                <a:moveTo>
                  <a:pt x="0" y="0"/>
                </a:moveTo>
                <a:lnTo>
                  <a:pt x="9087" y="378437"/>
                </a:lnTo>
              </a:path>
            </a:pathLst>
          </a:custGeom>
          <a:noFill/>
          <a:ln w="5869" cap="flat">
            <a:solidFill>
              <a:srgbClr val="D99A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3" name="Shape 83"/>
          <p:cNvSpPr/>
          <p:nvPr/>
        </p:nvSpPr>
        <p:spPr>
          <a:xfrm>
            <a:off x="2039545" y="1741608"/>
            <a:ext cx="7976" cy="336125"/>
          </a:xfrm>
          <a:custGeom>
            <a:avLst/>
            <a:gdLst/>
            <a:ahLst/>
            <a:cxnLst/>
            <a:rect l="0" t="0" r="r" b="b"/>
            <a:pathLst>
              <a:path w="7976" h="336125" fill="none">
                <a:moveTo>
                  <a:pt x="0" y="0"/>
                </a:moveTo>
                <a:lnTo>
                  <a:pt x="7976" y="336125"/>
                </a:lnTo>
              </a:path>
            </a:pathLst>
          </a:custGeom>
          <a:noFill/>
          <a:ln w="5869" cap="flat">
            <a:solidFill>
              <a:srgbClr val="C4553C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4" name="Shape 84"/>
          <p:cNvSpPr/>
          <p:nvPr/>
        </p:nvSpPr>
        <p:spPr>
          <a:xfrm>
            <a:off x="2275551" y="1740026"/>
            <a:ext cx="6330" cy="337707"/>
          </a:xfrm>
          <a:custGeom>
            <a:avLst/>
            <a:gdLst/>
            <a:ahLst/>
            <a:cxnLst/>
            <a:rect l="0" t="0" r="r" b="b"/>
            <a:pathLst>
              <a:path w="6330" h="337707" fill="none">
                <a:moveTo>
                  <a:pt x="0" y="0"/>
                </a:moveTo>
                <a:lnTo>
                  <a:pt x="6330" y="337707"/>
                </a:lnTo>
              </a:path>
            </a:pathLst>
          </a:custGeom>
          <a:noFill/>
          <a:ln w="5869" cap="flat">
            <a:solidFill>
              <a:srgbClr val="22855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5" name="Shape 85"/>
          <p:cNvSpPr/>
          <p:nvPr/>
        </p:nvSpPr>
        <p:spPr>
          <a:xfrm>
            <a:off x="3873067" y="1433828"/>
            <a:ext cx="7040" cy="468265"/>
          </a:xfrm>
          <a:custGeom>
            <a:avLst/>
            <a:gdLst/>
            <a:ahLst/>
            <a:cxnLst/>
            <a:rect l="0" t="0" r="r" b="b"/>
            <a:pathLst>
              <a:path w="7040" h="468265" fill="none">
                <a:moveTo>
                  <a:pt x="7040" y="0"/>
                </a:moveTo>
                <a:lnTo>
                  <a:pt x="0" y="468265"/>
                </a:lnTo>
              </a:path>
            </a:pathLst>
          </a:custGeom>
          <a:noFill/>
          <a:ln w="5869" cap="flat">
            <a:solidFill>
              <a:srgbClr val="1F21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6" name="Shape 86"/>
          <p:cNvSpPr/>
          <p:nvPr/>
        </p:nvSpPr>
        <p:spPr>
          <a:xfrm>
            <a:off x="3845897" y="1891226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1F2126">
              <a:alpha val="25000"/>
            </a:srgbClr>
          </a:solidFill>
          <a:ln>
            <a:noFill/>
          </a:ln>
        </p:spPr>
      </p:sp>
      <p:sp>
        <p:nvSpPr>
          <p:cNvPr id="87" name="Shape 87"/>
          <p:cNvSpPr/>
          <p:nvPr/>
        </p:nvSpPr>
        <p:spPr>
          <a:xfrm>
            <a:off x="3175480" y="3003954"/>
            <a:ext cx="1719" cy="498658"/>
          </a:xfrm>
          <a:custGeom>
            <a:avLst/>
            <a:gdLst/>
            <a:ahLst/>
            <a:cxnLst/>
            <a:rect l="0" t="0" r="r" b="b"/>
            <a:pathLst>
              <a:path w="1719" h="498658" fill="none">
                <a:moveTo>
                  <a:pt x="1719" y="0"/>
                </a:moveTo>
                <a:lnTo>
                  <a:pt x="0" y="498658"/>
                </a:lnTo>
              </a:path>
            </a:pathLst>
          </a:custGeom>
          <a:noFill/>
          <a:ln w="5869" cap="flat">
            <a:solidFill>
              <a:srgbClr val="7C8792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8" name="Shape 88"/>
          <p:cNvSpPr/>
          <p:nvPr/>
        </p:nvSpPr>
        <p:spPr>
          <a:xfrm>
            <a:off x="3447629" y="3181434"/>
            <a:ext cx="3524" cy="321177"/>
          </a:xfrm>
          <a:custGeom>
            <a:avLst/>
            <a:gdLst/>
            <a:ahLst/>
            <a:cxnLst/>
            <a:rect l="0" t="0" r="r" b="b"/>
            <a:pathLst>
              <a:path w="3524" h="321177" fill="none">
                <a:moveTo>
                  <a:pt x="3524" y="0"/>
                </a:moveTo>
                <a:lnTo>
                  <a:pt x="0" y="321177"/>
                </a:lnTo>
              </a:path>
            </a:pathLst>
          </a:custGeom>
          <a:noFill/>
          <a:ln w="5869" cap="flat">
            <a:solidFill>
              <a:srgbClr val="8A6BA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89" name="Shape 89"/>
          <p:cNvSpPr/>
          <p:nvPr/>
        </p:nvSpPr>
        <p:spPr>
          <a:xfrm>
            <a:off x="3559463" y="2790173"/>
            <a:ext cx="7135" cy="510095"/>
          </a:xfrm>
          <a:custGeom>
            <a:avLst/>
            <a:gdLst/>
            <a:ahLst/>
            <a:cxnLst/>
            <a:rect l="0" t="0" r="r" b="b"/>
            <a:pathLst>
              <a:path w="7135" h="510095" fill="none">
                <a:moveTo>
                  <a:pt x="7135" y="0"/>
                </a:moveTo>
                <a:lnTo>
                  <a:pt x="0" y="510095"/>
                </a:lnTo>
              </a:path>
            </a:pathLst>
          </a:custGeom>
          <a:noFill/>
          <a:ln w="5869" cap="flat">
            <a:solidFill>
              <a:srgbClr val="D99A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0" name="Shape 90"/>
          <p:cNvSpPr/>
          <p:nvPr/>
        </p:nvSpPr>
        <p:spPr>
          <a:xfrm>
            <a:off x="3532294" y="3289401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D99A26">
              <a:alpha val="25000"/>
            </a:srgbClr>
          </a:solidFill>
          <a:ln>
            <a:noFill/>
          </a:ln>
        </p:spPr>
      </p:sp>
      <p:sp>
        <p:nvSpPr>
          <p:cNvPr id="91" name="Shape 91"/>
          <p:cNvSpPr/>
          <p:nvPr/>
        </p:nvSpPr>
        <p:spPr>
          <a:xfrm>
            <a:off x="3488455" y="3026476"/>
            <a:ext cx="5763" cy="476136"/>
          </a:xfrm>
          <a:custGeom>
            <a:avLst/>
            <a:gdLst/>
            <a:ahLst/>
            <a:cxnLst/>
            <a:rect l="0" t="0" r="r" b="b"/>
            <a:pathLst>
              <a:path w="5763" h="476136" fill="none">
                <a:moveTo>
                  <a:pt x="5763" y="0"/>
                </a:moveTo>
                <a:lnTo>
                  <a:pt x="0" y="476136"/>
                </a:lnTo>
              </a:path>
            </a:pathLst>
          </a:custGeom>
          <a:noFill/>
          <a:ln w="5869" cap="flat">
            <a:solidFill>
              <a:srgbClr val="C4553C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2" name="Shape 92"/>
          <p:cNvSpPr/>
          <p:nvPr/>
        </p:nvSpPr>
        <p:spPr>
          <a:xfrm>
            <a:off x="3556677" y="2988834"/>
            <a:ext cx="6964" cy="498023"/>
          </a:xfrm>
          <a:custGeom>
            <a:avLst/>
            <a:gdLst/>
            <a:ahLst/>
            <a:cxnLst/>
            <a:rect l="0" t="0" r="r" b="b"/>
            <a:pathLst>
              <a:path w="6964" h="498023" fill="none">
                <a:moveTo>
                  <a:pt x="6964" y="0"/>
                </a:moveTo>
                <a:lnTo>
                  <a:pt x="0" y="498023"/>
                </a:lnTo>
              </a:path>
            </a:pathLst>
          </a:custGeom>
          <a:noFill/>
          <a:ln w="5869" cap="flat">
            <a:solidFill>
              <a:srgbClr val="22855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3" name="Shape 93"/>
          <p:cNvSpPr/>
          <p:nvPr/>
        </p:nvSpPr>
        <p:spPr>
          <a:xfrm>
            <a:off x="3529508" y="3475989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22855A">
              <a:alpha val="25000"/>
            </a:srgbClr>
          </a:solidFill>
          <a:ln>
            <a:noFill/>
          </a:ln>
        </p:spPr>
      </p:sp>
      <p:sp>
        <p:nvSpPr>
          <p:cNvPr id="94" name="Shape 94"/>
          <p:cNvSpPr/>
          <p:nvPr/>
        </p:nvSpPr>
        <p:spPr>
          <a:xfrm>
            <a:off x="2391527" y="3297333"/>
            <a:ext cx="3721" cy="205279"/>
          </a:xfrm>
          <a:custGeom>
            <a:avLst/>
            <a:gdLst/>
            <a:ahLst/>
            <a:cxnLst/>
            <a:rect l="0" t="0" r="r" b="b"/>
            <a:pathLst>
              <a:path w="3721" h="205279" fill="none">
                <a:moveTo>
                  <a:pt x="0" y="0"/>
                </a:moveTo>
                <a:lnTo>
                  <a:pt x="3721" y="205279"/>
                </a:lnTo>
              </a:path>
            </a:pathLst>
          </a:custGeom>
          <a:noFill/>
          <a:ln w="5869" cap="flat">
            <a:solidFill>
              <a:srgbClr val="1F21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5" name="Shape 95"/>
          <p:cNvSpPr/>
          <p:nvPr/>
        </p:nvSpPr>
        <p:spPr>
          <a:xfrm>
            <a:off x="2951916" y="4703402"/>
            <a:ext cx="1399" cy="224088"/>
          </a:xfrm>
          <a:custGeom>
            <a:avLst/>
            <a:gdLst/>
            <a:ahLst/>
            <a:cxnLst/>
            <a:rect l="0" t="0" r="r" b="b"/>
            <a:pathLst>
              <a:path w="1399" h="224088" fill="none">
                <a:moveTo>
                  <a:pt x="0" y="0"/>
                </a:moveTo>
                <a:lnTo>
                  <a:pt x="1399" y="224088"/>
                </a:lnTo>
              </a:path>
            </a:pathLst>
          </a:custGeom>
          <a:noFill/>
          <a:ln w="5869" cap="flat">
            <a:solidFill>
              <a:srgbClr val="7C8792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6" name="Shape 96"/>
          <p:cNvSpPr/>
          <p:nvPr/>
        </p:nvSpPr>
        <p:spPr>
          <a:xfrm>
            <a:off x="2025119" y="4695455"/>
            <a:ext cx="5335" cy="232036"/>
          </a:xfrm>
          <a:custGeom>
            <a:avLst/>
            <a:gdLst/>
            <a:ahLst/>
            <a:cxnLst/>
            <a:rect l="0" t="0" r="r" b="b"/>
            <a:pathLst>
              <a:path w="5335" h="232036" fill="none">
                <a:moveTo>
                  <a:pt x="0" y="0"/>
                </a:moveTo>
                <a:lnTo>
                  <a:pt x="5335" y="232036"/>
                </a:lnTo>
              </a:path>
            </a:pathLst>
          </a:custGeom>
          <a:noFill/>
          <a:ln w="5869" cap="flat">
            <a:solidFill>
              <a:srgbClr val="8A6BA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7" name="Shape 97"/>
          <p:cNvSpPr/>
          <p:nvPr/>
        </p:nvSpPr>
        <p:spPr>
          <a:xfrm>
            <a:off x="2814043" y="4543026"/>
            <a:ext cx="3349" cy="384465"/>
          </a:xfrm>
          <a:custGeom>
            <a:avLst/>
            <a:gdLst/>
            <a:ahLst/>
            <a:cxnLst/>
            <a:rect l="0" t="0" r="r" b="b"/>
            <a:pathLst>
              <a:path w="3349" h="384465" fill="none">
                <a:moveTo>
                  <a:pt x="0" y="0"/>
                </a:moveTo>
                <a:lnTo>
                  <a:pt x="3349" y="384465"/>
                </a:lnTo>
              </a:path>
            </a:pathLst>
          </a:custGeom>
          <a:noFill/>
          <a:ln w="5869" cap="flat">
            <a:solidFill>
              <a:srgbClr val="D99A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8" name="Shape 98"/>
          <p:cNvSpPr/>
          <p:nvPr/>
        </p:nvSpPr>
        <p:spPr>
          <a:xfrm>
            <a:off x="2418091" y="4364080"/>
            <a:ext cx="8900" cy="563410"/>
          </a:xfrm>
          <a:custGeom>
            <a:avLst/>
            <a:gdLst/>
            <a:ahLst/>
            <a:cxnLst/>
            <a:rect l="0" t="0" r="r" b="b"/>
            <a:pathLst>
              <a:path w="8900" h="563410" fill="none">
                <a:moveTo>
                  <a:pt x="0" y="0"/>
                </a:moveTo>
                <a:lnTo>
                  <a:pt x="8900" y="563410"/>
                </a:lnTo>
              </a:path>
            </a:pathLst>
          </a:custGeom>
          <a:noFill/>
          <a:ln w="5869" cap="flat">
            <a:solidFill>
              <a:srgbClr val="C4553C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99" name="Shape 99"/>
          <p:cNvSpPr/>
          <p:nvPr/>
        </p:nvSpPr>
        <p:spPr>
          <a:xfrm>
            <a:off x="2331924" y="4633342"/>
            <a:ext cx="5126" cy="294149"/>
          </a:xfrm>
          <a:custGeom>
            <a:avLst/>
            <a:gdLst/>
            <a:ahLst/>
            <a:cxnLst/>
            <a:rect l="0" t="0" r="r" b="b"/>
            <a:pathLst>
              <a:path w="5126" h="294149" fill="none">
                <a:moveTo>
                  <a:pt x="0" y="0"/>
                </a:moveTo>
                <a:lnTo>
                  <a:pt x="5126" y="294149"/>
                </a:lnTo>
              </a:path>
            </a:pathLst>
          </a:custGeom>
          <a:noFill/>
          <a:ln w="5869" cap="flat">
            <a:solidFill>
              <a:srgbClr val="22855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0" name="Shape 100"/>
          <p:cNvSpPr/>
          <p:nvPr/>
        </p:nvSpPr>
        <p:spPr>
          <a:xfrm>
            <a:off x="3925836" y="4233861"/>
            <a:ext cx="7170" cy="629546"/>
          </a:xfrm>
          <a:custGeom>
            <a:avLst/>
            <a:gdLst/>
            <a:ahLst/>
            <a:cxnLst/>
            <a:rect l="0" t="0" r="r" b="b"/>
            <a:pathLst>
              <a:path w="7170" h="629546" fill="none">
                <a:moveTo>
                  <a:pt x="7170" y="0"/>
                </a:moveTo>
                <a:lnTo>
                  <a:pt x="0" y="629546"/>
                </a:lnTo>
              </a:path>
            </a:pathLst>
          </a:custGeom>
          <a:noFill/>
          <a:ln w="5869" cap="flat">
            <a:solidFill>
              <a:srgbClr val="1F21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1" name="Shape 101"/>
          <p:cNvSpPr/>
          <p:nvPr/>
        </p:nvSpPr>
        <p:spPr>
          <a:xfrm>
            <a:off x="3898667" y="4852540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1F2126">
              <a:alpha val="25000"/>
            </a:srgbClr>
          </a:solidFill>
          <a:ln>
            <a:noFill/>
          </a:ln>
        </p:spPr>
      </p:sp>
      <p:sp>
        <p:nvSpPr>
          <p:cNvPr id="102" name="Shape 102"/>
          <p:cNvSpPr/>
          <p:nvPr/>
        </p:nvSpPr>
        <p:spPr>
          <a:xfrm>
            <a:off x="3447368" y="5868191"/>
            <a:ext cx="1187" cy="101886"/>
          </a:xfrm>
          <a:custGeom>
            <a:avLst/>
            <a:gdLst/>
            <a:ahLst/>
            <a:cxnLst/>
            <a:rect l="0" t="0" r="r" b="b"/>
            <a:pathLst>
              <a:path w="1187" h="101886" fill="none">
                <a:moveTo>
                  <a:pt x="1187" y="0"/>
                </a:moveTo>
                <a:lnTo>
                  <a:pt x="0" y="101886"/>
                </a:lnTo>
              </a:path>
            </a:pathLst>
          </a:custGeom>
          <a:noFill/>
          <a:ln w="5869" cap="flat">
            <a:solidFill>
              <a:srgbClr val="7C8792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3" name="Shape 103"/>
          <p:cNvSpPr/>
          <p:nvPr/>
        </p:nvSpPr>
        <p:spPr>
          <a:xfrm>
            <a:off x="3420198" y="5959209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7C8792">
              <a:alpha val="25000"/>
            </a:srgbClr>
          </a:solidFill>
          <a:ln>
            <a:noFill/>
          </a:ln>
        </p:spPr>
      </p:sp>
      <p:sp>
        <p:nvSpPr>
          <p:cNvPr id="104" name="Shape 104"/>
          <p:cNvSpPr/>
          <p:nvPr/>
        </p:nvSpPr>
        <p:spPr>
          <a:xfrm>
            <a:off x="3770334" y="5677003"/>
            <a:ext cx="1759" cy="84734"/>
          </a:xfrm>
          <a:custGeom>
            <a:avLst/>
            <a:gdLst/>
            <a:ahLst/>
            <a:cxnLst/>
            <a:rect l="0" t="0" r="r" b="b"/>
            <a:pathLst>
              <a:path w="1759" h="84734" fill="none">
                <a:moveTo>
                  <a:pt x="1759" y="0"/>
                </a:moveTo>
                <a:lnTo>
                  <a:pt x="0" y="84734"/>
                </a:lnTo>
              </a:path>
            </a:pathLst>
          </a:custGeom>
          <a:noFill/>
          <a:ln w="5869" cap="flat">
            <a:solidFill>
              <a:srgbClr val="8A6BA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5" name="Shape 105"/>
          <p:cNvSpPr/>
          <p:nvPr/>
        </p:nvSpPr>
        <p:spPr>
          <a:xfrm>
            <a:off x="3743164" y="5750870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8A6BAA">
              <a:alpha val="25000"/>
            </a:srgbClr>
          </a:solidFill>
          <a:ln>
            <a:noFill/>
          </a:ln>
        </p:spPr>
      </p:sp>
      <p:sp>
        <p:nvSpPr>
          <p:cNvPr id="106" name="Shape 106"/>
          <p:cNvSpPr/>
          <p:nvPr/>
        </p:nvSpPr>
        <p:spPr>
          <a:xfrm>
            <a:off x="2838433" y="5689539"/>
            <a:ext cx="829" cy="145327"/>
          </a:xfrm>
          <a:custGeom>
            <a:avLst/>
            <a:gdLst/>
            <a:ahLst/>
            <a:cxnLst/>
            <a:rect l="0" t="0" r="r" b="b"/>
            <a:pathLst>
              <a:path w="829" h="145327" fill="none">
                <a:moveTo>
                  <a:pt x="0" y="0"/>
                </a:moveTo>
                <a:lnTo>
                  <a:pt x="829" y="145327"/>
                </a:lnTo>
              </a:path>
            </a:pathLst>
          </a:custGeom>
          <a:noFill/>
          <a:ln w="5869" cap="flat">
            <a:solidFill>
              <a:srgbClr val="D99A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7" name="Shape 107"/>
          <p:cNvSpPr/>
          <p:nvPr/>
        </p:nvSpPr>
        <p:spPr>
          <a:xfrm>
            <a:off x="2812093" y="5823999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D99A26">
              <a:alpha val="25000"/>
            </a:srgbClr>
          </a:solidFill>
          <a:ln>
            <a:noFill/>
          </a:ln>
        </p:spPr>
      </p:sp>
      <p:sp>
        <p:nvSpPr>
          <p:cNvPr id="108" name="Shape 108"/>
          <p:cNvSpPr/>
          <p:nvPr/>
        </p:nvSpPr>
        <p:spPr>
          <a:xfrm>
            <a:off x="3388058" y="5801612"/>
            <a:ext cx="1084" cy="109087"/>
          </a:xfrm>
          <a:custGeom>
            <a:avLst/>
            <a:gdLst/>
            <a:ahLst/>
            <a:cxnLst/>
            <a:rect l="0" t="0" r="r" b="b"/>
            <a:pathLst>
              <a:path w="1084" h="109087" fill="none">
                <a:moveTo>
                  <a:pt x="1084" y="0"/>
                </a:moveTo>
                <a:lnTo>
                  <a:pt x="0" y="109087"/>
                </a:lnTo>
              </a:path>
            </a:pathLst>
          </a:custGeom>
          <a:noFill/>
          <a:ln w="5869" cap="flat">
            <a:solidFill>
              <a:srgbClr val="C4553C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09" name="Shape 109"/>
          <p:cNvSpPr/>
          <p:nvPr/>
        </p:nvSpPr>
        <p:spPr>
          <a:xfrm>
            <a:off x="3360889" y="5899831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C4553C">
              <a:alpha val="25000"/>
            </a:srgbClr>
          </a:solidFill>
          <a:ln>
            <a:noFill/>
          </a:ln>
        </p:spPr>
      </p:sp>
      <p:sp>
        <p:nvSpPr>
          <p:cNvPr id="110" name="Shape 110"/>
          <p:cNvSpPr/>
          <p:nvPr/>
        </p:nvSpPr>
        <p:spPr>
          <a:xfrm>
            <a:off x="3688313" y="5734803"/>
            <a:ext cx="1654" cy="89598"/>
          </a:xfrm>
          <a:custGeom>
            <a:avLst/>
            <a:gdLst/>
            <a:ahLst/>
            <a:cxnLst/>
            <a:rect l="0" t="0" r="r" b="b"/>
            <a:pathLst>
              <a:path w="1654" h="89598" fill="none">
                <a:moveTo>
                  <a:pt x="1654" y="0"/>
                </a:moveTo>
                <a:lnTo>
                  <a:pt x="0" y="89598"/>
                </a:lnTo>
              </a:path>
            </a:pathLst>
          </a:custGeom>
          <a:noFill/>
          <a:ln w="5869" cap="flat">
            <a:solidFill>
              <a:srgbClr val="22855A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1" name="Shape 111"/>
          <p:cNvSpPr/>
          <p:nvPr/>
        </p:nvSpPr>
        <p:spPr>
          <a:xfrm>
            <a:off x="3661143" y="5813534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22855A">
              <a:alpha val="25000"/>
            </a:srgbClr>
          </a:solidFill>
          <a:ln>
            <a:noFill/>
          </a:ln>
        </p:spPr>
      </p:sp>
      <p:sp>
        <p:nvSpPr>
          <p:cNvPr id="112" name="Shape 112"/>
          <p:cNvSpPr/>
          <p:nvPr/>
        </p:nvSpPr>
        <p:spPr>
          <a:xfrm>
            <a:off x="2598870" y="6125710"/>
            <a:ext cx="1010" cy="79805"/>
          </a:xfrm>
          <a:custGeom>
            <a:avLst/>
            <a:gdLst/>
            <a:ahLst/>
            <a:cxnLst/>
            <a:rect l="0" t="0" r="r" b="b"/>
            <a:pathLst>
              <a:path w="1010" h="79805" fill="none">
                <a:moveTo>
                  <a:pt x="0" y="0"/>
                </a:moveTo>
                <a:lnTo>
                  <a:pt x="1010" y="79805"/>
                </a:lnTo>
              </a:path>
            </a:pathLst>
          </a:custGeom>
          <a:noFill/>
          <a:ln w="5869" cap="flat">
            <a:solidFill>
              <a:srgbClr val="1F2126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3" name="Shape 113"/>
          <p:cNvSpPr/>
          <p:nvPr/>
        </p:nvSpPr>
        <p:spPr>
          <a:xfrm>
            <a:off x="2572711" y="6194649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1F2126">
              <a:alpha val="25000"/>
            </a:srgbClr>
          </a:solidFill>
          <a:ln>
            <a:noFill/>
          </a:ln>
        </p:spPr>
      </p:sp>
      <p:sp>
        <p:nvSpPr>
          <p:cNvPr id="114" name="Shape 114"/>
          <p:cNvSpPr/>
          <p:nvPr/>
        </p:nvSpPr>
        <p:spPr>
          <a:xfrm>
            <a:off x="2389164" y="1757021"/>
            <a:ext cx="5244" cy="320713"/>
          </a:xfrm>
          <a:custGeom>
            <a:avLst/>
            <a:gdLst/>
            <a:ahLst/>
            <a:cxnLst/>
            <a:rect l="0" t="0" r="r" b="b"/>
            <a:pathLst>
              <a:path w="5244" h="320713" fill="none">
                <a:moveTo>
                  <a:pt x="0" y="0"/>
                </a:moveTo>
                <a:lnTo>
                  <a:pt x="5244" y="320713"/>
                </a:lnTo>
              </a:path>
            </a:pathLst>
          </a:custGeom>
          <a:noFill/>
          <a:ln w="5869" cap="flat">
            <a:solidFill>
              <a:srgbClr val="2E5FBF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5" name="Shape 115"/>
          <p:cNvSpPr/>
          <p:nvPr/>
        </p:nvSpPr>
        <p:spPr>
          <a:xfrm>
            <a:off x="3522731" y="2995917"/>
            <a:ext cx="6609" cy="506379"/>
          </a:xfrm>
          <a:custGeom>
            <a:avLst/>
            <a:gdLst/>
            <a:ahLst/>
            <a:cxnLst/>
            <a:rect l="0" t="0" r="r" b="b"/>
            <a:pathLst>
              <a:path w="6609" h="506379" fill="none">
                <a:moveTo>
                  <a:pt x="6609" y="0"/>
                </a:moveTo>
                <a:lnTo>
                  <a:pt x="0" y="506379"/>
                </a:lnTo>
              </a:path>
            </a:pathLst>
          </a:custGeom>
          <a:noFill/>
          <a:ln w="5869" cap="flat">
            <a:solidFill>
              <a:srgbClr val="2E5FBF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6" name="Shape 116"/>
          <p:cNvSpPr/>
          <p:nvPr/>
        </p:nvSpPr>
        <p:spPr>
          <a:xfrm>
            <a:off x="3495562" y="3491429"/>
            <a:ext cx="54338" cy="11183"/>
          </a:xfrm>
          <a:custGeom>
            <a:avLst/>
            <a:gdLst/>
            <a:ahLst/>
            <a:cxnLst/>
            <a:rect l="0" t="0" r="r" b="b"/>
            <a:pathLst>
              <a:path w="54338" h="11183">
                <a:moveTo>
                  <a:pt x="0" y="10867"/>
                </a:move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4286" y="11183"/>
                </a:lnTo>
                <a:lnTo>
                  <a:pt x="52" y="11183"/>
                </a:lnTo>
                <a:lnTo>
                  <a:pt x="0" y="10867"/>
                </a:lnTo>
                <a:close/>
              </a:path>
            </a:pathLst>
          </a:custGeom>
          <a:solidFill>
            <a:srgbClr val="2E5FBF">
              <a:alpha val="25000"/>
            </a:srgbClr>
          </a:solidFill>
          <a:ln>
            <a:noFill/>
          </a:ln>
        </p:spPr>
      </p:sp>
      <p:sp>
        <p:nvSpPr>
          <p:cNvPr id="117" name="Shape 117"/>
          <p:cNvSpPr/>
          <p:nvPr/>
        </p:nvSpPr>
        <p:spPr>
          <a:xfrm>
            <a:off x="2492826" y="4611524"/>
            <a:ext cx="4587" cy="315967"/>
          </a:xfrm>
          <a:custGeom>
            <a:avLst/>
            <a:gdLst/>
            <a:ahLst/>
            <a:cxnLst/>
            <a:rect l="0" t="0" r="r" b="b"/>
            <a:pathLst>
              <a:path w="4587" h="315967" fill="none">
                <a:moveTo>
                  <a:pt x="0" y="0"/>
                </a:moveTo>
                <a:lnTo>
                  <a:pt x="4587" y="315967"/>
                </a:lnTo>
              </a:path>
            </a:pathLst>
          </a:custGeom>
          <a:noFill/>
          <a:ln w="5869" cap="flat">
            <a:solidFill>
              <a:srgbClr val="2E5FBF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8" name="Shape 118"/>
          <p:cNvSpPr/>
          <p:nvPr/>
        </p:nvSpPr>
        <p:spPr>
          <a:xfrm>
            <a:off x="3620379" y="5816667"/>
            <a:ext cx="1393" cy="84088"/>
          </a:xfrm>
          <a:custGeom>
            <a:avLst/>
            <a:gdLst/>
            <a:ahLst/>
            <a:cxnLst/>
            <a:rect l="0" t="0" r="r" b="b"/>
            <a:pathLst>
              <a:path w="1393" h="84088" fill="none">
                <a:moveTo>
                  <a:pt x="1393" y="0"/>
                </a:moveTo>
                <a:lnTo>
                  <a:pt x="0" y="84088"/>
                </a:lnTo>
              </a:path>
            </a:pathLst>
          </a:custGeom>
          <a:noFill/>
          <a:ln w="5869" cap="flat">
            <a:solidFill>
              <a:srgbClr val="2E5FBF">
                <a:alpha val="70000"/>
              </a:srgbClr>
            </a:solidFill>
            <a:custDash>
              <a:ds d="120000" sp="120000"/>
            </a:custDash>
            <a:round/>
          </a:ln>
        </p:spPr>
      </p:sp>
      <p:sp>
        <p:nvSpPr>
          <p:cNvPr id="119" name="Shape 119"/>
          <p:cNvSpPr/>
          <p:nvPr/>
        </p:nvSpPr>
        <p:spPr>
          <a:xfrm>
            <a:off x="3593209" y="5889888"/>
            <a:ext cx="54338" cy="21735"/>
          </a:xfrm>
          <a:custGeom>
            <a:avLst/>
            <a:gdLst/>
            <a:ahLst/>
            <a:cxnLst/>
            <a:rect l="0" t="0" r="r" b="b"/>
            <a:pathLst>
              <a:path w="54338" h="21735">
                <a:moveTo>
                  <a:pt x="21802" y="21592"/>
                </a:moveTo>
                <a:lnTo>
                  <a:pt x="12005" y="19969"/>
                </a:lnTo>
                <a:lnTo>
                  <a:pt x="7957" y="18552"/>
                </a:lnTo>
                <a:lnTo>
                  <a:pt x="4415" y="16933"/>
                </a:lnTo>
                <a:lnTo>
                  <a:pt x="357" y="13014"/>
                </a:lnTo>
                <a:lnTo>
                  <a:pt x="0" y="10867"/>
                </a:lnTo>
                <a:lnTo>
                  <a:pt x="357" y="8720"/>
                </a:lnTo>
                <a:lnTo>
                  <a:pt x="4415" y="4802"/>
                </a:lnTo>
                <a:lnTo>
                  <a:pt x="7957" y="3183"/>
                </a:lnTo>
                <a:lnTo>
                  <a:pt x="12005" y="1766"/>
                </a:lnTo>
                <a:lnTo>
                  <a:pt x="21802" y="143"/>
                </a:lnTo>
                <a:lnTo>
                  <a:pt x="27169" y="0"/>
                </a:lnTo>
                <a:lnTo>
                  <a:pt x="32536" y="143"/>
                </a:lnTo>
                <a:lnTo>
                  <a:pt x="42332" y="1766"/>
                </a:lnTo>
                <a:lnTo>
                  <a:pt x="46380" y="3183"/>
                </a:lnTo>
                <a:lnTo>
                  <a:pt x="49923" y="4802"/>
                </a:lnTo>
                <a:lnTo>
                  <a:pt x="53980" y="8720"/>
                </a:lnTo>
                <a:lnTo>
                  <a:pt x="54338" y="10867"/>
                </a:lnTo>
                <a:lnTo>
                  <a:pt x="53980" y="13014"/>
                </a:lnTo>
                <a:lnTo>
                  <a:pt x="49923" y="16933"/>
                </a:lnTo>
                <a:lnTo>
                  <a:pt x="46380" y="18552"/>
                </a:lnTo>
                <a:lnTo>
                  <a:pt x="42332" y="19969"/>
                </a:lnTo>
                <a:lnTo>
                  <a:pt x="32536" y="21592"/>
                </a:lnTo>
                <a:lnTo>
                  <a:pt x="27169" y="21735"/>
                </a:lnTo>
                <a:lnTo>
                  <a:pt x="21802" y="21592"/>
                </a:lnTo>
                <a:close/>
              </a:path>
            </a:pathLst>
          </a:custGeom>
          <a:solidFill>
            <a:srgbClr val="2E5FBF">
              <a:alpha val="25000"/>
            </a:srgbClr>
          </a:solidFill>
          <a:ln>
            <a:noFill/>
          </a:ln>
        </p:spPr>
      </p:sp>
      <p:sp>
        <p:nvSpPr>
          <p:cNvPr id="120" name="Shape 120"/>
          <p:cNvSpPr/>
          <p:nvPr/>
        </p:nvSpPr>
        <p:spPr>
          <a:xfrm>
            <a:off x="2389164" y="1111714"/>
            <a:ext cx="215412" cy="645306"/>
          </a:xfrm>
          <a:custGeom>
            <a:avLst/>
            <a:gdLst/>
            <a:ahLst/>
            <a:cxnLst/>
            <a:rect l="0" t="0" r="r" b="b"/>
            <a:pathLst>
              <a:path w="215412" h="645306" fill="none">
                <a:moveTo>
                  <a:pt x="0" y="645306"/>
                </a:moveTo>
                <a:lnTo>
                  <a:pt x="215412" y="0"/>
                </a:lnTo>
              </a:path>
            </a:pathLst>
          </a:custGeom>
          <a:noFill/>
          <a:ln w="8385" cap="flat">
            <a:solidFill>
              <a:srgbClr val="2E5FBF"/>
            </a:solidFill>
            <a:custDash>
              <a:ds d="200000" sp="200000"/>
            </a:custDash>
            <a:round/>
          </a:ln>
        </p:spPr>
      </p:sp>
      <p:sp>
        <p:nvSpPr>
          <p:cNvPr id="121" name="Shape 121"/>
          <p:cNvSpPr/>
          <p:nvPr/>
        </p:nvSpPr>
        <p:spPr>
          <a:xfrm>
            <a:off x="3286697" y="2864629"/>
            <a:ext cx="242643" cy="131288"/>
          </a:xfrm>
          <a:custGeom>
            <a:avLst/>
            <a:gdLst/>
            <a:ahLst/>
            <a:cxnLst/>
            <a:rect l="0" t="0" r="r" b="b"/>
            <a:pathLst>
              <a:path w="242643" h="131288" fill="none">
                <a:moveTo>
                  <a:pt x="242643" y="131288"/>
                </a:moveTo>
                <a:lnTo>
                  <a:pt x="0" y="0"/>
                </a:lnTo>
              </a:path>
            </a:pathLst>
          </a:custGeom>
          <a:noFill/>
          <a:ln w="8385" cap="flat">
            <a:solidFill>
              <a:srgbClr val="2E5FBF"/>
            </a:solidFill>
            <a:custDash>
              <a:ds d="200000" sp="200000"/>
            </a:custDash>
            <a:round/>
          </a:ln>
        </p:spPr>
      </p:sp>
      <p:sp>
        <p:nvSpPr>
          <p:cNvPr id="122" name="Shape 122"/>
          <p:cNvSpPr/>
          <p:nvPr/>
        </p:nvSpPr>
        <p:spPr>
          <a:xfrm>
            <a:off x="2492826" y="3961472"/>
            <a:ext cx="936697" cy="650052"/>
          </a:xfrm>
          <a:custGeom>
            <a:avLst/>
            <a:gdLst/>
            <a:ahLst/>
            <a:cxnLst/>
            <a:rect l="0" t="0" r="r" b="b"/>
            <a:pathLst>
              <a:path w="936697" h="650052" fill="none">
                <a:moveTo>
                  <a:pt x="0" y="650052"/>
                </a:moveTo>
                <a:lnTo>
                  <a:pt x="936697" y="0"/>
                </a:lnTo>
              </a:path>
            </a:pathLst>
          </a:custGeom>
          <a:noFill/>
          <a:ln w="8385" cap="flat">
            <a:solidFill>
              <a:srgbClr val="2E5FBF"/>
            </a:solidFill>
            <a:custDash>
              <a:ds d="200000" sp="200000"/>
            </a:custDash>
            <a:round/>
          </a:ln>
        </p:spPr>
      </p:sp>
      <p:sp>
        <p:nvSpPr>
          <p:cNvPr id="123" name="Shape 123"/>
          <p:cNvSpPr/>
          <p:nvPr/>
        </p:nvSpPr>
        <p:spPr>
          <a:xfrm>
            <a:off x="3494592" y="5386350"/>
            <a:ext cx="127179" cy="430317"/>
          </a:xfrm>
          <a:custGeom>
            <a:avLst/>
            <a:gdLst/>
            <a:ahLst/>
            <a:cxnLst/>
            <a:rect l="0" t="0" r="r" b="b"/>
            <a:pathLst>
              <a:path w="127179" h="430317" fill="none">
                <a:moveTo>
                  <a:pt x="127179" y="430317"/>
                </a:moveTo>
                <a:lnTo>
                  <a:pt x="0" y="0"/>
                </a:lnTo>
              </a:path>
            </a:pathLst>
          </a:custGeom>
          <a:noFill/>
          <a:ln w="8385" cap="flat">
            <a:solidFill>
              <a:srgbClr val="2E5FBF"/>
            </a:solidFill>
            <a:custDash>
              <a:ds d="200000" sp="200000"/>
            </a:custDash>
            <a:round/>
          </a:ln>
        </p:spPr>
      </p:sp>
      <p:sp>
        <p:nvSpPr>
          <p:cNvPr id="124" name="Shape 124"/>
          <p:cNvSpPr/>
          <p:nvPr/>
        </p:nvSpPr>
        <p:spPr>
          <a:xfrm>
            <a:off x="1892291" y="6605950"/>
            <a:ext cx="193203" cy="1"/>
          </a:xfrm>
          <a:custGeom>
            <a:avLst/>
            <a:gdLst/>
            <a:ahLst/>
            <a:cxnLst/>
            <a:rect l="0" t="0" r="r" b="b"/>
            <a:pathLst>
              <a:path w="193203" h="1" fill="none">
                <a:moveTo>
                  <a:pt x="0" y="0"/>
                </a:moveTo>
                <a:lnTo>
                  <a:pt x="193203" y="0"/>
                </a:lnTo>
              </a:path>
            </a:pathLst>
          </a:custGeom>
          <a:noFill/>
          <a:ln w="20125" cap="rnd">
            <a:solidFill>
              <a:srgbClr val="22855A"/>
            </a:solidFill>
            <a:round/>
          </a:ln>
        </p:spPr>
      </p:sp>
      <p:sp>
        <p:nvSpPr>
          <p:cNvPr id="125" name="Shape 125"/>
          <p:cNvSpPr/>
          <p:nvPr/>
        </p:nvSpPr>
        <p:spPr>
          <a:xfrm>
            <a:off x="2520204" y="6605950"/>
            <a:ext cx="193203" cy="1"/>
          </a:xfrm>
          <a:custGeom>
            <a:avLst/>
            <a:gdLst/>
            <a:ahLst/>
            <a:cxnLst/>
            <a:rect l="0" t="0" r="r" b="b"/>
            <a:pathLst>
              <a:path w="193203" h="1" fill="none">
                <a:moveTo>
                  <a:pt x="0" y="0"/>
                </a:moveTo>
                <a:lnTo>
                  <a:pt x="193203" y="0"/>
                </a:lnTo>
              </a:path>
            </a:pathLst>
          </a:custGeom>
          <a:noFill/>
          <a:ln w="11739" cap="rnd">
            <a:solidFill>
              <a:srgbClr val="C4553C"/>
            </a:solidFill>
            <a:round/>
          </a:ln>
        </p:spPr>
      </p:sp>
      <p:sp>
        <p:nvSpPr>
          <p:cNvPr id="126" name="Shape 126"/>
          <p:cNvSpPr/>
          <p:nvPr/>
        </p:nvSpPr>
        <p:spPr>
          <a:xfrm>
            <a:off x="3148116" y="6605950"/>
            <a:ext cx="193203" cy="1"/>
          </a:xfrm>
          <a:custGeom>
            <a:avLst/>
            <a:gdLst/>
            <a:ahLst/>
            <a:cxnLst/>
            <a:rect l="0" t="0" r="r" b="b"/>
            <a:pathLst>
              <a:path w="193203" h="1" fill="none">
                <a:moveTo>
                  <a:pt x="0" y="0"/>
                </a:moveTo>
                <a:lnTo>
                  <a:pt x="193203" y="0"/>
                </a:lnTo>
              </a:path>
            </a:pathLst>
          </a:custGeom>
          <a:noFill/>
          <a:ln w="11739" cap="rnd">
            <a:solidFill>
              <a:srgbClr val="D99A26"/>
            </a:solidFill>
            <a:round/>
          </a:ln>
        </p:spPr>
      </p:sp>
      <p:sp>
        <p:nvSpPr>
          <p:cNvPr id="127" name="Shape 127"/>
          <p:cNvSpPr/>
          <p:nvPr/>
        </p:nvSpPr>
        <p:spPr>
          <a:xfrm>
            <a:off x="3842443" y="6605950"/>
            <a:ext cx="193203" cy="1"/>
          </a:xfrm>
          <a:custGeom>
            <a:avLst/>
            <a:gdLst/>
            <a:ahLst/>
            <a:cxnLst/>
            <a:rect l="0" t="0" r="r" b="b"/>
            <a:pathLst>
              <a:path w="193203" h="1" fill="none">
                <a:moveTo>
                  <a:pt x="0" y="0"/>
                </a:moveTo>
                <a:lnTo>
                  <a:pt x="193203" y="0"/>
                </a:lnTo>
              </a:path>
            </a:pathLst>
          </a:custGeom>
          <a:noFill/>
          <a:ln w="11739" cap="rnd">
            <a:solidFill>
              <a:srgbClr val="8A6BAA"/>
            </a:solidFill>
            <a:round/>
          </a:ln>
        </p:spPr>
      </p:sp>
      <p:sp>
        <p:nvSpPr>
          <p:cNvPr id="128" name="Shape 128"/>
          <p:cNvSpPr/>
          <p:nvPr/>
        </p:nvSpPr>
        <p:spPr>
          <a:xfrm>
            <a:off x="4935252" y="6605950"/>
            <a:ext cx="193203" cy="1"/>
          </a:xfrm>
          <a:custGeom>
            <a:avLst/>
            <a:gdLst/>
            <a:ahLst/>
            <a:cxnLst/>
            <a:rect l="0" t="0" r="r" b="b"/>
            <a:pathLst>
              <a:path w="193203" h="1" fill="none">
                <a:moveTo>
                  <a:pt x="0" y="0"/>
                </a:moveTo>
                <a:lnTo>
                  <a:pt x="193203" y="0"/>
                </a:lnTo>
              </a:path>
            </a:pathLst>
          </a:custGeom>
          <a:noFill/>
          <a:ln w="11739" cap="rnd">
            <a:solidFill>
              <a:srgbClr val="7C8792"/>
            </a:solidFill>
            <a:round/>
          </a:ln>
        </p:spPr>
      </p:sp>
      <p:sp>
        <p:nvSpPr>
          <p:cNvPr id="129" name="Shape 129"/>
          <p:cNvSpPr/>
          <p:nvPr/>
        </p:nvSpPr>
        <p:spPr>
          <a:xfrm>
            <a:off x="1771539" y="1114130"/>
            <a:ext cx="3451104" cy="5588421"/>
          </a:xfrm>
          <a:custGeom>
            <a:avLst/>
            <a:gdLst/>
            <a:ahLst/>
            <a:cxnLst/>
            <a:rect l="0" t="0" r="r" b="b"/>
            <a:pathLst>
              <a:path w="3451104" h="5588421">
                <a:moveTo>
                  <a:pt x="2485084" y="724514"/>
                </a:moveTo>
                <a:lnTo>
                  <a:pt x="3451104" y="724514"/>
                </a:lnTo>
                <a:lnTo>
                  <a:pt x="3451104" y="0"/>
                </a:lnTo>
                <a:lnTo>
                  <a:pt x="248508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0" name="Shape 130"/>
          <p:cNvSpPr/>
          <p:nvPr/>
        </p:nvSpPr>
        <p:spPr>
          <a:xfrm>
            <a:off x="1771539" y="1114130"/>
            <a:ext cx="4471462" cy="5588421"/>
          </a:xfrm>
          <a:custGeom>
            <a:avLst/>
            <a:gdLst/>
            <a:ahLst/>
            <a:cxnLst/>
            <a:rect l="0" t="0" r="r" b="b"/>
            <a:pathLst>
              <a:path w="4471462" h="5588421">
                <a:moveTo>
                  <a:pt x="3505442" y="724514"/>
                </a:moveTo>
                <a:lnTo>
                  <a:pt x="4471462" y="724514"/>
                </a:lnTo>
                <a:lnTo>
                  <a:pt x="4471462" y="0"/>
                </a:lnTo>
                <a:lnTo>
                  <a:pt x="3505442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1" name="Shape 131"/>
          <p:cNvSpPr/>
          <p:nvPr/>
        </p:nvSpPr>
        <p:spPr>
          <a:xfrm>
            <a:off x="1771539" y="1114130"/>
            <a:ext cx="5491820" cy="5588421"/>
          </a:xfrm>
          <a:custGeom>
            <a:avLst/>
            <a:gdLst/>
            <a:ahLst/>
            <a:cxnLst/>
            <a:rect l="0" t="0" r="r" b="b"/>
            <a:pathLst>
              <a:path w="5491820" h="5588421">
                <a:moveTo>
                  <a:pt x="4525800" y="724514"/>
                </a:moveTo>
                <a:lnTo>
                  <a:pt x="5491820" y="724514"/>
                </a:lnTo>
                <a:lnTo>
                  <a:pt x="5491820" y="0"/>
                </a:lnTo>
                <a:lnTo>
                  <a:pt x="452580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2" name="Shape 132"/>
          <p:cNvSpPr/>
          <p:nvPr/>
        </p:nvSpPr>
        <p:spPr>
          <a:xfrm>
            <a:off x="1771539" y="1114130"/>
            <a:ext cx="6512177" cy="5588421"/>
          </a:xfrm>
          <a:custGeom>
            <a:avLst/>
            <a:gdLst/>
            <a:ahLst/>
            <a:cxnLst/>
            <a:rect l="0" t="0" r="r" b="b"/>
            <a:pathLst>
              <a:path w="6512177" h="5588421">
                <a:moveTo>
                  <a:pt x="5546158" y="724514"/>
                </a:moveTo>
                <a:lnTo>
                  <a:pt x="6512177" y="724514"/>
                </a:lnTo>
                <a:lnTo>
                  <a:pt x="6512177" y="0"/>
                </a:lnTo>
                <a:lnTo>
                  <a:pt x="5546158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3" name="Shape 133"/>
          <p:cNvSpPr/>
          <p:nvPr/>
        </p:nvSpPr>
        <p:spPr>
          <a:xfrm>
            <a:off x="1771539" y="1114130"/>
            <a:ext cx="7532535" cy="5588421"/>
          </a:xfrm>
          <a:custGeom>
            <a:avLst/>
            <a:gdLst/>
            <a:ahLst/>
            <a:cxnLst/>
            <a:rect l="0" t="0" r="r" b="b"/>
            <a:pathLst>
              <a:path w="7532535" h="5588421">
                <a:moveTo>
                  <a:pt x="6566516" y="724514"/>
                </a:moveTo>
                <a:lnTo>
                  <a:pt x="7532535" y="724514"/>
                </a:lnTo>
                <a:lnTo>
                  <a:pt x="7532535" y="0"/>
                </a:lnTo>
                <a:lnTo>
                  <a:pt x="656651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4" name="Shape 134"/>
          <p:cNvSpPr/>
          <p:nvPr/>
        </p:nvSpPr>
        <p:spPr>
          <a:xfrm>
            <a:off x="1771539" y="1114130"/>
            <a:ext cx="8552893" cy="5588421"/>
          </a:xfrm>
          <a:custGeom>
            <a:avLst/>
            <a:gdLst/>
            <a:ahLst/>
            <a:cxnLst/>
            <a:rect l="0" t="0" r="r" b="b"/>
            <a:pathLst>
              <a:path w="8552893" h="5588421">
                <a:moveTo>
                  <a:pt x="7586874" y="724514"/>
                </a:moveTo>
                <a:lnTo>
                  <a:pt x="8552893" y="724514"/>
                </a:lnTo>
                <a:lnTo>
                  <a:pt x="8552893" y="0"/>
                </a:lnTo>
                <a:lnTo>
                  <a:pt x="758687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5" name="Shape 135"/>
          <p:cNvSpPr/>
          <p:nvPr/>
        </p:nvSpPr>
        <p:spPr>
          <a:xfrm>
            <a:off x="1771539" y="2539008"/>
            <a:ext cx="3451104" cy="4163543"/>
          </a:xfrm>
          <a:custGeom>
            <a:avLst/>
            <a:gdLst/>
            <a:ahLst/>
            <a:cxnLst/>
            <a:rect l="0" t="0" r="r" b="b"/>
            <a:pathLst>
              <a:path w="3451104" h="4163543">
                <a:moveTo>
                  <a:pt x="2485084" y="724514"/>
                </a:moveTo>
                <a:lnTo>
                  <a:pt x="3451104" y="724514"/>
                </a:lnTo>
                <a:lnTo>
                  <a:pt x="3451104" y="0"/>
                </a:lnTo>
                <a:lnTo>
                  <a:pt x="248508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6" name="Shape 136"/>
          <p:cNvSpPr/>
          <p:nvPr/>
        </p:nvSpPr>
        <p:spPr>
          <a:xfrm>
            <a:off x="1771539" y="2539008"/>
            <a:ext cx="4471462" cy="4163543"/>
          </a:xfrm>
          <a:custGeom>
            <a:avLst/>
            <a:gdLst/>
            <a:ahLst/>
            <a:cxnLst/>
            <a:rect l="0" t="0" r="r" b="b"/>
            <a:pathLst>
              <a:path w="4471462" h="4163543">
                <a:moveTo>
                  <a:pt x="3505442" y="724514"/>
                </a:moveTo>
                <a:lnTo>
                  <a:pt x="4471462" y="724514"/>
                </a:lnTo>
                <a:lnTo>
                  <a:pt x="4471462" y="0"/>
                </a:lnTo>
                <a:lnTo>
                  <a:pt x="3505442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7" name="Shape 137"/>
          <p:cNvSpPr/>
          <p:nvPr/>
        </p:nvSpPr>
        <p:spPr>
          <a:xfrm>
            <a:off x="1771539" y="2539008"/>
            <a:ext cx="5491820" cy="4163543"/>
          </a:xfrm>
          <a:custGeom>
            <a:avLst/>
            <a:gdLst/>
            <a:ahLst/>
            <a:cxnLst/>
            <a:rect l="0" t="0" r="r" b="b"/>
            <a:pathLst>
              <a:path w="5491820" h="4163543">
                <a:moveTo>
                  <a:pt x="4525800" y="724514"/>
                </a:moveTo>
                <a:lnTo>
                  <a:pt x="5491820" y="724514"/>
                </a:lnTo>
                <a:lnTo>
                  <a:pt x="5491820" y="0"/>
                </a:lnTo>
                <a:lnTo>
                  <a:pt x="452580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8" name="Shape 138"/>
          <p:cNvSpPr/>
          <p:nvPr/>
        </p:nvSpPr>
        <p:spPr>
          <a:xfrm>
            <a:off x="1771539" y="2539008"/>
            <a:ext cx="6512177" cy="4163543"/>
          </a:xfrm>
          <a:custGeom>
            <a:avLst/>
            <a:gdLst/>
            <a:ahLst/>
            <a:cxnLst/>
            <a:rect l="0" t="0" r="r" b="b"/>
            <a:pathLst>
              <a:path w="6512177" h="4163543">
                <a:moveTo>
                  <a:pt x="5546158" y="724514"/>
                </a:moveTo>
                <a:lnTo>
                  <a:pt x="6512177" y="724514"/>
                </a:lnTo>
                <a:lnTo>
                  <a:pt x="6512177" y="0"/>
                </a:lnTo>
                <a:lnTo>
                  <a:pt x="5546158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39" name="Shape 139"/>
          <p:cNvSpPr/>
          <p:nvPr/>
        </p:nvSpPr>
        <p:spPr>
          <a:xfrm>
            <a:off x="1771539" y="2539008"/>
            <a:ext cx="7532535" cy="4163543"/>
          </a:xfrm>
          <a:custGeom>
            <a:avLst/>
            <a:gdLst/>
            <a:ahLst/>
            <a:cxnLst/>
            <a:rect l="0" t="0" r="r" b="b"/>
            <a:pathLst>
              <a:path w="7532535" h="4163543">
                <a:moveTo>
                  <a:pt x="6566516" y="724514"/>
                </a:moveTo>
                <a:lnTo>
                  <a:pt x="7532535" y="724514"/>
                </a:lnTo>
                <a:lnTo>
                  <a:pt x="7532535" y="0"/>
                </a:lnTo>
                <a:lnTo>
                  <a:pt x="656651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0" name="Shape 140"/>
          <p:cNvSpPr/>
          <p:nvPr/>
        </p:nvSpPr>
        <p:spPr>
          <a:xfrm>
            <a:off x="1771539" y="2539008"/>
            <a:ext cx="8552893" cy="4163543"/>
          </a:xfrm>
          <a:custGeom>
            <a:avLst/>
            <a:gdLst/>
            <a:ahLst/>
            <a:cxnLst/>
            <a:rect l="0" t="0" r="r" b="b"/>
            <a:pathLst>
              <a:path w="8552893" h="4163543">
                <a:moveTo>
                  <a:pt x="7586874" y="724514"/>
                </a:moveTo>
                <a:lnTo>
                  <a:pt x="8552893" y="724514"/>
                </a:lnTo>
                <a:lnTo>
                  <a:pt x="8552893" y="0"/>
                </a:lnTo>
                <a:lnTo>
                  <a:pt x="758687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1" name="Shape 141"/>
          <p:cNvSpPr/>
          <p:nvPr/>
        </p:nvSpPr>
        <p:spPr>
          <a:xfrm>
            <a:off x="1771539" y="3963887"/>
            <a:ext cx="3451104" cy="2738664"/>
          </a:xfrm>
          <a:custGeom>
            <a:avLst/>
            <a:gdLst/>
            <a:ahLst/>
            <a:cxnLst/>
            <a:rect l="0" t="0" r="r" b="b"/>
            <a:pathLst>
              <a:path w="3451104" h="2738664">
                <a:moveTo>
                  <a:pt x="2485084" y="724514"/>
                </a:moveTo>
                <a:lnTo>
                  <a:pt x="3451104" y="724514"/>
                </a:lnTo>
                <a:lnTo>
                  <a:pt x="3451104" y="0"/>
                </a:lnTo>
                <a:lnTo>
                  <a:pt x="248508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2" name="Shape 142"/>
          <p:cNvSpPr/>
          <p:nvPr/>
        </p:nvSpPr>
        <p:spPr>
          <a:xfrm>
            <a:off x="1771539" y="3963887"/>
            <a:ext cx="4471462" cy="2738664"/>
          </a:xfrm>
          <a:custGeom>
            <a:avLst/>
            <a:gdLst/>
            <a:ahLst/>
            <a:cxnLst/>
            <a:rect l="0" t="0" r="r" b="b"/>
            <a:pathLst>
              <a:path w="4471462" h="2738664">
                <a:moveTo>
                  <a:pt x="3505442" y="724514"/>
                </a:moveTo>
                <a:lnTo>
                  <a:pt x="4471462" y="724514"/>
                </a:lnTo>
                <a:lnTo>
                  <a:pt x="4471462" y="0"/>
                </a:lnTo>
                <a:lnTo>
                  <a:pt x="3505442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3" name="Shape 143"/>
          <p:cNvSpPr/>
          <p:nvPr/>
        </p:nvSpPr>
        <p:spPr>
          <a:xfrm>
            <a:off x="1771539" y="3963887"/>
            <a:ext cx="5491820" cy="2738664"/>
          </a:xfrm>
          <a:custGeom>
            <a:avLst/>
            <a:gdLst/>
            <a:ahLst/>
            <a:cxnLst/>
            <a:rect l="0" t="0" r="r" b="b"/>
            <a:pathLst>
              <a:path w="5491820" h="2738664">
                <a:moveTo>
                  <a:pt x="4525800" y="724514"/>
                </a:moveTo>
                <a:lnTo>
                  <a:pt x="5491820" y="724514"/>
                </a:lnTo>
                <a:lnTo>
                  <a:pt x="5491820" y="0"/>
                </a:lnTo>
                <a:lnTo>
                  <a:pt x="452580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4" name="Shape 144"/>
          <p:cNvSpPr/>
          <p:nvPr/>
        </p:nvSpPr>
        <p:spPr>
          <a:xfrm>
            <a:off x="1771539" y="3963887"/>
            <a:ext cx="6512177" cy="2738664"/>
          </a:xfrm>
          <a:custGeom>
            <a:avLst/>
            <a:gdLst/>
            <a:ahLst/>
            <a:cxnLst/>
            <a:rect l="0" t="0" r="r" b="b"/>
            <a:pathLst>
              <a:path w="6512177" h="2738664">
                <a:moveTo>
                  <a:pt x="5546158" y="724514"/>
                </a:moveTo>
                <a:lnTo>
                  <a:pt x="6512177" y="724514"/>
                </a:lnTo>
                <a:lnTo>
                  <a:pt x="6512177" y="0"/>
                </a:lnTo>
                <a:lnTo>
                  <a:pt x="5546158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5" name="Shape 145"/>
          <p:cNvSpPr/>
          <p:nvPr/>
        </p:nvSpPr>
        <p:spPr>
          <a:xfrm>
            <a:off x="1771539" y="3963887"/>
            <a:ext cx="7532535" cy="2738664"/>
          </a:xfrm>
          <a:custGeom>
            <a:avLst/>
            <a:gdLst/>
            <a:ahLst/>
            <a:cxnLst/>
            <a:rect l="0" t="0" r="r" b="b"/>
            <a:pathLst>
              <a:path w="7532535" h="2738664">
                <a:moveTo>
                  <a:pt x="6566516" y="724514"/>
                </a:moveTo>
                <a:lnTo>
                  <a:pt x="7532535" y="724514"/>
                </a:lnTo>
                <a:lnTo>
                  <a:pt x="7532535" y="0"/>
                </a:lnTo>
                <a:lnTo>
                  <a:pt x="656651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6" name="Shape 146"/>
          <p:cNvSpPr/>
          <p:nvPr/>
        </p:nvSpPr>
        <p:spPr>
          <a:xfrm>
            <a:off x="1771539" y="3963887"/>
            <a:ext cx="8552893" cy="2738664"/>
          </a:xfrm>
          <a:custGeom>
            <a:avLst/>
            <a:gdLst/>
            <a:ahLst/>
            <a:cxnLst/>
            <a:rect l="0" t="0" r="r" b="b"/>
            <a:pathLst>
              <a:path w="8552893" h="2738664">
                <a:moveTo>
                  <a:pt x="7586874" y="724514"/>
                </a:moveTo>
                <a:lnTo>
                  <a:pt x="8552893" y="724514"/>
                </a:lnTo>
                <a:lnTo>
                  <a:pt x="8552893" y="0"/>
                </a:lnTo>
                <a:lnTo>
                  <a:pt x="758687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7" name="Shape 147"/>
          <p:cNvSpPr/>
          <p:nvPr/>
        </p:nvSpPr>
        <p:spPr>
          <a:xfrm>
            <a:off x="1771539" y="5388765"/>
            <a:ext cx="3451104" cy="1313786"/>
          </a:xfrm>
          <a:custGeom>
            <a:avLst/>
            <a:gdLst/>
            <a:ahLst/>
            <a:cxnLst/>
            <a:rect l="0" t="0" r="r" b="b"/>
            <a:pathLst>
              <a:path w="3451104" h="1313786">
                <a:moveTo>
                  <a:pt x="2485084" y="724514"/>
                </a:moveTo>
                <a:lnTo>
                  <a:pt x="3451104" y="724514"/>
                </a:lnTo>
                <a:lnTo>
                  <a:pt x="3451104" y="0"/>
                </a:lnTo>
                <a:lnTo>
                  <a:pt x="248508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8" name="Shape 148"/>
          <p:cNvSpPr/>
          <p:nvPr/>
        </p:nvSpPr>
        <p:spPr>
          <a:xfrm>
            <a:off x="1771539" y="5388765"/>
            <a:ext cx="4471462" cy="1313786"/>
          </a:xfrm>
          <a:custGeom>
            <a:avLst/>
            <a:gdLst/>
            <a:ahLst/>
            <a:cxnLst/>
            <a:rect l="0" t="0" r="r" b="b"/>
            <a:pathLst>
              <a:path w="4471462" h="1313786">
                <a:moveTo>
                  <a:pt x="3505442" y="724514"/>
                </a:moveTo>
                <a:lnTo>
                  <a:pt x="4471462" y="724514"/>
                </a:lnTo>
                <a:lnTo>
                  <a:pt x="4471462" y="0"/>
                </a:lnTo>
                <a:lnTo>
                  <a:pt x="3505442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49" name="Shape 149"/>
          <p:cNvSpPr/>
          <p:nvPr/>
        </p:nvSpPr>
        <p:spPr>
          <a:xfrm>
            <a:off x="1771539" y="5388765"/>
            <a:ext cx="5491820" cy="1313786"/>
          </a:xfrm>
          <a:custGeom>
            <a:avLst/>
            <a:gdLst/>
            <a:ahLst/>
            <a:cxnLst/>
            <a:rect l="0" t="0" r="r" b="b"/>
            <a:pathLst>
              <a:path w="5491820" h="1313786">
                <a:moveTo>
                  <a:pt x="4525800" y="724514"/>
                </a:moveTo>
                <a:lnTo>
                  <a:pt x="5491820" y="724514"/>
                </a:lnTo>
                <a:lnTo>
                  <a:pt x="5491820" y="0"/>
                </a:lnTo>
                <a:lnTo>
                  <a:pt x="452580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50" name="Shape 150"/>
          <p:cNvSpPr/>
          <p:nvPr/>
        </p:nvSpPr>
        <p:spPr>
          <a:xfrm>
            <a:off x="1771539" y="5388765"/>
            <a:ext cx="6512177" cy="1313786"/>
          </a:xfrm>
          <a:custGeom>
            <a:avLst/>
            <a:gdLst/>
            <a:ahLst/>
            <a:cxnLst/>
            <a:rect l="0" t="0" r="r" b="b"/>
            <a:pathLst>
              <a:path w="6512177" h="1313786">
                <a:moveTo>
                  <a:pt x="5546158" y="724514"/>
                </a:moveTo>
                <a:lnTo>
                  <a:pt x="6512177" y="724514"/>
                </a:lnTo>
                <a:lnTo>
                  <a:pt x="6512177" y="0"/>
                </a:lnTo>
                <a:lnTo>
                  <a:pt x="5546158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51" name="Shape 151"/>
          <p:cNvSpPr/>
          <p:nvPr/>
        </p:nvSpPr>
        <p:spPr>
          <a:xfrm>
            <a:off x="1771539" y="5388765"/>
            <a:ext cx="7532535" cy="1313786"/>
          </a:xfrm>
          <a:custGeom>
            <a:avLst/>
            <a:gdLst/>
            <a:ahLst/>
            <a:cxnLst/>
            <a:rect l="0" t="0" r="r" b="b"/>
            <a:pathLst>
              <a:path w="7532535" h="1313786">
                <a:moveTo>
                  <a:pt x="6566516" y="724514"/>
                </a:moveTo>
                <a:lnTo>
                  <a:pt x="7532535" y="724514"/>
                </a:lnTo>
                <a:lnTo>
                  <a:pt x="7532535" y="0"/>
                </a:lnTo>
                <a:lnTo>
                  <a:pt x="6566516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52" name="Shape 152"/>
          <p:cNvSpPr/>
          <p:nvPr/>
        </p:nvSpPr>
        <p:spPr>
          <a:xfrm>
            <a:off x="1771539" y="5388765"/>
            <a:ext cx="8552893" cy="1313786"/>
          </a:xfrm>
          <a:custGeom>
            <a:avLst/>
            <a:gdLst/>
            <a:ahLst/>
            <a:cxnLst/>
            <a:rect l="0" t="0" r="r" b="b"/>
            <a:pathLst>
              <a:path w="8552893" h="1313786">
                <a:moveTo>
                  <a:pt x="7586874" y="724514"/>
                </a:moveTo>
                <a:lnTo>
                  <a:pt x="8552893" y="724514"/>
                </a:lnTo>
                <a:lnTo>
                  <a:pt x="8552893" y="0"/>
                </a:lnTo>
                <a:lnTo>
                  <a:pt x="7586874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</p:sp>
      <p:sp>
        <p:nvSpPr>
          <p:cNvPr id="153" name="Shape 153"/>
          <p:cNvSpPr/>
          <p:nvPr/>
        </p:nvSpPr>
        <p:spPr>
          <a:xfrm>
            <a:off x="2454610" y="1433828"/>
            <a:ext cx="1425496" cy="207891"/>
          </a:xfrm>
          <a:custGeom>
            <a:avLst/>
            <a:gdLst/>
            <a:ahLst/>
            <a:cxnLst/>
            <a:rect l="0" t="0" r="r" b="b"/>
            <a:pathLst>
              <a:path w="1425496" h="207891" fill="none">
                <a:moveTo>
                  <a:pt x="1425496" y="0"/>
                </a:moveTo>
                <a:lnTo>
                  <a:pt x="1346703" y="29280"/>
                </a:lnTo>
                <a:lnTo>
                  <a:pt x="1247861" y="82431"/>
                </a:lnTo>
                <a:lnTo>
                  <a:pt x="1155872" y="95780"/>
                </a:lnTo>
                <a:lnTo>
                  <a:pt x="1072180" y="118850"/>
                </a:lnTo>
                <a:lnTo>
                  <a:pt x="964412" y="148815"/>
                </a:lnTo>
                <a:lnTo>
                  <a:pt x="844076" y="166085"/>
                </a:lnTo>
                <a:lnTo>
                  <a:pt x="754364" y="191203"/>
                </a:lnTo>
                <a:lnTo>
                  <a:pt x="647027" y="194859"/>
                </a:lnTo>
                <a:lnTo>
                  <a:pt x="531482" y="189211"/>
                </a:lnTo>
                <a:lnTo>
                  <a:pt x="380239" y="193178"/>
                </a:lnTo>
                <a:lnTo>
                  <a:pt x="238490" y="207891"/>
                </a:lnTo>
                <a:lnTo>
                  <a:pt x="127650" y="200587"/>
                </a:lnTo>
                <a:lnTo>
                  <a:pt x="0" y="184766"/>
                </a:lnTo>
              </a:path>
            </a:pathLst>
          </a:custGeom>
          <a:noFill/>
          <a:ln w="11739" cap="rnd">
            <a:solidFill>
              <a:srgbClr val="7C8792">
                <a:alpha val="95000"/>
              </a:srgbClr>
            </a:solidFill>
            <a:round/>
          </a:ln>
        </p:spPr>
      </p:sp>
      <p:sp>
        <p:nvSpPr>
          <p:cNvPr id="154" name="Shape 154"/>
          <p:cNvSpPr/>
          <p:nvPr/>
        </p:nvSpPr>
        <p:spPr>
          <a:xfrm>
            <a:off x="3010338" y="1433828"/>
            <a:ext cx="922669" cy="325133"/>
          </a:xfrm>
          <a:custGeom>
            <a:avLst/>
            <a:gdLst/>
            <a:ahLst/>
            <a:cxnLst/>
            <a:rect l="0" t="0" r="r" b="b"/>
            <a:pathLst>
              <a:path w="922669" h="325133" fill="none">
                <a:moveTo>
                  <a:pt x="869768" y="0"/>
                </a:moveTo>
                <a:lnTo>
                  <a:pt x="779511" y="53793"/>
                </a:lnTo>
                <a:lnTo>
                  <a:pt x="684829" y="105485"/>
                </a:lnTo>
                <a:lnTo>
                  <a:pt x="586693" y="156481"/>
                </a:lnTo>
                <a:lnTo>
                  <a:pt x="474533" y="201315"/>
                </a:lnTo>
                <a:lnTo>
                  <a:pt x="358401" y="238763"/>
                </a:lnTo>
                <a:lnTo>
                  <a:pt x="244082" y="271810"/>
                </a:lnTo>
                <a:lnTo>
                  <a:pt x="125968" y="301582"/>
                </a:lnTo>
                <a:lnTo>
                  <a:pt x="0" y="325133"/>
                </a:lnTo>
                <a:lnTo>
                  <a:pt x="134275" y="317248"/>
                </a:lnTo>
                <a:lnTo>
                  <a:pt x="262019" y="288834"/>
                </a:lnTo>
                <a:lnTo>
                  <a:pt x="384535" y="257357"/>
                </a:lnTo>
                <a:lnTo>
                  <a:pt x="505149" y="221195"/>
                </a:lnTo>
                <a:lnTo>
                  <a:pt x="615573" y="179359"/>
                </a:lnTo>
                <a:lnTo>
                  <a:pt x="722460" y="134198"/>
                </a:lnTo>
                <a:lnTo>
                  <a:pt x="827735" y="85875"/>
                </a:lnTo>
                <a:lnTo>
                  <a:pt x="922669" y="31434"/>
                </a:lnTo>
              </a:path>
            </a:pathLst>
          </a:custGeom>
          <a:noFill/>
          <a:ln w="11739" cap="rnd">
            <a:solidFill>
              <a:srgbClr val="8A6BAA">
                <a:alpha val="95000"/>
              </a:srgbClr>
            </a:solidFill>
            <a:round/>
          </a:ln>
        </p:spPr>
      </p:sp>
      <p:sp>
        <p:nvSpPr>
          <p:cNvPr id="155" name="Shape 155"/>
          <p:cNvSpPr/>
          <p:nvPr/>
        </p:nvSpPr>
        <p:spPr>
          <a:xfrm>
            <a:off x="2025119" y="1433828"/>
            <a:ext cx="1854987" cy="336340"/>
          </a:xfrm>
          <a:custGeom>
            <a:avLst/>
            <a:gdLst/>
            <a:ahLst/>
            <a:cxnLst/>
            <a:rect l="0" t="0" r="r" b="b"/>
            <a:pathLst>
              <a:path w="1854987" h="336340" fill="none">
                <a:moveTo>
                  <a:pt x="1854987" y="0"/>
                </a:moveTo>
                <a:lnTo>
                  <a:pt x="1761349" y="48832"/>
                </a:lnTo>
                <a:lnTo>
                  <a:pt x="1668532" y="99553"/>
                </a:lnTo>
                <a:lnTo>
                  <a:pt x="1566758" y="146788"/>
                </a:lnTo>
                <a:lnTo>
                  <a:pt x="1464704" y="191383"/>
                </a:lnTo>
                <a:lnTo>
                  <a:pt x="1355627" y="225000"/>
                </a:lnTo>
                <a:lnTo>
                  <a:pt x="1231856" y="256275"/>
                </a:lnTo>
                <a:lnTo>
                  <a:pt x="1111591" y="291009"/>
                </a:lnTo>
                <a:lnTo>
                  <a:pt x="989323" y="314341"/>
                </a:lnTo>
                <a:lnTo>
                  <a:pt x="872111" y="325847"/>
                </a:lnTo>
                <a:lnTo>
                  <a:pt x="751289" y="336340"/>
                </a:lnTo>
                <a:lnTo>
                  <a:pt x="632538" y="328196"/>
                </a:lnTo>
                <a:lnTo>
                  <a:pt x="511579" y="329508"/>
                </a:lnTo>
                <a:lnTo>
                  <a:pt x="385555" y="321279"/>
                </a:lnTo>
                <a:lnTo>
                  <a:pt x="259733" y="307815"/>
                </a:lnTo>
                <a:lnTo>
                  <a:pt x="130247" y="288714"/>
                </a:lnTo>
                <a:lnTo>
                  <a:pt x="0" y="265468"/>
                </a:lnTo>
              </a:path>
            </a:pathLst>
          </a:custGeom>
          <a:noFill/>
          <a:ln w="11739" cap="rnd">
            <a:solidFill>
              <a:srgbClr val="D99A26">
                <a:alpha val="95000"/>
              </a:srgbClr>
            </a:solidFill>
            <a:round/>
          </a:ln>
        </p:spPr>
      </p:sp>
      <p:sp>
        <p:nvSpPr>
          <p:cNvPr id="156" name="Shape 156"/>
          <p:cNvSpPr/>
          <p:nvPr/>
        </p:nvSpPr>
        <p:spPr>
          <a:xfrm>
            <a:off x="2039545" y="1433828"/>
            <a:ext cx="1840561" cy="370093"/>
          </a:xfrm>
          <a:custGeom>
            <a:avLst/>
            <a:gdLst/>
            <a:ahLst/>
            <a:cxnLst/>
            <a:rect l="0" t="0" r="r" b="b"/>
            <a:pathLst>
              <a:path w="1840561" h="370093" fill="none">
                <a:moveTo>
                  <a:pt x="1840561" y="0"/>
                </a:moveTo>
                <a:lnTo>
                  <a:pt x="1748239" y="52428"/>
                </a:lnTo>
                <a:lnTo>
                  <a:pt x="1653026" y="106494"/>
                </a:lnTo>
                <a:lnTo>
                  <a:pt x="1555168" y="154183"/>
                </a:lnTo>
                <a:lnTo>
                  <a:pt x="1451662" y="199281"/>
                </a:lnTo>
                <a:lnTo>
                  <a:pt x="1346932" y="239077"/>
                </a:lnTo>
                <a:lnTo>
                  <a:pt x="1237216" y="278026"/>
                </a:lnTo>
                <a:lnTo>
                  <a:pt x="1125031" y="311113"/>
                </a:lnTo>
                <a:lnTo>
                  <a:pt x="1010902" y="341790"/>
                </a:lnTo>
                <a:lnTo>
                  <a:pt x="884702" y="355933"/>
                </a:lnTo>
                <a:lnTo>
                  <a:pt x="759478" y="365988"/>
                </a:lnTo>
                <a:lnTo>
                  <a:pt x="634952" y="370093"/>
                </a:lnTo>
                <a:lnTo>
                  <a:pt x="509198" y="369684"/>
                </a:lnTo>
                <a:lnTo>
                  <a:pt x="381472" y="363359"/>
                </a:lnTo>
                <a:lnTo>
                  <a:pt x="252148" y="351796"/>
                </a:lnTo>
                <a:lnTo>
                  <a:pt x="125010" y="331756"/>
                </a:lnTo>
                <a:lnTo>
                  <a:pt x="0" y="307780"/>
                </a:lnTo>
              </a:path>
            </a:pathLst>
          </a:custGeom>
          <a:noFill/>
          <a:ln w="11739" cap="rnd">
            <a:solidFill>
              <a:srgbClr val="C4553C">
                <a:alpha val="95000"/>
              </a:srgbClr>
            </a:solidFill>
            <a:round/>
          </a:ln>
        </p:spPr>
      </p:sp>
      <p:pic>
        <p:nvPicPr>
          <p:cNvPr id="157" name="Picture 15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888" y="1087564"/>
            <a:ext cx="966019" cy="724514"/>
          </a:xfrm>
          <a:prstGeom prst="rect">
            <a:avLst/>
          </a:prstGeom>
        </p:spPr>
      </p:pic>
      <p:pic>
        <p:nvPicPr>
          <p:cNvPr id="158" name="Picture 15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259" y="1087564"/>
            <a:ext cx="966019" cy="724514"/>
          </a:xfrm>
          <a:prstGeom prst="rect">
            <a:avLst/>
          </a:prstGeom>
        </p:spPr>
      </p:pic>
      <p:pic>
        <p:nvPicPr>
          <p:cNvPr id="159" name="Picture 15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604" y="1087564"/>
            <a:ext cx="966019" cy="724514"/>
          </a:xfrm>
          <a:prstGeom prst="rect">
            <a:avLst/>
          </a:prstGeom>
        </p:spPr>
      </p:pic>
      <p:pic>
        <p:nvPicPr>
          <p:cNvPr id="160" name="Picture 15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975" y="1087564"/>
            <a:ext cx="966019" cy="724514"/>
          </a:xfrm>
          <a:prstGeom prst="rect">
            <a:avLst/>
          </a:prstGeom>
        </p:spPr>
      </p:pic>
      <p:pic>
        <p:nvPicPr>
          <p:cNvPr id="161" name="Picture 160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6320" y="1087564"/>
            <a:ext cx="966019" cy="724514"/>
          </a:xfrm>
          <a:prstGeom prst="rect">
            <a:avLst/>
          </a:prstGeom>
        </p:spPr>
      </p:pic>
      <p:pic>
        <p:nvPicPr>
          <p:cNvPr id="162" name="Picture 16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8691" y="1087564"/>
            <a:ext cx="966019" cy="724514"/>
          </a:xfrm>
          <a:prstGeom prst="rect">
            <a:avLst/>
          </a:prstGeom>
        </p:spPr>
      </p:pic>
      <p:sp>
        <p:nvSpPr>
          <p:cNvPr id="157" name="Shape 157"/>
          <p:cNvSpPr/>
          <p:nvPr/>
        </p:nvSpPr>
        <p:spPr>
          <a:xfrm>
            <a:off x="2391527" y="3003954"/>
            <a:ext cx="847072" cy="293379"/>
          </a:xfrm>
          <a:custGeom>
            <a:avLst/>
            <a:gdLst/>
            <a:ahLst/>
            <a:cxnLst/>
            <a:rect l="0" t="0" r="r" b="b"/>
            <a:pathLst>
              <a:path w="847072" h="293379" fill="none">
                <a:moveTo>
                  <a:pt x="0" y="293379"/>
                </a:moveTo>
                <a:lnTo>
                  <a:pt x="130840" y="252945"/>
                </a:lnTo>
                <a:lnTo>
                  <a:pt x="254573" y="221082"/>
                </a:lnTo>
                <a:lnTo>
                  <a:pt x="367548" y="191732"/>
                </a:lnTo>
                <a:lnTo>
                  <a:pt x="483535" y="158342"/>
                </a:lnTo>
                <a:lnTo>
                  <a:pt x="585103" y="130474"/>
                </a:lnTo>
                <a:lnTo>
                  <a:pt x="681656" y="97832"/>
                </a:lnTo>
                <a:lnTo>
                  <a:pt x="760097" y="74296"/>
                </a:lnTo>
                <a:lnTo>
                  <a:pt x="847072" y="37914"/>
                </a:lnTo>
                <a:lnTo>
                  <a:pt x="785672" y="0"/>
                </a:lnTo>
              </a:path>
            </a:pathLst>
          </a:custGeom>
          <a:noFill/>
          <a:ln w="11739" cap="rnd">
            <a:solidFill>
              <a:srgbClr val="7C8792">
                <a:alpha val="95000"/>
              </a:srgbClr>
            </a:solidFill>
            <a:round/>
          </a:ln>
        </p:spPr>
      </p:sp>
      <p:sp>
        <p:nvSpPr>
          <p:cNvPr id="158" name="Shape 158"/>
          <p:cNvSpPr/>
          <p:nvPr/>
        </p:nvSpPr>
        <p:spPr>
          <a:xfrm>
            <a:off x="2391527" y="3104791"/>
            <a:ext cx="1059627" cy="192541"/>
          </a:xfrm>
          <a:custGeom>
            <a:avLst/>
            <a:gdLst/>
            <a:ahLst/>
            <a:cxnLst/>
            <a:rect l="0" t="0" r="r" b="b"/>
            <a:pathLst>
              <a:path w="1059627" h="192541" fill="none">
                <a:moveTo>
                  <a:pt x="0" y="192541"/>
                </a:moveTo>
                <a:lnTo>
                  <a:pt x="123338" y="173983"/>
                </a:lnTo>
                <a:lnTo>
                  <a:pt x="245362" y="146081"/>
                </a:lnTo>
                <a:lnTo>
                  <a:pt x="357758" y="120275"/>
                </a:lnTo>
                <a:lnTo>
                  <a:pt x="460878" y="96639"/>
                </a:lnTo>
                <a:lnTo>
                  <a:pt x="557100" y="71640"/>
                </a:lnTo>
                <a:lnTo>
                  <a:pt x="643652" y="45087"/>
                </a:lnTo>
                <a:lnTo>
                  <a:pt x="718428" y="23139"/>
                </a:lnTo>
                <a:lnTo>
                  <a:pt x="796091" y="0"/>
                </a:lnTo>
                <a:lnTo>
                  <a:pt x="807654" y="8666"/>
                </a:lnTo>
                <a:lnTo>
                  <a:pt x="828671" y="15512"/>
                </a:lnTo>
                <a:lnTo>
                  <a:pt x="857846" y="25473"/>
                </a:lnTo>
                <a:lnTo>
                  <a:pt x="891503" y="34786"/>
                </a:lnTo>
                <a:lnTo>
                  <a:pt x="930392" y="41474"/>
                </a:lnTo>
                <a:lnTo>
                  <a:pt x="967292" y="53954"/>
                </a:lnTo>
                <a:lnTo>
                  <a:pt x="1013900" y="64168"/>
                </a:lnTo>
                <a:lnTo>
                  <a:pt x="1059627" y="76642"/>
                </a:lnTo>
              </a:path>
            </a:pathLst>
          </a:custGeom>
          <a:noFill/>
          <a:ln w="11739" cap="rnd">
            <a:solidFill>
              <a:srgbClr val="8A6BAA">
                <a:alpha val="95000"/>
              </a:srgbClr>
            </a:solidFill>
            <a:round/>
          </a:ln>
        </p:spPr>
      </p:sp>
      <p:sp>
        <p:nvSpPr>
          <p:cNvPr id="159" name="Shape 159"/>
          <p:cNvSpPr/>
          <p:nvPr/>
        </p:nvSpPr>
        <p:spPr>
          <a:xfrm>
            <a:off x="2391527" y="2790173"/>
            <a:ext cx="1175072" cy="507160"/>
          </a:xfrm>
          <a:custGeom>
            <a:avLst/>
            <a:gdLst/>
            <a:ahLst/>
            <a:cxnLst/>
            <a:rect l="0" t="0" r="r" b="b"/>
            <a:pathLst>
              <a:path w="1175072" h="507160" fill="none">
                <a:moveTo>
                  <a:pt x="0" y="507160"/>
                </a:moveTo>
                <a:lnTo>
                  <a:pt x="120197" y="472676"/>
                </a:lnTo>
                <a:lnTo>
                  <a:pt x="248997" y="430493"/>
                </a:lnTo>
                <a:lnTo>
                  <a:pt x="370636" y="390323"/>
                </a:lnTo>
                <a:lnTo>
                  <a:pt x="476928" y="346848"/>
                </a:lnTo>
                <a:lnTo>
                  <a:pt x="579487" y="305474"/>
                </a:lnTo>
                <a:lnTo>
                  <a:pt x="663722" y="272130"/>
                </a:lnTo>
                <a:lnTo>
                  <a:pt x="743389" y="239532"/>
                </a:lnTo>
                <a:lnTo>
                  <a:pt x="809686" y="208817"/>
                </a:lnTo>
                <a:lnTo>
                  <a:pt x="877313" y="178996"/>
                </a:lnTo>
                <a:lnTo>
                  <a:pt x="934080" y="146430"/>
                </a:lnTo>
                <a:lnTo>
                  <a:pt x="981915" y="115154"/>
                </a:lnTo>
                <a:lnTo>
                  <a:pt x="1022631" y="88885"/>
                </a:lnTo>
                <a:lnTo>
                  <a:pt x="1064224" y="64765"/>
                </a:lnTo>
                <a:lnTo>
                  <a:pt x="1102030" y="39553"/>
                </a:lnTo>
                <a:lnTo>
                  <a:pt x="1141094" y="23887"/>
                </a:lnTo>
                <a:lnTo>
                  <a:pt x="1175072" y="0"/>
                </a:lnTo>
              </a:path>
            </a:pathLst>
          </a:custGeom>
          <a:noFill/>
          <a:ln w="11739" cap="rnd">
            <a:solidFill>
              <a:srgbClr val="D99A26">
                <a:alpha val="95000"/>
              </a:srgbClr>
            </a:solidFill>
            <a:round/>
          </a:ln>
        </p:spPr>
      </p:sp>
      <p:sp>
        <p:nvSpPr>
          <p:cNvPr id="160" name="Shape 160"/>
          <p:cNvSpPr/>
          <p:nvPr/>
        </p:nvSpPr>
        <p:spPr>
          <a:xfrm>
            <a:off x="2391527" y="3026476"/>
            <a:ext cx="1102690" cy="270857"/>
          </a:xfrm>
          <a:custGeom>
            <a:avLst/>
            <a:gdLst/>
            <a:ahLst/>
            <a:cxnLst/>
            <a:rect l="0" t="0" r="r" b="b"/>
            <a:pathLst>
              <a:path w="1102690" h="270857" fill="none">
                <a:moveTo>
                  <a:pt x="0" y="270857"/>
                </a:moveTo>
                <a:lnTo>
                  <a:pt x="111531" y="248519"/>
                </a:lnTo>
                <a:lnTo>
                  <a:pt x="213938" y="225783"/>
                </a:lnTo>
                <a:lnTo>
                  <a:pt x="307593" y="206012"/>
                </a:lnTo>
                <a:lnTo>
                  <a:pt x="393813" y="187787"/>
                </a:lnTo>
                <a:lnTo>
                  <a:pt x="476494" y="171171"/>
                </a:lnTo>
                <a:lnTo>
                  <a:pt x="553304" y="155489"/>
                </a:lnTo>
                <a:lnTo>
                  <a:pt x="624630" y="141848"/>
                </a:lnTo>
                <a:lnTo>
                  <a:pt x="693180" y="128401"/>
                </a:lnTo>
                <a:lnTo>
                  <a:pt x="756322" y="114339"/>
                </a:lnTo>
                <a:lnTo>
                  <a:pt x="814204" y="102081"/>
                </a:lnTo>
                <a:lnTo>
                  <a:pt x="869760" y="88759"/>
                </a:lnTo>
                <a:lnTo>
                  <a:pt x="922661" y="74583"/>
                </a:lnTo>
                <a:lnTo>
                  <a:pt x="971666" y="59087"/>
                </a:lnTo>
                <a:lnTo>
                  <a:pt x="1017883" y="41649"/>
                </a:lnTo>
                <a:lnTo>
                  <a:pt x="1061045" y="22358"/>
                </a:lnTo>
                <a:lnTo>
                  <a:pt x="1102690" y="0"/>
                </a:lnTo>
              </a:path>
            </a:pathLst>
          </a:custGeom>
          <a:noFill/>
          <a:ln w="11739" cap="rnd">
            <a:solidFill>
              <a:srgbClr val="C4553C">
                <a:alpha val="95000"/>
              </a:srgbClr>
            </a:solidFill>
            <a:round/>
          </a:ln>
        </p:spPr>
      </p:sp>
      <p:pic>
        <p:nvPicPr>
          <p:cNvPr id="163" name="Picture 162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4888" y="2512443"/>
            <a:ext cx="966019" cy="724514"/>
          </a:xfrm>
          <a:prstGeom prst="rect">
            <a:avLst/>
          </a:prstGeom>
        </p:spPr>
      </p:pic>
      <p:pic>
        <p:nvPicPr>
          <p:cNvPr id="164" name="Picture 163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259" y="2512443"/>
            <a:ext cx="966019" cy="724514"/>
          </a:xfrm>
          <a:prstGeom prst="rect">
            <a:avLst/>
          </a:prstGeom>
        </p:spPr>
      </p:pic>
      <p:pic>
        <p:nvPicPr>
          <p:cNvPr id="165" name="Picture 16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5604" y="2512443"/>
            <a:ext cx="966019" cy="724514"/>
          </a:xfrm>
          <a:prstGeom prst="rect">
            <a:avLst/>
          </a:prstGeom>
        </p:spPr>
      </p:pic>
      <p:pic>
        <p:nvPicPr>
          <p:cNvPr id="166" name="Picture 16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97975" y="2512443"/>
            <a:ext cx="966019" cy="724514"/>
          </a:xfrm>
          <a:prstGeom prst="rect">
            <a:avLst/>
          </a:prstGeom>
        </p:spPr>
      </p:pic>
      <p:pic>
        <p:nvPicPr>
          <p:cNvPr id="167" name="Picture 16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6320" y="2512443"/>
            <a:ext cx="966019" cy="724514"/>
          </a:xfrm>
          <a:prstGeom prst="rect">
            <a:avLst/>
          </a:prstGeom>
        </p:spPr>
      </p:pic>
      <p:pic>
        <p:nvPicPr>
          <p:cNvPr id="168" name="Picture 167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8691" y="2512443"/>
            <a:ext cx="966019" cy="724514"/>
          </a:xfrm>
          <a:prstGeom prst="rect">
            <a:avLst/>
          </a:prstGeom>
        </p:spPr>
      </p:pic>
      <p:sp>
        <p:nvSpPr>
          <p:cNvPr id="161" name="Shape 161"/>
          <p:cNvSpPr/>
          <p:nvPr/>
        </p:nvSpPr>
        <p:spPr>
          <a:xfrm>
            <a:off x="2951916" y="4233861"/>
            <a:ext cx="981091" cy="469540"/>
          </a:xfrm>
          <a:custGeom>
            <a:avLst/>
            <a:gdLst/>
            <a:ahLst/>
            <a:cxnLst/>
            <a:rect l="0" t="0" r="r" b="b"/>
            <a:pathLst>
              <a:path w="981091" h="469540" fill="none">
                <a:moveTo>
                  <a:pt x="981091" y="0"/>
                </a:moveTo>
                <a:lnTo>
                  <a:pt x="909400" y="33703"/>
                </a:lnTo>
                <a:lnTo>
                  <a:pt x="858602" y="59874"/>
                </a:lnTo>
                <a:lnTo>
                  <a:pt x="771312" y="97372"/>
                </a:lnTo>
                <a:lnTo>
                  <a:pt x="718070" y="101940"/>
                </a:lnTo>
                <a:lnTo>
                  <a:pt x="659340" y="122089"/>
                </a:lnTo>
                <a:lnTo>
                  <a:pt x="594529" y="178725"/>
                </a:lnTo>
                <a:lnTo>
                  <a:pt x="498611" y="227979"/>
                </a:lnTo>
                <a:lnTo>
                  <a:pt x="401532" y="296945"/>
                </a:lnTo>
                <a:lnTo>
                  <a:pt x="263742" y="357826"/>
                </a:lnTo>
                <a:lnTo>
                  <a:pt x="138377" y="402511"/>
                </a:lnTo>
                <a:lnTo>
                  <a:pt x="0" y="469540"/>
                </a:lnTo>
              </a:path>
            </a:pathLst>
          </a:custGeom>
          <a:noFill/>
          <a:ln w="11739" cap="rnd">
            <a:solidFill>
              <a:srgbClr val="7C8792">
                <a:alpha val="95000"/>
              </a:srgbClr>
            </a:solidFill>
            <a:round/>
          </a:ln>
        </p:spPr>
      </p:sp>
      <p:sp>
        <p:nvSpPr>
          <p:cNvPr id="162" name="Shape 162"/>
          <p:cNvSpPr/>
          <p:nvPr/>
        </p:nvSpPr>
        <p:spPr>
          <a:xfrm>
            <a:off x="2025119" y="4233861"/>
            <a:ext cx="1907888" cy="461593"/>
          </a:xfrm>
          <a:custGeom>
            <a:avLst/>
            <a:gdLst/>
            <a:ahLst/>
            <a:cxnLst/>
            <a:rect l="0" t="0" r="r" b="b"/>
            <a:pathLst>
              <a:path w="1907888" h="461593" fill="none">
                <a:moveTo>
                  <a:pt x="1907888" y="0"/>
                </a:moveTo>
                <a:lnTo>
                  <a:pt x="1841930" y="29759"/>
                </a:lnTo>
                <a:lnTo>
                  <a:pt x="1771485" y="56547"/>
                </a:lnTo>
                <a:lnTo>
                  <a:pt x="1699042" y="83828"/>
                </a:lnTo>
                <a:lnTo>
                  <a:pt x="1617102" y="113136"/>
                </a:lnTo>
                <a:lnTo>
                  <a:pt x="1530611" y="144890"/>
                </a:lnTo>
                <a:lnTo>
                  <a:pt x="1436614" y="172785"/>
                </a:lnTo>
                <a:lnTo>
                  <a:pt x="1343543" y="200578"/>
                </a:lnTo>
                <a:lnTo>
                  <a:pt x="1240059" y="227033"/>
                </a:lnTo>
                <a:lnTo>
                  <a:pt x="1120819" y="268414"/>
                </a:lnTo>
                <a:lnTo>
                  <a:pt x="999493" y="302220"/>
                </a:lnTo>
                <a:lnTo>
                  <a:pt x="859806" y="340492"/>
                </a:lnTo>
                <a:lnTo>
                  <a:pt x="706194" y="376213"/>
                </a:lnTo>
                <a:lnTo>
                  <a:pt x="539421" y="408241"/>
                </a:lnTo>
                <a:lnTo>
                  <a:pt x="360617" y="433426"/>
                </a:lnTo>
                <a:lnTo>
                  <a:pt x="184707" y="453386"/>
                </a:lnTo>
                <a:lnTo>
                  <a:pt x="0" y="461593"/>
                </a:lnTo>
              </a:path>
            </a:pathLst>
          </a:custGeom>
          <a:noFill/>
          <a:ln w="11739" cap="rnd">
            <a:solidFill>
              <a:srgbClr val="8A6BAA">
                <a:alpha val="95000"/>
              </a:srgbClr>
            </a:solidFill>
            <a:round/>
          </a:ln>
        </p:spPr>
      </p:sp>
      <p:sp>
        <p:nvSpPr>
          <p:cNvPr id="163" name="Shape 163"/>
          <p:cNvSpPr/>
          <p:nvPr/>
        </p:nvSpPr>
        <p:spPr>
          <a:xfrm>
            <a:off x="2814043" y="4233861"/>
            <a:ext cx="1118964" cy="309164"/>
          </a:xfrm>
          <a:custGeom>
            <a:avLst/>
            <a:gdLst/>
            <a:ahLst/>
            <a:cxnLst/>
            <a:rect l="0" t="0" r="r" b="b"/>
            <a:pathLst>
              <a:path w="1118964" h="309164" fill="none">
                <a:moveTo>
                  <a:pt x="1118964" y="0"/>
                </a:moveTo>
                <a:lnTo>
                  <a:pt x="1048405" y="23927"/>
                </a:lnTo>
                <a:lnTo>
                  <a:pt x="981114" y="46855"/>
                </a:lnTo>
                <a:lnTo>
                  <a:pt x="909393" y="69390"/>
                </a:lnTo>
                <a:lnTo>
                  <a:pt x="828848" y="104957"/>
                </a:lnTo>
                <a:lnTo>
                  <a:pt x="746070" y="135784"/>
                </a:lnTo>
                <a:lnTo>
                  <a:pt x="663554" y="172572"/>
                </a:lnTo>
                <a:lnTo>
                  <a:pt x="562216" y="206849"/>
                </a:lnTo>
                <a:lnTo>
                  <a:pt x="452572" y="243222"/>
                </a:lnTo>
                <a:lnTo>
                  <a:pt x="356035" y="260698"/>
                </a:lnTo>
                <a:lnTo>
                  <a:pt x="250135" y="271763"/>
                </a:lnTo>
                <a:lnTo>
                  <a:pt x="131799" y="286201"/>
                </a:lnTo>
                <a:lnTo>
                  <a:pt x="0" y="309164"/>
                </a:lnTo>
              </a:path>
            </a:pathLst>
          </a:custGeom>
          <a:noFill/>
          <a:ln w="11739" cap="rnd">
            <a:solidFill>
              <a:srgbClr val="D99A26">
                <a:alpha val="95000"/>
              </a:srgbClr>
            </a:solidFill>
            <a:round/>
          </a:ln>
        </p:spPr>
      </p:sp>
      <p:sp>
        <p:nvSpPr>
          <p:cNvPr id="164" name="Shape 164"/>
          <p:cNvSpPr/>
          <p:nvPr/>
        </p:nvSpPr>
        <p:spPr>
          <a:xfrm>
            <a:off x="2418091" y="4233861"/>
            <a:ext cx="1514916" cy="157975"/>
          </a:xfrm>
          <a:custGeom>
            <a:avLst/>
            <a:gdLst/>
            <a:ahLst/>
            <a:cxnLst/>
            <a:rect l="0" t="0" r="r" b="b"/>
            <a:pathLst>
              <a:path w="1514916" h="157975" fill="none">
                <a:moveTo>
                  <a:pt x="1514916" y="0"/>
                </a:moveTo>
                <a:lnTo>
                  <a:pt x="1448872" y="22898"/>
                </a:lnTo>
                <a:lnTo>
                  <a:pt x="1378215" y="43659"/>
                </a:lnTo>
                <a:lnTo>
                  <a:pt x="1305486" y="61982"/>
                </a:lnTo>
                <a:lnTo>
                  <a:pt x="1228382" y="75968"/>
                </a:lnTo>
                <a:lnTo>
                  <a:pt x="1150446" y="84973"/>
                </a:lnTo>
                <a:lnTo>
                  <a:pt x="1070107" y="84750"/>
                </a:lnTo>
                <a:lnTo>
                  <a:pt x="991567" y="81737"/>
                </a:lnTo>
                <a:lnTo>
                  <a:pt x="912032" y="71685"/>
                </a:lnTo>
                <a:lnTo>
                  <a:pt x="813064" y="93589"/>
                </a:lnTo>
                <a:lnTo>
                  <a:pt x="708093" y="113761"/>
                </a:lnTo>
                <a:lnTo>
                  <a:pt x="595336" y="132190"/>
                </a:lnTo>
                <a:lnTo>
                  <a:pt x="477491" y="147126"/>
                </a:lnTo>
                <a:lnTo>
                  <a:pt x="354195" y="157975"/>
                </a:lnTo>
                <a:lnTo>
                  <a:pt x="232449" y="156678"/>
                </a:lnTo>
                <a:lnTo>
                  <a:pt x="114219" y="146364"/>
                </a:lnTo>
                <a:lnTo>
                  <a:pt x="0" y="130218"/>
                </a:lnTo>
              </a:path>
            </a:pathLst>
          </a:custGeom>
          <a:noFill/>
          <a:ln w="11739" cap="rnd">
            <a:solidFill>
              <a:srgbClr val="C4553C">
                <a:alpha val="95000"/>
              </a:srgbClr>
            </a:solidFill>
            <a:round/>
          </a:ln>
        </p:spPr>
      </p:sp>
      <p:pic>
        <p:nvPicPr>
          <p:cNvPr id="169" name="Picture 168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34888" y="3937321"/>
            <a:ext cx="966019" cy="724514"/>
          </a:xfrm>
          <a:prstGeom prst="rect">
            <a:avLst/>
          </a:prstGeom>
        </p:spPr>
      </p:pic>
      <p:pic>
        <p:nvPicPr>
          <p:cNvPr id="170" name="Picture 169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57259" y="3937321"/>
            <a:ext cx="966019" cy="724514"/>
          </a:xfrm>
          <a:prstGeom prst="rect">
            <a:avLst/>
          </a:prstGeom>
        </p:spPr>
      </p:pic>
      <p:pic>
        <p:nvPicPr>
          <p:cNvPr id="171" name="Picture 170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5604" y="3937321"/>
            <a:ext cx="966019" cy="724514"/>
          </a:xfrm>
          <a:prstGeom prst="rect">
            <a:avLst/>
          </a:prstGeom>
        </p:spPr>
      </p:pic>
      <p:pic>
        <p:nvPicPr>
          <p:cNvPr id="172" name="Picture 171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97975" y="3937321"/>
            <a:ext cx="966019" cy="724514"/>
          </a:xfrm>
          <a:prstGeom prst="rect">
            <a:avLst/>
          </a:prstGeom>
        </p:spPr>
      </p:pic>
      <p:pic>
        <p:nvPicPr>
          <p:cNvPr id="173" name="Picture 172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16320" y="3937321"/>
            <a:ext cx="966019" cy="724514"/>
          </a:xfrm>
          <a:prstGeom prst="rect">
            <a:avLst/>
          </a:prstGeom>
        </p:spPr>
      </p:pic>
      <p:pic>
        <p:nvPicPr>
          <p:cNvPr id="174" name="Picture 173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8691" y="3937321"/>
            <a:ext cx="966019" cy="724514"/>
          </a:xfrm>
          <a:prstGeom prst="rect">
            <a:avLst/>
          </a:prstGeom>
        </p:spPr>
      </p:pic>
      <p:sp>
        <p:nvSpPr>
          <p:cNvPr id="165" name="Shape 165"/>
          <p:cNvSpPr/>
          <p:nvPr/>
        </p:nvSpPr>
        <p:spPr>
          <a:xfrm>
            <a:off x="2598870" y="5868191"/>
            <a:ext cx="849685" cy="267018"/>
          </a:xfrm>
          <a:custGeom>
            <a:avLst/>
            <a:gdLst/>
            <a:ahLst/>
            <a:cxnLst/>
            <a:rect l="0" t="0" r="r" b="b"/>
            <a:pathLst>
              <a:path w="849685" h="267018" fill="none">
                <a:moveTo>
                  <a:pt x="0" y="257519"/>
                </a:moveTo>
                <a:lnTo>
                  <a:pt x="63059" y="258201"/>
                </a:lnTo>
                <a:lnTo>
                  <a:pt x="115865" y="267018"/>
                </a:lnTo>
                <a:lnTo>
                  <a:pt x="183052" y="263216"/>
                </a:lnTo>
                <a:lnTo>
                  <a:pt x="245901" y="258624"/>
                </a:lnTo>
                <a:lnTo>
                  <a:pt x="302276" y="261690"/>
                </a:lnTo>
                <a:lnTo>
                  <a:pt x="357642" y="252236"/>
                </a:lnTo>
                <a:lnTo>
                  <a:pt x="425124" y="240033"/>
                </a:lnTo>
                <a:lnTo>
                  <a:pt x="474694" y="219057"/>
                </a:lnTo>
                <a:lnTo>
                  <a:pt x="540011" y="191909"/>
                </a:lnTo>
                <a:lnTo>
                  <a:pt x="591676" y="157683"/>
                </a:lnTo>
                <a:lnTo>
                  <a:pt x="635961" y="135693"/>
                </a:lnTo>
                <a:lnTo>
                  <a:pt x="689929" y="116946"/>
                </a:lnTo>
                <a:lnTo>
                  <a:pt x="731679" y="81417"/>
                </a:lnTo>
                <a:lnTo>
                  <a:pt x="768520" y="57892"/>
                </a:lnTo>
                <a:lnTo>
                  <a:pt x="815943" y="23130"/>
                </a:lnTo>
                <a:lnTo>
                  <a:pt x="849685" y="0"/>
                </a:lnTo>
              </a:path>
            </a:pathLst>
          </a:custGeom>
          <a:noFill/>
          <a:ln w="11739" cap="rnd">
            <a:solidFill>
              <a:srgbClr val="7C8792">
                <a:alpha val="95000"/>
              </a:srgbClr>
            </a:solidFill>
            <a:round/>
          </a:ln>
        </p:spPr>
      </p:sp>
      <p:sp>
        <p:nvSpPr>
          <p:cNvPr id="166" name="Shape 166"/>
          <p:cNvSpPr/>
          <p:nvPr/>
        </p:nvSpPr>
        <p:spPr>
          <a:xfrm>
            <a:off x="2598870" y="5677003"/>
            <a:ext cx="1173223" cy="470087"/>
          </a:xfrm>
          <a:custGeom>
            <a:avLst/>
            <a:gdLst/>
            <a:ahLst/>
            <a:cxnLst/>
            <a:rect l="0" t="0" r="r" b="b"/>
            <a:pathLst>
              <a:path w="1173223" h="470087" fill="none">
                <a:moveTo>
                  <a:pt x="0" y="448707"/>
                </a:moveTo>
                <a:lnTo>
                  <a:pt x="61244" y="459108"/>
                </a:lnTo>
                <a:lnTo>
                  <a:pt x="126862" y="465882"/>
                </a:lnTo>
                <a:lnTo>
                  <a:pt x="192899" y="470087"/>
                </a:lnTo>
                <a:lnTo>
                  <a:pt x="259479" y="466275"/>
                </a:lnTo>
                <a:lnTo>
                  <a:pt x="324998" y="459336"/>
                </a:lnTo>
                <a:lnTo>
                  <a:pt x="390080" y="447690"/>
                </a:lnTo>
                <a:lnTo>
                  <a:pt x="451578" y="430724"/>
                </a:lnTo>
                <a:lnTo>
                  <a:pt x="513636" y="407640"/>
                </a:lnTo>
                <a:lnTo>
                  <a:pt x="571165" y="389145"/>
                </a:lnTo>
                <a:lnTo>
                  <a:pt x="626176" y="366058"/>
                </a:lnTo>
                <a:lnTo>
                  <a:pt x="680666" y="343424"/>
                </a:lnTo>
                <a:lnTo>
                  <a:pt x="735114" y="321109"/>
                </a:lnTo>
                <a:lnTo>
                  <a:pt x="783332" y="295650"/>
                </a:lnTo>
                <a:lnTo>
                  <a:pt x="829469" y="267368"/>
                </a:lnTo>
                <a:lnTo>
                  <a:pt x="874862" y="238079"/>
                </a:lnTo>
                <a:lnTo>
                  <a:pt x="917218" y="209556"/>
                </a:lnTo>
                <a:lnTo>
                  <a:pt x="953373" y="182279"/>
                </a:lnTo>
                <a:lnTo>
                  <a:pt x="989148" y="156062"/>
                </a:lnTo>
                <a:lnTo>
                  <a:pt x="1022915" y="130296"/>
                </a:lnTo>
                <a:lnTo>
                  <a:pt x="1056338" y="103967"/>
                </a:lnTo>
                <a:lnTo>
                  <a:pt x="1087860" y="79343"/>
                </a:lnTo>
                <a:lnTo>
                  <a:pt x="1117196" y="52523"/>
                </a:lnTo>
                <a:lnTo>
                  <a:pt x="1142718" y="27727"/>
                </a:lnTo>
                <a:lnTo>
                  <a:pt x="1173223" y="0"/>
                </a:lnTo>
              </a:path>
            </a:pathLst>
          </a:custGeom>
          <a:noFill/>
          <a:ln w="11739" cap="rnd">
            <a:solidFill>
              <a:srgbClr val="8A6BAA">
                <a:alpha val="95000"/>
              </a:srgbClr>
            </a:solidFill>
            <a:round/>
          </a:ln>
        </p:spPr>
      </p:sp>
      <p:sp>
        <p:nvSpPr>
          <p:cNvPr id="167" name="Shape 167"/>
          <p:cNvSpPr/>
          <p:nvPr/>
        </p:nvSpPr>
        <p:spPr>
          <a:xfrm>
            <a:off x="2186033" y="5639930"/>
            <a:ext cx="652400" cy="485780"/>
          </a:xfrm>
          <a:custGeom>
            <a:avLst/>
            <a:gdLst/>
            <a:ahLst/>
            <a:cxnLst/>
            <a:rect l="0" t="0" r="r" b="b"/>
            <a:pathLst>
              <a:path w="652400" h="485780" fill="none">
                <a:moveTo>
                  <a:pt x="412837" y="485780"/>
                </a:moveTo>
                <a:lnTo>
                  <a:pt x="347414" y="439211"/>
                </a:lnTo>
                <a:lnTo>
                  <a:pt x="285019" y="389852"/>
                </a:lnTo>
                <a:lnTo>
                  <a:pt x="226109" y="336690"/>
                </a:lnTo>
                <a:lnTo>
                  <a:pt x="174099" y="284658"/>
                </a:lnTo>
                <a:lnTo>
                  <a:pt x="122341" y="228724"/>
                </a:lnTo>
                <a:lnTo>
                  <a:pt x="76134" y="173242"/>
                </a:lnTo>
                <a:lnTo>
                  <a:pt x="36968" y="113835"/>
                </a:lnTo>
                <a:lnTo>
                  <a:pt x="0" y="56340"/>
                </a:lnTo>
                <a:lnTo>
                  <a:pt x="63575" y="64650"/>
                </a:lnTo>
                <a:lnTo>
                  <a:pt x="127838" y="65320"/>
                </a:lnTo>
                <a:lnTo>
                  <a:pt x="196646" y="59042"/>
                </a:lnTo>
                <a:lnTo>
                  <a:pt x="263132" y="50329"/>
                </a:lnTo>
                <a:lnTo>
                  <a:pt x="334450" y="38931"/>
                </a:lnTo>
                <a:lnTo>
                  <a:pt x="398757" y="26871"/>
                </a:lnTo>
                <a:lnTo>
                  <a:pt x="464273" y="11540"/>
                </a:lnTo>
                <a:lnTo>
                  <a:pt x="523549" y="0"/>
                </a:lnTo>
                <a:lnTo>
                  <a:pt x="568403" y="14544"/>
                </a:lnTo>
                <a:lnTo>
                  <a:pt x="611479" y="33799"/>
                </a:lnTo>
                <a:lnTo>
                  <a:pt x="652400" y="49608"/>
                </a:lnTo>
              </a:path>
            </a:pathLst>
          </a:custGeom>
          <a:noFill/>
          <a:ln w="11739" cap="rnd">
            <a:solidFill>
              <a:srgbClr val="D99A26">
                <a:alpha val="95000"/>
              </a:srgbClr>
            </a:solidFill>
            <a:round/>
          </a:ln>
        </p:spPr>
      </p:sp>
      <p:sp>
        <p:nvSpPr>
          <p:cNvPr id="168" name="Shape 168"/>
          <p:cNvSpPr/>
          <p:nvPr/>
        </p:nvSpPr>
        <p:spPr>
          <a:xfrm>
            <a:off x="2598870" y="5801612"/>
            <a:ext cx="868075" cy="324098"/>
          </a:xfrm>
          <a:custGeom>
            <a:avLst/>
            <a:gdLst/>
            <a:ahLst/>
            <a:cxnLst/>
            <a:rect l="0" t="0" r="r" b="b"/>
            <a:pathLst>
              <a:path w="868075" h="324098" fill="none">
                <a:moveTo>
                  <a:pt x="0" y="324098"/>
                </a:moveTo>
                <a:lnTo>
                  <a:pt x="62949" y="322334"/>
                </a:lnTo>
                <a:lnTo>
                  <a:pt x="125167" y="318794"/>
                </a:lnTo>
                <a:lnTo>
                  <a:pt x="186744" y="311580"/>
                </a:lnTo>
                <a:lnTo>
                  <a:pt x="245369" y="303371"/>
                </a:lnTo>
                <a:lnTo>
                  <a:pt x="303302" y="293749"/>
                </a:lnTo>
                <a:lnTo>
                  <a:pt x="361976" y="282923"/>
                </a:lnTo>
                <a:lnTo>
                  <a:pt x="418824" y="269205"/>
                </a:lnTo>
                <a:lnTo>
                  <a:pt x="476274" y="253733"/>
                </a:lnTo>
                <a:lnTo>
                  <a:pt x="531876" y="233586"/>
                </a:lnTo>
                <a:lnTo>
                  <a:pt x="584886" y="211760"/>
                </a:lnTo>
                <a:lnTo>
                  <a:pt x="637416" y="188219"/>
                </a:lnTo>
                <a:lnTo>
                  <a:pt x="686911" y="162886"/>
                </a:lnTo>
                <a:lnTo>
                  <a:pt x="735303" y="134312"/>
                </a:lnTo>
                <a:lnTo>
                  <a:pt x="781413" y="104356"/>
                </a:lnTo>
                <a:lnTo>
                  <a:pt x="825125" y="73707"/>
                </a:lnTo>
                <a:lnTo>
                  <a:pt x="868075" y="40781"/>
                </a:lnTo>
                <a:lnTo>
                  <a:pt x="790273" y="0"/>
                </a:lnTo>
              </a:path>
            </a:pathLst>
          </a:custGeom>
          <a:noFill/>
          <a:ln w="11739" cap="rnd">
            <a:solidFill>
              <a:srgbClr val="C4553C">
                <a:alpha val="95000"/>
              </a:srgbClr>
            </a:solidFill>
            <a:round/>
          </a:ln>
        </p:spPr>
      </p:sp>
      <p:pic>
        <p:nvPicPr>
          <p:cNvPr id="175" name="Picture 174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34888" y="5362200"/>
            <a:ext cx="966019" cy="724514"/>
          </a:xfrm>
          <a:prstGeom prst="rect">
            <a:avLst/>
          </a:prstGeom>
        </p:spPr>
      </p:pic>
      <p:pic>
        <p:nvPicPr>
          <p:cNvPr id="176" name="Picture 175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57259" y="5362200"/>
            <a:ext cx="966019" cy="724514"/>
          </a:xfrm>
          <a:prstGeom prst="rect">
            <a:avLst/>
          </a:prstGeom>
        </p:spPr>
      </p:pic>
      <p:pic>
        <p:nvPicPr>
          <p:cNvPr id="177" name="Picture 176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75604" y="5362200"/>
            <a:ext cx="966019" cy="724514"/>
          </a:xfrm>
          <a:prstGeom prst="rect">
            <a:avLst/>
          </a:prstGeom>
        </p:spPr>
      </p:pic>
      <p:pic>
        <p:nvPicPr>
          <p:cNvPr id="178" name="Picture 177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97975" y="5362200"/>
            <a:ext cx="966019" cy="724514"/>
          </a:xfrm>
          <a:prstGeom prst="rect">
            <a:avLst/>
          </a:prstGeom>
        </p:spPr>
      </p:pic>
      <p:pic>
        <p:nvPicPr>
          <p:cNvPr id="179" name="Picture 178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16320" y="5362200"/>
            <a:ext cx="966019" cy="724514"/>
          </a:xfrm>
          <a:prstGeom prst="rect">
            <a:avLst/>
          </a:prstGeom>
        </p:spPr>
      </p:pic>
      <p:pic>
        <p:nvPicPr>
          <p:cNvPr id="180" name="Picture 179" descr="imag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38691" y="5362200"/>
            <a:ext cx="966019" cy="724514"/>
          </a:xfrm>
          <a:prstGeom prst="rect">
            <a:avLst/>
          </a:prstGeom>
        </p:spPr>
      </p:pic>
      <p:sp>
        <p:nvSpPr>
          <p:cNvPr id="169" name="Shape 169"/>
          <p:cNvSpPr/>
          <p:nvPr/>
        </p:nvSpPr>
        <p:spPr>
          <a:xfrm>
            <a:off x="1771539" y="1087564"/>
            <a:ext cx="3429368" cy="5614987"/>
          </a:xfrm>
          <a:custGeom>
            <a:avLst/>
            <a:gdLst/>
            <a:ahLst/>
            <a:cxnLst/>
            <a:rect l="0" t="0" r="r" b="b"/>
            <a:pathLst>
              <a:path w="3429368" h="5614987" fill="none">
                <a:moveTo>
                  <a:pt x="2463349" y="724514"/>
                </a:moveTo>
                <a:lnTo>
                  <a:pt x="3429368" y="724514"/>
                </a:lnTo>
                <a:lnTo>
                  <a:pt x="3429368" y="0"/>
                </a:lnTo>
                <a:lnTo>
                  <a:pt x="2463349" y="0"/>
                </a:lnTo>
                <a:close/>
              </a:path>
            </a:pathLst>
          </a:custGeom>
          <a:noFill/>
          <a:ln w="26833" cap="flat">
            <a:solidFill>
              <a:srgbClr val="2E5FBF"/>
            </a:solidFill>
            <a:miter lim="800000"/>
          </a:ln>
        </p:spPr>
      </p:sp>
      <p:sp>
        <p:nvSpPr>
          <p:cNvPr id="170" name="Shape 170"/>
          <p:cNvSpPr/>
          <p:nvPr/>
        </p:nvSpPr>
        <p:spPr>
          <a:xfrm>
            <a:off x="1771539" y="1087564"/>
            <a:ext cx="4449726" cy="5614987"/>
          </a:xfrm>
          <a:custGeom>
            <a:avLst/>
            <a:gdLst/>
            <a:ahLst/>
            <a:cxnLst/>
            <a:rect l="0" t="0" r="r" b="b"/>
            <a:pathLst>
              <a:path w="4449726" h="5614987" fill="none">
                <a:moveTo>
                  <a:pt x="3483707" y="724514"/>
                </a:moveTo>
                <a:lnTo>
                  <a:pt x="4449726" y="724514"/>
                </a:lnTo>
                <a:lnTo>
                  <a:pt x="4449726" y="0"/>
                </a:lnTo>
                <a:lnTo>
                  <a:pt x="3483707" y="0"/>
                </a:lnTo>
                <a:close/>
              </a:path>
            </a:pathLst>
          </a:custGeom>
          <a:noFill/>
          <a:ln w="26833" cap="flat">
            <a:solidFill>
              <a:srgbClr val="22855A"/>
            </a:solidFill>
            <a:miter lim="800000"/>
          </a:ln>
        </p:spPr>
      </p:sp>
      <p:sp>
        <p:nvSpPr>
          <p:cNvPr id="171" name="Shape 171"/>
          <p:cNvSpPr/>
          <p:nvPr/>
        </p:nvSpPr>
        <p:spPr>
          <a:xfrm>
            <a:off x="1771539" y="1087564"/>
            <a:ext cx="5470084" cy="5614987"/>
          </a:xfrm>
          <a:custGeom>
            <a:avLst/>
            <a:gdLst/>
            <a:ahLst/>
            <a:cxnLst/>
            <a:rect l="0" t="0" r="r" b="b"/>
            <a:pathLst>
              <a:path w="5470084" h="5614987" fill="none">
                <a:moveTo>
                  <a:pt x="4504065" y="724514"/>
                </a:moveTo>
                <a:lnTo>
                  <a:pt x="5470084" y="724514"/>
                </a:lnTo>
                <a:lnTo>
                  <a:pt x="5470084" y="0"/>
                </a:lnTo>
                <a:lnTo>
                  <a:pt x="4504065" y="0"/>
                </a:lnTo>
                <a:close/>
              </a:path>
            </a:pathLst>
          </a:custGeom>
          <a:noFill/>
          <a:ln w="16771" cap="flat">
            <a:solidFill>
              <a:srgbClr val="C4553C"/>
            </a:solidFill>
            <a:miter lim="800000"/>
          </a:ln>
        </p:spPr>
      </p:sp>
      <p:sp>
        <p:nvSpPr>
          <p:cNvPr id="172" name="Shape 172"/>
          <p:cNvSpPr/>
          <p:nvPr/>
        </p:nvSpPr>
        <p:spPr>
          <a:xfrm>
            <a:off x="1771539" y="1087564"/>
            <a:ext cx="6490442" cy="5614987"/>
          </a:xfrm>
          <a:custGeom>
            <a:avLst/>
            <a:gdLst/>
            <a:ahLst/>
            <a:cxnLst/>
            <a:rect l="0" t="0" r="r" b="b"/>
            <a:pathLst>
              <a:path w="6490442" h="5614987" fill="none">
                <a:moveTo>
                  <a:pt x="5524423" y="724514"/>
                </a:moveTo>
                <a:lnTo>
                  <a:pt x="6490442" y="724514"/>
                </a:lnTo>
                <a:lnTo>
                  <a:pt x="6490442" y="0"/>
                </a:lnTo>
                <a:lnTo>
                  <a:pt x="5524423" y="0"/>
                </a:lnTo>
                <a:close/>
              </a:path>
            </a:pathLst>
          </a:custGeom>
          <a:noFill/>
          <a:ln w="16771" cap="flat">
            <a:solidFill>
              <a:srgbClr val="D99A26"/>
            </a:solidFill>
            <a:miter lim="800000"/>
          </a:ln>
        </p:spPr>
      </p:sp>
      <p:sp>
        <p:nvSpPr>
          <p:cNvPr id="173" name="Shape 173"/>
          <p:cNvSpPr/>
          <p:nvPr/>
        </p:nvSpPr>
        <p:spPr>
          <a:xfrm>
            <a:off x="1771539" y="1087564"/>
            <a:ext cx="7510800" cy="5614987"/>
          </a:xfrm>
          <a:custGeom>
            <a:avLst/>
            <a:gdLst/>
            <a:ahLst/>
            <a:cxnLst/>
            <a:rect l="0" t="0" r="r" b="b"/>
            <a:pathLst>
              <a:path w="7510800" h="5614987" fill="none">
                <a:moveTo>
                  <a:pt x="6544781" y="724514"/>
                </a:moveTo>
                <a:lnTo>
                  <a:pt x="7510800" y="724514"/>
                </a:lnTo>
                <a:lnTo>
                  <a:pt x="7510800" y="0"/>
                </a:lnTo>
                <a:lnTo>
                  <a:pt x="6544781" y="0"/>
                </a:lnTo>
                <a:close/>
              </a:path>
            </a:pathLst>
          </a:custGeom>
          <a:noFill/>
          <a:ln w="16771" cap="flat">
            <a:solidFill>
              <a:srgbClr val="8A6BAA"/>
            </a:solidFill>
            <a:miter lim="800000"/>
          </a:ln>
        </p:spPr>
      </p:sp>
      <p:sp>
        <p:nvSpPr>
          <p:cNvPr id="174" name="Shape 174"/>
          <p:cNvSpPr/>
          <p:nvPr/>
        </p:nvSpPr>
        <p:spPr>
          <a:xfrm>
            <a:off x="1771539" y="1087564"/>
            <a:ext cx="8531158" cy="5614987"/>
          </a:xfrm>
          <a:custGeom>
            <a:avLst/>
            <a:gdLst/>
            <a:ahLst/>
            <a:cxnLst/>
            <a:rect l="0" t="0" r="r" b="b"/>
            <a:pathLst>
              <a:path w="8531158" h="5614987" fill="none">
                <a:moveTo>
                  <a:pt x="7565139" y="724514"/>
                </a:moveTo>
                <a:lnTo>
                  <a:pt x="8531158" y="724514"/>
                </a:lnTo>
                <a:lnTo>
                  <a:pt x="8531158" y="0"/>
                </a:lnTo>
                <a:lnTo>
                  <a:pt x="7565139" y="0"/>
                </a:lnTo>
                <a:close/>
              </a:path>
            </a:pathLst>
          </a:custGeom>
          <a:noFill/>
          <a:ln w="16771" cap="flat">
            <a:solidFill>
              <a:srgbClr val="7C8792"/>
            </a:solidFill>
            <a:miter lim="800000"/>
          </a:ln>
        </p:spPr>
      </p:sp>
      <p:sp>
        <p:nvSpPr>
          <p:cNvPr id="175" name="Shape 175"/>
          <p:cNvSpPr/>
          <p:nvPr/>
        </p:nvSpPr>
        <p:spPr>
          <a:xfrm>
            <a:off x="1771539" y="2512443"/>
            <a:ext cx="3429368" cy="4190108"/>
          </a:xfrm>
          <a:custGeom>
            <a:avLst/>
            <a:gdLst/>
            <a:ahLst/>
            <a:cxnLst/>
            <a:rect l="0" t="0" r="r" b="b"/>
            <a:pathLst>
              <a:path w="3429368" h="4190108" fill="none">
                <a:moveTo>
                  <a:pt x="2463349" y="724514"/>
                </a:moveTo>
                <a:lnTo>
                  <a:pt x="3429368" y="724514"/>
                </a:lnTo>
                <a:lnTo>
                  <a:pt x="3429368" y="0"/>
                </a:lnTo>
                <a:lnTo>
                  <a:pt x="2463349" y="0"/>
                </a:lnTo>
                <a:close/>
              </a:path>
            </a:pathLst>
          </a:custGeom>
          <a:noFill/>
          <a:ln w="26833" cap="flat">
            <a:solidFill>
              <a:srgbClr val="2E5FBF"/>
            </a:solidFill>
            <a:miter lim="800000"/>
          </a:ln>
        </p:spPr>
      </p:sp>
      <p:sp>
        <p:nvSpPr>
          <p:cNvPr id="176" name="Shape 176"/>
          <p:cNvSpPr/>
          <p:nvPr/>
        </p:nvSpPr>
        <p:spPr>
          <a:xfrm>
            <a:off x="1771539" y="2512443"/>
            <a:ext cx="4449726" cy="4190108"/>
          </a:xfrm>
          <a:custGeom>
            <a:avLst/>
            <a:gdLst/>
            <a:ahLst/>
            <a:cxnLst/>
            <a:rect l="0" t="0" r="r" b="b"/>
            <a:pathLst>
              <a:path w="4449726" h="4190108" fill="none">
                <a:moveTo>
                  <a:pt x="3483707" y="724514"/>
                </a:moveTo>
                <a:lnTo>
                  <a:pt x="4449726" y="724514"/>
                </a:lnTo>
                <a:lnTo>
                  <a:pt x="4449726" y="0"/>
                </a:lnTo>
                <a:lnTo>
                  <a:pt x="3483707" y="0"/>
                </a:lnTo>
                <a:close/>
              </a:path>
            </a:pathLst>
          </a:custGeom>
          <a:noFill/>
          <a:ln w="26833" cap="flat">
            <a:solidFill>
              <a:srgbClr val="22855A"/>
            </a:solidFill>
            <a:miter lim="800000"/>
          </a:ln>
        </p:spPr>
      </p:sp>
      <p:sp>
        <p:nvSpPr>
          <p:cNvPr id="177" name="Shape 177"/>
          <p:cNvSpPr/>
          <p:nvPr/>
        </p:nvSpPr>
        <p:spPr>
          <a:xfrm>
            <a:off x="1771539" y="2512443"/>
            <a:ext cx="5470084" cy="4190108"/>
          </a:xfrm>
          <a:custGeom>
            <a:avLst/>
            <a:gdLst/>
            <a:ahLst/>
            <a:cxnLst/>
            <a:rect l="0" t="0" r="r" b="b"/>
            <a:pathLst>
              <a:path w="5470084" h="4190108" fill="none">
                <a:moveTo>
                  <a:pt x="4504065" y="724514"/>
                </a:moveTo>
                <a:lnTo>
                  <a:pt x="5470084" y="724514"/>
                </a:lnTo>
                <a:lnTo>
                  <a:pt x="5470084" y="0"/>
                </a:lnTo>
                <a:lnTo>
                  <a:pt x="4504065" y="0"/>
                </a:lnTo>
                <a:close/>
              </a:path>
            </a:pathLst>
          </a:custGeom>
          <a:noFill/>
          <a:ln w="16771" cap="flat">
            <a:solidFill>
              <a:srgbClr val="C4553C"/>
            </a:solidFill>
            <a:miter lim="800000"/>
          </a:ln>
        </p:spPr>
      </p:sp>
      <p:sp>
        <p:nvSpPr>
          <p:cNvPr id="178" name="Shape 178"/>
          <p:cNvSpPr/>
          <p:nvPr/>
        </p:nvSpPr>
        <p:spPr>
          <a:xfrm>
            <a:off x="1771539" y="2512443"/>
            <a:ext cx="6490442" cy="4190108"/>
          </a:xfrm>
          <a:custGeom>
            <a:avLst/>
            <a:gdLst/>
            <a:ahLst/>
            <a:cxnLst/>
            <a:rect l="0" t="0" r="r" b="b"/>
            <a:pathLst>
              <a:path w="6490442" h="4190108" fill="none">
                <a:moveTo>
                  <a:pt x="5524423" y="724514"/>
                </a:moveTo>
                <a:lnTo>
                  <a:pt x="6490442" y="724514"/>
                </a:lnTo>
                <a:lnTo>
                  <a:pt x="6490442" y="0"/>
                </a:lnTo>
                <a:lnTo>
                  <a:pt x="5524423" y="0"/>
                </a:lnTo>
                <a:close/>
              </a:path>
            </a:pathLst>
          </a:custGeom>
          <a:noFill/>
          <a:ln w="16771" cap="flat">
            <a:solidFill>
              <a:srgbClr val="D99A26"/>
            </a:solidFill>
            <a:miter lim="800000"/>
          </a:ln>
        </p:spPr>
      </p:sp>
      <p:sp>
        <p:nvSpPr>
          <p:cNvPr id="179" name="Shape 179"/>
          <p:cNvSpPr/>
          <p:nvPr/>
        </p:nvSpPr>
        <p:spPr>
          <a:xfrm>
            <a:off x="1771539" y="2512443"/>
            <a:ext cx="7510800" cy="4190108"/>
          </a:xfrm>
          <a:custGeom>
            <a:avLst/>
            <a:gdLst/>
            <a:ahLst/>
            <a:cxnLst/>
            <a:rect l="0" t="0" r="r" b="b"/>
            <a:pathLst>
              <a:path w="7510800" h="4190108" fill="none">
                <a:moveTo>
                  <a:pt x="6544781" y="724514"/>
                </a:moveTo>
                <a:lnTo>
                  <a:pt x="7510800" y="724514"/>
                </a:lnTo>
                <a:lnTo>
                  <a:pt x="7510800" y="0"/>
                </a:lnTo>
                <a:lnTo>
                  <a:pt x="6544781" y="0"/>
                </a:lnTo>
                <a:close/>
              </a:path>
            </a:pathLst>
          </a:custGeom>
          <a:noFill/>
          <a:ln w="16771" cap="flat">
            <a:solidFill>
              <a:srgbClr val="8A6BAA"/>
            </a:solidFill>
            <a:miter lim="800000"/>
          </a:ln>
        </p:spPr>
      </p:sp>
      <p:sp>
        <p:nvSpPr>
          <p:cNvPr id="180" name="Shape 180"/>
          <p:cNvSpPr/>
          <p:nvPr/>
        </p:nvSpPr>
        <p:spPr>
          <a:xfrm>
            <a:off x="1771539" y="2512443"/>
            <a:ext cx="8531158" cy="4190108"/>
          </a:xfrm>
          <a:custGeom>
            <a:avLst/>
            <a:gdLst/>
            <a:ahLst/>
            <a:cxnLst/>
            <a:rect l="0" t="0" r="r" b="b"/>
            <a:pathLst>
              <a:path w="8531158" h="4190108" fill="none">
                <a:moveTo>
                  <a:pt x="7565139" y="724514"/>
                </a:moveTo>
                <a:lnTo>
                  <a:pt x="8531158" y="724514"/>
                </a:lnTo>
                <a:lnTo>
                  <a:pt x="8531158" y="0"/>
                </a:lnTo>
                <a:lnTo>
                  <a:pt x="7565139" y="0"/>
                </a:lnTo>
                <a:close/>
              </a:path>
            </a:pathLst>
          </a:custGeom>
          <a:noFill/>
          <a:ln w="16771" cap="flat">
            <a:solidFill>
              <a:srgbClr val="7C8792"/>
            </a:solidFill>
            <a:miter lim="800000"/>
          </a:ln>
        </p:spPr>
      </p:sp>
      <p:sp>
        <p:nvSpPr>
          <p:cNvPr id="181" name="Shape 181"/>
          <p:cNvSpPr/>
          <p:nvPr/>
        </p:nvSpPr>
        <p:spPr>
          <a:xfrm>
            <a:off x="1771539" y="3937321"/>
            <a:ext cx="3429368" cy="2765230"/>
          </a:xfrm>
          <a:custGeom>
            <a:avLst/>
            <a:gdLst/>
            <a:ahLst/>
            <a:cxnLst/>
            <a:rect l="0" t="0" r="r" b="b"/>
            <a:pathLst>
              <a:path w="3429368" h="2765230" fill="none">
                <a:moveTo>
                  <a:pt x="2463349" y="724514"/>
                </a:moveTo>
                <a:lnTo>
                  <a:pt x="3429368" y="724514"/>
                </a:lnTo>
                <a:lnTo>
                  <a:pt x="3429368" y="0"/>
                </a:lnTo>
                <a:lnTo>
                  <a:pt x="2463349" y="0"/>
                </a:lnTo>
                <a:close/>
              </a:path>
            </a:pathLst>
          </a:custGeom>
          <a:noFill/>
          <a:ln w="26833" cap="flat">
            <a:solidFill>
              <a:srgbClr val="2E5FBF"/>
            </a:solidFill>
            <a:miter lim="800000"/>
          </a:ln>
        </p:spPr>
      </p:sp>
      <p:sp>
        <p:nvSpPr>
          <p:cNvPr id="182" name="Shape 182"/>
          <p:cNvSpPr/>
          <p:nvPr/>
        </p:nvSpPr>
        <p:spPr>
          <a:xfrm>
            <a:off x="1771539" y="3937321"/>
            <a:ext cx="4449726" cy="2765230"/>
          </a:xfrm>
          <a:custGeom>
            <a:avLst/>
            <a:gdLst/>
            <a:ahLst/>
            <a:cxnLst/>
            <a:rect l="0" t="0" r="r" b="b"/>
            <a:pathLst>
              <a:path w="4449726" h="2765230" fill="none">
                <a:moveTo>
                  <a:pt x="3483707" y="724514"/>
                </a:moveTo>
                <a:lnTo>
                  <a:pt x="4449726" y="724514"/>
                </a:lnTo>
                <a:lnTo>
                  <a:pt x="4449726" y="0"/>
                </a:lnTo>
                <a:lnTo>
                  <a:pt x="3483707" y="0"/>
                </a:lnTo>
                <a:close/>
              </a:path>
            </a:pathLst>
          </a:custGeom>
          <a:noFill/>
          <a:ln w="26833" cap="flat">
            <a:solidFill>
              <a:srgbClr val="22855A"/>
            </a:solidFill>
            <a:miter lim="800000"/>
          </a:ln>
        </p:spPr>
      </p:sp>
      <p:sp>
        <p:nvSpPr>
          <p:cNvPr id="183" name="Shape 183"/>
          <p:cNvSpPr/>
          <p:nvPr/>
        </p:nvSpPr>
        <p:spPr>
          <a:xfrm>
            <a:off x="1771539" y="3937321"/>
            <a:ext cx="5470084" cy="2765230"/>
          </a:xfrm>
          <a:custGeom>
            <a:avLst/>
            <a:gdLst/>
            <a:ahLst/>
            <a:cxnLst/>
            <a:rect l="0" t="0" r="r" b="b"/>
            <a:pathLst>
              <a:path w="5470084" h="2765230" fill="none">
                <a:moveTo>
                  <a:pt x="4504065" y="724514"/>
                </a:moveTo>
                <a:lnTo>
                  <a:pt x="5470084" y="724514"/>
                </a:lnTo>
                <a:lnTo>
                  <a:pt x="5470084" y="0"/>
                </a:lnTo>
                <a:lnTo>
                  <a:pt x="4504065" y="0"/>
                </a:lnTo>
                <a:close/>
              </a:path>
            </a:pathLst>
          </a:custGeom>
          <a:noFill/>
          <a:ln w="16771" cap="flat">
            <a:solidFill>
              <a:srgbClr val="C4553C"/>
            </a:solidFill>
            <a:miter lim="800000"/>
          </a:ln>
        </p:spPr>
      </p:sp>
      <p:sp>
        <p:nvSpPr>
          <p:cNvPr id="184" name="Shape 184"/>
          <p:cNvSpPr/>
          <p:nvPr/>
        </p:nvSpPr>
        <p:spPr>
          <a:xfrm>
            <a:off x="1771539" y="3937321"/>
            <a:ext cx="6490442" cy="2765230"/>
          </a:xfrm>
          <a:custGeom>
            <a:avLst/>
            <a:gdLst/>
            <a:ahLst/>
            <a:cxnLst/>
            <a:rect l="0" t="0" r="r" b="b"/>
            <a:pathLst>
              <a:path w="6490442" h="2765230" fill="none">
                <a:moveTo>
                  <a:pt x="5524423" y="724514"/>
                </a:moveTo>
                <a:lnTo>
                  <a:pt x="6490442" y="724514"/>
                </a:lnTo>
                <a:lnTo>
                  <a:pt x="6490442" y="0"/>
                </a:lnTo>
                <a:lnTo>
                  <a:pt x="5524423" y="0"/>
                </a:lnTo>
                <a:close/>
              </a:path>
            </a:pathLst>
          </a:custGeom>
          <a:noFill/>
          <a:ln w="16771" cap="flat">
            <a:solidFill>
              <a:srgbClr val="D99A26"/>
            </a:solidFill>
            <a:miter lim="800000"/>
          </a:ln>
        </p:spPr>
      </p:sp>
      <p:sp>
        <p:nvSpPr>
          <p:cNvPr id="185" name="Shape 185"/>
          <p:cNvSpPr/>
          <p:nvPr/>
        </p:nvSpPr>
        <p:spPr>
          <a:xfrm>
            <a:off x="1771539" y="3937321"/>
            <a:ext cx="7510800" cy="2765230"/>
          </a:xfrm>
          <a:custGeom>
            <a:avLst/>
            <a:gdLst/>
            <a:ahLst/>
            <a:cxnLst/>
            <a:rect l="0" t="0" r="r" b="b"/>
            <a:pathLst>
              <a:path w="7510800" h="2765230" fill="none">
                <a:moveTo>
                  <a:pt x="6544781" y="724514"/>
                </a:moveTo>
                <a:lnTo>
                  <a:pt x="7510800" y="724514"/>
                </a:lnTo>
                <a:lnTo>
                  <a:pt x="7510800" y="0"/>
                </a:lnTo>
                <a:lnTo>
                  <a:pt x="6544781" y="0"/>
                </a:lnTo>
                <a:close/>
              </a:path>
            </a:pathLst>
          </a:custGeom>
          <a:noFill/>
          <a:ln w="16771" cap="flat">
            <a:solidFill>
              <a:srgbClr val="8A6BAA"/>
            </a:solidFill>
            <a:miter lim="800000"/>
          </a:ln>
        </p:spPr>
      </p:sp>
      <p:sp>
        <p:nvSpPr>
          <p:cNvPr id="186" name="Shape 186"/>
          <p:cNvSpPr/>
          <p:nvPr/>
        </p:nvSpPr>
        <p:spPr>
          <a:xfrm>
            <a:off x="1771539" y="3937321"/>
            <a:ext cx="8531158" cy="2765230"/>
          </a:xfrm>
          <a:custGeom>
            <a:avLst/>
            <a:gdLst/>
            <a:ahLst/>
            <a:cxnLst/>
            <a:rect l="0" t="0" r="r" b="b"/>
            <a:pathLst>
              <a:path w="8531158" h="2765230" fill="none">
                <a:moveTo>
                  <a:pt x="7565139" y="724514"/>
                </a:moveTo>
                <a:lnTo>
                  <a:pt x="8531158" y="724514"/>
                </a:lnTo>
                <a:lnTo>
                  <a:pt x="8531158" y="0"/>
                </a:lnTo>
                <a:lnTo>
                  <a:pt x="7565139" y="0"/>
                </a:lnTo>
                <a:close/>
              </a:path>
            </a:pathLst>
          </a:custGeom>
          <a:noFill/>
          <a:ln w="16771" cap="flat">
            <a:solidFill>
              <a:srgbClr val="7C8792"/>
            </a:solidFill>
            <a:miter lim="800000"/>
          </a:ln>
        </p:spPr>
      </p:sp>
      <p:sp>
        <p:nvSpPr>
          <p:cNvPr id="187" name="Shape 187"/>
          <p:cNvSpPr/>
          <p:nvPr/>
        </p:nvSpPr>
        <p:spPr>
          <a:xfrm>
            <a:off x="1771539" y="5362200"/>
            <a:ext cx="3429368" cy="1340351"/>
          </a:xfrm>
          <a:custGeom>
            <a:avLst/>
            <a:gdLst/>
            <a:ahLst/>
            <a:cxnLst/>
            <a:rect l="0" t="0" r="r" b="b"/>
            <a:pathLst>
              <a:path w="3429368" h="1340351" fill="none">
                <a:moveTo>
                  <a:pt x="2463349" y="724514"/>
                </a:moveTo>
                <a:lnTo>
                  <a:pt x="3429368" y="724514"/>
                </a:lnTo>
                <a:lnTo>
                  <a:pt x="3429368" y="0"/>
                </a:lnTo>
                <a:lnTo>
                  <a:pt x="2463349" y="0"/>
                </a:lnTo>
                <a:close/>
              </a:path>
            </a:pathLst>
          </a:custGeom>
          <a:noFill/>
          <a:ln w="26833" cap="flat">
            <a:solidFill>
              <a:srgbClr val="2E5FBF"/>
            </a:solidFill>
            <a:miter lim="800000"/>
          </a:ln>
        </p:spPr>
      </p:sp>
      <p:sp>
        <p:nvSpPr>
          <p:cNvPr id="188" name="Shape 188"/>
          <p:cNvSpPr/>
          <p:nvPr/>
        </p:nvSpPr>
        <p:spPr>
          <a:xfrm>
            <a:off x="1771539" y="5362200"/>
            <a:ext cx="4449726" cy="1340351"/>
          </a:xfrm>
          <a:custGeom>
            <a:avLst/>
            <a:gdLst/>
            <a:ahLst/>
            <a:cxnLst/>
            <a:rect l="0" t="0" r="r" b="b"/>
            <a:pathLst>
              <a:path w="4449726" h="1340351" fill="none">
                <a:moveTo>
                  <a:pt x="3483707" y="724514"/>
                </a:moveTo>
                <a:lnTo>
                  <a:pt x="4449726" y="724514"/>
                </a:lnTo>
                <a:lnTo>
                  <a:pt x="4449726" y="0"/>
                </a:lnTo>
                <a:lnTo>
                  <a:pt x="3483707" y="0"/>
                </a:lnTo>
                <a:close/>
              </a:path>
            </a:pathLst>
          </a:custGeom>
          <a:noFill/>
          <a:ln w="26833" cap="flat">
            <a:solidFill>
              <a:srgbClr val="22855A"/>
            </a:solidFill>
            <a:miter lim="800000"/>
          </a:ln>
        </p:spPr>
      </p:sp>
      <p:sp>
        <p:nvSpPr>
          <p:cNvPr id="189" name="Shape 189"/>
          <p:cNvSpPr/>
          <p:nvPr/>
        </p:nvSpPr>
        <p:spPr>
          <a:xfrm>
            <a:off x="1771539" y="5362200"/>
            <a:ext cx="5470084" cy="1340351"/>
          </a:xfrm>
          <a:custGeom>
            <a:avLst/>
            <a:gdLst/>
            <a:ahLst/>
            <a:cxnLst/>
            <a:rect l="0" t="0" r="r" b="b"/>
            <a:pathLst>
              <a:path w="5470084" h="1340351" fill="none">
                <a:moveTo>
                  <a:pt x="4504065" y="724514"/>
                </a:moveTo>
                <a:lnTo>
                  <a:pt x="5470084" y="724514"/>
                </a:lnTo>
                <a:lnTo>
                  <a:pt x="5470084" y="0"/>
                </a:lnTo>
                <a:lnTo>
                  <a:pt x="4504065" y="0"/>
                </a:lnTo>
                <a:close/>
              </a:path>
            </a:pathLst>
          </a:custGeom>
          <a:noFill/>
          <a:ln w="16771" cap="flat">
            <a:solidFill>
              <a:srgbClr val="C4553C"/>
            </a:solidFill>
            <a:miter lim="800000"/>
          </a:ln>
        </p:spPr>
      </p:sp>
      <p:sp>
        <p:nvSpPr>
          <p:cNvPr id="190" name="Shape 190"/>
          <p:cNvSpPr/>
          <p:nvPr/>
        </p:nvSpPr>
        <p:spPr>
          <a:xfrm>
            <a:off x="1771539" y="5362200"/>
            <a:ext cx="6490442" cy="1340351"/>
          </a:xfrm>
          <a:custGeom>
            <a:avLst/>
            <a:gdLst/>
            <a:ahLst/>
            <a:cxnLst/>
            <a:rect l="0" t="0" r="r" b="b"/>
            <a:pathLst>
              <a:path w="6490442" h="1340351" fill="none">
                <a:moveTo>
                  <a:pt x="5524423" y="724514"/>
                </a:moveTo>
                <a:lnTo>
                  <a:pt x="6490442" y="724514"/>
                </a:lnTo>
                <a:lnTo>
                  <a:pt x="6490442" y="0"/>
                </a:lnTo>
                <a:lnTo>
                  <a:pt x="5524423" y="0"/>
                </a:lnTo>
                <a:close/>
              </a:path>
            </a:pathLst>
          </a:custGeom>
          <a:noFill/>
          <a:ln w="16771" cap="flat">
            <a:solidFill>
              <a:srgbClr val="D99A26"/>
            </a:solidFill>
            <a:miter lim="800000"/>
          </a:ln>
        </p:spPr>
      </p:sp>
      <p:sp>
        <p:nvSpPr>
          <p:cNvPr id="191" name="Shape 191"/>
          <p:cNvSpPr/>
          <p:nvPr/>
        </p:nvSpPr>
        <p:spPr>
          <a:xfrm>
            <a:off x="1771539" y="5362200"/>
            <a:ext cx="7510800" cy="1340351"/>
          </a:xfrm>
          <a:custGeom>
            <a:avLst/>
            <a:gdLst/>
            <a:ahLst/>
            <a:cxnLst/>
            <a:rect l="0" t="0" r="r" b="b"/>
            <a:pathLst>
              <a:path w="7510800" h="1340351" fill="none">
                <a:moveTo>
                  <a:pt x="6544781" y="724514"/>
                </a:moveTo>
                <a:lnTo>
                  <a:pt x="7510800" y="724514"/>
                </a:lnTo>
                <a:lnTo>
                  <a:pt x="7510800" y="0"/>
                </a:lnTo>
                <a:lnTo>
                  <a:pt x="6544781" y="0"/>
                </a:lnTo>
                <a:close/>
              </a:path>
            </a:pathLst>
          </a:custGeom>
          <a:noFill/>
          <a:ln w="16771" cap="flat">
            <a:solidFill>
              <a:srgbClr val="8A6BAA"/>
            </a:solidFill>
            <a:miter lim="800000"/>
          </a:ln>
        </p:spPr>
      </p:sp>
      <p:sp>
        <p:nvSpPr>
          <p:cNvPr id="192" name="Shape 192"/>
          <p:cNvSpPr/>
          <p:nvPr/>
        </p:nvSpPr>
        <p:spPr>
          <a:xfrm>
            <a:off x="1771539" y="5362200"/>
            <a:ext cx="8531158" cy="1340351"/>
          </a:xfrm>
          <a:custGeom>
            <a:avLst/>
            <a:gdLst/>
            <a:ahLst/>
            <a:cxnLst/>
            <a:rect l="0" t="0" r="r" b="b"/>
            <a:pathLst>
              <a:path w="8531158" h="1340351" fill="none">
                <a:moveTo>
                  <a:pt x="7565139" y="724514"/>
                </a:moveTo>
                <a:lnTo>
                  <a:pt x="8531158" y="724514"/>
                </a:lnTo>
                <a:lnTo>
                  <a:pt x="8531158" y="0"/>
                </a:lnTo>
                <a:lnTo>
                  <a:pt x="7565139" y="0"/>
                </a:lnTo>
                <a:close/>
              </a:path>
            </a:pathLst>
          </a:custGeom>
          <a:noFill/>
          <a:ln w="16771" cap="flat">
            <a:solidFill>
              <a:srgbClr val="7C8792"/>
            </a:solidFill>
            <a:miter lim="800000"/>
          </a:ln>
        </p:spPr>
      </p:sp>
      <p:sp>
        <p:nvSpPr>
          <p:cNvPr id="193" name="Shape 193"/>
          <p:cNvSpPr/>
          <p:nvPr/>
        </p:nvSpPr>
        <p:spPr>
          <a:xfrm>
            <a:off x="2411511" y="1568512"/>
            <a:ext cx="43098" cy="50082"/>
          </a:xfrm>
          <a:custGeom>
            <a:avLst/>
            <a:gdLst/>
            <a:ahLst/>
            <a:cxnLst/>
            <a:rect l="0" t="0" r="r" b="b"/>
            <a:pathLst>
              <a:path w="43098" h="50082" fill="none">
                <a:moveTo>
                  <a:pt x="43098" y="50082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194" name="Shape 194"/>
          <p:cNvSpPr/>
          <p:nvPr/>
        </p:nvSpPr>
        <p:spPr>
          <a:xfrm>
            <a:off x="2454610" y="1612182"/>
            <a:ext cx="117415" cy="6412"/>
          </a:xfrm>
          <a:custGeom>
            <a:avLst/>
            <a:gdLst/>
            <a:ahLst/>
            <a:cxnLst/>
            <a:rect l="0" t="0" r="r" b="b"/>
            <a:pathLst>
              <a:path w="117415" h="6412" fill="none">
                <a:moveTo>
                  <a:pt x="0" y="6412"/>
                </a:moveTo>
                <a:lnTo>
                  <a:pt x="117415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195" name="Shape 195"/>
          <p:cNvSpPr/>
          <p:nvPr/>
        </p:nvSpPr>
        <p:spPr>
          <a:xfrm>
            <a:off x="2454610" y="1511956"/>
            <a:ext cx="129211" cy="106638"/>
          </a:xfrm>
          <a:custGeom>
            <a:avLst/>
            <a:gdLst/>
            <a:ahLst/>
            <a:cxnLst/>
            <a:rect l="0" t="0" r="r" b="b"/>
            <a:pathLst>
              <a:path w="129211" h="106638" fill="none">
                <a:moveTo>
                  <a:pt x="0" y="106638"/>
                </a:moveTo>
                <a:lnTo>
                  <a:pt x="129211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196" name="Shape 196"/>
          <p:cNvSpPr/>
          <p:nvPr/>
        </p:nvSpPr>
        <p:spPr>
          <a:xfrm>
            <a:off x="2423119" y="1468281"/>
            <a:ext cx="31491" cy="150313"/>
          </a:xfrm>
          <a:custGeom>
            <a:avLst/>
            <a:gdLst/>
            <a:ahLst/>
            <a:cxnLst/>
            <a:rect l="0" t="0" r="r" b="b"/>
            <a:pathLst>
              <a:path w="31491" h="150313" fill="none">
                <a:moveTo>
                  <a:pt x="31491" y="150313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197" name="Shape 197"/>
          <p:cNvSpPr/>
          <p:nvPr/>
        </p:nvSpPr>
        <p:spPr>
          <a:xfrm>
            <a:off x="3812408" y="1428307"/>
            <a:ext cx="120599" cy="36955"/>
          </a:xfrm>
          <a:custGeom>
            <a:avLst/>
            <a:gdLst/>
            <a:ahLst/>
            <a:cxnLst/>
            <a:rect l="0" t="0" r="r" b="b"/>
            <a:pathLst>
              <a:path w="120599" h="36955" fill="none">
                <a:moveTo>
                  <a:pt x="120599" y="36955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198" name="Shape 198"/>
          <p:cNvSpPr/>
          <p:nvPr/>
        </p:nvSpPr>
        <p:spPr>
          <a:xfrm>
            <a:off x="3933007" y="1387638"/>
            <a:ext cx="40011" cy="77624"/>
          </a:xfrm>
          <a:custGeom>
            <a:avLst/>
            <a:gdLst/>
            <a:ahLst/>
            <a:cxnLst/>
            <a:rect l="0" t="0" r="r" b="b"/>
            <a:pathLst>
              <a:path w="40011" h="77624" fill="none">
                <a:moveTo>
                  <a:pt x="0" y="77624"/>
                </a:moveTo>
                <a:lnTo>
                  <a:pt x="40011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199" name="Shape 199"/>
          <p:cNvSpPr/>
          <p:nvPr/>
        </p:nvSpPr>
        <p:spPr>
          <a:xfrm>
            <a:off x="3933007" y="1304107"/>
            <a:ext cx="36976" cy="161155"/>
          </a:xfrm>
          <a:custGeom>
            <a:avLst/>
            <a:gdLst/>
            <a:ahLst/>
            <a:cxnLst/>
            <a:rect l="0" t="0" r="r" b="b"/>
            <a:pathLst>
              <a:path w="36976" h="161155" fill="none">
                <a:moveTo>
                  <a:pt x="0" y="161155"/>
                </a:moveTo>
                <a:lnTo>
                  <a:pt x="36976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00" name="Shape 200"/>
          <p:cNvSpPr/>
          <p:nvPr/>
        </p:nvSpPr>
        <p:spPr>
          <a:xfrm>
            <a:off x="3809147" y="1344798"/>
            <a:ext cx="123860" cy="120464"/>
          </a:xfrm>
          <a:custGeom>
            <a:avLst/>
            <a:gdLst/>
            <a:ahLst/>
            <a:cxnLst/>
            <a:rect l="0" t="0" r="r" b="b"/>
            <a:pathLst>
              <a:path w="123860" h="120464" fill="none">
                <a:moveTo>
                  <a:pt x="123860" y="120464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01" name="Shape 201"/>
          <p:cNvSpPr/>
          <p:nvPr/>
        </p:nvSpPr>
        <p:spPr>
          <a:xfrm>
            <a:off x="2024586" y="1621679"/>
            <a:ext cx="532" cy="77616"/>
          </a:xfrm>
          <a:custGeom>
            <a:avLst/>
            <a:gdLst/>
            <a:ahLst/>
            <a:cxnLst/>
            <a:rect l="0" t="0" r="r" b="b"/>
            <a:pathLst>
              <a:path w="532" h="77616" fill="none">
                <a:moveTo>
                  <a:pt x="532" y="77616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02" name="Shape 202"/>
          <p:cNvSpPr/>
          <p:nvPr/>
        </p:nvSpPr>
        <p:spPr>
          <a:xfrm>
            <a:off x="2025119" y="1695727"/>
            <a:ext cx="141927" cy="3569"/>
          </a:xfrm>
          <a:custGeom>
            <a:avLst/>
            <a:gdLst/>
            <a:ahLst/>
            <a:cxnLst/>
            <a:rect l="0" t="0" r="r" b="b"/>
            <a:pathLst>
              <a:path w="141927" h="3569" fill="none">
                <a:moveTo>
                  <a:pt x="0" y="3569"/>
                </a:moveTo>
                <a:lnTo>
                  <a:pt x="141927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03" name="Shape 203"/>
          <p:cNvSpPr/>
          <p:nvPr/>
        </p:nvSpPr>
        <p:spPr>
          <a:xfrm>
            <a:off x="2025119" y="1610030"/>
            <a:ext cx="151034" cy="89266"/>
          </a:xfrm>
          <a:custGeom>
            <a:avLst/>
            <a:gdLst/>
            <a:ahLst/>
            <a:cxnLst/>
            <a:rect l="0" t="0" r="r" b="b"/>
            <a:pathLst>
              <a:path w="151034" h="89266" fill="none">
                <a:moveTo>
                  <a:pt x="0" y="89266"/>
                </a:moveTo>
                <a:lnTo>
                  <a:pt x="151034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04" name="Shape 204"/>
          <p:cNvSpPr/>
          <p:nvPr/>
        </p:nvSpPr>
        <p:spPr>
          <a:xfrm>
            <a:off x="2025119" y="1535946"/>
            <a:ext cx="8370" cy="163350"/>
          </a:xfrm>
          <a:custGeom>
            <a:avLst/>
            <a:gdLst/>
            <a:ahLst/>
            <a:cxnLst/>
            <a:rect l="0" t="0" r="r" b="b"/>
            <a:pathLst>
              <a:path w="8370" h="163350" fill="none">
                <a:moveTo>
                  <a:pt x="0" y="163350"/>
                </a:moveTo>
                <a:lnTo>
                  <a:pt x="837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05" name="Shape 205"/>
          <p:cNvSpPr/>
          <p:nvPr/>
        </p:nvSpPr>
        <p:spPr>
          <a:xfrm>
            <a:off x="2030664" y="1665409"/>
            <a:ext cx="8881" cy="76199"/>
          </a:xfrm>
          <a:custGeom>
            <a:avLst/>
            <a:gdLst/>
            <a:ahLst/>
            <a:cxnLst/>
            <a:rect l="0" t="0" r="r" b="b"/>
            <a:pathLst>
              <a:path w="8881" h="76199" fill="none">
                <a:moveTo>
                  <a:pt x="8881" y="76199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06" name="Shape 206"/>
          <p:cNvSpPr/>
          <p:nvPr/>
        </p:nvSpPr>
        <p:spPr>
          <a:xfrm>
            <a:off x="2039545" y="1733353"/>
            <a:ext cx="138189" cy="8255"/>
          </a:xfrm>
          <a:custGeom>
            <a:avLst/>
            <a:gdLst/>
            <a:ahLst/>
            <a:cxnLst/>
            <a:rect l="0" t="0" r="r" b="b"/>
            <a:pathLst>
              <a:path w="138189" h="8255" fill="none">
                <a:moveTo>
                  <a:pt x="0" y="8255"/>
                </a:moveTo>
                <a:lnTo>
                  <a:pt x="138189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07" name="Shape 207"/>
          <p:cNvSpPr/>
          <p:nvPr/>
        </p:nvSpPr>
        <p:spPr>
          <a:xfrm>
            <a:off x="2039545" y="1646522"/>
            <a:ext cx="147030" cy="95086"/>
          </a:xfrm>
          <a:custGeom>
            <a:avLst/>
            <a:gdLst/>
            <a:ahLst/>
            <a:cxnLst/>
            <a:rect l="0" t="0" r="r" b="b"/>
            <a:pathLst>
              <a:path w="147030" h="95086" fill="none">
                <a:moveTo>
                  <a:pt x="0" y="95086"/>
                </a:moveTo>
                <a:lnTo>
                  <a:pt x="14703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08" name="Shape 208"/>
          <p:cNvSpPr/>
          <p:nvPr/>
        </p:nvSpPr>
        <p:spPr>
          <a:xfrm>
            <a:off x="2039298" y="1578546"/>
            <a:ext cx="247" cy="163061"/>
          </a:xfrm>
          <a:custGeom>
            <a:avLst/>
            <a:gdLst/>
            <a:ahLst/>
            <a:cxnLst/>
            <a:rect l="0" t="0" r="r" b="b"/>
            <a:pathLst>
              <a:path w="247" h="163061" fill="none">
                <a:moveTo>
                  <a:pt x="247" y="163061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09" name="Shape 209"/>
          <p:cNvSpPr/>
          <p:nvPr/>
        </p:nvSpPr>
        <p:spPr>
          <a:xfrm>
            <a:off x="3126297" y="3003954"/>
            <a:ext cx="50902" cy="8602"/>
          </a:xfrm>
          <a:custGeom>
            <a:avLst/>
            <a:gdLst/>
            <a:ahLst/>
            <a:cxnLst/>
            <a:rect l="0" t="0" r="r" b="b"/>
            <a:pathLst>
              <a:path w="50902" h="8602" fill="none">
                <a:moveTo>
                  <a:pt x="50902" y="0"/>
                </a:moveTo>
                <a:lnTo>
                  <a:pt x="0" y="8602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10" name="Shape 210"/>
          <p:cNvSpPr/>
          <p:nvPr/>
        </p:nvSpPr>
        <p:spPr>
          <a:xfrm>
            <a:off x="3177199" y="3003954"/>
            <a:ext cx="75236" cy="35055"/>
          </a:xfrm>
          <a:custGeom>
            <a:avLst/>
            <a:gdLst/>
            <a:ahLst/>
            <a:cxnLst/>
            <a:rect l="0" t="0" r="r" b="b"/>
            <a:pathLst>
              <a:path w="75236" h="35055" fill="none">
                <a:moveTo>
                  <a:pt x="0" y="0"/>
                </a:moveTo>
                <a:lnTo>
                  <a:pt x="75236" y="35055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11" name="Shape 211"/>
          <p:cNvSpPr/>
          <p:nvPr/>
        </p:nvSpPr>
        <p:spPr>
          <a:xfrm>
            <a:off x="3177199" y="2946013"/>
            <a:ext cx="91085" cy="57941"/>
          </a:xfrm>
          <a:custGeom>
            <a:avLst/>
            <a:gdLst/>
            <a:ahLst/>
            <a:cxnLst/>
            <a:rect l="0" t="0" r="r" b="b"/>
            <a:pathLst>
              <a:path w="91085" h="57941" fill="none">
                <a:moveTo>
                  <a:pt x="0" y="57941"/>
                </a:moveTo>
                <a:lnTo>
                  <a:pt x="91085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12" name="Shape 212"/>
          <p:cNvSpPr/>
          <p:nvPr/>
        </p:nvSpPr>
        <p:spPr>
          <a:xfrm>
            <a:off x="3142079" y="2919579"/>
            <a:ext cx="35120" cy="84375"/>
          </a:xfrm>
          <a:custGeom>
            <a:avLst/>
            <a:gdLst/>
            <a:ahLst/>
            <a:cxnLst/>
            <a:rect l="0" t="0" r="r" b="b"/>
            <a:pathLst>
              <a:path w="35120" h="84375" fill="none">
                <a:moveTo>
                  <a:pt x="35120" y="84375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13" name="Shape 213"/>
          <p:cNvSpPr/>
          <p:nvPr/>
        </p:nvSpPr>
        <p:spPr>
          <a:xfrm>
            <a:off x="3374089" y="3181434"/>
            <a:ext cx="77064" cy="29978"/>
          </a:xfrm>
          <a:custGeom>
            <a:avLst/>
            <a:gdLst/>
            <a:ahLst/>
            <a:cxnLst/>
            <a:rect l="0" t="0" r="r" b="b"/>
            <a:pathLst>
              <a:path w="77064" h="29978" fill="none">
                <a:moveTo>
                  <a:pt x="77064" y="0"/>
                </a:moveTo>
                <a:lnTo>
                  <a:pt x="0" y="29978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14" name="Shape 214"/>
          <p:cNvSpPr/>
          <p:nvPr/>
        </p:nvSpPr>
        <p:spPr>
          <a:xfrm>
            <a:off x="3451154" y="3181434"/>
            <a:ext cx="49056" cy="4113"/>
          </a:xfrm>
          <a:custGeom>
            <a:avLst/>
            <a:gdLst/>
            <a:ahLst/>
            <a:cxnLst/>
            <a:rect l="0" t="0" r="r" b="b"/>
            <a:pathLst>
              <a:path w="49056" h="4113" fill="none">
                <a:moveTo>
                  <a:pt x="0" y="0"/>
                </a:moveTo>
                <a:lnTo>
                  <a:pt x="49056" y="4113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15" name="Shape 215"/>
          <p:cNvSpPr/>
          <p:nvPr/>
        </p:nvSpPr>
        <p:spPr>
          <a:xfrm>
            <a:off x="3451154" y="3093526"/>
            <a:ext cx="34642" cy="87908"/>
          </a:xfrm>
          <a:custGeom>
            <a:avLst/>
            <a:gdLst/>
            <a:ahLst/>
            <a:cxnLst/>
            <a:rect l="0" t="0" r="r" b="b"/>
            <a:pathLst>
              <a:path w="34642" h="87908" fill="none">
                <a:moveTo>
                  <a:pt x="0" y="87908"/>
                </a:moveTo>
                <a:lnTo>
                  <a:pt x="34642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16" name="Shape 216"/>
          <p:cNvSpPr/>
          <p:nvPr/>
        </p:nvSpPr>
        <p:spPr>
          <a:xfrm>
            <a:off x="3359600" y="3119374"/>
            <a:ext cx="91554" cy="62060"/>
          </a:xfrm>
          <a:custGeom>
            <a:avLst/>
            <a:gdLst/>
            <a:ahLst/>
            <a:cxnLst/>
            <a:rect l="0" t="0" r="r" b="b"/>
            <a:pathLst>
              <a:path w="91554" h="62060" fill="none">
                <a:moveTo>
                  <a:pt x="91554" y="62060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17" name="Shape 217"/>
          <p:cNvSpPr/>
          <p:nvPr/>
        </p:nvSpPr>
        <p:spPr>
          <a:xfrm>
            <a:off x="3484130" y="2790173"/>
            <a:ext cx="82469" cy="67712"/>
          </a:xfrm>
          <a:custGeom>
            <a:avLst/>
            <a:gdLst/>
            <a:ahLst/>
            <a:cxnLst/>
            <a:rect l="0" t="0" r="r" b="b"/>
            <a:pathLst>
              <a:path w="82469" h="67712" fill="none">
                <a:moveTo>
                  <a:pt x="82469" y="0"/>
                </a:moveTo>
                <a:lnTo>
                  <a:pt x="0" y="67712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18" name="Shape 218"/>
          <p:cNvSpPr/>
          <p:nvPr/>
        </p:nvSpPr>
        <p:spPr>
          <a:xfrm>
            <a:off x="3566599" y="2785398"/>
            <a:ext cx="11127" cy="4775"/>
          </a:xfrm>
          <a:custGeom>
            <a:avLst/>
            <a:gdLst/>
            <a:ahLst/>
            <a:cxnLst/>
            <a:rect l="0" t="0" r="r" b="b"/>
            <a:pathLst>
              <a:path w="11127" h="4775" fill="none">
                <a:moveTo>
                  <a:pt x="0" y="4775"/>
                </a:moveTo>
                <a:lnTo>
                  <a:pt x="11127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19" name="Shape 219"/>
          <p:cNvSpPr/>
          <p:nvPr/>
        </p:nvSpPr>
        <p:spPr>
          <a:xfrm>
            <a:off x="3535112" y="2705333"/>
            <a:ext cx="31486" cy="84839"/>
          </a:xfrm>
          <a:custGeom>
            <a:avLst/>
            <a:gdLst/>
            <a:ahLst/>
            <a:cxnLst/>
            <a:rect l="0" t="0" r="r" b="b"/>
            <a:pathLst>
              <a:path w="31486" h="84839" fill="none">
                <a:moveTo>
                  <a:pt x="31486" y="84839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20" name="Shape 220"/>
          <p:cNvSpPr/>
          <p:nvPr/>
        </p:nvSpPr>
        <p:spPr>
          <a:xfrm>
            <a:off x="3441411" y="2777791"/>
            <a:ext cx="125188" cy="12381"/>
          </a:xfrm>
          <a:custGeom>
            <a:avLst/>
            <a:gdLst/>
            <a:ahLst/>
            <a:cxnLst/>
            <a:rect l="0" t="0" r="r" b="b"/>
            <a:pathLst>
              <a:path w="125188" h="12381" fill="none">
                <a:moveTo>
                  <a:pt x="125188" y="12381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21" name="Shape 221"/>
          <p:cNvSpPr/>
          <p:nvPr/>
        </p:nvSpPr>
        <p:spPr>
          <a:xfrm>
            <a:off x="3406005" y="3026476"/>
            <a:ext cx="88212" cy="46443"/>
          </a:xfrm>
          <a:custGeom>
            <a:avLst/>
            <a:gdLst/>
            <a:ahLst/>
            <a:cxnLst/>
            <a:rect l="0" t="0" r="r" b="b"/>
            <a:pathLst>
              <a:path w="88212" h="46443" fill="none">
                <a:moveTo>
                  <a:pt x="88212" y="0"/>
                </a:moveTo>
                <a:lnTo>
                  <a:pt x="0" y="46443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22" name="Shape 222"/>
          <p:cNvSpPr/>
          <p:nvPr/>
        </p:nvSpPr>
        <p:spPr>
          <a:xfrm>
            <a:off x="3494218" y="3014183"/>
            <a:ext cx="19652" cy="12292"/>
          </a:xfrm>
          <a:custGeom>
            <a:avLst/>
            <a:gdLst/>
            <a:ahLst/>
            <a:cxnLst/>
            <a:rect l="0" t="0" r="r" b="b"/>
            <a:pathLst>
              <a:path w="19652" h="12292" fill="none">
                <a:moveTo>
                  <a:pt x="0" y="12292"/>
                </a:moveTo>
                <a:lnTo>
                  <a:pt x="19652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23" name="Shape 223"/>
          <p:cNvSpPr/>
          <p:nvPr/>
        </p:nvSpPr>
        <p:spPr>
          <a:xfrm>
            <a:off x="3483503" y="2930271"/>
            <a:ext cx="10714" cy="96204"/>
          </a:xfrm>
          <a:custGeom>
            <a:avLst/>
            <a:gdLst/>
            <a:ahLst/>
            <a:cxnLst/>
            <a:rect l="0" t="0" r="r" b="b"/>
            <a:pathLst>
              <a:path w="10714" h="96204" fill="none">
                <a:moveTo>
                  <a:pt x="10714" y="96204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24" name="Shape 224"/>
          <p:cNvSpPr/>
          <p:nvPr/>
        </p:nvSpPr>
        <p:spPr>
          <a:xfrm>
            <a:off x="3375534" y="2988984"/>
            <a:ext cx="118683" cy="37491"/>
          </a:xfrm>
          <a:custGeom>
            <a:avLst/>
            <a:gdLst/>
            <a:ahLst/>
            <a:cxnLst/>
            <a:rect l="0" t="0" r="r" b="b"/>
            <a:pathLst>
              <a:path w="118683" h="37491" fill="none">
                <a:moveTo>
                  <a:pt x="118683" y="37491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25" name="Shape 225"/>
          <p:cNvSpPr/>
          <p:nvPr/>
        </p:nvSpPr>
        <p:spPr>
          <a:xfrm>
            <a:off x="2907317" y="4652951"/>
            <a:ext cx="44598" cy="50451"/>
          </a:xfrm>
          <a:custGeom>
            <a:avLst/>
            <a:gdLst/>
            <a:ahLst/>
            <a:cxnLst/>
            <a:rect l="0" t="0" r="r" b="b"/>
            <a:pathLst>
              <a:path w="44598" h="50451" fill="none">
                <a:moveTo>
                  <a:pt x="44598" y="50451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26" name="Shape 226"/>
          <p:cNvSpPr/>
          <p:nvPr/>
        </p:nvSpPr>
        <p:spPr>
          <a:xfrm>
            <a:off x="2951916" y="4703402"/>
            <a:ext cx="139251" cy="10791"/>
          </a:xfrm>
          <a:custGeom>
            <a:avLst/>
            <a:gdLst/>
            <a:ahLst/>
            <a:cxnLst/>
            <a:rect l="0" t="0" r="r" b="b"/>
            <a:pathLst>
              <a:path w="139251" h="10791" fill="none">
                <a:moveTo>
                  <a:pt x="0" y="0"/>
                </a:moveTo>
                <a:lnTo>
                  <a:pt x="139251" y="10791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27" name="Shape 227"/>
          <p:cNvSpPr/>
          <p:nvPr/>
        </p:nvSpPr>
        <p:spPr>
          <a:xfrm>
            <a:off x="2951916" y="4592719"/>
            <a:ext cx="160062" cy="110682"/>
          </a:xfrm>
          <a:custGeom>
            <a:avLst/>
            <a:gdLst/>
            <a:ahLst/>
            <a:cxnLst/>
            <a:rect l="0" t="0" r="r" b="b"/>
            <a:pathLst>
              <a:path w="160062" h="110682" fill="none">
                <a:moveTo>
                  <a:pt x="0" y="110682"/>
                </a:moveTo>
                <a:lnTo>
                  <a:pt x="160062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28" name="Shape 228"/>
          <p:cNvSpPr/>
          <p:nvPr/>
        </p:nvSpPr>
        <p:spPr>
          <a:xfrm>
            <a:off x="2927923" y="4531478"/>
            <a:ext cx="23992" cy="171924"/>
          </a:xfrm>
          <a:custGeom>
            <a:avLst/>
            <a:gdLst/>
            <a:ahLst/>
            <a:cxnLst/>
            <a:rect l="0" t="0" r="r" b="b"/>
            <a:pathLst>
              <a:path w="23992" h="171924" fill="none">
                <a:moveTo>
                  <a:pt x="23992" y="171924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29" name="Shape 229"/>
          <p:cNvSpPr/>
          <p:nvPr/>
        </p:nvSpPr>
        <p:spPr>
          <a:xfrm>
            <a:off x="2025119" y="4636793"/>
            <a:ext cx="27266" cy="58662"/>
          </a:xfrm>
          <a:custGeom>
            <a:avLst/>
            <a:gdLst/>
            <a:ahLst/>
            <a:cxnLst/>
            <a:rect l="0" t="0" r="r" b="b"/>
            <a:pathLst>
              <a:path w="27266" h="58662" fill="none">
                <a:moveTo>
                  <a:pt x="0" y="58662"/>
                </a:moveTo>
                <a:lnTo>
                  <a:pt x="27266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30" name="Shape 230"/>
          <p:cNvSpPr/>
          <p:nvPr/>
        </p:nvSpPr>
        <p:spPr>
          <a:xfrm>
            <a:off x="2025119" y="4695455"/>
            <a:ext cx="162681" cy="59592"/>
          </a:xfrm>
          <a:custGeom>
            <a:avLst/>
            <a:gdLst/>
            <a:ahLst/>
            <a:cxnLst/>
            <a:rect l="0" t="0" r="r" b="b"/>
            <a:pathLst>
              <a:path w="162681" h="59592" fill="none">
                <a:moveTo>
                  <a:pt x="0" y="0"/>
                </a:moveTo>
                <a:lnTo>
                  <a:pt x="162681" y="59592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31" name="Shape 231"/>
          <p:cNvSpPr/>
          <p:nvPr/>
        </p:nvSpPr>
        <p:spPr>
          <a:xfrm>
            <a:off x="2025119" y="4645888"/>
            <a:ext cx="199184" cy="49566"/>
          </a:xfrm>
          <a:custGeom>
            <a:avLst/>
            <a:gdLst/>
            <a:ahLst/>
            <a:cxnLst/>
            <a:rect l="0" t="0" r="r" b="b"/>
            <a:pathLst>
              <a:path w="199184" h="49566" fill="none">
                <a:moveTo>
                  <a:pt x="0" y="49566"/>
                </a:moveTo>
                <a:lnTo>
                  <a:pt x="199184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32" name="Shape 232"/>
          <p:cNvSpPr/>
          <p:nvPr/>
        </p:nvSpPr>
        <p:spPr>
          <a:xfrm>
            <a:off x="2025119" y="4527608"/>
            <a:ext cx="63571" cy="167846"/>
          </a:xfrm>
          <a:custGeom>
            <a:avLst/>
            <a:gdLst/>
            <a:ahLst/>
            <a:cxnLst/>
            <a:rect l="0" t="0" r="r" b="b"/>
            <a:pathLst>
              <a:path w="63571" h="167846" fill="none">
                <a:moveTo>
                  <a:pt x="0" y="167846"/>
                </a:moveTo>
                <a:lnTo>
                  <a:pt x="63571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33" name="Shape 233"/>
          <p:cNvSpPr/>
          <p:nvPr/>
        </p:nvSpPr>
        <p:spPr>
          <a:xfrm>
            <a:off x="2781290" y="4493117"/>
            <a:ext cx="32753" cy="49908"/>
          </a:xfrm>
          <a:custGeom>
            <a:avLst/>
            <a:gdLst/>
            <a:ahLst/>
            <a:cxnLst/>
            <a:rect l="0" t="0" r="r" b="b"/>
            <a:pathLst>
              <a:path w="32753" h="49908" fill="none">
                <a:moveTo>
                  <a:pt x="32753" y="49908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34" name="Shape 234"/>
          <p:cNvSpPr/>
          <p:nvPr/>
        </p:nvSpPr>
        <p:spPr>
          <a:xfrm>
            <a:off x="2814043" y="4543026"/>
            <a:ext cx="144217" cy="23172"/>
          </a:xfrm>
          <a:custGeom>
            <a:avLst/>
            <a:gdLst/>
            <a:ahLst/>
            <a:cxnLst/>
            <a:rect l="0" t="0" r="r" b="b"/>
            <a:pathLst>
              <a:path w="144217" h="23172" fill="none">
                <a:moveTo>
                  <a:pt x="0" y="0"/>
                </a:moveTo>
                <a:lnTo>
                  <a:pt x="144217" y="23172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35" name="Shape 235"/>
          <p:cNvSpPr/>
          <p:nvPr/>
        </p:nvSpPr>
        <p:spPr>
          <a:xfrm>
            <a:off x="2814043" y="4445083"/>
            <a:ext cx="169997" cy="97943"/>
          </a:xfrm>
          <a:custGeom>
            <a:avLst/>
            <a:gdLst/>
            <a:ahLst/>
            <a:cxnLst/>
            <a:rect l="0" t="0" r="r" b="b"/>
            <a:pathLst>
              <a:path w="169997" h="97943" fill="none">
                <a:moveTo>
                  <a:pt x="0" y="97943"/>
                </a:moveTo>
                <a:lnTo>
                  <a:pt x="169997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36" name="Shape 236"/>
          <p:cNvSpPr/>
          <p:nvPr/>
        </p:nvSpPr>
        <p:spPr>
          <a:xfrm>
            <a:off x="2806869" y="4372004"/>
            <a:ext cx="7174" cy="171022"/>
          </a:xfrm>
          <a:custGeom>
            <a:avLst/>
            <a:gdLst/>
            <a:ahLst/>
            <a:cxnLst/>
            <a:rect l="0" t="0" r="r" b="b"/>
            <a:pathLst>
              <a:path w="7174" h="171022" fill="none">
                <a:moveTo>
                  <a:pt x="7174" y="171022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37" name="Shape 237"/>
          <p:cNvSpPr/>
          <p:nvPr/>
        </p:nvSpPr>
        <p:spPr>
          <a:xfrm>
            <a:off x="2418091" y="4317089"/>
            <a:ext cx="13567" cy="46990"/>
          </a:xfrm>
          <a:custGeom>
            <a:avLst/>
            <a:gdLst/>
            <a:ahLst/>
            <a:cxnLst/>
            <a:rect l="0" t="0" r="r" b="b"/>
            <a:pathLst>
              <a:path w="13567" h="46990" fill="none">
                <a:moveTo>
                  <a:pt x="0" y="46990"/>
                </a:moveTo>
                <a:lnTo>
                  <a:pt x="13567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38" name="Shape 238"/>
          <p:cNvSpPr/>
          <p:nvPr/>
        </p:nvSpPr>
        <p:spPr>
          <a:xfrm>
            <a:off x="2418091" y="4364080"/>
            <a:ext cx="154135" cy="66748"/>
          </a:xfrm>
          <a:custGeom>
            <a:avLst/>
            <a:gdLst/>
            <a:ahLst/>
            <a:cxnLst/>
            <a:rect l="0" t="0" r="r" b="b"/>
            <a:pathLst>
              <a:path w="154135" h="66748" fill="none">
                <a:moveTo>
                  <a:pt x="0" y="0"/>
                </a:moveTo>
                <a:lnTo>
                  <a:pt x="154135" y="66748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39" name="Shape 239"/>
          <p:cNvSpPr/>
          <p:nvPr/>
        </p:nvSpPr>
        <p:spPr>
          <a:xfrm>
            <a:off x="2418091" y="4316750"/>
            <a:ext cx="197279" cy="47329"/>
          </a:xfrm>
          <a:custGeom>
            <a:avLst/>
            <a:gdLst/>
            <a:ahLst/>
            <a:cxnLst/>
            <a:rect l="0" t="0" r="r" b="b"/>
            <a:pathLst>
              <a:path w="197279" h="47329" fill="none">
                <a:moveTo>
                  <a:pt x="0" y="47329"/>
                </a:moveTo>
                <a:lnTo>
                  <a:pt x="197279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40" name="Shape 240"/>
          <p:cNvSpPr/>
          <p:nvPr/>
        </p:nvSpPr>
        <p:spPr>
          <a:xfrm>
            <a:off x="2418091" y="4203004"/>
            <a:ext cx="56518" cy="161075"/>
          </a:xfrm>
          <a:custGeom>
            <a:avLst/>
            <a:gdLst/>
            <a:ahLst/>
            <a:cxnLst/>
            <a:rect l="0" t="0" r="r" b="b"/>
            <a:pathLst>
              <a:path w="56518" h="161075" fill="none">
                <a:moveTo>
                  <a:pt x="0" y="161075"/>
                </a:moveTo>
                <a:lnTo>
                  <a:pt x="56518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41" name="Shape 241"/>
          <p:cNvSpPr/>
          <p:nvPr/>
        </p:nvSpPr>
        <p:spPr>
          <a:xfrm>
            <a:off x="3364629" y="5819310"/>
            <a:ext cx="83925" cy="48880"/>
          </a:xfrm>
          <a:custGeom>
            <a:avLst/>
            <a:gdLst/>
            <a:ahLst/>
            <a:cxnLst/>
            <a:rect l="0" t="0" r="r" b="b"/>
            <a:pathLst>
              <a:path w="83925" h="48880" fill="none">
                <a:moveTo>
                  <a:pt x="83925" y="48880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42" name="Shape 242"/>
          <p:cNvSpPr/>
          <p:nvPr/>
        </p:nvSpPr>
        <p:spPr>
          <a:xfrm>
            <a:off x="3448555" y="5797598"/>
            <a:ext cx="37667" cy="70592"/>
          </a:xfrm>
          <a:custGeom>
            <a:avLst/>
            <a:gdLst/>
            <a:ahLst/>
            <a:cxnLst/>
            <a:rect l="0" t="0" r="r" b="b"/>
            <a:pathLst>
              <a:path w="37667" h="70592" fill="none">
                <a:moveTo>
                  <a:pt x="0" y="70592"/>
                </a:moveTo>
                <a:lnTo>
                  <a:pt x="37667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43" name="Shape 243"/>
          <p:cNvSpPr/>
          <p:nvPr/>
        </p:nvSpPr>
        <p:spPr>
          <a:xfrm>
            <a:off x="3448555" y="5747216"/>
            <a:ext cx="39303" cy="120974"/>
          </a:xfrm>
          <a:custGeom>
            <a:avLst/>
            <a:gdLst/>
            <a:ahLst/>
            <a:cxnLst/>
            <a:rect l="0" t="0" r="r" b="b"/>
            <a:pathLst>
              <a:path w="39303" h="120974" fill="none">
                <a:moveTo>
                  <a:pt x="0" y="120974"/>
                </a:moveTo>
                <a:lnTo>
                  <a:pt x="39303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44" name="Shape 244"/>
          <p:cNvSpPr/>
          <p:nvPr/>
        </p:nvSpPr>
        <p:spPr>
          <a:xfrm>
            <a:off x="3366074" y="5768947"/>
            <a:ext cx="82481" cy="99243"/>
          </a:xfrm>
          <a:custGeom>
            <a:avLst/>
            <a:gdLst/>
            <a:ahLst/>
            <a:cxnLst/>
            <a:rect l="0" t="0" r="r" b="b"/>
            <a:pathLst>
              <a:path w="82481" h="99243" fill="none">
                <a:moveTo>
                  <a:pt x="82481" y="99243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7C8792"/>
            </a:solidFill>
            <a:round/>
          </a:ln>
        </p:spPr>
      </p:sp>
      <p:sp>
        <p:nvSpPr>
          <p:cNvPr id="245" name="Shape 245"/>
          <p:cNvSpPr/>
          <p:nvPr/>
        </p:nvSpPr>
        <p:spPr>
          <a:xfrm>
            <a:off x="3661622" y="5646848"/>
            <a:ext cx="110471" cy="30155"/>
          </a:xfrm>
          <a:custGeom>
            <a:avLst/>
            <a:gdLst/>
            <a:ahLst/>
            <a:cxnLst/>
            <a:rect l="0" t="0" r="r" b="b"/>
            <a:pathLst>
              <a:path w="110471" h="30155" fill="none">
                <a:moveTo>
                  <a:pt x="110471" y="30155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46" name="Shape 246"/>
          <p:cNvSpPr/>
          <p:nvPr/>
        </p:nvSpPr>
        <p:spPr>
          <a:xfrm>
            <a:off x="3766824" y="5593710"/>
            <a:ext cx="5269" cy="83293"/>
          </a:xfrm>
          <a:custGeom>
            <a:avLst/>
            <a:gdLst/>
            <a:ahLst/>
            <a:cxnLst/>
            <a:rect l="0" t="0" r="r" b="b"/>
            <a:pathLst>
              <a:path w="5269" h="83293" fill="none">
                <a:moveTo>
                  <a:pt x="5269" y="83293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47" name="Shape 247"/>
          <p:cNvSpPr/>
          <p:nvPr/>
        </p:nvSpPr>
        <p:spPr>
          <a:xfrm>
            <a:off x="3772093" y="5549330"/>
            <a:ext cx="2838" cy="127672"/>
          </a:xfrm>
          <a:custGeom>
            <a:avLst/>
            <a:gdLst/>
            <a:ahLst/>
            <a:cxnLst/>
            <a:rect l="0" t="0" r="r" b="b"/>
            <a:pathLst>
              <a:path w="2838" h="127672" fill="none">
                <a:moveTo>
                  <a:pt x="0" y="127672"/>
                </a:moveTo>
                <a:lnTo>
                  <a:pt x="2838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48" name="Shape 248"/>
          <p:cNvSpPr/>
          <p:nvPr/>
        </p:nvSpPr>
        <p:spPr>
          <a:xfrm>
            <a:off x="3669562" y="5602523"/>
            <a:ext cx="102530" cy="74480"/>
          </a:xfrm>
          <a:custGeom>
            <a:avLst/>
            <a:gdLst/>
            <a:ahLst/>
            <a:cxnLst/>
            <a:rect l="0" t="0" r="r" b="b"/>
            <a:pathLst>
              <a:path w="102530" h="74480" fill="none">
                <a:moveTo>
                  <a:pt x="102530" y="74480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8A6BAA"/>
            </a:solidFill>
            <a:round/>
          </a:ln>
        </p:spPr>
      </p:sp>
      <p:sp>
        <p:nvSpPr>
          <p:cNvPr id="249" name="Shape 249"/>
          <p:cNvSpPr/>
          <p:nvPr/>
        </p:nvSpPr>
        <p:spPr>
          <a:xfrm>
            <a:off x="2827574" y="5614390"/>
            <a:ext cx="10859" cy="75148"/>
          </a:xfrm>
          <a:custGeom>
            <a:avLst/>
            <a:gdLst/>
            <a:ahLst/>
            <a:cxnLst/>
            <a:rect l="0" t="0" r="r" b="b"/>
            <a:pathLst>
              <a:path w="10859" h="75148" fill="none">
                <a:moveTo>
                  <a:pt x="10859" y="75148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50" name="Shape 250"/>
          <p:cNvSpPr/>
          <p:nvPr/>
        </p:nvSpPr>
        <p:spPr>
          <a:xfrm>
            <a:off x="2838433" y="5657892"/>
            <a:ext cx="101541" cy="31646"/>
          </a:xfrm>
          <a:custGeom>
            <a:avLst/>
            <a:gdLst/>
            <a:ahLst/>
            <a:cxnLst/>
            <a:rect l="0" t="0" r="r" b="b"/>
            <a:pathLst>
              <a:path w="101541" h="31646" fill="none">
                <a:moveTo>
                  <a:pt x="0" y="31646"/>
                </a:moveTo>
                <a:lnTo>
                  <a:pt x="101541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51" name="Shape 251"/>
          <p:cNvSpPr/>
          <p:nvPr/>
        </p:nvSpPr>
        <p:spPr>
          <a:xfrm>
            <a:off x="2838433" y="5607281"/>
            <a:ext cx="99376" cy="82257"/>
          </a:xfrm>
          <a:custGeom>
            <a:avLst/>
            <a:gdLst/>
            <a:ahLst/>
            <a:cxnLst/>
            <a:rect l="0" t="0" r="r" b="b"/>
            <a:pathLst>
              <a:path w="99376" h="82257" fill="none">
                <a:moveTo>
                  <a:pt x="0" y="82257"/>
                </a:moveTo>
                <a:lnTo>
                  <a:pt x="99376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52" name="Shape 252"/>
          <p:cNvSpPr/>
          <p:nvPr/>
        </p:nvSpPr>
        <p:spPr>
          <a:xfrm>
            <a:off x="2825233" y="5563742"/>
            <a:ext cx="13200" cy="125797"/>
          </a:xfrm>
          <a:custGeom>
            <a:avLst/>
            <a:gdLst/>
            <a:ahLst/>
            <a:cxnLst/>
            <a:rect l="0" t="0" r="r" b="b"/>
            <a:pathLst>
              <a:path w="13200" h="125797" fill="none">
                <a:moveTo>
                  <a:pt x="13200" y="125797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D99A26"/>
            </a:solidFill>
            <a:round/>
          </a:ln>
        </p:spPr>
      </p:sp>
      <p:sp>
        <p:nvSpPr>
          <p:cNvPr id="253" name="Shape 253"/>
          <p:cNvSpPr/>
          <p:nvPr/>
        </p:nvSpPr>
        <p:spPr>
          <a:xfrm>
            <a:off x="3308546" y="5745539"/>
            <a:ext cx="80597" cy="56072"/>
          </a:xfrm>
          <a:custGeom>
            <a:avLst/>
            <a:gdLst/>
            <a:ahLst/>
            <a:cxnLst/>
            <a:rect l="0" t="0" r="r" b="b"/>
            <a:pathLst>
              <a:path w="80597" h="56072" fill="none">
                <a:moveTo>
                  <a:pt x="80597" y="56072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54" name="Shape 254"/>
          <p:cNvSpPr/>
          <p:nvPr/>
        </p:nvSpPr>
        <p:spPr>
          <a:xfrm>
            <a:off x="3389143" y="5727730"/>
            <a:ext cx="41899" cy="73882"/>
          </a:xfrm>
          <a:custGeom>
            <a:avLst/>
            <a:gdLst/>
            <a:ahLst/>
            <a:cxnLst/>
            <a:rect l="0" t="0" r="r" b="b"/>
            <a:pathLst>
              <a:path w="41899" h="73882" fill="none">
                <a:moveTo>
                  <a:pt x="0" y="73882"/>
                </a:moveTo>
                <a:lnTo>
                  <a:pt x="41899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55" name="Shape 255"/>
          <p:cNvSpPr/>
          <p:nvPr/>
        </p:nvSpPr>
        <p:spPr>
          <a:xfrm>
            <a:off x="3389143" y="5681344"/>
            <a:ext cx="44140" cy="120267"/>
          </a:xfrm>
          <a:custGeom>
            <a:avLst/>
            <a:gdLst/>
            <a:ahLst/>
            <a:cxnLst/>
            <a:rect l="0" t="0" r="r" b="b"/>
            <a:pathLst>
              <a:path w="44140" h="120267" fill="none">
                <a:moveTo>
                  <a:pt x="0" y="120267"/>
                </a:moveTo>
                <a:lnTo>
                  <a:pt x="4414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56" name="Shape 256"/>
          <p:cNvSpPr/>
          <p:nvPr/>
        </p:nvSpPr>
        <p:spPr>
          <a:xfrm>
            <a:off x="3310588" y="5699171"/>
            <a:ext cx="78554" cy="102440"/>
          </a:xfrm>
          <a:custGeom>
            <a:avLst/>
            <a:gdLst/>
            <a:ahLst/>
            <a:cxnLst/>
            <a:rect l="0" t="0" r="r" b="b"/>
            <a:pathLst>
              <a:path w="78554" h="102440" fill="none">
                <a:moveTo>
                  <a:pt x="78554" y="102440"/>
                </a:moveTo>
                <a:lnTo>
                  <a:pt x="0" y="0"/>
                </a:lnTo>
              </a:path>
            </a:pathLst>
          </a:custGeom>
          <a:noFill/>
          <a:ln w="6037" cap="rnd">
            <a:solidFill>
              <a:srgbClr val="C4553C"/>
            </a:solidFill>
            <a:round/>
          </a:ln>
        </p:spPr>
      </p:sp>
      <p:sp>
        <p:nvSpPr>
          <p:cNvPr id="257" name="Shape 257"/>
          <p:cNvSpPr/>
          <p:nvPr/>
        </p:nvSpPr>
        <p:spPr>
          <a:xfrm>
            <a:off x="2411511" y="1468281"/>
            <a:ext cx="172310" cy="143900"/>
          </a:xfrm>
          <a:custGeom>
            <a:avLst/>
            <a:gdLst/>
            <a:ahLst/>
            <a:cxnLst/>
            <a:rect l="0" t="0" r="r" b="b"/>
            <a:pathLst>
              <a:path w="172310" h="143900">
                <a:moveTo>
                  <a:pt x="11607" y="0"/>
                </a:moveTo>
                <a:lnTo>
                  <a:pt x="172310" y="43674"/>
                </a:lnTo>
                <a:lnTo>
                  <a:pt x="160513" y="143900"/>
                </a:lnTo>
                <a:lnTo>
                  <a:pt x="0" y="100230"/>
                </a:lnTo>
                <a:lnTo>
                  <a:pt x="11607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7C8792"/>
            </a:solidFill>
            <a:round/>
          </a:ln>
        </p:spPr>
      </p:sp>
      <p:sp>
        <p:nvSpPr>
          <p:cNvPr id="258" name="Shape 258"/>
          <p:cNvSpPr/>
          <p:nvPr/>
        </p:nvSpPr>
        <p:spPr>
          <a:xfrm>
            <a:off x="3809147" y="1304107"/>
            <a:ext cx="163871" cy="124200"/>
          </a:xfrm>
          <a:custGeom>
            <a:avLst/>
            <a:gdLst/>
            <a:ahLst/>
            <a:cxnLst/>
            <a:rect l="0" t="0" r="r" b="b"/>
            <a:pathLst>
              <a:path w="163871" h="124200">
                <a:moveTo>
                  <a:pt x="0" y="40691"/>
                </a:moveTo>
                <a:lnTo>
                  <a:pt x="160837" y="0"/>
                </a:lnTo>
                <a:lnTo>
                  <a:pt x="163871" y="83530"/>
                </a:lnTo>
                <a:lnTo>
                  <a:pt x="3261" y="124200"/>
                </a:lnTo>
                <a:lnTo>
                  <a:pt x="0" y="40691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8A6BAA"/>
            </a:solidFill>
            <a:round/>
          </a:ln>
        </p:spPr>
      </p:sp>
      <p:sp>
        <p:nvSpPr>
          <p:cNvPr id="259" name="Shape 259"/>
          <p:cNvSpPr/>
          <p:nvPr/>
        </p:nvSpPr>
        <p:spPr>
          <a:xfrm>
            <a:off x="2024586" y="1535946"/>
            <a:ext cx="151567" cy="159780"/>
          </a:xfrm>
          <a:custGeom>
            <a:avLst/>
            <a:gdLst/>
            <a:ahLst/>
            <a:cxnLst/>
            <a:rect l="0" t="0" r="r" b="b"/>
            <a:pathLst>
              <a:path w="151567" h="159780">
                <a:moveTo>
                  <a:pt x="8903" y="0"/>
                </a:moveTo>
                <a:lnTo>
                  <a:pt x="151567" y="74083"/>
                </a:lnTo>
                <a:lnTo>
                  <a:pt x="142460" y="159780"/>
                </a:lnTo>
                <a:lnTo>
                  <a:pt x="0" y="85733"/>
                </a:lnTo>
                <a:lnTo>
                  <a:pt x="8903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D99A26"/>
            </a:solidFill>
            <a:round/>
          </a:ln>
        </p:spPr>
      </p:sp>
      <p:sp>
        <p:nvSpPr>
          <p:cNvPr id="260" name="Shape 260"/>
          <p:cNvSpPr/>
          <p:nvPr/>
        </p:nvSpPr>
        <p:spPr>
          <a:xfrm>
            <a:off x="2030664" y="1578546"/>
            <a:ext cx="155911" cy="154806"/>
          </a:xfrm>
          <a:custGeom>
            <a:avLst/>
            <a:gdLst/>
            <a:ahLst/>
            <a:cxnLst/>
            <a:rect l="0" t="0" r="r" b="b"/>
            <a:pathLst>
              <a:path w="155911" h="154806">
                <a:moveTo>
                  <a:pt x="8633" y="0"/>
                </a:moveTo>
                <a:lnTo>
                  <a:pt x="155911" y="67975"/>
                </a:lnTo>
                <a:lnTo>
                  <a:pt x="147070" y="154806"/>
                </a:lnTo>
                <a:lnTo>
                  <a:pt x="0" y="86862"/>
                </a:lnTo>
                <a:lnTo>
                  <a:pt x="8633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C4553C"/>
            </a:solidFill>
            <a:round/>
          </a:ln>
        </p:spPr>
      </p:sp>
      <p:sp>
        <p:nvSpPr>
          <p:cNvPr id="261" name="Shape 261"/>
          <p:cNvSpPr/>
          <p:nvPr/>
        </p:nvSpPr>
        <p:spPr>
          <a:xfrm>
            <a:off x="3126297" y="2919579"/>
            <a:ext cx="141987" cy="119430"/>
          </a:xfrm>
          <a:custGeom>
            <a:avLst/>
            <a:gdLst/>
            <a:ahLst/>
            <a:cxnLst/>
            <a:rect l="0" t="0" r="r" b="b"/>
            <a:pathLst>
              <a:path w="141987" h="119430">
                <a:moveTo>
                  <a:pt x="15781" y="0"/>
                </a:moveTo>
                <a:lnTo>
                  <a:pt x="141987" y="26433"/>
                </a:lnTo>
                <a:lnTo>
                  <a:pt x="126138" y="119430"/>
                </a:lnTo>
                <a:lnTo>
                  <a:pt x="0" y="92977"/>
                </a:lnTo>
                <a:lnTo>
                  <a:pt x="15781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7C8792"/>
            </a:solidFill>
            <a:round/>
          </a:ln>
        </p:spPr>
      </p:sp>
      <p:sp>
        <p:nvSpPr>
          <p:cNvPr id="262" name="Shape 262"/>
          <p:cNvSpPr/>
          <p:nvPr/>
        </p:nvSpPr>
        <p:spPr>
          <a:xfrm>
            <a:off x="3359600" y="3093526"/>
            <a:ext cx="140611" cy="117887"/>
          </a:xfrm>
          <a:custGeom>
            <a:avLst/>
            <a:gdLst/>
            <a:ahLst/>
            <a:cxnLst/>
            <a:rect l="0" t="0" r="r" b="b"/>
            <a:pathLst>
              <a:path w="140611" h="117887">
                <a:moveTo>
                  <a:pt x="0" y="25847"/>
                </a:moveTo>
                <a:lnTo>
                  <a:pt x="126197" y="0"/>
                </a:lnTo>
                <a:lnTo>
                  <a:pt x="140611" y="92022"/>
                </a:lnTo>
                <a:lnTo>
                  <a:pt x="14489" y="117887"/>
                </a:lnTo>
                <a:lnTo>
                  <a:pt x="0" y="25847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8A6BAA"/>
            </a:solidFill>
            <a:round/>
          </a:ln>
        </p:spPr>
      </p:sp>
      <p:sp>
        <p:nvSpPr>
          <p:cNvPr id="263" name="Shape 263"/>
          <p:cNvSpPr/>
          <p:nvPr/>
        </p:nvSpPr>
        <p:spPr>
          <a:xfrm>
            <a:off x="3441411" y="2705333"/>
            <a:ext cx="136315" cy="152552"/>
          </a:xfrm>
          <a:custGeom>
            <a:avLst/>
            <a:gdLst/>
            <a:ahLst/>
            <a:cxnLst/>
            <a:rect l="0" t="0" r="r" b="b"/>
            <a:pathLst>
              <a:path w="136315" h="152552">
                <a:moveTo>
                  <a:pt x="0" y="72458"/>
                </a:moveTo>
                <a:lnTo>
                  <a:pt x="93701" y="0"/>
                </a:lnTo>
                <a:lnTo>
                  <a:pt x="136315" y="80064"/>
                </a:lnTo>
                <a:lnTo>
                  <a:pt x="42718" y="152552"/>
                </a:lnTo>
                <a:lnTo>
                  <a:pt x="0" y="72458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D99A26"/>
            </a:solidFill>
            <a:round/>
          </a:ln>
        </p:spPr>
      </p:sp>
      <p:sp>
        <p:nvSpPr>
          <p:cNvPr id="264" name="Shape 264"/>
          <p:cNvSpPr/>
          <p:nvPr/>
        </p:nvSpPr>
        <p:spPr>
          <a:xfrm>
            <a:off x="3375534" y="2930271"/>
            <a:ext cx="138336" cy="142648"/>
          </a:xfrm>
          <a:custGeom>
            <a:avLst/>
            <a:gdLst/>
            <a:ahLst/>
            <a:cxnLst/>
            <a:rect l="0" t="0" r="r" b="b"/>
            <a:pathLst>
              <a:path w="138336" h="142648">
                <a:moveTo>
                  <a:pt x="0" y="58713"/>
                </a:moveTo>
                <a:lnTo>
                  <a:pt x="107969" y="0"/>
                </a:lnTo>
                <a:lnTo>
                  <a:pt x="138336" y="83912"/>
                </a:lnTo>
                <a:lnTo>
                  <a:pt x="30471" y="142648"/>
                </a:lnTo>
                <a:lnTo>
                  <a:pt x="0" y="58713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C4553C"/>
            </a:solidFill>
            <a:round/>
          </a:ln>
        </p:spPr>
      </p:sp>
      <p:sp>
        <p:nvSpPr>
          <p:cNvPr id="265" name="Shape 265"/>
          <p:cNvSpPr/>
          <p:nvPr/>
        </p:nvSpPr>
        <p:spPr>
          <a:xfrm>
            <a:off x="2907317" y="4531478"/>
            <a:ext cx="204660" cy="182715"/>
          </a:xfrm>
          <a:custGeom>
            <a:avLst/>
            <a:gdLst/>
            <a:ahLst/>
            <a:cxnLst/>
            <a:rect l="0" t="0" r="r" b="b"/>
            <a:pathLst>
              <a:path w="204660" h="182715">
                <a:moveTo>
                  <a:pt x="20605" y="0"/>
                </a:moveTo>
                <a:lnTo>
                  <a:pt x="204660" y="61241"/>
                </a:lnTo>
                <a:lnTo>
                  <a:pt x="183850" y="182715"/>
                </a:lnTo>
                <a:lnTo>
                  <a:pt x="0" y="121472"/>
                </a:lnTo>
                <a:lnTo>
                  <a:pt x="20605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7C8792"/>
            </a:solidFill>
            <a:round/>
          </a:ln>
        </p:spPr>
      </p:sp>
      <p:sp>
        <p:nvSpPr>
          <p:cNvPr id="266" name="Shape 266"/>
          <p:cNvSpPr/>
          <p:nvPr/>
        </p:nvSpPr>
        <p:spPr>
          <a:xfrm>
            <a:off x="2052385" y="4527608"/>
            <a:ext cx="171918" cy="227439"/>
          </a:xfrm>
          <a:custGeom>
            <a:avLst/>
            <a:gdLst/>
            <a:ahLst/>
            <a:cxnLst/>
            <a:rect l="0" t="0" r="r" b="b"/>
            <a:pathLst>
              <a:path w="171918" h="227439">
                <a:moveTo>
                  <a:pt x="36305" y="0"/>
                </a:moveTo>
                <a:lnTo>
                  <a:pt x="171918" y="118280"/>
                </a:lnTo>
                <a:lnTo>
                  <a:pt x="135415" y="227439"/>
                </a:lnTo>
                <a:lnTo>
                  <a:pt x="0" y="109184"/>
                </a:lnTo>
                <a:lnTo>
                  <a:pt x="36305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8A6BAA"/>
            </a:solidFill>
            <a:round/>
          </a:ln>
        </p:spPr>
      </p:sp>
      <p:sp>
        <p:nvSpPr>
          <p:cNvPr id="267" name="Shape 267"/>
          <p:cNvSpPr/>
          <p:nvPr/>
        </p:nvSpPr>
        <p:spPr>
          <a:xfrm>
            <a:off x="2781290" y="4372004"/>
            <a:ext cx="202750" cy="194194"/>
          </a:xfrm>
          <a:custGeom>
            <a:avLst/>
            <a:gdLst/>
            <a:ahLst/>
            <a:cxnLst/>
            <a:rect l="0" t="0" r="r" b="b"/>
            <a:pathLst>
              <a:path w="202750" h="194194">
                <a:moveTo>
                  <a:pt x="25579" y="0"/>
                </a:moveTo>
                <a:lnTo>
                  <a:pt x="202750" y="73078"/>
                </a:lnTo>
                <a:lnTo>
                  <a:pt x="176970" y="194194"/>
                </a:lnTo>
                <a:lnTo>
                  <a:pt x="0" y="121113"/>
                </a:lnTo>
                <a:lnTo>
                  <a:pt x="25579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D99A26"/>
            </a:solidFill>
            <a:round/>
          </a:ln>
        </p:spPr>
      </p:sp>
      <p:sp>
        <p:nvSpPr>
          <p:cNvPr id="268" name="Shape 268"/>
          <p:cNvSpPr/>
          <p:nvPr/>
        </p:nvSpPr>
        <p:spPr>
          <a:xfrm>
            <a:off x="2431659" y="4203004"/>
            <a:ext cx="183712" cy="227824"/>
          </a:xfrm>
          <a:custGeom>
            <a:avLst/>
            <a:gdLst/>
            <a:ahLst/>
            <a:cxnLst/>
            <a:rect l="0" t="0" r="r" b="b"/>
            <a:pathLst>
              <a:path w="183712" h="227824">
                <a:moveTo>
                  <a:pt x="42950" y="0"/>
                </a:moveTo>
                <a:lnTo>
                  <a:pt x="183712" y="113746"/>
                </a:lnTo>
                <a:lnTo>
                  <a:pt x="140568" y="227824"/>
                </a:lnTo>
                <a:lnTo>
                  <a:pt x="0" y="114085"/>
                </a:lnTo>
                <a:lnTo>
                  <a:pt x="42950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C4553C"/>
            </a:solidFill>
            <a:round/>
          </a:ln>
        </p:spPr>
      </p:sp>
      <p:sp>
        <p:nvSpPr>
          <p:cNvPr id="269" name="Shape 269"/>
          <p:cNvSpPr/>
          <p:nvPr/>
        </p:nvSpPr>
        <p:spPr>
          <a:xfrm>
            <a:off x="3364629" y="5747216"/>
            <a:ext cx="123229" cy="72093"/>
          </a:xfrm>
          <a:custGeom>
            <a:avLst/>
            <a:gdLst/>
            <a:ahLst/>
            <a:cxnLst/>
            <a:rect l="0" t="0" r="r" b="b"/>
            <a:pathLst>
              <a:path w="123229" h="72093">
                <a:moveTo>
                  <a:pt x="1444" y="21730"/>
                </a:moveTo>
                <a:lnTo>
                  <a:pt x="123229" y="0"/>
                </a:lnTo>
                <a:lnTo>
                  <a:pt x="121593" y="50381"/>
                </a:lnTo>
                <a:lnTo>
                  <a:pt x="0" y="72093"/>
                </a:lnTo>
                <a:lnTo>
                  <a:pt x="1444" y="2173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7C8792"/>
            </a:solidFill>
            <a:round/>
          </a:ln>
        </p:spPr>
      </p:sp>
      <p:sp>
        <p:nvSpPr>
          <p:cNvPr id="270" name="Shape 270"/>
          <p:cNvSpPr/>
          <p:nvPr/>
        </p:nvSpPr>
        <p:spPr>
          <a:xfrm>
            <a:off x="3661622" y="5549330"/>
            <a:ext cx="113309" cy="97517"/>
          </a:xfrm>
          <a:custGeom>
            <a:avLst/>
            <a:gdLst/>
            <a:ahLst/>
            <a:cxnLst/>
            <a:rect l="0" t="0" r="r" b="b"/>
            <a:pathLst>
              <a:path w="113309" h="97517">
                <a:moveTo>
                  <a:pt x="7940" y="53192"/>
                </a:moveTo>
                <a:lnTo>
                  <a:pt x="113309" y="0"/>
                </a:lnTo>
                <a:lnTo>
                  <a:pt x="105202" y="44379"/>
                </a:lnTo>
                <a:lnTo>
                  <a:pt x="0" y="97517"/>
                </a:lnTo>
                <a:lnTo>
                  <a:pt x="7940" y="53192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8A6BAA"/>
            </a:solidFill>
            <a:round/>
          </a:ln>
        </p:spPr>
      </p:sp>
      <p:sp>
        <p:nvSpPr>
          <p:cNvPr id="271" name="Shape 271"/>
          <p:cNvSpPr/>
          <p:nvPr/>
        </p:nvSpPr>
        <p:spPr>
          <a:xfrm>
            <a:off x="2825233" y="5563742"/>
            <a:ext cx="114741" cy="94150"/>
          </a:xfrm>
          <a:custGeom>
            <a:avLst/>
            <a:gdLst/>
            <a:ahLst/>
            <a:cxnLst/>
            <a:rect l="0" t="0" r="r" b="b"/>
            <a:pathLst>
              <a:path w="114741" h="94150">
                <a:moveTo>
                  <a:pt x="0" y="0"/>
                </a:moveTo>
                <a:lnTo>
                  <a:pt x="112576" y="43539"/>
                </a:lnTo>
                <a:lnTo>
                  <a:pt x="114741" y="94150"/>
                </a:lnTo>
                <a:lnTo>
                  <a:pt x="2341" y="506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D99A26"/>
            </a:solidFill>
            <a:round/>
          </a:ln>
        </p:spPr>
      </p:sp>
      <p:sp>
        <p:nvSpPr>
          <p:cNvPr id="272" name="Shape 272"/>
          <p:cNvSpPr/>
          <p:nvPr/>
        </p:nvSpPr>
        <p:spPr>
          <a:xfrm>
            <a:off x="3308546" y="5681344"/>
            <a:ext cx="124737" cy="64194"/>
          </a:xfrm>
          <a:custGeom>
            <a:avLst/>
            <a:gdLst/>
            <a:ahLst/>
            <a:cxnLst/>
            <a:rect l="0" t="0" r="r" b="b"/>
            <a:pathLst>
              <a:path w="124737" h="64194">
                <a:moveTo>
                  <a:pt x="2042" y="17826"/>
                </a:moveTo>
                <a:lnTo>
                  <a:pt x="124737" y="0"/>
                </a:lnTo>
                <a:lnTo>
                  <a:pt x="122496" y="46385"/>
                </a:lnTo>
                <a:lnTo>
                  <a:pt x="0" y="64194"/>
                </a:lnTo>
                <a:lnTo>
                  <a:pt x="2042" y="17826"/>
                </a:lnTo>
                <a:close/>
              </a:path>
            </a:pathLst>
          </a:custGeom>
          <a:solidFill>
            <a:srgbClr val="FFFFFF"/>
          </a:solidFill>
          <a:ln w="7547" cap="flat">
            <a:solidFill>
              <a:srgbClr val="C4553C"/>
            </a:solidFill>
            <a:round/>
          </a:ln>
        </p:spPr>
      </p:sp>
      <p:sp>
        <p:nvSpPr>
          <p:cNvPr id="273" name="Text 273"/>
          <p:cNvSpPr txBox="1"/>
          <p:nvPr/>
        </p:nvSpPr>
        <p:spPr>
          <a:xfrm>
            <a:off x="4436102" y="925555"/>
            <a:ext cx="563591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b="1" dirty="0">
                <a:solidFill>
                  <a:srgbClr val="2E5FBF"/>
                </a:solidFill>
                <a:latin typeface="Arial"/>
                <a:cs typeface="Arial"/>
                <a:sym typeface="Cambria Math"/>
              </a:rPr>
              <a:t>GT goal</a:t>
            </a:r>
          </a:p>
        </p:txBody>
      </p:sp>
      <p:sp>
        <p:nvSpPr>
          <p:cNvPr id="274" name="Text 274"/>
          <p:cNvSpPr txBox="1"/>
          <p:nvPr/>
        </p:nvSpPr>
        <p:spPr>
          <a:xfrm>
            <a:off x="5543105" y="925555"/>
            <a:ext cx="390302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b="1" dirty="0">
                <a:solidFill>
                  <a:srgbClr val="22855A"/>
                </a:solidFill>
                <a:latin typeface="Arial"/>
                <a:cs typeface="Arial"/>
                <a:sym typeface="Cambria Math"/>
              </a:rPr>
              <a:t>Ours</a:t>
            </a:r>
          </a:p>
        </p:txBody>
      </p:sp>
      <p:sp>
        <p:nvSpPr>
          <p:cNvPr id="275" name="Text 275"/>
          <p:cNvSpPr txBox="1"/>
          <p:nvPr/>
        </p:nvSpPr>
        <p:spPr>
          <a:xfrm>
            <a:off x="6568897" y="925555"/>
            <a:ext cx="379434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dirty="0">
                <a:solidFill>
                  <a:srgbClr val="C4553C"/>
                </a:solidFill>
                <a:latin typeface="Arial"/>
                <a:cs typeface="Arial"/>
                <a:sym typeface="Cambria Math"/>
              </a:rPr>
              <a:t>π0.5</a:t>
            </a:r>
          </a:p>
        </p:txBody>
      </p:sp>
      <p:sp>
        <p:nvSpPr>
          <p:cNvPr id="276" name="Text 276"/>
          <p:cNvSpPr txBox="1"/>
          <p:nvPr/>
        </p:nvSpPr>
        <p:spPr>
          <a:xfrm>
            <a:off x="7524048" y="925555"/>
            <a:ext cx="509847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dirty="0">
                <a:solidFill>
                  <a:srgbClr val="D99A26"/>
                </a:solidFill>
                <a:latin typeface="Arial"/>
                <a:cs typeface="Arial"/>
                <a:sym typeface="Cambria Math"/>
              </a:rPr>
              <a:t>GR00T</a:t>
            </a:r>
          </a:p>
        </p:txBody>
      </p:sp>
      <p:sp>
        <p:nvSpPr>
          <p:cNvPr id="277" name="Text 277"/>
          <p:cNvSpPr txBox="1"/>
          <p:nvPr/>
        </p:nvSpPr>
        <p:spPr>
          <a:xfrm>
            <a:off x="8378461" y="925555"/>
            <a:ext cx="841737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dirty="0">
                <a:solidFill>
                  <a:srgbClr val="8A6BAA"/>
                </a:solidFill>
                <a:latin typeface="Arial"/>
                <a:cs typeface="Arial"/>
                <a:sym typeface="Cambria Math"/>
              </a:rPr>
              <a:t>Text→action</a:t>
            </a:r>
          </a:p>
        </p:txBody>
      </p:sp>
      <p:sp>
        <p:nvSpPr>
          <p:cNvPr id="278" name="Text 278"/>
          <p:cNvSpPr txBox="1"/>
          <p:nvPr/>
        </p:nvSpPr>
        <p:spPr>
          <a:xfrm>
            <a:off x="9306656" y="925555"/>
            <a:ext cx="1026063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792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Diffusion policy</a:t>
            </a:r>
          </a:p>
        </p:txBody>
      </p:sp>
      <p:sp>
        <p:nvSpPr>
          <p:cNvPr id="279" name="Shape 279"/>
          <p:cNvSpPr/>
          <p:nvPr/>
        </p:nvSpPr>
        <p:spPr>
          <a:xfrm>
            <a:off x="3262922" y="2741393"/>
            <a:ext cx="49130" cy="49130"/>
          </a:xfrm>
          <a:custGeom>
            <a:avLst/>
            <a:gdLst/>
            <a:ahLst/>
            <a:cxnLst/>
            <a:rect l="0" t="0" r="r" b="b"/>
            <a:pathLst>
              <a:path w="49130" h="49130">
                <a:moveTo>
                  <a:pt x="19712" y="48806"/>
                </a:moveTo>
                <a:lnTo>
                  <a:pt x="10855" y="45138"/>
                </a:lnTo>
                <a:lnTo>
                  <a:pt x="7194" y="41935"/>
                </a:lnTo>
                <a:lnTo>
                  <a:pt x="3992" y="38275"/>
                </a:lnTo>
                <a:lnTo>
                  <a:pt x="323" y="29417"/>
                </a:lnTo>
                <a:lnTo>
                  <a:pt x="0" y="24565"/>
                </a:lnTo>
                <a:lnTo>
                  <a:pt x="323" y="19712"/>
                </a:lnTo>
                <a:lnTo>
                  <a:pt x="3992" y="10855"/>
                </a:lnTo>
                <a:lnTo>
                  <a:pt x="7194" y="7194"/>
                </a:lnTo>
                <a:lnTo>
                  <a:pt x="10855" y="3992"/>
                </a:lnTo>
                <a:lnTo>
                  <a:pt x="19712" y="323"/>
                </a:lnTo>
                <a:lnTo>
                  <a:pt x="24565" y="0"/>
                </a:lnTo>
                <a:lnTo>
                  <a:pt x="29417" y="323"/>
                </a:lnTo>
                <a:lnTo>
                  <a:pt x="38275" y="3992"/>
                </a:lnTo>
                <a:lnTo>
                  <a:pt x="41935" y="7194"/>
                </a:lnTo>
                <a:lnTo>
                  <a:pt x="45138" y="10855"/>
                </a:lnTo>
                <a:lnTo>
                  <a:pt x="48806" y="19712"/>
                </a:lnTo>
                <a:lnTo>
                  <a:pt x="49130" y="24565"/>
                </a:lnTo>
                <a:lnTo>
                  <a:pt x="48806" y="29417"/>
                </a:lnTo>
                <a:lnTo>
                  <a:pt x="45138" y="38275"/>
                </a:lnTo>
                <a:lnTo>
                  <a:pt x="41935" y="41935"/>
                </a:lnTo>
                <a:lnTo>
                  <a:pt x="38275" y="45138"/>
                </a:lnTo>
                <a:lnTo>
                  <a:pt x="29417" y="48806"/>
                </a:lnTo>
                <a:lnTo>
                  <a:pt x="24565" y="49130"/>
                </a:lnTo>
                <a:lnTo>
                  <a:pt x="19712" y="48806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80" name="Shape 280"/>
          <p:cNvSpPr/>
          <p:nvPr/>
        </p:nvSpPr>
        <p:spPr>
          <a:xfrm>
            <a:off x="3249852" y="2796665"/>
            <a:ext cx="73695" cy="74923"/>
          </a:xfrm>
          <a:custGeom>
            <a:avLst/>
            <a:gdLst/>
            <a:ahLst/>
            <a:cxnLst/>
            <a:rect l="0" t="0" r="r" b="b"/>
            <a:pathLst>
              <a:path w="73695" h="74923">
                <a:moveTo>
                  <a:pt x="19748" y="74520"/>
                </a:moveTo>
                <a:lnTo>
                  <a:pt x="10075" y="71296"/>
                </a:lnTo>
                <a:lnTo>
                  <a:pt x="3627" y="64848"/>
                </a:lnTo>
                <a:lnTo>
                  <a:pt x="403" y="55175"/>
                </a:lnTo>
                <a:lnTo>
                  <a:pt x="0" y="49130"/>
                </a:lnTo>
                <a:lnTo>
                  <a:pt x="0" y="25793"/>
                </a:lnTo>
                <a:lnTo>
                  <a:pt x="403" y="19748"/>
                </a:lnTo>
                <a:lnTo>
                  <a:pt x="3627" y="10075"/>
                </a:lnTo>
                <a:lnTo>
                  <a:pt x="10075" y="3627"/>
                </a:lnTo>
                <a:lnTo>
                  <a:pt x="19748" y="403"/>
                </a:lnTo>
                <a:lnTo>
                  <a:pt x="25793" y="0"/>
                </a:lnTo>
                <a:lnTo>
                  <a:pt x="47902" y="0"/>
                </a:lnTo>
                <a:lnTo>
                  <a:pt x="53947" y="403"/>
                </a:lnTo>
                <a:lnTo>
                  <a:pt x="63619" y="3627"/>
                </a:lnTo>
                <a:lnTo>
                  <a:pt x="70068" y="10075"/>
                </a:lnTo>
                <a:lnTo>
                  <a:pt x="73292" y="19748"/>
                </a:lnTo>
                <a:lnTo>
                  <a:pt x="73695" y="25793"/>
                </a:lnTo>
                <a:lnTo>
                  <a:pt x="73695" y="49130"/>
                </a:lnTo>
                <a:lnTo>
                  <a:pt x="73292" y="55175"/>
                </a:lnTo>
                <a:lnTo>
                  <a:pt x="70068" y="64848"/>
                </a:lnTo>
                <a:lnTo>
                  <a:pt x="63619" y="71296"/>
                </a:lnTo>
                <a:lnTo>
                  <a:pt x="53947" y="74520"/>
                </a:lnTo>
                <a:lnTo>
                  <a:pt x="47902" y="74923"/>
                </a:lnTo>
                <a:lnTo>
                  <a:pt x="25793" y="74923"/>
                </a:lnTo>
                <a:lnTo>
                  <a:pt x="19748" y="74520"/>
                </a:lnTo>
                <a:close/>
              </a:path>
            </a:pathLst>
          </a:custGeom>
          <a:solidFill>
            <a:srgbClr val="1F2126"/>
          </a:solidFill>
          <a:ln>
            <a:noFill/>
          </a:ln>
        </p:spPr>
      </p:sp>
      <p:sp>
        <p:nvSpPr>
          <p:cNvPr id="281" name="Shape 281"/>
          <p:cNvSpPr/>
          <p:nvPr/>
        </p:nvSpPr>
        <p:spPr>
          <a:xfrm>
            <a:off x="3268055" y="2866675"/>
            <a:ext cx="2431" cy="115456"/>
          </a:xfrm>
          <a:custGeom>
            <a:avLst/>
            <a:gdLst/>
            <a:ahLst/>
            <a:cxnLst/>
            <a:rect l="0" t="0" r="r" b="b"/>
            <a:pathLst>
              <a:path w="2431" h="115456" fill="none">
                <a:moveTo>
                  <a:pt x="2431" y="0"/>
                </a:moveTo>
                <a:lnTo>
                  <a:pt x="0" y="115456"/>
                </a:lnTo>
              </a:path>
            </a:pathLst>
          </a:custGeom>
          <a:noFill/>
          <a:ln w="27021" cap="rnd">
            <a:solidFill>
              <a:srgbClr val="1F2126"/>
            </a:solidFill>
            <a:round/>
          </a:ln>
        </p:spPr>
      </p:sp>
      <p:sp>
        <p:nvSpPr>
          <p:cNvPr id="282" name="Shape 282"/>
          <p:cNvSpPr/>
          <p:nvPr/>
        </p:nvSpPr>
        <p:spPr>
          <a:xfrm>
            <a:off x="3302913" y="2866675"/>
            <a:ext cx="2431" cy="115456"/>
          </a:xfrm>
          <a:custGeom>
            <a:avLst/>
            <a:gdLst/>
            <a:ahLst/>
            <a:cxnLst/>
            <a:rect l="0" t="0" r="r" b="b"/>
            <a:pathLst>
              <a:path w="2431" h="115456" fill="none">
                <a:moveTo>
                  <a:pt x="0" y="0"/>
                </a:moveTo>
                <a:lnTo>
                  <a:pt x="2431" y="115456"/>
                </a:lnTo>
              </a:path>
            </a:pathLst>
          </a:custGeom>
          <a:noFill/>
          <a:ln w="27021" cap="rnd">
            <a:solidFill>
              <a:srgbClr val="1F2126"/>
            </a:solidFill>
            <a:round/>
          </a:ln>
        </p:spPr>
      </p:sp>
      <p:sp>
        <p:nvSpPr>
          <p:cNvPr id="283" name="Text 283"/>
          <p:cNvSpPr txBox="1"/>
          <p:nvPr/>
        </p:nvSpPr>
        <p:spPr>
          <a:xfrm>
            <a:off x="2133796" y="6557950"/>
            <a:ext cx="352265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Ours</a:t>
            </a:r>
          </a:p>
        </p:txBody>
      </p:sp>
      <p:sp>
        <p:nvSpPr>
          <p:cNvPr id="284" name="Text 284"/>
          <p:cNvSpPr txBox="1"/>
          <p:nvPr/>
        </p:nvSpPr>
        <p:spPr>
          <a:xfrm>
            <a:off x="2761709" y="6557950"/>
            <a:ext cx="341397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π0.5</a:t>
            </a:r>
          </a:p>
        </p:txBody>
      </p:sp>
      <p:sp>
        <p:nvSpPr>
          <p:cNvPr id="285" name="Text 285"/>
          <p:cNvSpPr txBox="1"/>
          <p:nvPr/>
        </p:nvSpPr>
        <p:spPr>
          <a:xfrm>
            <a:off x="3389621" y="6557950"/>
            <a:ext cx="460942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GR00T</a:t>
            </a:r>
          </a:p>
        </p:txBody>
      </p:sp>
      <p:sp>
        <p:nvSpPr>
          <p:cNvPr id="286" name="Text 286"/>
          <p:cNvSpPr txBox="1"/>
          <p:nvPr/>
        </p:nvSpPr>
        <p:spPr>
          <a:xfrm>
            <a:off x="4083948" y="6557950"/>
            <a:ext cx="755899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Text→action</a:t>
            </a:r>
          </a:p>
        </p:txBody>
      </p:sp>
      <p:sp>
        <p:nvSpPr>
          <p:cNvPr id="287" name="Text 287"/>
          <p:cNvSpPr txBox="1"/>
          <p:nvPr/>
        </p:nvSpPr>
        <p:spPr>
          <a:xfrm>
            <a:off x="5176757" y="6557950"/>
            <a:ext cx="928254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Diffusion policy</a:t>
            </a:r>
          </a:p>
        </p:txBody>
      </p:sp>
      <p:sp>
        <p:nvSpPr>
          <p:cNvPr id="288" name="Text 288"/>
          <p:cNvSpPr txBox="1"/>
          <p:nvPr/>
        </p:nvSpPr>
        <p:spPr>
          <a:xfrm>
            <a:off x="6505034" y="6557950"/>
            <a:ext cx="922310" cy="1132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13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GT goal camera</a:t>
            </a:r>
          </a:p>
        </p:txBody>
      </p:sp>
      <p:sp>
        <p:nvSpPr>
          <p:cNvPr id="289" name="Text 289"/>
          <p:cNvSpPr txBox="1"/>
          <p:nvPr/>
        </p:nvSpPr>
        <p:spPr>
          <a:xfrm>
            <a:off x="6608760" y="6559728"/>
            <a:ext cx="3736200" cy="1090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87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d: distance to the GT goal (success d ≤ 0.10 + subject visible, green)</a:t>
            </a:r>
          </a:p>
        </p:txBody>
      </p:sp>
      <p:sp>
        <p:nvSpPr>
          <p:cNvPr id="290" name="Shape 290"/>
          <p:cNvSpPr/>
          <p:nvPr/>
        </p:nvSpPr>
        <p:spPr>
          <a:xfrm>
            <a:off x="2275551" y="1433828"/>
            <a:ext cx="1604555" cy="343408"/>
          </a:xfrm>
          <a:custGeom>
            <a:avLst/>
            <a:gdLst/>
            <a:ahLst/>
            <a:cxnLst/>
            <a:rect l="0" t="0" r="r" b="b"/>
            <a:pathLst>
              <a:path w="1604555" h="343408" fill="none">
                <a:moveTo>
                  <a:pt x="1604555" y="0"/>
                </a:moveTo>
                <a:lnTo>
                  <a:pt x="1514623" y="51680"/>
                </a:lnTo>
                <a:lnTo>
                  <a:pt x="1418863" y="100812"/>
                </a:lnTo>
                <a:lnTo>
                  <a:pt x="1317811" y="146169"/>
                </a:lnTo>
                <a:lnTo>
                  <a:pt x="1215864" y="189023"/>
                </a:lnTo>
                <a:lnTo>
                  <a:pt x="1108863" y="228327"/>
                </a:lnTo>
                <a:lnTo>
                  <a:pt x="994659" y="262501"/>
                </a:lnTo>
                <a:lnTo>
                  <a:pt x="875188" y="290120"/>
                </a:lnTo>
                <a:lnTo>
                  <a:pt x="753714" y="311920"/>
                </a:lnTo>
                <a:lnTo>
                  <a:pt x="629747" y="327418"/>
                </a:lnTo>
                <a:lnTo>
                  <a:pt x="504736" y="338647"/>
                </a:lnTo>
                <a:lnTo>
                  <a:pt x="379261" y="343408"/>
                </a:lnTo>
                <a:lnTo>
                  <a:pt x="251952" y="340003"/>
                </a:lnTo>
                <a:lnTo>
                  <a:pt x="125847" y="327972"/>
                </a:lnTo>
                <a:lnTo>
                  <a:pt x="0" y="306198"/>
                </a:lnTo>
              </a:path>
            </a:pathLst>
          </a:custGeom>
          <a:noFill/>
          <a:ln w="20125" cap="rnd">
            <a:solidFill>
              <a:srgbClr val="22855A">
                <a:alpha val="95000"/>
              </a:srgbClr>
            </a:solidFill>
            <a:round/>
          </a:ln>
        </p:spPr>
      </p:sp>
      <p:sp>
        <p:nvSpPr>
          <p:cNvPr id="291" name="Shape 291"/>
          <p:cNvSpPr/>
          <p:nvPr/>
        </p:nvSpPr>
        <p:spPr>
          <a:xfrm>
            <a:off x="1779924" y="1650069"/>
            <a:ext cx="4421886" cy="5069253"/>
          </a:xfrm>
          <a:custGeom>
            <a:avLst/>
            <a:gdLst/>
            <a:ahLst/>
            <a:cxnLst/>
            <a:rect l="0" t="0" r="r" b="b"/>
            <a:pathLst>
              <a:path w="4421886" h="5069253">
                <a:moveTo>
                  <a:pt x="4099544" y="142554"/>
                </a:moveTo>
                <a:lnTo>
                  <a:pt x="4396729" y="142554"/>
                </a:lnTo>
                <a:quadBezTo>
                  <a:pt x="4421886" y="142554"/>
                  <a:pt x="4421886" y="117398"/>
                </a:quadBezTo>
                <a:lnTo>
                  <a:pt x="4421886" y="25156"/>
                </a:lnTo>
                <a:quadBezTo>
                  <a:pt x="4421886" y="0"/>
                  <a:pt x="4396729" y="0"/>
                </a:quadBezTo>
                <a:lnTo>
                  <a:pt x="4099544" y="0"/>
                </a:lnTo>
                <a:quadBezTo>
                  <a:pt x="4074387" y="0"/>
                  <a:pt x="4074387" y="25156"/>
                </a:quadBezTo>
                <a:lnTo>
                  <a:pt x="4074387" y="117398"/>
                </a:lnTo>
                <a:quadBezTo>
                  <a:pt x="4074387" y="142554"/>
                  <a:pt x="4099544" y="142554"/>
                </a:quadBezTo>
                <a:close/>
              </a:path>
            </a:pathLst>
          </a:custGeom>
          <a:solidFill>
            <a:srgbClr val="248559">
              <a:alpha val="90000"/>
            </a:srgbClr>
          </a:solidFill>
          <a:ln>
            <a:noFill/>
          </a:ln>
        </p:spPr>
      </p:sp>
      <p:sp>
        <p:nvSpPr>
          <p:cNvPr id="292" name="Text 292"/>
          <p:cNvSpPr txBox="1"/>
          <p:nvPr/>
        </p:nvSpPr>
        <p:spPr>
          <a:xfrm>
            <a:off x="5669759" y="1676903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0.05</a:t>
            </a:r>
          </a:p>
        </p:txBody>
      </p:sp>
      <p:sp>
        <p:nvSpPr>
          <p:cNvPr id="293" name="Shape 293"/>
          <p:cNvSpPr/>
          <p:nvPr/>
        </p:nvSpPr>
        <p:spPr>
          <a:xfrm>
            <a:off x="1779924" y="1650069"/>
            <a:ext cx="5442244" cy="5069253"/>
          </a:xfrm>
          <a:custGeom>
            <a:avLst/>
            <a:gdLst/>
            <a:ahLst/>
            <a:cxnLst/>
            <a:rect l="0" t="0" r="r" b="b"/>
            <a:pathLst>
              <a:path w="5442244" h="5069253">
                <a:moveTo>
                  <a:pt x="5119902" y="142554"/>
                </a:moveTo>
                <a:lnTo>
                  <a:pt x="5417087" y="142554"/>
                </a:lnTo>
                <a:quadBezTo>
                  <a:pt x="5442244" y="142554"/>
                  <a:pt x="5442244" y="117398"/>
                </a:quadBezTo>
                <a:lnTo>
                  <a:pt x="5442244" y="25156"/>
                </a:lnTo>
                <a:quadBezTo>
                  <a:pt x="5442244" y="0"/>
                  <a:pt x="5417087" y="0"/>
                </a:quadBezTo>
                <a:lnTo>
                  <a:pt x="5119902" y="0"/>
                </a:lnTo>
                <a:quadBezTo>
                  <a:pt x="5094745" y="0"/>
                  <a:pt x="5094745" y="25156"/>
                </a:quadBezTo>
                <a:lnTo>
                  <a:pt x="5094745" y="117398"/>
                </a:lnTo>
                <a:quadBezTo>
                  <a:pt x="5094745" y="142554"/>
                  <a:pt x="5119902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294" name="Text 294"/>
          <p:cNvSpPr txBox="1"/>
          <p:nvPr/>
        </p:nvSpPr>
        <p:spPr>
          <a:xfrm>
            <a:off x="6690117" y="1676903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0.11</a:t>
            </a:r>
          </a:p>
        </p:txBody>
      </p:sp>
      <p:sp>
        <p:nvSpPr>
          <p:cNvPr id="295" name="Shape 295"/>
          <p:cNvSpPr/>
          <p:nvPr/>
        </p:nvSpPr>
        <p:spPr>
          <a:xfrm>
            <a:off x="1779924" y="1650069"/>
            <a:ext cx="6462602" cy="5069253"/>
          </a:xfrm>
          <a:custGeom>
            <a:avLst/>
            <a:gdLst/>
            <a:ahLst/>
            <a:cxnLst/>
            <a:rect l="0" t="0" r="r" b="b"/>
            <a:pathLst>
              <a:path w="6462602" h="5069253">
                <a:moveTo>
                  <a:pt x="6140260" y="142554"/>
                </a:moveTo>
                <a:lnTo>
                  <a:pt x="6437445" y="142554"/>
                </a:lnTo>
                <a:quadBezTo>
                  <a:pt x="6462602" y="142554"/>
                  <a:pt x="6462602" y="117398"/>
                </a:quadBezTo>
                <a:lnTo>
                  <a:pt x="6462602" y="25156"/>
                </a:lnTo>
                <a:quadBezTo>
                  <a:pt x="6462602" y="0"/>
                  <a:pt x="6437445" y="0"/>
                </a:quadBezTo>
                <a:lnTo>
                  <a:pt x="6140260" y="0"/>
                </a:lnTo>
                <a:quadBezTo>
                  <a:pt x="6115103" y="0"/>
                  <a:pt x="6115103" y="25156"/>
                </a:quadBezTo>
                <a:lnTo>
                  <a:pt x="6115103" y="117398"/>
                </a:lnTo>
                <a:quadBezTo>
                  <a:pt x="6115103" y="142554"/>
                  <a:pt x="6140260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296" name="Text 296"/>
          <p:cNvSpPr txBox="1"/>
          <p:nvPr/>
        </p:nvSpPr>
        <p:spPr>
          <a:xfrm>
            <a:off x="7710475" y="1676903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0.13</a:t>
            </a:r>
          </a:p>
        </p:txBody>
      </p:sp>
      <p:sp>
        <p:nvSpPr>
          <p:cNvPr id="297" name="Shape 297"/>
          <p:cNvSpPr/>
          <p:nvPr/>
        </p:nvSpPr>
        <p:spPr>
          <a:xfrm>
            <a:off x="1779924" y="1650069"/>
            <a:ext cx="7482960" cy="5069253"/>
          </a:xfrm>
          <a:custGeom>
            <a:avLst/>
            <a:gdLst/>
            <a:ahLst/>
            <a:cxnLst/>
            <a:rect l="0" t="0" r="r" b="b"/>
            <a:pathLst>
              <a:path w="7482960" h="5069253">
                <a:moveTo>
                  <a:pt x="7160618" y="142554"/>
                </a:moveTo>
                <a:lnTo>
                  <a:pt x="7457803" y="142554"/>
                </a:lnTo>
                <a:quadBezTo>
                  <a:pt x="7482960" y="142554"/>
                  <a:pt x="7482960" y="117398"/>
                </a:quadBezTo>
                <a:lnTo>
                  <a:pt x="7482960" y="25156"/>
                </a:lnTo>
                <a:quadBezTo>
                  <a:pt x="7482960" y="0"/>
                  <a:pt x="7457803" y="0"/>
                </a:quadBezTo>
                <a:lnTo>
                  <a:pt x="7160618" y="0"/>
                </a:lnTo>
                <a:quadBezTo>
                  <a:pt x="7135461" y="0"/>
                  <a:pt x="7135461" y="25156"/>
                </a:quadBezTo>
                <a:lnTo>
                  <a:pt x="7135461" y="117398"/>
                </a:lnTo>
                <a:quadBezTo>
                  <a:pt x="7135461" y="142554"/>
                  <a:pt x="7160618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298" name="Text 298"/>
          <p:cNvSpPr txBox="1"/>
          <p:nvPr/>
        </p:nvSpPr>
        <p:spPr>
          <a:xfrm>
            <a:off x="8730833" y="1676903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0.56</a:t>
            </a:r>
          </a:p>
        </p:txBody>
      </p:sp>
      <p:sp>
        <p:nvSpPr>
          <p:cNvPr id="299" name="Shape 299"/>
          <p:cNvSpPr/>
          <p:nvPr/>
        </p:nvSpPr>
        <p:spPr>
          <a:xfrm>
            <a:off x="1779924" y="1650069"/>
            <a:ext cx="8503318" cy="5069253"/>
          </a:xfrm>
          <a:custGeom>
            <a:avLst/>
            <a:gdLst/>
            <a:ahLst/>
            <a:cxnLst/>
            <a:rect l="0" t="0" r="r" b="b"/>
            <a:pathLst>
              <a:path w="8503318" h="5069253">
                <a:moveTo>
                  <a:pt x="8180976" y="142554"/>
                </a:moveTo>
                <a:lnTo>
                  <a:pt x="8478161" y="142554"/>
                </a:lnTo>
                <a:quadBezTo>
                  <a:pt x="8503318" y="142554"/>
                  <a:pt x="8503318" y="117398"/>
                </a:quadBezTo>
                <a:lnTo>
                  <a:pt x="8503318" y="25156"/>
                </a:lnTo>
                <a:quadBezTo>
                  <a:pt x="8503318" y="0"/>
                  <a:pt x="8478161" y="0"/>
                </a:quadBezTo>
                <a:lnTo>
                  <a:pt x="8180976" y="0"/>
                </a:lnTo>
                <a:quadBezTo>
                  <a:pt x="8155819" y="0"/>
                  <a:pt x="8155819" y="25156"/>
                </a:quadBezTo>
                <a:lnTo>
                  <a:pt x="8155819" y="117398"/>
                </a:lnTo>
                <a:quadBezTo>
                  <a:pt x="8155819" y="142554"/>
                  <a:pt x="8180976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00" name="Text 300"/>
          <p:cNvSpPr txBox="1"/>
          <p:nvPr/>
        </p:nvSpPr>
        <p:spPr>
          <a:xfrm>
            <a:off x="9751191" y="1676903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0.14</a:t>
            </a:r>
          </a:p>
        </p:txBody>
      </p:sp>
      <p:sp>
        <p:nvSpPr>
          <p:cNvPr id="301" name="Shape 301"/>
          <p:cNvSpPr/>
          <p:nvPr/>
        </p:nvSpPr>
        <p:spPr>
          <a:xfrm>
            <a:off x="2391527" y="2988834"/>
            <a:ext cx="1172114" cy="308499"/>
          </a:xfrm>
          <a:custGeom>
            <a:avLst/>
            <a:gdLst/>
            <a:ahLst/>
            <a:cxnLst/>
            <a:rect l="0" t="0" r="r" b="b"/>
            <a:pathLst>
              <a:path w="1172114" h="308499" fill="none">
                <a:moveTo>
                  <a:pt x="0" y="308499"/>
                </a:moveTo>
                <a:lnTo>
                  <a:pt x="119698" y="287796"/>
                </a:lnTo>
                <a:lnTo>
                  <a:pt x="235038" y="263420"/>
                </a:lnTo>
                <a:lnTo>
                  <a:pt x="342444" y="239283"/>
                </a:lnTo>
                <a:lnTo>
                  <a:pt x="442123" y="216148"/>
                </a:lnTo>
                <a:lnTo>
                  <a:pt x="534929" y="192901"/>
                </a:lnTo>
                <a:lnTo>
                  <a:pt x="620288" y="169969"/>
                </a:lnTo>
                <a:lnTo>
                  <a:pt x="698393" y="148756"/>
                </a:lnTo>
                <a:lnTo>
                  <a:pt x="773569" y="128246"/>
                </a:lnTo>
                <a:lnTo>
                  <a:pt x="841646" y="106878"/>
                </a:lnTo>
                <a:lnTo>
                  <a:pt x="905931" y="88317"/>
                </a:lnTo>
                <a:lnTo>
                  <a:pt x="965650" y="69021"/>
                </a:lnTo>
                <a:lnTo>
                  <a:pt x="1022097" y="50518"/>
                </a:lnTo>
                <a:lnTo>
                  <a:pt x="1074915" y="35113"/>
                </a:lnTo>
                <a:lnTo>
                  <a:pt x="1126543" y="16597"/>
                </a:lnTo>
                <a:lnTo>
                  <a:pt x="1172114" y="0"/>
                </a:lnTo>
              </a:path>
            </a:pathLst>
          </a:custGeom>
          <a:noFill/>
          <a:ln w="20125" cap="rnd">
            <a:solidFill>
              <a:srgbClr val="22855A">
                <a:alpha val="95000"/>
              </a:srgbClr>
            </a:solidFill>
            <a:round/>
          </a:ln>
        </p:spPr>
      </p:sp>
      <p:sp>
        <p:nvSpPr>
          <p:cNvPr id="302" name="Shape 302"/>
          <p:cNvSpPr/>
          <p:nvPr/>
        </p:nvSpPr>
        <p:spPr>
          <a:xfrm>
            <a:off x="1779924" y="3074948"/>
            <a:ext cx="4421886" cy="3644375"/>
          </a:xfrm>
          <a:custGeom>
            <a:avLst/>
            <a:gdLst/>
            <a:ahLst/>
            <a:cxnLst/>
            <a:rect l="0" t="0" r="r" b="b"/>
            <a:pathLst>
              <a:path w="4421886" h="3644375">
                <a:moveTo>
                  <a:pt x="4099544" y="142554"/>
                </a:moveTo>
                <a:lnTo>
                  <a:pt x="4396729" y="142554"/>
                </a:lnTo>
                <a:quadBezTo>
                  <a:pt x="4421886" y="142554"/>
                  <a:pt x="4421886" y="117398"/>
                </a:quadBezTo>
                <a:lnTo>
                  <a:pt x="4421886" y="25156"/>
                </a:lnTo>
                <a:quadBezTo>
                  <a:pt x="4421886" y="0"/>
                  <a:pt x="4396729" y="0"/>
                </a:quadBezTo>
                <a:lnTo>
                  <a:pt x="4099544" y="0"/>
                </a:lnTo>
                <a:quadBezTo>
                  <a:pt x="4074387" y="0"/>
                  <a:pt x="4074387" y="25156"/>
                </a:quadBezTo>
                <a:lnTo>
                  <a:pt x="4074387" y="117398"/>
                </a:lnTo>
                <a:quadBezTo>
                  <a:pt x="4074387" y="142554"/>
                  <a:pt x="4099544" y="142554"/>
                </a:quadBezTo>
                <a:close/>
              </a:path>
            </a:pathLst>
          </a:custGeom>
          <a:solidFill>
            <a:srgbClr val="248559">
              <a:alpha val="90000"/>
            </a:srgbClr>
          </a:solidFill>
          <a:ln>
            <a:noFill/>
          </a:ln>
        </p:spPr>
      </p:sp>
      <p:sp>
        <p:nvSpPr>
          <p:cNvPr id="303" name="Text 303"/>
          <p:cNvSpPr txBox="1"/>
          <p:nvPr/>
        </p:nvSpPr>
        <p:spPr>
          <a:xfrm>
            <a:off x="5669759" y="3101781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0.05</a:t>
            </a:r>
          </a:p>
        </p:txBody>
      </p:sp>
      <p:sp>
        <p:nvSpPr>
          <p:cNvPr id="304" name="Shape 304"/>
          <p:cNvSpPr/>
          <p:nvPr/>
        </p:nvSpPr>
        <p:spPr>
          <a:xfrm>
            <a:off x="1779924" y="3074948"/>
            <a:ext cx="5442244" cy="3644375"/>
          </a:xfrm>
          <a:custGeom>
            <a:avLst/>
            <a:gdLst/>
            <a:ahLst/>
            <a:cxnLst/>
            <a:rect l="0" t="0" r="r" b="b"/>
            <a:pathLst>
              <a:path w="5442244" h="3644375">
                <a:moveTo>
                  <a:pt x="5119902" y="142554"/>
                </a:moveTo>
                <a:lnTo>
                  <a:pt x="5417087" y="142554"/>
                </a:lnTo>
                <a:quadBezTo>
                  <a:pt x="5442244" y="142554"/>
                  <a:pt x="5442244" y="117398"/>
                </a:quadBezTo>
                <a:lnTo>
                  <a:pt x="5442244" y="25156"/>
                </a:lnTo>
                <a:quadBezTo>
                  <a:pt x="5442244" y="0"/>
                  <a:pt x="5417087" y="0"/>
                </a:quadBezTo>
                <a:lnTo>
                  <a:pt x="5119902" y="0"/>
                </a:lnTo>
                <a:quadBezTo>
                  <a:pt x="5094745" y="0"/>
                  <a:pt x="5094745" y="25156"/>
                </a:quadBezTo>
                <a:lnTo>
                  <a:pt x="5094745" y="117398"/>
                </a:lnTo>
                <a:quadBezTo>
                  <a:pt x="5094745" y="142554"/>
                  <a:pt x="5119902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05" name="Text 305"/>
          <p:cNvSpPr txBox="1"/>
          <p:nvPr/>
        </p:nvSpPr>
        <p:spPr>
          <a:xfrm>
            <a:off x="6690117" y="3101781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0.13</a:t>
            </a:r>
          </a:p>
        </p:txBody>
      </p:sp>
      <p:sp>
        <p:nvSpPr>
          <p:cNvPr id="306" name="Shape 306"/>
          <p:cNvSpPr/>
          <p:nvPr/>
        </p:nvSpPr>
        <p:spPr>
          <a:xfrm>
            <a:off x="1779924" y="3074948"/>
            <a:ext cx="6462602" cy="3644375"/>
          </a:xfrm>
          <a:custGeom>
            <a:avLst/>
            <a:gdLst/>
            <a:ahLst/>
            <a:cxnLst/>
            <a:rect l="0" t="0" r="r" b="b"/>
            <a:pathLst>
              <a:path w="6462602" h="3644375">
                <a:moveTo>
                  <a:pt x="6140260" y="142554"/>
                </a:moveTo>
                <a:lnTo>
                  <a:pt x="6437445" y="142554"/>
                </a:lnTo>
                <a:quadBezTo>
                  <a:pt x="6462602" y="142554"/>
                  <a:pt x="6462602" y="117398"/>
                </a:quadBezTo>
                <a:lnTo>
                  <a:pt x="6462602" y="25156"/>
                </a:lnTo>
                <a:quadBezTo>
                  <a:pt x="6462602" y="0"/>
                  <a:pt x="6437445" y="0"/>
                </a:quadBezTo>
                <a:lnTo>
                  <a:pt x="6140260" y="0"/>
                </a:lnTo>
                <a:quadBezTo>
                  <a:pt x="6115103" y="0"/>
                  <a:pt x="6115103" y="25156"/>
                </a:quadBezTo>
                <a:lnTo>
                  <a:pt x="6115103" y="117398"/>
                </a:lnTo>
                <a:quadBezTo>
                  <a:pt x="6115103" y="142554"/>
                  <a:pt x="6140260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07" name="Text 307"/>
          <p:cNvSpPr txBox="1"/>
          <p:nvPr/>
        </p:nvSpPr>
        <p:spPr>
          <a:xfrm>
            <a:off x="7710475" y="3101781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0.28</a:t>
            </a:r>
          </a:p>
        </p:txBody>
      </p:sp>
      <p:sp>
        <p:nvSpPr>
          <p:cNvPr id="308" name="Shape 308"/>
          <p:cNvSpPr/>
          <p:nvPr/>
        </p:nvSpPr>
        <p:spPr>
          <a:xfrm>
            <a:off x="1779924" y="3074948"/>
            <a:ext cx="7482960" cy="3644375"/>
          </a:xfrm>
          <a:custGeom>
            <a:avLst/>
            <a:gdLst/>
            <a:ahLst/>
            <a:cxnLst/>
            <a:rect l="0" t="0" r="r" b="b"/>
            <a:pathLst>
              <a:path w="7482960" h="3644375">
                <a:moveTo>
                  <a:pt x="7160618" y="142554"/>
                </a:moveTo>
                <a:lnTo>
                  <a:pt x="7457803" y="142554"/>
                </a:lnTo>
                <a:quadBezTo>
                  <a:pt x="7482960" y="142554"/>
                  <a:pt x="7482960" y="117398"/>
                </a:quadBezTo>
                <a:lnTo>
                  <a:pt x="7482960" y="25156"/>
                </a:lnTo>
                <a:quadBezTo>
                  <a:pt x="7482960" y="0"/>
                  <a:pt x="7457803" y="0"/>
                </a:quadBezTo>
                <a:lnTo>
                  <a:pt x="7160618" y="0"/>
                </a:lnTo>
                <a:quadBezTo>
                  <a:pt x="7135461" y="0"/>
                  <a:pt x="7135461" y="25156"/>
                </a:quadBezTo>
                <a:lnTo>
                  <a:pt x="7135461" y="117398"/>
                </a:lnTo>
                <a:quadBezTo>
                  <a:pt x="7135461" y="142554"/>
                  <a:pt x="7160618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09" name="Text 309"/>
          <p:cNvSpPr txBox="1"/>
          <p:nvPr/>
        </p:nvSpPr>
        <p:spPr>
          <a:xfrm>
            <a:off x="8730833" y="3101781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0.24</a:t>
            </a:r>
          </a:p>
        </p:txBody>
      </p:sp>
      <p:sp>
        <p:nvSpPr>
          <p:cNvPr id="310" name="Shape 310"/>
          <p:cNvSpPr/>
          <p:nvPr/>
        </p:nvSpPr>
        <p:spPr>
          <a:xfrm>
            <a:off x="1779924" y="3074948"/>
            <a:ext cx="8503318" cy="3644375"/>
          </a:xfrm>
          <a:custGeom>
            <a:avLst/>
            <a:gdLst/>
            <a:ahLst/>
            <a:cxnLst/>
            <a:rect l="0" t="0" r="r" b="b"/>
            <a:pathLst>
              <a:path w="8503318" h="3644375">
                <a:moveTo>
                  <a:pt x="8180976" y="142554"/>
                </a:moveTo>
                <a:lnTo>
                  <a:pt x="8478161" y="142554"/>
                </a:lnTo>
                <a:quadBezTo>
                  <a:pt x="8503318" y="142554"/>
                  <a:pt x="8503318" y="117398"/>
                </a:quadBezTo>
                <a:lnTo>
                  <a:pt x="8503318" y="25156"/>
                </a:lnTo>
                <a:quadBezTo>
                  <a:pt x="8503318" y="0"/>
                  <a:pt x="8478161" y="0"/>
                </a:quadBezTo>
                <a:lnTo>
                  <a:pt x="8180976" y="0"/>
                </a:lnTo>
                <a:quadBezTo>
                  <a:pt x="8155819" y="0"/>
                  <a:pt x="8155819" y="25156"/>
                </a:quadBezTo>
                <a:lnTo>
                  <a:pt x="8155819" y="117398"/>
                </a:lnTo>
                <a:quadBezTo>
                  <a:pt x="8155819" y="142554"/>
                  <a:pt x="8180976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11" name="Text 311"/>
          <p:cNvSpPr txBox="1"/>
          <p:nvPr/>
        </p:nvSpPr>
        <p:spPr>
          <a:xfrm>
            <a:off x="9751191" y="3101781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0.40</a:t>
            </a:r>
          </a:p>
        </p:txBody>
      </p:sp>
      <p:sp>
        <p:nvSpPr>
          <p:cNvPr id="312" name="Shape 312"/>
          <p:cNvSpPr/>
          <p:nvPr/>
        </p:nvSpPr>
        <p:spPr>
          <a:xfrm>
            <a:off x="2331924" y="4233861"/>
            <a:ext cx="1601082" cy="399480"/>
          </a:xfrm>
          <a:custGeom>
            <a:avLst/>
            <a:gdLst/>
            <a:ahLst/>
            <a:cxnLst/>
            <a:rect l="0" t="0" r="r" b="b"/>
            <a:pathLst>
              <a:path w="1601082" h="399480" fill="none">
                <a:moveTo>
                  <a:pt x="1601082" y="0"/>
                </a:moveTo>
                <a:lnTo>
                  <a:pt x="1534113" y="24610"/>
                </a:lnTo>
                <a:lnTo>
                  <a:pt x="1464740" y="48664"/>
                </a:lnTo>
                <a:lnTo>
                  <a:pt x="1392657" y="73743"/>
                </a:lnTo>
                <a:lnTo>
                  <a:pt x="1316911" y="99262"/>
                </a:lnTo>
                <a:lnTo>
                  <a:pt x="1236499" y="125790"/>
                </a:lnTo>
                <a:lnTo>
                  <a:pt x="1150803" y="152088"/>
                </a:lnTo>
                <a:lnTo>
                  <a:pt x="1059813" y="179816"/>
                </a:lnTo>
                <a:lnTo>
                  <a:pt x="960860" y="207925"/>
                </a:lnTo>
                <a:lnTo>
                  <a:pt x="855390" y="238041"/>
                </a:lnTo>
                <a:lnTo>
                  <a:pt x="742322" y="267204"/>
                </a:lnTo>
                <a:lnTo>
                  <a:pt x="618560" y="297180"/>
                </a:lnTo>
                <a:lnTo>
                  <a:pt x="481893" y="327220"/>
                </a:lnTo>
                <a:lnTo>
                  <a:pt x="332117" y="355927"/>
                </a:lnTo>
                <a:lnTo>
                  <a:pt x="169172" y="380304"/>
                </a:lnTo>
                <a:lnTo>
                  <a:pt x="0" y="399480"/>
                </a:lnTo>
              </a:path>
            </a:pathLst>
          </a:custGeom>
          <a:noFill/>
          <a:ln w="20125" cap="rnd">
            <a:solidFill>
              <a:srgbClr val="22855A">
                <a:alpha val="95000"/>
              </a:srgbClr>
            </a:solidFill>
            <a:round/>
          </a:ln>
        </p:spPr>
      </p:sp>
      <p:sp>
        <p:nvSpPr>
          <p:cNvPr id="313" name="Shape 313"/>
          <p:cNvSpPr/>
          <p:nvPr/>
        </p:nvSpPr>
        <p:spPr>
          <a:xfrm>
            <a:off x="1779924" y="4499826"/>
            <a:ext cx="4421886" cy="2219496"/>
          </a:xfrm>
          <a:custGeom>
            <a:avLst/>
            <a:gdLst/>
            <a:ahLst/>
            <a:cxnLst/>
            <a:rect l="0" t="0" r="r" b="b"/>
            <a:pathLst>
              <a:path w="4421886" h="2219496">
                <a:moveTo>
                  <a:pt x="4099544" y="142554"/>
                </a:moveTo>
                <a:lnTo>
                  <a:pt x="4396729" y="142554"/>
                </a:lnTo>
                <a:quadBezTo>
                  <a:pt x="4421886" y="142554"/>
                  <a:pt x="4421886" y="117398"/>
                </a:quadBezTo>
                <a:lnTo>
                  <a:pt x="4421886" y="25156"/>
                </a:lnTo>
                <a:quadBezTo>
                  <a:pt x="4421886" y="0"/>
                  <a:pt x="4396729" y="0"/>
                </a:quadBezTo>
                <a:lnTo>
                  <a:pt x="4099544" y="0"/>
                </a:lnTo>
                <a:quadBezTo>
                  <a:pt x="4074387" y="0"/>
                  <a:pt x="4074387" y="25156"/>
                </a:quadBezTo>
                <a:lnTo>
                  <a:pt x="4074387" y="117398"/>
                </a:lnTo>
                <a:quadBezTo>
                  <a:pt x="4074387" y="142554"/>
                  <a:pt x="4099544" y="142554"/>
                </a:quadBezTo>
                <a:close/>
              </a:path>
            </a:pathLst>
          </a:custGeom>
          <a:solidFill>
            <a:srgbClr val="248559">
              <a:alpha val="90000"/>
            </a:srgbClr>
          </a:solidFill>
          <a:ln>
            <a:noFill/>
          </a:ln>
        </p:spPr>
      </p:sp>
      <p:sp>
        <p:nvSpPr>
          <p:cNvPr id="314" name="Text 314"/>
          <p:cNvSpPr txBox="1"/>
          <p:nvPr/>
        </p:nvSpPr>
        <p:spPr>
          <a:xfrm>
            <a:off x="5669759" y="4526660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0.07</a:t>
            </a:r>
          </a:p>
        </p:txBody>
      </p:sp>
      <p:sp>
        <p:nvSpPr>
          <p:cNvPr id="315" name="Shape 315"/>
          <p:cNvSpPr/>
          <p:nvPr/>
        </p:nvSpPr>
        <p:spPr>
          <a:xfrm>
            <a:off x="1779924" y="4499826"/>
            <a:ext cx="5442244" cy="2219496"/>
          </a:xfrm>
          <a:custGeom>
            <a:avLst/>
            <a:gdLst/>
            <a:ahLst/>
            <a:cxnLst/>
            <a:rect l="0" t="0" r="r" b="b"/>
            <a:pathLst>
              <a:path w="5442244" h="2219496">
                <a:moveTo>
                  <a:pt x="5119902" y="142554"/>
                </a:moveTo>
                <a:lnTo>
                  <a:pt x="5417087" y="142554"/>
                </a:lnTo>
                <a:quadBezTo>
                  <a:pt x="5442244" y="142554"/>
                  <a:pt x="5442244" y="117398"/>
                </a:quadBezTo>
                <a:lnTo>
                  <a:pt x="5442244" y="25156"/>
                </a:lnTo>
                <a:quadBezTo>
                  <a:pt x="5442244" y="0"/>
                  <a:pt x="5417087" y="0"/>
                </a:quadBezTo>
                <a:lnTo>
                  <a:pt x="5119902" y="0"/>
                </a:lnTo>
                <a:quadBezTo>
                  <a:pt x="5094745" y="0"/>
                  <a:pt x="5094745" y="25156"/>
                </a:quadBezTo>
                <a:lnTo>
                  <a:pt x="5094745" y="117398"/>
                </a:lnTo>
                <a:quadBezTo>
                  <a:pt x="5094745" y="142554"/>
                  <a:pt x="5119902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16" name="Text 316"/>
          <p:cNvSpPr txBox="1"/>
          <p:nvPr/>
        </p:nvSpPr>
        <p:spPr>
          <a:xfrm>
            <a:off x="6690117" y="4526660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0.14</a:t>
            </a:r>
          </a:p>
        </p:txBody>
      </p:sp>
      <p:sp>
        <p:nvSpPr>
          <p:cNvPr id="317" name="Shape 317"/>
          <p:cNvSpPr/>
          <p:nvPr/>
        </p:nvSpPr>
        <p:spPr>
          <a:xfrm>
            <a:off x="1779924" y="4499826"/>
            <a:ext cx="6462602" cy="2219496"/>
          </a:xfrm>
          <a:custGeom>
            <a:avLst/>
            <a:gdLst/>
            <a:ahLst/>
            <a:cxnLst/>
            <a:rect l="0" t="0" r="r" b="b"/>
            <a:pathLst>
              <a:path w="6462602" h="2219496">
                <a:moveTo>
                  <a:pt x="6140260" y="142554"/>
                </a:moveTo>
                <a:lnTo>
                  <a:pt x="6437445" y="142554"/>
                </a:lnTo>
                <a:quadBezTo>
                  <a:pt x="6462602" y="142554"/>
                  <a:pt x="6462602" y="117398"/>
                </a:quadBezTo>
                <a:lnTo>
                  <a:pt x="6462602" y="25156"/>
                </a:lnTo>
                <a:quadBezTo>
                  <a:pt x="6462602" y="0"/>
                  <a:pt x="6437445" y="0"/>
                </a:quadBezTo>
                <a:lnTo>
                  <a:pt x="6140260" y="0"/>
                </a:lnTo>
                <a:quadBezTo>
                  <a:pt x="6115103" y="0"/>
                  <a:pt x="6115103" y="25156"/>
                </a:quadBezTo>
                <a:lnTo>
                  <a:pt x="6115103" y="117398"/>
                </a:lnTo>
                <a:quadBezTo>
                  <a:pt x="6115103" y="142554"/>
                  <a:pt x="6140260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18" name="Text 318"/>
          <p:cNvSpPr txBox="1"/>
          <p:nvPr/>
        </p:nvSpPr>
        <p:spPr>
          <a:xfrm>
            <a:off x="7710475" y="4526660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0.14</a:t>
            </a:r>
          </a:p>
        </p:txBody>
      </p:sp>
      <p:sp>
        <p:nvSpPr>
          <p:cNvPr id="319" name="Shape 319"/>
          <p:cNvSpPr/>
          <p:nvPr/>
        </p:nvSpPr>
        <p:spPr>
          <a:xfrm>
            <a:off x="1779924" y="4499826"/>
            <a:ext cx="7482960" cy="2219496"/>
          </a:xfrm>
          <a:custGeom>
            <a:avLst/>
            <a:gdLst/>
            <a:ahLst/>
            <a:cxnLst/>
            <a:rect l="0" t="0" r="r" b="b"/>
            <a:pathLst>
              <a:path w="7482960" h="2219496">
                <a:moveTo>
                  <a:pt x="7160618" y="142554"/>
                </a:moveTo>
                <a:lnTo>
                  <a:pt x="7457803" y="142554"/>
                </a:lnTo>
                <a:quadBezTo>
                  <a:pt x="7482960" y="142554"/>
                  <a:pt x="7482960" y="117398"/>
                </a:quadBezTo>
                <a:lnTo>
                  <a:pt x="7482960" y="25156"/>
                </a:lnTo>
                <a:quadBezTo>
                  <a:pt x="7482960" y="0"/>
                  <a:pt x="7457803" y="0"/>
                </a:quadBezTo>
                <a:lnTo>
                  <a:pt x="7160618" y="0"/>
                </a:lnTo>
                <a:quadBezTo>
                  <a:pt x="7135461" y="0"/>
                  <a:pt x="7135461" y="25156"/>
                </a:quadBezTo>
                <a:lnTo>
                  <a:pt x="7135461" y="117398"/>
                </a:lnTo>
                <a:quadBezTo>
                  <a:pt x="7135461" y="142554"/>
                  <a:pt x="7160618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20" name="Text 320"/>
          <p:cNvSpPr txBox="1"/>
          <p:nvPr/>
        </p:nvSpPr>
        <p:spPr>
          <a:xfrm>
            <a:off x="8730833" y="4526660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0.19</a:t>
            </a:r>
          </a:p>
        </p:txBody>
      </p:sp>
      <p:sp>
        <p:nvSpPr>
          <p:cNvPr id="321" name="Shape 321"/>
          <p:cNvSpPr/>
          <p:nvPr/>
        </p:nvSpPr>
        <p:spPr>
          <a:xfrm>
            <a:off x="1779924" y="4499826"/>
            <a:ext cx="8503318" cy="2219496"/>
          </a:xfrm>
          <a:custGeom>
            <a:avLst/>
            <a:gdLst/>
            <a:ahLst/>
            <a:cxnLst/>
            <a:rect l="0" t="0" r="r" b="b"/>
            <a:pathLst>
              <a:path w="8503318" h="2219496">
                <a:moveTo>
                  <a:pt x="8180976" y="142554"/>
                </a:moveTo>
                <a:lnTo>
                  <a:pt x="8478161" y="142554"/>
                </a:lnTo>
                <a:quadBezTo>
                  <a:pt x="8503318" y="142554"/>
                  <a:pt x="8503318" y="117398"/>
                </a:quadBezTo>
                <a:lnTo>
                  <a:pt x="8503318" y="25156"/>
                </a:lnTo>
                <a:quadBezTo>
                  <a:pt x="8503318" y="0"/>
                  <a:pt x="8478161" y="0"/>
                </a:quadBezTo>
                <a:lnTo>
                  <a:pt x="8180976" y="0"/>
                </a:lnTo>
                <a:quadBezTo>
                  <a:pt x="8155819" y="0"/>
                  <a:pt x="8155819" y="25156"/>
                </a:quadBezTo>
                <a:lnTo>
                  <a:pt x="8155819" y="117398"/>
                </a:lnTo>
                <a:quadBezTo>
                  <a:pt x="8155819" y="142554"/>
                  <a:pt x="8180976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22" name="Text 322"/>
          <p:cNvSpPr txBox="1"/>
          <p:nvPr/>
        </p:nvSpPr>
        <p:spPr>
          <a:xfrm>
            <a:off x="9751191" y="4526660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0.24</a:t>
            </a:r>
          </a:p>
        </p:txBody>
      </p:sp>
      <p:sp>
        <p:nvSpPr>
          <p:cNvPr id="323" name="Shape 323"/>
          <p:cNvSpPr/>
          <p:nvPr/>
        </p:nvSpPr>
        <p:spPr>
          <a:xfrm>
            <a:off x="2598870" y="5734803"/>
            <a:ext cx="1091097" cy="409457"/>
          </a:xfrm>
          <a:custGeom>
            <a:avLst/>
            <a:gdLst/>
            <a:ahLst/>
            <a:cxnLst/>
            <a:rect l="0" t="0" r="r" b="b"/>
            <a:pathLst>
              <a:path w="1091097" h="409457" fill="none">
                <a:moveTo>
                  <a:pt x="0" y="390907"/>
                </a:moveTo>
                <a:lnTo>
                  <a:pt x="63125" y="402814"/>
                </a:lnTo>
                <a:lnTo>
                  <a:pt x="128303" y="408969"/>
                </a:lnTo>
                <a:lnTo>
                  <a:pt x="194216" y="409457"/>
                </a:lnTo>
                <a:lnTo>
                  <a:pt x="260910" y="404399"/>
                </a:lnTo>
                <a:lnTo>
                  <a:pt x="326666" y="394841"/>
                </a:lnTo>
                <a:lnTo>
                  <a:pt x="390755" y="380522"/>
                </a:lnTo>
                <a:lnTo>
                  <a:pt x="452891" y="363011"/>
                </a:lnTo>
                <a:lnTo>
                  <a:pt x="513569" y="342503"/>
                </a:lnTo>
                <a:lnTo>
                  <a:pt x="570813" y="321711"/>
                </a:lnTo>
                <a:lnTo>
                  <a:pt x="625974" y="298543"/>
                </a:lnTo>
                <a:lnTo>
                  <a:pt x="679384" y="273553"/>
                </a:lnTo>
                <a:lnTo>
                  <a:pt x="730241" y="248021"/>
                </a:lnTo>
                <a:lnTo>
                  <a:pt x="778989" y="221595"/>
                </a:lnTo>
                <a:lnTo>
                  <a:pt x="824821" y="194366"/>
                </a:lnTo>
                <a:lnTo>
                  <a:pt x="868519" y="166856"/>
                </a:lnTo>
                <a:lnTo>
                  <a:pt x="910442" y="139584"/>
                </a:lnTo>
                <a:lnTo>
                  <a:pt x="949900" y="111260"/>
                </a:lnTo>
                <a:lnTo>
                  <a:pt x="987731" y="83141"/>
                </a:lnTo>
                <a:lnTo>
                  <a:pt x="1023401" y="55127"/>
                </a:lnTo>
                <a:lnTo>
                  <a:pt x="1057869" y="27171"/>
                </a:lnTo>
                <a:lnTo>
                  <a:pt x="1091097" y="0"/>
                </a:lnTo>
              </a:path>
            </a:pathLst>
          </a:custGeom>
          <a:noFill/>
          <a:ln w="20125" cap="rnd">
            <a:solidFill>
              <a:srgbClr val="22855A">
                <a:alpha val="95000"/>
              </a:srgbClr>
            </a:solidFill>
            <a:round/>
          </a:ln>
        </p:spPr>
      </p:sp>
      <p:sp>
        <p:nvSpPr>
          <p:cNvPr id="324" name="Shape 324"/>
          <p:cNvSpPr/>
          <p:nvPr/>
        </p:nvSpPr>
        <p:spPr>
          <a:xfrm>
            <a:off x="1779924" y="5924705"/>
            <a:ext cx="4421886" cy="794618"/>
          </a:xfrm>
          <a:custGeom>
            <a:avLst/>
            <a:gdLst/>
            <a:ahLst/>
            <a:cxnLst/>
            <a:rect l="0" t="0" r="r" b="b"/>
            <a:pathLst>
              <a:path w="4421886" h="794618">
                <a:moveTo>
                  <a:pt x="4099544" y="142554"/>
                </a:moveTo>
                <a:lnTo>
                  <a:pt x="4396729" y="142554"/>
                </a:lnTo>
                <a:quadBezTo>
                  <a:pt x="4421886" y="142554"/>
                  <a:pt x="4421886" y="117398"/>
                </a:quadBezTo>
                <a:lnTo>
                  <a:pt x="4421886" y="25156"/>
                </a:lnTo>
                <a:quadBezTo>
                  <a:pt x="4421886" y="0"/>
                  <a:pt x="4396729" y="0"/>
                </a:quadBezTo>
                <a:lnTo>
                  <a:pt x="4099544" y="0"/>
                </a:lnTo>
                <a:quadBezTo>
                  <a:pt x="4074387" y="0"/>
                  <a:pt x="4074387" y="25156"/>
                </a:quadBezTo>
                <a:lnTo>
                  <a:pt x="4074387" y="117398"/>
                </a:lnTo>
                <a:quadBezTo>
                  <a:pt x="4074387" y="142554"/>
                  <a:pt x="4099544" y="142554"/>
                </a:quadBezTo>
                <a:close/>
              </a:path>
            </a:pathLst>
          </a:custGeom>
          <a:solidFill>
            <a:srgbClr val="248559">
              <a:alpha val="90000"/>
            </a:srgbClr>
          </a:solidFill>
          <a:ln>
            <a:noFill/>
          </a:ln>
        </p:spPr>
      </p:sp>
      <p:sp>
        <p:nvSpPr>
          <p:cNvPr id="325" name="Text 325"/>
          <p:cNvSpPr txBox="1"/>
          <p:nvPr/>
        </p:nvSpPr>
        <p:spPr>
          <a:xfrm>
            <a:off x="5669759" y="5951539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0.09</a:t>
            </a:r>
          </a:p>
        </p:txBody>
      </p:sp>
      <p:sp>
        <p:nvSpPr>
          <p:cNvPr id="326" name="Shape 326"/>
          <p:cNvSpPr/>
          <p:nvPr/>
        </p:nvSpPr>
        <p:spPr>
          <a:xfrm>
            <a:off x="1779924" y="5924705"/>
            <a:ext cx="5442244" cy="794618"/>
          </a:xfrm>
          <a:custGeom>
            <a:avLst/>
            <a:gdLst/>
            <a:ahLst/>
            <a:cxnLst/>
            <a:rect l="0" t="0" r="r" b="b"/>
            <a:pathLst>
              <a:path w="5442244" h="794618">
                <a:moveTo>
                  <a:pt x="5119902" y="142554"/>
                </a:moveTo>
                <a:lnTo>
                  <a:pt x="5417087" y="142554"/>
                </a:lnTo>
                <a:quadBezTo>
                  <a:pt x="5442244" y="142554"/>
                  <a:pt x="5442244" y="117398"/>
                </a:quadBezTo>
                <a:lnTo>
                  <a:pt x="5442244" y="25156"/>
                </a:lnTo>
                <a:quadBezTo>
                  <a:pt x="5442244" y="0"/>
                  <a:pt x="5417087" y="0"/>
                </a:quadBezTo>
                <a:lnTo>
                  <a:pt x="5119902" y="0"/>
                </a:lnTo>
                <a:quadBezTo>
                  <a:pt x="5094745" y="0"/>
                  <a:pt x="5094745" y="25156"/>
                </a:quadBezTo>
                <a:lnTo>
                  <a:pt x="5094745" y="117398"/>
                </a:lnTo>
                <a:quadBezTo>
                  <a:pt x="5094745" y="142554"/>
                  <a:pt x="5119902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27" name="Text 327"/>
          <p:cNvSpPr txBox="1"/>
          <p:nvPr/>
        </p:nvSpPr>
        <p:spPr>
          <a:xfrm>
            <a:off x="6690117" y="5951539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0.22</a:t>
            </a:r>
          </a:p>
        </p:txBody>
      </p:sp>
      <p:sp>
        <p:nvSpPr>
          <p:cNvPr id="328" name="Shape 328"/>
          <p:cNvSpPr/>
          <p:nvPr/>
        </p:nvSpPr>
        <p:spPr>
          <a:xfrm>
            <a:off x="1779924" y="5924705"/>
            <a:ext cx="6462602" cy="794618"/>
          </a:xfrm>
          <a:custGeom>
            <a:avLst/>
            <a:gdLst/>
            <a:ahLst/>
            <a:cxnLst/>
            <a:rect l="0" t="0" r="r" b="b"/>
            <a:pathLst>
              <a:path w="6462602" h="794618">
                <a:moveTo>
                  <a:pt x="6140260" y="142554"/>
                </a:moveTo>
                <a:lnTo>
                  <a:pt x="6437445" y="142554"/>
                </a:lnTo>
                <a:quadBezTo>
                  <a:pt x="6462602" y="142554"/>
                  <a:pt x="6462602" y="117398"/>
                </a:quadBezTo>
                <a:lnTo>
                  <a:pt x="6462602" y="25156"/>
                </a:lnTo>
                <a:quadBezTo>
                  <a:pt x="6462602" y="0"/>
                  <a:pt x="6437445" y="0"/>
                </a:quadBezTo>
                <a:lnTo>
                  <a:pt x="6140260" y="0"/>
                </a:lnTo>
                <a:quadBezTo>
                  <a:pt x="6115103" y="0"/>
                  <a:pt x="6115103" y="25156"/>
                </a:quadBezTo>
                <a:lnTo>
                  <a:pt x="6115103" y="117398"/>
                </a:lnTo>
                <a:quadBezTo>
                  <a:pt x="6115103" y="142554"/>
                  <a:pt x="6140260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29" name="Text 329"/>
          <p:cNvSpPr txBox="1"/>
          <p:nvPr/>
        </p:nvSpPr>
        <p:spPr>
          <a:xfrm>
            <a:off x="7710475" y="5951539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0.71</a:t>
            </a:r>
          </a:p>
        </p:txBody>
      </p:sp>
      <p:sp>
        <p:nvSpPr>
          <p:cNvPr id="330" name="Shape 330"/>
          <p:cNvSpPr/>
          <p:nvPr/>
        </p:nvSpPr>
        <p:spPr>
          <a:xfrm>
            <a:off x="1779924" y="5924705"/>
            <a:ext cx="7482960" cy="794618"/>
          </a:xfrm>
          <a:custGeom>
            <a:avLst/>
            <a:gdLst/>
            <a:ahLst/>
            <a:cxnLst/>
            <a:rect l="0" t="0" r="r" b="b"/>
            <a:pathLst>
              <a:path w="7482960" h="794618">
                <a:moveTo>
                  <a:pt x="7160618" y="142554"/>
                </a:moveTo>
                <a:lnTo>
                  <a:pt x="7457803" y="142554"/>
                </a:lnTo>
                <a:quadBezTo>
                  <a:pt x="7482960" y="142554"/>
                  <a:pt x="7482960" y="117398"/>
                </a:quadBezTo>
                <a:lnTo>
                  <a:pt x="7482960" y="25156"/>
                </a:lnTo>
                <a:quadBezTo>
                  <a:pt x="7482960" y="0"/>
                  <a:pt x="7457803" y="0"/>
                </a:quadBezTo>
                <a:lnTo>
                  <a:pt x="7160618" y="0"/>
                </a:lnTo>
                <a:quadBezTo>
                  <a:pt x="7135461" y="0"/>
                  <a:pt x="7135461" y="25156"/>
                </a:quadBezTo>
                <a:lnTo>
                  <a:pt x="7135461" y="117398"/>
                </a:lnTo>
                <a:quadBezTo>
                  <a:pt x="7135461" y="142554"/>
                  <a:pt x="7160618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31" name="Text 331"/>
          <p:cNvSpPr txBox="1"/>
          <p:nvPr/>
        </p:nvSpPr>
        <p:spPr>
          <a:xfrm>
            <a:off x="8730833" y="5951539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0.19</a:t>
            </a:r>
          </a:p>
        </p:txBody>
      </p:sp>
      <p:sp>
        <p:nvSpPr>
          <p:cNvPr id="332" name="Shape 332"/>
          <p:cNvSpPr/>
          <p:nvPr/>
        </p:nvSpPr>
        <p:spPr>
          <a:xfrm>
            <a:off x="1779924" y="5924705"/>
            <a:ext cx="8503318" cy="794618"/>
          </a:xfrm>
          <a:custGeom>
            <a:avLst/>
            <a:gdLst/>
            <a:ahLst/>
            <a:cxnLst/>
            <a:rect l="0" t="0" r="r" b="b"/>
            <a:pathLst>
              <a:path w="8503318" h="794618">
                <a:moveTo>
                  <a:pt x="8180976" y="142554"/>
                </a:moveTo>
                <a:lnTo>
                  <a:pt x="8478161" y="142554"/>
                </a:lnTo>
                <a:quadBezTo>
                  <a:pt x="8503318" y="142554"/>
                  <a:pt x="8503318" y="117398"/>
                </a:quadBezTo>
                <a:lnTo>
                  <a:pt x="8503318" y="25156"/>
                </a:lnTo>
                <a:quadBezTo>
                  <a:pt x="8503318" y="0"/>
                  <a:pt x="8478161" y="0"/>
                </a:quadBezTo>
                <a:lnTo>
                  <a:pt x="8180976" y="0"/>
                </a:lnTo>
                <a:quadBezTo>
                  <a:pt x="8155819" y="0"/>
                  <a:pt x="8155819" y="25156"/>
                </a:quadBezTo>
                <a:lnTo>
                  <a:pt x="8155819" y="117398"/>
                </a:lnTo>
                <a:quadBezTo>
                  <a:pt x="8155819" y="142554"/>
                  <a:pt x="8180976" y="142554"/>
                </a:quad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333" name="Text 333"/>
          <p:cNvSpPr txBox="1"/>
          <p:nvPr/>
        </p:nvSpPr>
        <p:spPr>
          <a:xfrm>
            <a:off x="9751191" y="5951539"/>
            <a:ext cx="515280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FFFFFF"/>
                </a:solidFill>
                <a:latin typeface="Courier New"/>
                <a:cs typeface="Courier New"/>
                <a:sym typeface="Cambria Math"/>
              </a:rPr>
              <a:t>d 0.18</a:t>
            </a:r>
          </a:p>
        </p:txBody>
      </p:sp>
      <p:sp>
        <p:nvSpPr>
          <p:cNvPr id="334" name="Shape 334"/>
          <p:cNvSpPr/>
          <p:nvPr/>
        </p:nvSpPr>
        <p:spPr>
          <a:xfrm>
            <a:off x="2257066" y="1665305"/>
            <a:ext cx="18485" cy="74721"/>
          </a:xfrm>
          <a:custGeom>
            <a:avLst/>
            <a:gdLst/>
            <a:ahLst/>
            <a:cxnLst/>
            <a:rect l="0" t="0" r="r" b="b"/>
            <a:pathLst>
              <a:path w="18485" h="74721" fill="none">
                <a:moveTo>
                  <a:pt x="18485" y="74721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35" name="Shape 335"/>
          <p:cNvSpPr/>
          <p:nvPr/>
        </p:nvSpPr>
        <p:spPr>
          <a:xfrm>
            <a:off x="2275551" y="1726107"/>
            <a:ext cx="133396" cy="13919"/>
          </a:xfrm>
          <a:custGeom>
            <a:avLst/>
            <a:gdLst/>
            <a:ahLst/>
            <a:cxnLst/>
            <a:rect l="0" t="0" r="r" b="b"/>
            <a:pathLst>
              <a:path w="133396" h="13919" fill="none">
                <a:moveTo>
                  <a:pt x="0" y="13919"/>
                </a:moveTo>
                <a:lnTo>
                  <a:pt x="133396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36" name="Shape 336"/>
          <p:cNvSpPr/>
          <p:nvPr/>
        </p:nvSpPr>
        <p:spPr>
          <a:xfrm>
            <a:off x="2275551" y="1638365"/>
            <a:ext cx="141785" cy="101661"/>
          </a:xfrm>
          <a:custGeom>
            <a:avLst/>
            <a:gdLst/>
            <a:ahLst/>
            <a:cxnLst/>
            <a:rect l="0" t="0" r="r" b="b"/>
            <a:pathLst>
              <a:path w="141785" h="101661" fill="none">
                <a:moveTo>
                  <a:pt x="0" y="101661"/>
                </a:moveTo>
                <a:lnTo>
                  <a:pt x="141785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37" name="Shape 337"/>
          <p:cNvSpPr/>
          <p:nvPr/>
        </p:nvSpPr>
        <p:spPr>
          <a:xfrm>
            <a:off x="2265243" y="1577536"/>
            <a:ext cx="10307" cy="162490"/>
          </a:xfrm>
          <a:custGeom>
            <a:avLst/>
            <a:gdLst/>
            <a:ahLst/>
            <a:cxnLst/>
            <a:rect l="0" t="0" r="r" b="b"/>
            <a:pathLst>
              <a:path w="10307" h="162490" fill="none">
                <a:moveTo>
                  <a:pt x="10307" y="162490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38" name="Shape 338"/>
          <p:cNvSpPr/>
          <p:nvPr/>
        </p:nvSpPr>
        <p:spPr>
          <a:xfrm>
            <a:off x="3477154" y="2988834"/>
            <a:ext cx="86487" cy="51275"/>
          </a:xfrm>
          <a:custGeom>
            <a:avLst/>
            <a:gdLst/>
            <a:ahLst/>
            <a:cxnLst/>
            <a:rect l="0" t="0" r="r" b="b"/>
            <a:pathLst>
              <a:path w="86487" h="51275" fill="none">
                <a:moveTo>
                  <a:pt x="86487" y="0"/>
                </a:moveTo>
                <a:lnTo>
                  <a:pt x="0" y="51275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39" name="Shape 339"/>
          <p:cNvSpPr/>
          <p:nvPr/>
        </p:nvSpPr>
        <p:spPr>
          <a:xfrm>
            <a:off x="3563642" y="2979841"/>
            <a:ext cx="19831" cy="8992"/>
          </a:xfrm>
          <a:custGeom>
            <a:avLst/>
            <a:gdLst/>
            <a:ahLst/>
            <a:cxnLst/>
            <a:rect l="0" t="0" r="r" b="b"/>
            <a:pathLst>
              <a:path w="19831" h="8992" fill="none">
                <a:moveTo>
                  <a:pt x="0" y="8992"/>
                </a:moveTo>
                <a:lnTo>
                  <a:pt x="19831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0" name="Shape 340"/>
          <p:cNvSpPr/>
          <p:nvPr/>
        </p:nvSpPr>
        <p:spPr>
          <a:xfrm>
            <a:off x="3550785" y="2895785"/>
            <a:ext cx="12856" cy="93048"/>
          </a:xfrm>
          <a:custGeom>
            <a:avLst/>
            <a:gdLst/>
            <a:ahLst/>
            <a:cxnLst/>
            <a:rect l="0" t="0" r="r" b="b"/>
            <a:pathLst>
              <a:path w="12856" h="93048" fill="none">
                <a:moveTo>
                  <a:pt x="12856" y="93048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1" name="Shape 341"/>
          <p:cNvSpPr/>
          <p:nvPr/>
        </p:nvSpPr>
        <p:spPr>
          <a:xfrm>
            <a:off x="3444366" y="2956026"/>
            <a:ext cx="119275" cy="32807"/>
          </a:xfrm>
          <a:custGeom>
            <a:avLst/>
            <a:gdLst/>
            <a:ahLst/>
            <a:cxnLst/>
            <a:rect l="0" t="0" r="r" b="b"/>
            <a:pathLst>
              <a:path w="119275" h="32807" fill="none">
                <a:moveTo>
                  <a:pt x="119275" y="32807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2" name="Shape 342"/>
          <p:cNvSpPr/>
          <p:nvPr/>
        </p:nvSpPr>
        <p:spPr>
          <a:xfrm>
            <a:off x="2331924" y="4576593"/>
            <a:ext cx="7721" cy="56748"/>
          </a:xfrm>
          <a:custGeom>
            <a:avLst/>
            <a:gdLst/>
            <a:ahLst/>
            <a:cxnLst/>
            <a:rect l="0" t="0" r="r" b="b"/>
            <a:pathLst>
              <a:path w="7721" h="56748" fill="none">
                <a:moveTo>
                  <a:pt x="0" y="56748"/>
                </a:moveTo>
                <a:lnTo>
                  <a:pt x="7721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3" name="Shape 343"/>
          <p:cNvSpPr/>
          <p:nvPr/>
        </p:nvSpPr>
        <p:spPr>
          <a:xfrm>
            <a:off x="2331924" y="4633342"/>
            <a:ext cx="158105" cy="48880"/>
          </a:xfrm>
          <a:custGeom>
            <a:avLst/>
            <a:gdLst/>
            <a:ahLst/>
            <a:cxnLst/>
            <a:rect l="0" t="0" r="r" b="b"/>
            <a:pathLst>
              <a:path w="158105" h="48880" fill="none">
                <a:moveTo>
                  <a:pt x="0" y="0"/>
                </a:moveTo>
                <a:lnTo>
                  <a:pt x="158105" y="4888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4" name="Shape 344"/>
          <p:cNvSpPr/>
          <p:nvPr/>
        </p:nvSpPr>
        <p:spPr>
          <a:xfrm>
            <a:off x="2331924" y="4568664"/>
            <a:ext cx="192852" cy="64678"/>
          </a:xfrm>
          <a:custGeom>
            <a:avLst/>
            <a:gdLst/>
            <a:ahLst/>
            <a:cxnLst/>
            <a:rect l="0" t="0" r="r" b="b"/>
            <a:pathLst>
              <a:path w="192852" h="64678" fill="none">
                <a:moveTo>
                  <a:pt x="0" y="64678"/>
                </a:moveTo>
                <a:lnTo>
                  <a:pt x="192852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5" name="Shape 345"/>
          <p:cNvSpPr/>
          <p:nvPr/>
        </p:nvSpPr>
        <p:spPr>
          <a:xfrm>
            <a:off x="2331924" y="4463021"/>
            <a:ext cx="42266" cy="170320"/>
          </a:xfrm>
          <a:custGeom>
            <a:avLst/>
            <a:gdLst/>
            <a:ahLst/>
            <a:cxnLst/>
            <a:rect l="0" t="0" r="r" b="b"/>
            <a:pathLst>
              <a:path w="42266" h="170320" fill="none">
                <a:moveTo>
                  <a:pt x="0" y="170320"/>
                </a:moveTo>
                <a:lnTo>
                  <a:pt x="42266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6" name="Shape 346"/>
          <p:cNvSpPr/>
          <p:nvPr/>
        </p:nvSpPr>
        <p:spPr>
          <a:xfrm>
            <a:off x="3587863" y="5695435"/>
            <a:ext cx="102104" cy="39367"/>
          </a:xfrm>
          <a:custGeom>
            <a:avLst/>
            <a:gdLst/>
            <a:ahLst/>
            <a:cxnLst/>
            <a:rect l="0" t="0" r="r" b="b"/>
            <a:pathLst>
              <a:path w="102104" h="39367" fill="none">
                <a:moveTo>
                  <a:pt x="102104" y="39367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7" name="Shape 347"/>
          <p:cNvSpPr/>
          <p:nvPr/>
        </p:nvSpPr>
        <p:spPr>
          <a:xfrm>
            <a:off x="3689968" y="5653331"/>
            <a:ext cx="10618" cy="81472"/>
          </a:xfrm>
          <a:custGeom>
            <a:avLst/>
            <a:gdLst/>
            <a:ahLst/>
            <a:cxnLst/>
            <a:rect l="0" t="0" r="r" b="b"/>
            <a:pathLst>
              <a:path w="10618" h="81472" fill="none">
                <a:moveTo>
                  <a:pt x="0" y="81472"/>
                </a:moveTo>
                <a:lnTo>
                  <a:pt x="10618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8" name="Shape 348"/>
          <p:cNvSpPr/>
          <p:nvPr/>
        </p:nvSpPr>
        <p:spPr>
          <a:xfrm>
            <a:off x="3689968" y="5608215"/>
            <a:ext cx="16455" cy="126588"/>
          </a:xfrm>
          <a:custGeom>
            <a:avLst/>
            <a:gdLst/>
            <a:ahLst/>
            <a:cxnLst/>
            <a:rect l="0" t="0" r="r" b="b"/>
            <a:pathLst>
              <a:path w="16455" h="126588" fill="none">
                <a:moveTo>
                  <a:pt x="0" y="126588"/>
                </a:moveTo>
                <a:lnTo>
                  <a:pt x="16455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49" name="Shape 349"/>
          <p:cNvSpPr/>
          <p:nvPr/>
        </p:nvSpPr>
        <p:spPr>
          <a:xfrm>
            <a:off x="3593519" y="5650362"/>
            <a:ext cx="96448" cy="84441"/>
          </a:xfrm>
          <a:custGeom>
            <a:avLst/>
            <a:gdLst/>
            <a:ahLst/>
            <a:cxnLst/>
            <a:rect l="0" t="0" r="r" b="b"/>
            <a:pathLst>
              <a:path w="96448" h="84441" fill="none">
                <a:moveTo>
                  <a:pt x="96448" y="84441"/>
                </a:moveTo>
                <a:lnTo>
                  <a:pt x="0" y="0"/>
                </a:lnTo>
              </a:path>
            </a:pathLst>
          </a:custGeom>
          <a:noFill/>
          <a:ln w="9391" cap="rnd">
            <a:solidFill>
              <a:srgbClr val="22855A"/>
            </a:solidFill>
            <a:round/>
          </a:ln>
        </p:spPr>
      </p:sp>
      <p:sp>
        <p:nvSpPr>
          <p:cNvPr id="350" name="Shape 350"/>
          <p:cNvSpPr/>
          <p:nvPr/>
        </p:nvSpPr>
        <p:spPr>
          <a:xfrm>
            <a:off x="2257066" y="1577536"/>
            <a:ext cx="160270" cy="148570"/>
          </a:xfrm>
          <a:custGeom>
            <a:avLst/>
            <a:gdLst/>
            <a:ahLst/>
            <a:cxnLst/>
            <a:rect l="0" t="0" r="r" b="b"/>
            <a:pathLst>
              <a:path w="160270" h="148570">
                <a:moveTo>
                  <a:pt x="8177" y="0"/>
                </a:moveTo>
                <a:lnTo>
                  <a:pt x="160270" y="60828"/>
                </a:lnTo>
                <a:lnTo>
                  <a:pt x="151882" y="148570"/>
                </a:lnTo>
                <a:lnTo>
                  <a:pt x="0" y="87769"/>
                </a:lnTo>
                <a:lnTo>
                  <a:pt x="8177" y="0"/>
                </a:lnTo>
                <a:close/>
              </a:path>
            </a:pathLst>
          </a:custGeom>
          <a:solidFill>
            <a:srgbClr val="FFFFFF"/>
          </a:solidFill>
          <a:ln w="11739" cap="flat">
            <a:solidFill>
              <a:srgbClr val="22855A"/>
            </a:solidFill>
            <a:round/>
          </a:ln>
        </p:spPr>
      </p:sp>
      <p:sp>
        <p:nvSpPr>
          <p:cNvPr id="351" name="Shape 351"/>
          <p:cNvSpPr/>
          <p:nvPr/>
        </p:nvSpPr>
        <p:spPr>
          <a:xfrm>
            <a:off x="3444366" y="2895785"/>
            <a:ext cx="139106" cy="144323"/>
          </a:xfrm>
          <a:custGeom>
            <a:avLst/>
            <a:gdLst/>
            <a:ahLst/>
            <a:cxnLst/>
            <a:rect l="0" t="0" r="r" b="b"/>
            <a:pathLst>
              <a:path w="139106" h="144323">
                <a:moveTo>
                  <a:pt x="0" y="60241"/>
                </a:moveTo>
                <a:lnTo>
                  <a:pt x="106419" y="0"/>
                </a:lnTo>
                <a:lnTo>
                  <a:pt x="139106" y="84056"/>
                </a:lnTo>
                <a:lnTo>
                  <a:pt x="32788" y="144323"/>
                </a:lnTo>
                <a:lnTo>
                  <a:pt x="0" y="60241"/>
                </a:lnTo>
                <a:close/>
              </a:path>
            </a:pathLst>
          </a:custGeom>
          <a:solidFill>
            <a:srgbClr val="FFFFFF"/>
          </a:solidFill>
          <a:ln w="11739" cap="flat">
            <a:solidFill>
              <a:srgbClr val="22855A"/>
            </a:solidFill>
            <a:round/>
          </a:ln>
        </p:spPr>
      </p:sp>
      <p:sp>
        <p:nvSpPr>
          <p:cNvPr id="352" name="Shape 352"/>
          <p:cNvSpPr/>
          <p:nvPr/>
        </p:nvSpPr>
        <p:spPr>
          <a:xfrm>
            <a:off x="2339646" y="4463021"/>
            <a:ext cx="185130" cy="219201"/>
          </a:xfrm>
          <a:custGeom>
            <a:avLst/>
            <a:gdLst/>
            <a:ahLst/>
            <a:cxnLst/>
            <a:rect l="0" t="0" r="r" b="b"/>
            <a:pathLst>
              <a:path w="185130" h="219201">
                <a:moveTo>
                  <a:pt x="34544" y="0"/>
                </a:moveTo>
                <a:lnTo>
                  <a:pt x="185130" y="105642"/>
                </a:lnTo>
                <a:lnTo>
                  <a:pt x="150383" y="219201"/>
                </a:lnTo>
                <a:lnTo>
                  <a:pt x="0" y="113572"/>
                </a:lnTo>
                <a:lnTo>
                  <a:pt x="34544" y="0"/>
                </a:lnTo>
                <a:close/>
              </a:path>
            </a:pathLst>
          </a:custGeom>
          <a:solidFill>
            <a:srgbClr val="FFFFFF"/>
          </a:solidFill>
          <a:ln w="11739" cap="flat">
            <a:solidFill>
              <a:srgbClr val="22855A"/>
            </a:solidFill>
            <a:round/>
          </a:ln>
        </p:spPr>
      </p:sp>
      <p:sp>
        <p:nvSpPr>
          <p:cNvPr id="353" name="Shape 353"/>
          <p:cNvSpPr/>
          <p:nvPr/>
        </p:nvSpPr>
        <p:spPr>
          <a:xfrm>
            <a:off x="3587863" y="5608215"/>
            <a:ext cx="118560" cy="87220"/>
          </a:xfrm>
          <a:custGeom>
            <a:avLst/>
            <a:gdLst/>
            <a:ahLst/>
            <a:cxnLst/>
            <a:rect l="0" t="0" r="r" b="b"/>
            <a:pathLst>
              <a:path w="118560" h="87220">
                <a:moveTo>
                  <a:pt x="5655" y="42147"/>
                </a:moveTo>
                <a:lnTo>
                  <a:pt x="118560" y="0"/>
                </a:lnTo>
                <a:lnTo>
                  <a:pt x="112723" y="45115"/>
                </a:lnTo>
                <a:lnTo>
                  <a:pt x="0" y="87220"/>
                </a:lnTo>
                <a:lnTo>
                  <a:pt x="5655" y="42147"/>
                </a:lnTo>
                <a:close/>
              </a:path>
            </a:pathLst>
          </a:custGeom>
          <a:solidFill>
            <a:srgbClr val="FFFFFF"/>
          </a:solidFill>
          <a:ln w="11739" cap="flat">
            <a:solidFill>
              <a:srgbClr val="22855A"/>
            </a:solidFill>
            <a:round/>
          </a:ln>
        </p:spPr>
      </p:sp>
      <p:sp>
        <p:nvSpPr>
          <p:cNvPr id="354" name="Shape 354"/>
          <p:cNvSpPr/>
          <p:nvPr/>
        </p:nvSpPr>
        <p:spPr>
          <a:xfrm>
            <a:off x="3759308" y="1396286"/>
            <a:ext cx="120798" cy="37541"/>
          </a:xfrm>
          <a:custGeom>
            <a:avLst/>
            <a:gdLst/>
            <a:ahLst/>
            <a:cxnLst/>
            <a:rect l="0" t="0" r="r" b="b"/>
            <a:pathLst>
              <a:path w="120798" h="37541" fill="none">
                <a:moveTo>
                  <a:pt x="120798" y="37541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55" name="Shape 355"/>
          <p:cNvSpPr/>
          <p:nvPr/>
        </p:nvSpPr>
        <p:spPr>
          <a:xfrm>
            <a:off x="3880107" y="1355382"/>
            <a:ext cx="39670" cy="78445"/>
          </a:xfrm>
          <a:custGeom>
            <a:avLst/>
            <a:gdLst/>
            <a:ahLst/>
            <a:cxnLst/>
            <a:rect l="0" t="0" r="r" b="b"/>
            <a:pathLst>
              <a:path w="39670" h="78445" fill="none">
                <a:moveTo>
                  <a:pt x="0" y="78445"/>
                </a:moveTo>
                <a:lnTo>
                  <a:pt x="3967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56" name="Shape 356"/>
          <p:cNvSpPr/>
          <p:nvPr/>
        </p:nvSpPr>
        <p:spPr>
          <a:xfrm>
            <a:off x="3880107" y="1272407"/>
            <a:ext cx="36774" cy="161420"/>
          </a:xfrm>
          <a:custGeom>
            <a:avLst/>
            <a:gdLst/>
            <a:ahLst/>
            <a:cxnLst/>
            <a:rect l="0" t="0" r="r" b="b"/>
            <a:pathLst>
              <a:path w="36774" h="161420" fill="none">
                <a:moveTo>
                  <a:pt x="0" y="161420"/>
                </a:moveTo>
                <a:lnTo>
                  <a:pt x="36774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57" name="Shape 357"/>
          <p:cNvSpPr/>
          <p:nvPr/>
        </p:nvSpPr>
        <p:spPr>
          <a:xfrm>
            <a:off x="3756185" y="1313334"/>
            <a:ext cx="123921" cy="120493"/>
          </a:xfrm>
          <a:custGeom>
            <a:avLst/>
            <a:gdLst/>
            <a:ahLst/>
            <a:cxnLst/>
            <a:rect l="0" t="0" r="r" b="b"/>
            <a:pathLst>
              <a:path w="123921" h="120493" fill="none">
                <a:moveTo>
                  <a:pt x="123921" y="120493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58" name="Shape 358"/>
          <p:cNvSpPr/>
          <p:nvPr/>
        </p:nvSpPr>
        <p:spPr>
          <a:xfrm>
            <a:off x="2388507" y="3274516"/>
            <a:ext cx="3019" cy="22817"/>
          </a:xfrm>
          <a:custGeom>
            <a:avLst/>
            <a:gdLst/>
            <a:ahLst/>
            <a:cxnLst/>
            <a:rect l="0" t="0" r="r" b="b"/>
            <a:pathLst>
              <a:path w="3019" h="22817" fill="none">
                <a:moveTo>
                  <a:pt x="3019" y="22817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59" name="Shape 359"/>
          <p:cNvSpPr/>
          <p:nvPr/>
        </p:nvSpPr>
        <p:spPr>
          <a:xfrm>
            <a:off x="2391527" y="3297333"/>
            <a:ext cx="95409" cy="46959"/>
          </a:xfrm>
          <a:custGeom>
            <a:avLst/>
            <a:gdLst/>
            <a:ahLst/>
            <a:cxnLst/>
            <a:rect l="0" t="0" r="r" b="b"/>
            <a:pathLst>
              <a:path w="95409" h="46959" fill="none">
                <a:moveTo>
                  <a:pt x="0" y="0"/>
                </a:moveTo>
                <a:lnTo>
                  <a:pt x="95409" y="46959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0" name="Shape 360"/>
          <p:cNvSpPr/>
          <p:nvPr/>
        </p:nvSpPr>
        <p:spPr>
          <a:xfrm>
            <a:off x="2391527" y="3265356"/>
            <a:ext cx="126794" cy="31977"/>
          </a:xfrm>
          <a:custGeom>
            <a:avLst/>
            <a:gdLst/>
            <a:ahLst/>
            <a:cxnLst/>
            <a:rect l="0" t="0" r="r" b="b"/>
            <a:pathLst>
              <a:path w="126794" h="31977" fill="none">
                <a:moveTo>
                  <a:pt x="0" y="31977"/>
                </a:moveTo>
                <a:lnTo>
                  <a:pt x="126794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1" name="Shape 361"/>
          <p:cNvSpPr/>
          <p:nvPr/>
        </p:nvSpPr>
        <p:spPr>
          <a:xfrm>
            <a:off x="2391527" y="3195589"/>
            <a:ext cx="28244" cy="101744"/>
          </a:xfrm>
          <a:custGeom>
            <a:avLst/>
            <a:gdLst/>
            <a:ahLst/>
            <a:cxnLst/>
            <a:rect l="0" t="0" r="r" b="b"/>
            <a:pathLst>
              <a:path w="28244" h="101744" fill="none">
                <a:moveTo>
                  <a:pt x="0" y="101744"/>
                </a:moveTo>
                <a:lnTo>
                  <a:pt x="28244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2" name="Shape 362"/>
          <p:cNvSpPr/>
          <p:nvPr/>
        </p:nvSpPr>
        <p:spPr>
          <a:xfrm>
            <a:off x="3781168" y="4233861"/>
            <a:ext cx="151839" cy="34793"/>
          </a:xfrm>
          <a:custGeom>
            <a:avLst/>
            <a:gdLst/>
            <a:ahLst/>
            <a:cxnLst/>
            <a:rect l="0" t="0" r="r" b="b"/>
            <a:pathLst>
              <a:path w="151839" h="34793" fill="none">
                <a:moveTo>
                  <a:pt x="151839" y="0"/>
                </a:moveTo>
                <a:lnTo>
                  <a:pt x="0" y="34793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3" name="Shape 363"/>
          <p:cNvSpPr/>
          <p:nvPr/>
        </p:nvSpPr>
        <p:spPr>
          <a:xfrm>
            <a:off x="3933007" y="4179419"/>
            <a:ext cx="12476" cy="54442"/>
          </a:xfrm>
          <a:custGeom>
            <a:avLst/>
            <a:gdLst/>
            <a:ahLst/>
            <a:cxnLst/>
            <a:rect l="0" t="0" r="r" b="b"/>
            <a:pathLst>
              <a:path w="12476" h="54442" fill="none">
                <a:moveTo>
                  <a:pt x="0" y="54442"/>
                </a:moveTo>
                <a:lnTo>
                  <a:pt x="12476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4" name="Shape 364"/>
          <p:cNvSpPr/>
          <p:nvPr/>
        </p:nvSpPr>
        <p:spPr>
          <a:xfrm>
            <a:off x="3915682" y="4062459"/>
            <a:ext cx="17324" cy="171401"/>
          </a:xfrm>
          <a:custGeom>
            <a:avLst/>
            <a:gdLst/>
            <a:ahLst/>
            <a:cxnLst/>
            <a:rect l="0" t="0" r="r" b="b"/>
            <a:pathLst>
              <a:path w="17324" h="171401" fill="none">
                <a:moveTo>
                  <a:pt x="17324" y="171401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5" name="Shape 365"/>
          <p:cNvSpPr/>
          <p:nvPr/>
        </p:nvSpPr>
        <p:spPr>
          <a:xfrm>
            <a:off x="3751164" y="4151700"/>
            <a:ext cx="181843" cy="82161"/>
          </a:xfrm>
          <a:custGeom>
            <a:avLst/>
            <a:gdLst/>
            <a:ahLst/>
            <a:cxnLst/>
            <a:rect l="0" t="0" r="r" b="b"/>
            <a:pathLst>
              <a:path w="181843" h="82161" fill="none">
                <a:moveTo>
                  <a:pt x="181843" y="82161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6" name="Shape 366"/>
          <p:cNvSpPr/>
          <p:nvPr/>
        </p:nvSpPr>
        <p:spPr>
          <a:xfrm>
            <a:off x="2589299" y="6033043"/>
            <a:ext cx="9570" cy="92667"/>
          </a:xfrm>
          <a:custGeom>
            <a:avLst/>
            <a:gdLst/>
            <a:ahLst/>
            <a:cxnLst/>
            <a:rect l="0" t="0" r="r" b="b"/>
            <a:pathLst>
              <a:path w="9570" h="92667" fill="none">
                <a:moveTo>
                  <a:pt x="9570" y="92667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7" name="Shape 367"/>
          <p:cNvSpPr/>
          <p:nvPr/>
        </p:nvSpPr>
        <p:spPr>
          <a:xfrm>
            <a:off x="2598870" y="6075771"/>
            <a:ext cx="103774" cy="49939"/>
          </a:xfrm>
          <a:custGeom>
            <a:avLst/>
            <a:gdLst/>
            <a:ahLst/>
            <a:cxnLst/>
            <a:rect l="0" t="0" r="r" b="b"/>
            <a:pathLst>
              <a:path w="103774" h="49939" fill="none">
                <a:moveTo>
                  <a:pt x="0" y="49939"/>
                </a:moveTo>
                <a:lnTo>
                  <a:pt x="103774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8" name="Shape 368"/>
          <p:cNvSpPr/>
          <p:nvPr/>
        </p:nvSpPr>
        <p:spPr>
          <a:xfrm>
            <a:off x="2598870" y="6040513"/>
            <a:ext cx="93768" cy="85197"/>
          </a:xfrm>
          <a:custGeom>
            <a:avLst/>
            <a:gdLst/>
            <a:ahLst/>
            <a:cxnLst/>
            <a:rect l="0" t="0" r="r" b="b"/>
            <a:pathLst>
              <a:path w="93768" h="85197" fill="none">
                <a:moveTo>
                  <a:pt x="0" y="85197"/>
                </a:moveTo>
                <a:lnTo>
                  <a:pt x="93768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69" name="Shape 369"/>
          <p:cNvSpPr/>
          <p:nvPr/>
        </p:nvSpPr>
        <p:spPr>
          <a:xfrm>
            <a:off x="2579104" y="5997732"/>
            <a:ext cx="19765" cy="127977"/>
          </a:xfrm>
          <a:custGeom>
            <a:avLst/>
            <a:gdLst/>
            <a:ahLst/>
            <a:cxnLst/>
            <a:rect l="0" t="0" r="r" b="b"/>
            <a:pathLst>
              <a:path w="19765" h="127977" fill="none">
                <a:moveTo>
                  <a:pt x="19765" y="127977"/>
                </a:moveTo>
                <a:lnTo>
                  <a:pt x="0" y="0"/>
                </a:lnTo>
              </a:path>
            </a:pathLst>
          </a:custGeom>
          <a:noFill/>
          <a:ln w="6708" cap="rnd">
            <a:solidFill>
              <a:srgbClr val="1F2126"/>
            </a:solidFill>
            <a:round/>
          </a:ln>
        </p:spPr>
      </p:sp>
      <p:sp>
        <p:nvSpPr>
          <p:cNvPr id="370" name="Shape 370"/>
          <p:cNvSpPr/>
          <p:nvPr/>
        </p:nvSpPr>
        <p:spPr>
          <a:xfrm>
            <a:off x="3756185" y="1272407"/>
            <a:ext cx="163592" cy="123878"/>
          </a:xfrm>
          <a:custGeom>
            <a:avLst/>
            <a:gdLst/>
            <a:ahLst/>
            <a:cxnLst/>
            <a:rect l="0" t="0" r="r" b="b"/>
            <a:pathLst>
              <a:path w="163592" h="123878">
                <a:moveTo>
                  <a:pt x="0" y="40926"/>
                </a:moveTo>
                <a:lnTo>
                  <a:pt x="160696" y="0"/>
                </a:lnTo>
                <a:lnTo>
                  <a:pt x="163592" y="82974"/>
                </a:lnTo>
                <a:lnTo>
                  <a:pt x="3123" y="123878"/>
                </a:lnTo>
                <a:lnTo>
                  <a:pt x="0" y="40926"/>
                </a:lnTo>
                <a:close/>
              </a:path>
            </a:pathLst>
          </a:custGeom>
          <a:solidFill>
            <a:srgbClr val="F1F1F3"/>
          </a:solidFill>
          <a:ln w="8385" cap="flat">
            <a:solidFill>
              <a:srgbClr val="1F2126"/>
            </a:solidFill>
            <a:round/>
          </a:ln>
        </p:spPr>
      </p:sp>
      <p:sp>
        <p:nvSpPr>
          <p:cNvPr id="371" name="Shape 371"/>
          <p:cNvSpPr/>
          <p:nvPr/>
        </p:nvSpPr>
        <p:spPr>
          <a:xfrm>
            <a:off x="2388507" y="3195589"/>
            <a:ext cx="129814" cy="148703"/>
          </a:xfrm>
          <a:custGeom>
            <a:avLst/>
            <a:gdLst/>
            <a:ahLst/>
            <a:cxnLst/>
            <a:rect l="0" t="0" r="r" b="b"/>
            <a:pathLst>
              <a:path w="129814" h="148703">
                <a:moveTo>
                  <a:pt x="31264" y="0"/>
                </a:moveTo>
                <a:lnTo>
                  <a:pt x="129814" y="69767"/>
                </a:lnTo>
                <a:lnTo>
                  <a:pt x="98429" y="148703"/>
                </a:lnTo>
                <a:lnTo>
                  <a:pt x="0" y="78927"/>
                </a:lnTo>
                <a:lnTo>
                  <a:pt x="31264" y="0"/>
                </a:lnTo>
                <a:close/>
              </a:path>
            </a:pathLst>
          </a:custGeom>
          <a:solidFill>
            <a:srgbClr val="F1F1F3"/>
          </a:solidFill>
          <a:ln w="8385" cap="flat">
            <a:solidFill>
              <a:srgbClr val="1F2126"/>
            </a:solidFill>
            <a:round/>
          </a:ln>
        </p:spPr>
      </p:sp>
      <p:sp>
        <p:nvSpPr>
          <p:cNvPr id="372" name="Shape 372"/>
          <p:cNvSpPr/>
          <p:nvPr/>
        </p:nvSpPr>
        <p:spPr>
          <a:xfrm>
            <a:off x="3751164" y="4062459"/>
            <a:ext cx="194320" cy="206195"/>
          </a:xfrm>
          <a:custGeom>
            <a:avLst/>
            <a:gdLst/>
            <a:ahLst/>
            <a:cxnLst/>
            <a:rect l="0" t="0" r="r" b="b"/>
            <a:pathLst>
              <a:path w="194320" h="206195">
                <a:moveTo>
                  <a:pt x="0" y="89240"/>
                </a:moveTo>
                <a:lnTo>
                  <a:pt x="164518" y="0"/>
                </a:lnTo>
                <a:lnTo>
                  <a:pt x="194320" y="116959"/>
                </a:lnTo>
                <a:lnTo>
                  <a:pt x="30004" y="206195"/>
                </a:lnTo>
                <a:lnTo>
                  <a:pt x="0" y="89240"/>
                </a:lnTo>
                <a:close/>
              </a:path>
            </a:pathLst>
          </a:custGeom>
          <a:solidFill>
            <a:srgbClr val="F1F1F3"/>
          </a:solidFill>
          <a:ln w="8385" cap="flat">
            <a:solidFill>
              <a:srgbClr val="1F2126"/>
            </a:solidFill>
            <a:round/>
          </a:ln>
        </p:spPr>
      </p:sp>
      <p:sp>
        <p:nvSpPr>
          <p:cNvPr id="373" name="Shape 373"/>
          <p:cNvSpPr/>
          <p:nvPr/>
        </p:nvSpPr>
        <p:spPr>
          <a:xfrm>
            <a:off x="2579104" y="5997732"/>
            <a:ext cx="123539" cy="78038"/>
          </a:xfrm>
          <a:custGeom>
            <a:avLst/>
            <a:gdLst/>
            <a:ahLst/>
            <a:cxnLst/>
            <a:rect l="0" t="0" r="r" b="b"/>
            <a:pathLst>
              <a:path w="123539" h="78038">
                <a:moveTo>
                  <a:pt x="0" y="0"/>
                </a:moveTo>
                <a:lnTo>
                  <a:pt x="113534" y="42780"/>
                </a:lnTo>
                <a:lnTo>
                  <a:pt x="123539" y="78038"/>
                </a:lnTo>
                <a:lnTo>
                  <a:pt x="10195" y="35310"/>
                </a:lnTo>
                <a:lnTo>
                  <a:pt x="0" y="0"/>
                </a:lnTo>
                <a:close/>
              </a:path>
            </a:pathLst>
          </a:custGeom>
          <a:solidFill>
            <a:srgbClr val="F1F1F3"/>
          </a:solidFill>
          <a:ln w="8385" cap="flat">
            <a:solidFill>
              <a:srgbClr val="1F2126"/>
            </a:solidFill>
            <a:round/>
          </a:ln>
        </p:spPr>
      </p:sp>
      <p:sp>
        <p:nvSpPr>
          <p:cNvPr id="374" name="Shape 374"/>
          <p:cNvSpPr/>
          <p:nvPr/>
        </p:nvSpPr>
        <p:spPr>
          <a:xfrm>
            <a:off x="2358577" y="1677106"/>
            <a:ext cx="30586" cy="79914"/>
          </a:xfrm>
          <a:custGeom>
            <a:avLst/>
            <a:gdLst/>
            <a:ahLst/>
            <a:cxnLst/>
            <a:rect l="0" t="0" r="r" b="b"/>
            <a:pathLst>
              <a:path w="30586" h="79914" fill="none">
                <a:moveTo>
                  <a:pt x="30586" y="79914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75" name="Shape 375"/>
          <p:cNvSpPr/>
          <p:nvPr/>
        </p:nvSpPr>
        <p:spPr>
          <a:xfrm>
            <a:off x="2389164" y="1733991"/>
            <a:ext cx="138437" cy="23029"/>
          </a:xfrm>
          <a:custGeom>
            <a:avLst/>
            <a:gdLst/>
            <a:ahLst/>
            <a:cxnLst/>
            <a:rect l="0" t="0" r="r" b="b"/>
            <a:pathLst>
              <a:path w="138437" h="23029" fill="none">
                <a:moveTo>
                  <a:pt x="0" y="23029"/>
                </a:moveTo>
                <a:lnTo>
                  <a:pt x="138437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76" name="Shape 376"/>
          <p:cNvSpPr/>
          <p:nvPr/>
        </p:nvSpPr>
        <p:spPr>
          <a:xfrm>
            <a:off x="2389164" y="1639067"/>
            <a:ext cx="146105" cy="117953"/>
          </a:xfrm>
          <a:custGeom>
            <a:avLst/>
            <a:gdLst/>
            <a:ahLst/>
            <a:cxnLst/>
            <a:rect l="0" t="0" r="r" b="b"/>
            <a:pathLst>
              <a:path w="146105" h="117953" fill="none">
                <a:moveTo>
                  <a:pt x="0" y="117953"/>
                </a:moveTo>
                <a:lnTo>
                  <a:pt x="146105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77" name="Shape 377"/>
          <p:cNvSpPr/>
          <p:nvPr/>
        </p:nvSpPr>
        <p:spPr>
          <a:xfrm>
            <a:off x="2365994" y="1582155"/>
            <a:ext cx="23170" cy="174866"/>
          </a:xfrm>
          <a:custGeom>
            <a:avLst/>
            <a:gdLst/>
            <a:ahLst/>
            <a:cxnLst/>
            <a:rect l="0" t="0" r="r" b="b"/>
            <a:pathLst>
              <a:path w="23170" h="174866" fill="none">
                <a:moveTo>
                  <a:pt x="23170" y="174866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78" name="Shape 378"/>
          <p:cNvSpPr/>
          <p:nvPr/>
        </p:nvSpPr>
        <p:spPr>
          <a:xfrm>
            <a:off x="3437614" y="2995917"/>
            <a:ext cx="91726" cy="49150"/>
          </a:xfrm>
          <a:custGeom>
            <a:avLst/>
            <a:gdLst/>
            <a:ahLst/>
            <a:cxnLst/>
            <a:rect l="0" t="0" r="r" b="b"/>
            <a:pathLst>
              <a:path w="91726" h="49150" fill="none">
                <a:moveTo>
                  <a:pt x="91726" y="0"/>
                </a:moveTo>
                <a:lnTo>
                  <a:pt x="0" y="4915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79" name="Shape 379"/>
          <p:cNvSpPr/>
          <p:nvPr/>
        </p:nvSpPr>
        <p:spPr>
          <a:xfrm>
            <a:off x="3529340" y="2988873"/>
            <a:ext cx="30016" cy="7044"/>
          </a:xfrm>
          <a:custGeom>
            <a:avLst/>
            <a:gdLst/>
            <a:ahLst/>
            <a:cxnLst/>
            <a:rect l="0" t="0" r="r" b="b"/>
            <a:pathLst>
              <a:path w="30016" h="7044" fill="none">
                <a:moveTo>
                  <a:pt x="0" y="7044"/>
                </a:moveTo>
                <a:lnTo>
                  <a:pt x="30016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0" name="Shape 380"/>
          <p:cNvSpPr/>
          <p:nvPr/>
        </p:nvSpPr>
        <p:spPr>
          <a:xfrm>
            <a:off x="3528653" y="2895438"/>
            <a:ext cx="686" cy="100479"/>
          </a:xfrm>
          <a:custGeom>
            <a:avLst/>
            <a:gdLst/>
            <a:ahLst/>
            <a:cxnLst/>
            <a:rect l="0" t="0" r="r" b="b"/>
            <a:pathLst>
              <a:path w="686" h="100479" fill="none">
                <a:moveTo>
                  <a:pt x="686" y="100479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1" name="Shape 381"/>
          <p:cNvSpPr/>
          <p:nvPr/>
        </p:nvSpPr>
        <p:spPr>
          <a:xfrm>
            <a:off x="3406801" y="2951602"/>
            <a:ext cx="122539" cy="44315"/>
          </a:xfrm>
          <a:custGeom>
            <a:avLst/>
            <a:gdLst/>
            <a:ahLst/>
            <a:cxnLst/>
            <a:rect l="0" t="0" r="r" b="b"/>
            <a:pathLst>
              <a:path w="122539" h="44315" fill="none">
                <a:moveTo>
                  <a:pt x="122539" y="44315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2" name="Shape 382"/>
          <p:cNvSpPr/>
          <p:nvPr/>
        </p:nvSpPr>
        <p:spPr>
          <a:xfrm>
            <a:off x="2485583" y="4552103"/>
            <a:ext cx="7242" cy="59420"/>
          </a:xfrm>
          <a:custGeom>
            <a:avLst/>
            <a:gdLst/>
            <a:ahLst/>
            <a:cxnLst/>
            <a:rect l="0" t="0" r="r" b="b"/>
            <a:pathLst>
              <a:path w="7242" h="59420" fill="none">
                <a:moveTo>
                  <a:pt x="7242" y="59420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3" name="Shape 383"/>
          <p:cNvSpPr/>
          <p:nvPr/>
        </p:nvSpPr>
        <p:spPr>
          <a:xfrm>
            <a:off x="2492826" y="4611524"/>
            <a:ext cx="166365" cy="43067"/>
          </a:xfrm>
          <a:custGeom>
            <a:avLst/>
            <a:gdLst/>
            <a:ahLst/>
            <a:cxnLst/>
            <a:rect l="0" t="0" r="r" b="b"/>
            <a:pathLst>
              <a:path w="166365" h="43067" fill="none">
                <a:moveTo>
                  <a:pt x="0" y="0"/>
                </a:moveTo>
                <a:lnTo>
                  <a:pt x="166365" y="43067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4" name="Shape 384"/>
          <p:cNvSpPr/>
          <p:nvPr/>
        </p:nvSpPr>
        <p:spPr>
          <a:xfrm>
            <a:off x="2492826" y="4528782"/>
            <a:ext cx="201085" cy="82741"/>
          </a:xfrm>
          <a:custGeom>
            <a:avLst/>
            <a:gdLst/>
            <a:ahLst/>
            <a:cxnLst/>
            <a:rect l="0" t="0" r="r" b="b"/>
            <a:pathLst>
              <a:path w="201085" h="82741" fill="none">
                <a:moveTo>
                  <a:pt x="0" y="82741"/>
                </a:moveTo>
                <a:lnTo>
                  <a:pt x="201085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5" name="Shape 385"/>
          <p:cNvSpPr/>
          <p:nvPr/>
        </p:nvSpPr>
        <p:spPr>
          <a:xfrm>
            <a:off x="2492826" y="4426286"/>
            <a:ext cx="27241" cy="185237"/>
          </a:xfrm>
          <a:custGeom>
            <a:avLst/>
            <a:gdLst/>
            <a:ahLst/>
            <a:cxnLst/>
            <a:rect l="0" t="0" r="r" b="b"/>
            <a:pathLst>
              <a:path w="27241" h="185237" fill="none">
                <a:moveTo>
                  <a:pt x="0" y="185237"/>
                </a:moveTo>
                <a:lnTo>
                  <a:pt x="27241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6" name="Shape 386"/>
          <p:cNvSpPr/>
          <p:nvPr/>
        </p:nvSpPr>
        <p:spPr>
          <a:xfrm>
            <a:off x="3519877" y="5763194"/>
            <a:ext cx="101894" cy="53473"/>
          </a:xfrm>
          <a:custGeom>
            <a:avLst/>
            <a:gdLst/>
            <a:ahLst/>
            <a:cxnLst/>
            <a:rect l="0" t="0" r="r" b="b"/>
            <a:pathLst>
              <a:path w="101894" h="53473" fill="none">
                <a:moveTo>
                  <a:pt x="101894" y="53473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7" name="Shape 387"/>
          <p:cNvSpPr/>
          <p:nvPr/>
        </p:nvSpPr>
        <p:spPr>
          <a:xfrm>
            <a:off x="3621772" y="5728206"/>
            <a:ext cx="25170" cy="88461"/>
          </a:xfrm>
          <a:custGeom>
            <a:avLst/>
            <a:gdLst/>
            <a:ahLst/>
            <a:cxnLst/>
            <a:rect l="0" t="0" r="r" b="b"/>
            <a:pathLst>
              <a:path w="25170" h="88461" fill="none">
                <a:moveTo>
                  <a:pt x="0" y="88461"/>
                </a:moveTo>
                <a:lnTo>
                  <a:pt x="2517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8" name="Shape 388"/>
          <p:cNvSpPr/>
          <p:nvPr/>
        </p:nvSpPr>
        <p:spPr>
          <a:xfrm>
            <a:off x="3621772" y="5681662"/>
            <a:ext cx="30849" cy="135005"/>
          </a:xfrm>
          <a:custGeom>
            <a:avLst/>
            <a:gdLst/>
            <a:ahLst/>
            <a:cxnLst/>
            <a:rect l="0" t="0" r="r" b="b"/>
            <a:pathLst>
              <a:path w="30849" h="135005" fill="none">
                <a:moveTo>
                  <a:pt x="0" y="135005"/>
                </a:moveTo>
                <a:lnTo>
                  <a:pt x="30849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89" name="Shape 389"/>
          <p:cNvSpPr/>
          <p:nvPr/>
        </p:nvSpPr>
        <p:spPr>
          <a:xfrm>
            <a:off x="3525330" y="5716690"/>
            <a:ext cx="96442" cy="99977"/>
          </a:xfrm>
          <a:custGeom>
            <a:avLst/>
            <a:gdLst/>
            <a:ahLst/>
            <a:cxnLst/>
            <a:rect l="0" t="0" r="r" b="b"/>
            <a:pathLst>
              <a:path w="96442" h="99977" fill="none">
                <a:moveTo>
                  <a:pt x="96442" y="99977"/>
                </a:moveTo>
                <a:lnTo>
                  <a:pt x="0" y="0"/>
                </a:lnTo>
              </a:path>
            </a:pathLst>
          </a:custGeom>
          <a:noFill/>
          <a:ln w="12075" cap="rnd">
            <a:solidFill>
              <a:srgbClr val="2E5FBF"/>
            </a:solidFill>
            <a:round/>
          </a:ln>
        </p:spPr>
      </p:sp>
      <p:sp>
        <p:nvSpPr>
          <p:cNvPr id="390" name="Shape 390"/>
          <p:cNvSpPr/>
          <p:nvPr/>
        </p:nvSpPr>
        <p:spPr>
          <a:xfrm>
            <a:off x="2358577" y="1582155"/>
            <a:ext cx="176692" cy="151836"/>
          </a:xfrm>
          <a:custGeom>
            <a:avLst/>
            <a:gdLst/>
            <a:ahLst/>
            <a:cxnLst/>
            <a:rect l="0" t="0" r="r" b="b"/>
            <a:pathLst>
              <a:path w="176692" h="151836" fill="none">
                <a:moveTo>
                  <a:pt x="0" y="94951"/>
                </a:moveTo>
                <a:lnTo>
                  <a:pt x="169024" y="151836"/>
                </a:lnTo>
                <a:lnTo>
                  <a:pt x="176692" y="56912"/>
                </a:lnTo>
                <a:lnTo>
                  <a:pt x="7416" y="0"/>
                </a:lnTo>
                <a:lnTo>
                  <a:pt x="0" y="94951"/>
                </a:lnTo>
              </a:path>
            </a:pathLst>
          </a:custGeom>
          <a:noFill/>
          <a:ln w="15094" cap="flat">
            <a:solidFill>
              <a:srgbClr val="2E5FBF"/>
            </a:solidFill>
            <a:round/>
          </a:ln>
        </p:spPr>
      </p:sp>
      <p:sp>
        <p:nvSpPr>
          <p:cNvPr id="391" name="Shape 391"/>
          <p:cNvSpPr/>
          <p:nvPr/>
        </p:nvSpPr>
        <p:spPr>
          <a:xfrm>
            <a:off x="3406801" y="2895438"/>
            <a:ext cx="152555" cy="149629"/>
          </a:xfrm>
          <a:custGeom>
            <a:avLst/>
            <a:gdLst/>
            <a:ahLst/>
            <a:cxnLst/>
            <a:rect l="0" t="0" r="r" b="b"/>
            <a:pathLst>
              <a:path w="152555" h="149629" fill="none">
                <a:moveTo>
                  <a:pt x="30812" y="149629"/>
                </a:moveTo>
                <a:lnTo>
                  <a:pt x="152555" y="93435"/>
                </a:lnTo>
                <a:lnTo>
                  <a:pt x="121852" y="0"/>
                </a:lnTo>
                <a:lnTo>
                  <a:pt x="0" y="56164"/>
                </a:lnTo>
                <a:lnTo>
                  <a:pt x="30812" y="149629"/>
                </a:lnTo>
              </a:path>
            </a:pathLst>
          </a:custGeom>
          <a:noFill/>
          <a:ln w="15094" cap="flat">
            <a:solidFill>
              <a:srgbClr val="2E5FBF"/>
            </a:solidFill>
            <a:round/>
          </a:ln>
        </p:spPr>
      </p:sp>
      <p:sp>
        <p:nvSpPr>
          <p:cNvPr id="392" name="Shape 392"/>
          <p:cNvSpPr/>
          <p:nvPr/>
        </p:nvSpPr>
        <p:spPr>
          <a:xfrm>
            <a:off x="2485583" y="4426286"/>
            <a:ext cx="208328" cy="228304"/>
          </a:xfrm>
          <a:custGeom>
            <a:avLst/>
            <a:gdLst/>
            <a:ahLst/>
            <a:cxnLst/>
            <a:rect l="0" t="0" r="r" b="b"/>
            <a:pathLst>
              <a:path w="208328" h="228304" fill="none">
                <a:moveTo>
                  <a:pt x="0" y="125816"/>
                </a:moveTo>
                <a:lnTo>
                  <a:pt x="173608" y="228304"/>
                </a:lnTo>
                <a:lnTo>
                  <a:pt x="208328" y="102495"/>
                </a:lnTo>
                <a:lnTo>
                  <a:pt x="34484" y="0"/>
                </a:lnTo>
                <a:lnTo>
                  <a:pt x="0" y="125816"/>
                </a:lnTo>
              </a:path>
            </a:pathLst>
          </a:custGeom>
          <a:noFill/>
          <a:ln w="15094" cap="flat">
            <a:solidFill>
              <a:srgbClr val="2E5FBF"/>
            </a:solidFill>
            <a:round/>
          </a:ln>
        </p:spPr>
      </p:sp>
      <p:sp>
        <p:nvSpPr>
          <p:cNvPr id="393" name="Shape 393"/>
          <p:cNvSpPr/>
          <p:nvPr/>
        </p:nvSpPr>
        <p:spPr>
          <a:xfrm>
            <a:off x="3519877" y="5681662"/>
            <a:ext cx="132743" cy="81532"/>
          </a:xfrm>
          <a:custGeom>
            <a:avLst/>
            <a:gdLst/>
            <a:ahLst/>
            <a:cxnLst/>
            <a:rect l="0" t="0" r="r" b="b"/>
            <a:pathLst>
              <a:path w="132743" h="81532" fill="none">
                <a:moveTo>
                  <a:pt x="0" y="81532"/>
                </a:moveTo>
                <a:lnTo>
                  <a:pt x="127065" y="46543"/>
                </a:lnTo>
                <a:lnTo>
                  <a:pt x="132743" y="0"/>
                </a:lnTo>
                <a:lnTo>
                  <a:pt x="5452" y="35028"/>
                </a:lnTo>
                <a:lnTo>
                  <a:pt x="0" y="81532"/>
                </a:lnTo>
              </a:path>
            </a:pathLst>
          </a:custGeom>
          <a:noFill/>
          <a:ln w="15094" cap="flat">
            <a:solidFill>
              <a:srgbClr val="2E5FBF"/>
            </a:solidFill>
            <a:round/>
          </a:ln>
        </p:spPr>
      </p:sp>
      <p:sp>
        <p:nvSpPr>
          <p:cNvPr id="394" name="Shape 394"/>
          <p:cNvSpPr/>
          <p:nvPr/>
        </p:nvSpPr>
        <p:spPr>
          <a:xfrm>
            <a:off x="1761476" y="1283300"/>
            <a:ext cx="774331" cy="5429314"/>
          </a:xfrm>
          <a:custGeom>
            <a:avLst/>
            <a:gdLst/>
            <a:ahLst/>
            <a:cxnLst/>
            <a:rect l="0" t="0" r="r" b="b"/>
            <a:pathLst>
              <a:path w="774331" h="5429314">
                <a:moveTo>
                  <a:pt x="387923" y="129138"/>
                </a:moveTo>
                <a:lnTo>
                  <a:pt x="774331" y="129138"/>
                </a:lnTo>
                <a:lnTo>
                  <a:pt x="774331" y="0"/>
                </a:lnTo>
                <a:lnTo>
                  <a:pt x="387923" y="0"/>
                </a:lnTo>
                <a:close/>
              </a:path>
            </a:pathLst>
          </a:custGeom>
          <a:solidFill>
            <a:srgbClr val="F6F7F9">
              <a:alpha val="81000"/>
            </a:srgbClr>
          </a:solidFill>
          <a:ln>
            <a:noFill/>
          </a:ln>
        </p:spPr>
      </p:sp>
      <p:sp>
        <p:nvSpPr>
          <p:cNvPr id="395" name="Text 395"/>
          <p:cNvSpPr txBox="1"/>
          <p:nvPr/>
        </p:nvSpPr>
        <p:spPr>
          <a:xfrm>
            <a:off x="1939824" y="1303425"/>
            <a:ext cx="585921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subject →</a:t>
            </a:r>
          </a:p>
        </p:txBody>
      </p:sp>
      <p:sp>
        <p:nvSpPr>
          <p:cNvPr id="396" name="Shape 396"/>
          <p:cNvSpPr/>
          <p:nvPr/>
        </p:nvSpPr>
        <p:spPr>
          <a:xfrm>
            <a:off x="1763153" y="1262259"/>
            <a:ext cx="2211752" cy="5448678"/>
          </a:xfrm>
          <a:custGeom>
            <a:avLst/>
            <a:gdLst/>
            <a:ahLst/>
            <a:cxnLst/>
            <a:rect l="0" t="0" r="r" b="b"/>
            <a:pathLst>
              <a:path w="2211752" h="5448678">
                <a:moveTo>
                  <a:pt x="2022154" y="125783"/>
                </a:moveTo>
                <a:lnTo>
                  <a:pt x="2211752" y="125783"/>
                </a:lnTo>
                <a:lnTo>
                  <a:pt x="2211752" y="0"/>
                </a:lnTo>
                <a:lnTo>
                  <a:pt x="2022154" y="0"/>
                </a:lnTo>
                <a:close/>
              </a:path>
            </a:pathLst>
          </a:custGeom>
          <a:solidFill>
            <a:srgbClr val="F6F7F9">
              <a:alpha val="72250"/>
            </a:srgbClr>
          </a:solidFill>
          <a:ln>
            <a:noFill/>
          </a:ln>
        </p:spPr>
      </p:sp>
      <p:sp>
        <p:nvSpPr>
          <p:cNvPr id="397" name="Text 397"/>
          <p:cNvSpPr txBox="1"/>
          <p:nvPr/>
        </p:nvSpPr>
        <p:spPr>
          <a:xfrm>
            <a:off x="3717729" y="1280707"/>
            <a:ext cx="324756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0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start</a:t>
            </a:r>
          </a:p>
        </p:txBody>
      </p:sp>
      <p:sp>
        <p:nvSpPr>
          <p:cNvPr id="398" name="Shape 398"/>
          <p:cNvSpPr/>
          <p:nvPr/>
        </p:nvSpPr>
        <p:spPr>
          <a:xfrm>
            <a:off x="2348499" y="1714262"/>
            <a:ext cx="81331" cy="77350"/>
          </a:xfrm>
          <a:custGeom>
            <a:avLst/>
            <a:gdLst/>
            <a:ahLst/>
            <a:cxnLst/>
            <a:rect l="0" t="0" r="r" b="b"/>
            <a:pathLst>
              <a:path w="81331" h="77350">
                <a:moveTo>
                  <a:pt x="50265" y="29545"/>
                </a:moveTo>
                <a:lnTo>
                  <a:pt x="81331" y="29545"/>
                </a:lnTo>
                <a:lnTo>
                  <a:pt x="56198" y="47805"/>
                </a:lnTo>
                <a:lnTo>
                  <a:pt x="65798" y="77350"/>
                </a:lnTo>
                <a:lnTo>
                  <a:pt x="40665" y="59090"/>
                </a:lnTo>
                <a:lnTo>
                  <a:pt x="15532" y="77350"/>
                </a:lnTo>
                <a:lnTo>
                  <a:pt x="25132" y="47805"/>
                </a:lnTo>
                <a:lnTo>
                  <a:pt x="0" y="29545"/>
                </a:lnTo>
                <a:lnTo>
                  <a:pt x="31065" y="29545"/>
                </a:lnTo>
                <a:lnTo>
                  <a:pt x="40665" y="0"/>
                </a:lnTo>
                <a:lnTo>
                  <a:pt x="50265" y="29545"/>
                </a:lnTo>
                <a:close/>
              </a:path>
            </a:pathLst>
          </a:custGeom>
          <a:solidFill>
            <a:srgbClr val="2E5FBF"/>
          </a:solidFill>
          <a:ln w="5031" cap="flat">
            <a:solidFill>
              <a:srgbClr val="FFFFFF"/>
            </a:solidFill>
            <a:round/>
          </a:ln>
        </p:spPr>
      </p:sp>
      <p:sp>
        <p:nvSpPr>
          <p:cNvPr id="399" name="Shape 399"/>
          <p:cNvSpPr/>
          <p:nvPr/>
        </p:nvSpPr>
        <p:spPr>
          <a:xfrm>
            <a:off x="3562848" y="978887"/>
            <a:ext cx="430535" cy="1"/>
          </a:xfrm>
          <a:custGeom>
            <a:avLst/>
            <a:gdLst/>
            <a:ahLst/>
            <a:cxnLst/>
            <a:rect l="0" t="0" r="r" b="b"/>
            <a:pathLst>
              <a:path w="430535" h="1" fill="none">
                <a:moveTo>
                  <a:pt x="0" y="0"/>
                </a:moveTo>
                <a:lnTo>
                  <a:pt x="430535" y="0"/>
                </a:lnTo>
              </a:path>
            </a:pathLst>
          </a:custGeom>
          <a:noFill/>
          <a:ln w="13416" cap="rnd">
            <a:solidFill>
              <a:srgbClr val="1F2126"/>
            </a:solidFill>
            <a:round/>
          </a:ln>
        </p:spPr>
      </p:sp>
      <p:sp>
        <p:nvSpPr>
          <p:cNvPr id="400" name="Text 400"/>
          <p:cNvSpPr txBox="1"/>
          <p:nvPr/>
        </p:nvSpPr>
        <p:spPr>
          <a:xfrm>
            <a:off x="3238356" y="936221"/>
            <a:ext cx="276191" cy="100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34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 m</a:t>
            </a:r>
          </a:p>
        </p:txBody>
      </p:sp>
      <p:sp>
        <p:nvSpPr>
          <p:cNvPr id="401" name="Shape 401"/>
          <p:cNvSpPr/>
          <p:nvPr/>
        </p:nvSpPr>
        <p:spPr>
          <a:xfrm>
            <a:off x="1762818" y="1848591"/>
            <a:ext cx="691764" cy="4862681"/>
          </a:xfrm>
          <a:custGeom>
            <a:avLst/>
            <a:gdLst/>
            <a:ahLst/>
            <a:cxnLst/>
            <a:rect l="0" t="0" r="r" b="b"/>
            <a:pathLst>
              <a:path w="691764" h="4862681">
                <a:moveTo>
                  <a:pt x="560928" y="130815"/>
                </a:moveTo>
                <a:lnTo>
                  <a:pt x="691764" y="130815"/>
                </a:lnTo>
                <a:lnTo>
                  <a:pt x="691764" y="0"/>
                </a:lnTo>
                <a:lnTo>
                  <a:pt x="560928" y="0"/>
                </a:lnTo>
                <a:close/>
              </a:path>
            </a:pathLst>
          </a:custGeom>
          <a:solidFill>
            <a:srgbClr val="FFFFFF">
              <a:alpha val="64000"/>
            </a:srgbClr>
          </a:solidFill>
          <a:ln>
            <a:noFill/>
          </a:ln>
        </p:spPr>
      </p:sp>
      <p:sp>
        <p:nvSpPr>
          <p:cNvPr id="402" name="Text 402"/>
          <p:cNvSpPr txBox="1"/>
          <p:nvPr/>
        </p:nvSpPr>
        <p:spPr>
          <a:xfrm>
            <a:off x="2266903" y="1867777"/>
            <a:ext cx="244521" cy="1090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7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GT</a:t>
            </a:r>
          </a:p>
        </p:txBody>
      </p:sp>
      <p:sp>
        <p:nvSpPr>
          <p:cNvPr id="403" name="Text 403"/>
          <p:cNvSpPr txBox="1"/>
          <p:nvPr/>
        </p:nvSpPr>
        <p:spPr>
          <a:xfrm>
            <a:off x="1916442" y="853103"/>
            <a:ext cx="899471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9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office atrium</a:t>
            </a:r>
          </a:p>
        </p:txBody>
      </p:sp>
      <p:sp>
        <p:nvSpPr>
          <p:cNvPr id="404" name="Text 404"/>
          <p:cNvSpPr txBox="1"/>
          <p:nvPr/>
        </p:nvSpPr>
        <p:spPr>
          <a:xfrm>
            <a:off x="1916442" y="994819"/>
            <a:ext cx="786634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0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start d = 0.55</a:t>
            </a:r>
          </a:p>
        </p:txBody>
      </p:sp>
      <p:sp>
        <p:nvSpPr>
          <p:cNvPr id="405" name="Shape 405"/>
          <p:cNvSpPr/>
          <p:nvPr/>
        </p:nvSpPr>
        <p:spPr>
          <a:xfrm>
            <a:off x="1763153" y="3125764"/>
            <a:ext cx="723172" cy="3585172"/>
          </a:xfrm>
          <a:custGeom>
            <a:avLst/>
            <a:gdLst/>
            <a:ahLst/>
            <a:cxnLst/>
            <a:rect l="0" t="0" r="r" b="b"/>
            <a:pathLst>
              <a:path w="723172" h="3585172">
                <a:moveTo>
                  <a:pt x="533574" y="125783"/>
                </a:moveTo>
                <a:lnTo>
                  <a:pt x="723172" y="125783"/>
                </a:lnTo>
                <a:lnTo>
                  <a:pt x="723172" y="0"/>
                </a:lnTo>
                <a:lnTo>
                  <a:pt x="533574" y="0"/>
                </a:lnTo>
                <a:close/>
              </a:path>
            </a:pathLst>
          </a:custGeom>
          <a:solidFill>
            <a:srgbClr val="F6F7F9">
              <a:alpha val="72250"/>
            </a:srgbClr>
          </a:solidFill>
          <a:ln>
            <a:noFill/>
          </a:ln>
        </p:spPr>
      </p:sp>
      <p:sp>
        <p:nvSpPr>
          <p:cNvPr id="406" name="Text 406"/>
          <p:cNvSpPr txBox="1"/>
          <p:nvPr/>
        </p:nvSpPr>
        <p:spPr>
          <a:xfrm>
            <a:off x="2229149" y="3144212"/>
            <a:ext cx="324756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0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start</a:t>
            </a:r>
          </a:p>
        </p:txBody>
      </p:sp>
      <p:sp>
        <p:nvSpPr>
          <p:cNvPr id="407" name="Shape 407"/>
          <p:cNvSpPr/>
          <p:nvPr/>
        </p:nvSpPr>
        <p:spPr>
          <a:xfrm>
            <a:off x="3488675" y="2953159"/>
            <a:ext cx="81331" cy="77350"/>
          </a:xfrm>
          <a:custGeom>
            <a:avLst/>
            <a:gdLst/>
            <a:ahLst/>
            <a:cxnLst/>
            <a:rect l="0" t="0" r="r" b="b"/>
            <a:pathLst>
              <a:path w="81331" h="77350">
                <a:moveTo>
                  <a:pt x="50265" y="29545"/>
                </a:moveTo>
                <a:lnTo>
                  <a:pt x="81331" y="29545"/>
                </a:lnTo>
                <a:lnTo>
                  <a:pt x="56198" y="47805"/>
                </a:lnTo>
                <a:lnTo>
                  <a:pt x="65798" y="77350"/>
                </a:lnTo>
                <a:lnTo>
                  <a:pt x="40665" y="59090"/>
                </a:lnTo>
                <a:lnTo>
                  <a:pt x="15532" y="77350"/>
                </a:lnTo>
                <a:lnTo>
                  <a:pt x="25132" y="47805"/>
                </a:lnTo>
                <a:lnTo>
                  <a:pt x="0" y="29545"/>
                </a:lnTo>
                <a:lnTo>
                  <a:pt x="31065" y="29545"/>
                </a:lnTo>
                <a:lnTo>
                  <a:pt x="40665" y="0"/>
                </a:lnTo>
                <a:lnTo>
                  <a:pt x="50265" y="29545"/>
                </a:lnTo>
                <a:close/>
              </a:path>
            </a:pathLst>
          </a:custGeom>
          <a:solidFill>
            <a:srgbClr val="2E5FBF"/>
          </a:solidFill>
          <a:ln w="5031" cap="flat">
            <a:solidFill>
              <a:srgbClr val="FFFFFF"/>
            </a:solidFill>
            <a:round/>
          </a:ln>
        </p:spPr>
      </p:sp>
      <p:sp>
        <p:nvSpPr>
          <p:cNvPr id="408" name="Shape 408"/>
          <p:cNvSpPr/>
          <p:nvPr/>
        </p:nvSpPr>
        <p:spPr>
          <a:xfrm>
            <a:off x="3648831" y="2403765"/>
            <a:ext cx="344552" cy="1"/>
          </a:xfrm>
          <a:custGeom>
            <a:avLst/>
            <a:gdLst/>
            <a:ahLst/>
            <a:cxnLst/>
            <a:rect l="0" t="0" r="r" b="b"/>
            <a:pathLst>
              <a:path w="344552" h="1" fill="none">
                <a:moveTo>
                  <a:pt x="0" y="0"/>
                </a:moveTo>
                <a:lnTo>
                  <a:pt x="344552" y="0"/>
                </a:lnTo>
              </a:path>
            </a:pathLst>
          </a:custGeom>
          <a:noFill/>
          <a:ln w="13416" cap="rnd">
            <a:solidFill>
              <a:srgbClr val="1F2126"/>
            </a:solidFill>
            <a:round/>
          </a:ln>
        </p:spPr>
      </p:sp>
      <p:sp>
        <p:nvSpPr>
          <p:cNvPr id="409" name="Text 409"/>
          <p:cNvSpPr txBox="1"/>
          <p:nvPr/>
        </p:nvSpPr>
        <p:spPr>
          <a:xfrm>
            <a:off x="3324338" y="2361100"/>
            <a:ext cx="276191" cy="100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34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1 m</a:t>
            </a:r>
          </a:p>
        </p:txBody>
      </p:sp>
      <p:sp>
        <p:nvSpPr>
          <p:cNvPr id="410" name="Shape 410"/>
          <p:cNvSpPr/>
          <p:nvPr/>
        </p:nvSpPr>
        <p:spPr>
          <a:xfrm>
            <a:off x="1762818" y="3087488"/>
            <a:ext cx="1831940" cy="3623784"/>
          </a:xfrm>
          <a:custGeom>
            <a:avLst/>
            <a:gdLst/>
            <a:ahLst/>
            <a:cxnLst/>
            <a:rect l="0" t="0" r="r" b="b"/>
            <a:pathLst>
              <a:path w="1831940" h="3623784">
                <a:moveTo>
                  <a:pt x="1701104" y="130815"/>
                </a:moveTo>
                <a:lnTo>
                  <a:pt x="1831940" y="130815"/>
                </a:lnTo>
                <a:lnTo>
                  <a:pt x="1831940" y="0"/>
                </a:lnTo>
                <a:lnTo>
                  <a:pt x="1701104" y="0"/>
                </a:lnTo>
                <a:close/>
              </a:path>
            </a:pathLst>
          </a:custGeom>
          <a:solidFill>
            <a:srgbClr val="FFFFFF">
              <a:alpha val="64000"/>
            </a:srgbClr>
          </a:solidFill>
          <a:ln>
            <a:noFill/>
          </a:ln>
        </p:spPr>
      </p:sp>
      <p:sp>
        <p:nvSpPr>
          <p:cNvPr id="411" name="Text 411"/>
          <p:cNvSpPr txBox="1"/>
          <p:nvPr/>
        </p:nvSpPr>
        <p:spPr>
          <a:xfrm>
            <a:off x="3407079" y="3106674"/>
            <a:ext cx="244521" cy="1090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7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GT</a:t>
            </a:r>
          </a:p>
        </p:txBody>
      </p:sp>
      <p:sp>
        <p:nvSpPr>
          <p:cNvPr id="412" name="Text 412"/>
          <p:cNvSpPr txBox="1"/>
          <p:nvPr/>
        </p:nvSpPr>
        <p:spPr>
          <a:xfrm>
            <a:off x="1916442" y="2277982"/>
            <a:ext cx="739597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9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lake shore</a:t>
            </a:r>
          </a:p>
        </p:txBody>
      </p:sp>
      <p:sp>
        <p:nvSpPr>
          <p:cNvPr id="413" name="Text 413"/>
          <p:cNvSpPr txBox="1"/>
          <p:nvPr/>
        </p:nvSpPr>
        <p:spPr>
          <a:xfrm>
            <a:off x="1916442" y="2419698"/>
            <a:ext cx="786634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0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start d = 0.91</a:t>
            </a:r>
          </a:p>
        </p:txBody>
      </p:sp>
      <p:sp>
        <p:nvSpPr>
          <p:cNvPr id="414" name="Shape 414"/>
          <p:cNvSpPr/>
          <p:nvPr/>
        </p:nvSpPr>
        <p:spPr>
          <a:xfrm>
            <a:off x="1761476" y="4134101"/>
            <a:ext cx="1336317" cy="2578513"/>
          </a:xfrm>
          <a:custGeom>
            <a:avLst/>
            <a:gdLst/>
            <a:ahLst/>
            <a:cxnLst/>
            <a:rect l="0" t="0" r="r" b="b"/>
            <a:pathLst>
              <a:path w="1336317" h="2578513">
                <a:moveTo>
                  <a:pt x="949909" y="129138"/>
                </a:moveTo>
                <a:lnTo>
                  <a:pt x="1336317" y="129138"/>
                </a:lnTo>
                <a:lnTo>
                  <a:pt x="1336317" y="0"/>
                </a:lnTo>
                <a:lnTo>
                  <a:pt x="949909" y="0"/>
                </a:lnTo>
                <a:close/>
              </a:path>
            </a:pathLst>
          </a:custGeom>
          <a:solidFill>
            <a:srgbClr val="F6F7F9">
              <a:alpha val="81000"/>
            </a:srgbClr>
          </a:solidFill>
          <a:ln>
            <a:noFill/>
          </a:ln>
        </p:spPr>
      </p:sp>
      <p:sp>
        <p:nvSpPr>
          <p:cNvPr id="415" name="Text 415"/>
          <p:cNvSpPr txBox="1"/>
          <p:nvPr/>
        </p:nvSpPr>
        <p:spPr>
          <a:xfrm>
            <a:off x="2501810" y="4154226"/>
            <a:ext cx="585921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60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subject →</a:t>
            </a:r>
          </a:p>
        </p:txBody>
      </p:sp>
      <p:sp>
        <p:nvSpPr>
          <p:cNvPr id="416" name="Shape 416"/>
          <p:cNvSpPr/>
          <p:nvPr/>
        </p:nvSpPr>
        <p:spPr>
          <a:xfrm>
            <a:off x="1763153" y="4062292"/>
            <a:ext cx="2264652" cy="2648644"/>
          </a:xfrm>
          <a:custGeom>
            <a:avLst/>
            <a:gdLst/>
            <a:ahLst/>
            <a:cxnLst/>
            <a:rect l="0" t="0" r="r" b="b"/>
            <a:pathLst>
              <a:path w="2264652" h="2648644">
                <a:moveTo>
                  <a:pt x="2075054" y="125783"/>
                </a:moveTo>
                <a:lnTo>
                  <a:pt x="2264652" y="125783"/>
                </a:lnTo>
                <a:lnTo>
                  <a:pt x="2264652" y="0"/>
                </a:lnTo>
                <a:lnTo>
                  <a:pt x="2075054" y="0"/>
                </a:lnTo>
                <a:close/>
              </a:path>
            </a:pathLst>
          </a:custGeom>
          <a:solidFill>
            <a:srgbClr val="F6F7F9">
              <a:alpha val="72250"/>
            </a:srgbClr>
          </a:solidFill>
          <a:ln>
            <a:noFill/>
          </a:ln>
        </p:spPr>
      </p:sp>
      <p:sp>
        <p:nvSpPr>
          <p:cNvPr id="417" name="Text 417"/>
          <p:cNvSpPr txBox="1"/>
          <p:nvPr/>
        </p:nvSpPr>
        <p:spPr>
          <a:xfrm>
            <a:off x="3770629" y="4080740"/>
            <a:ext cx="324756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0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start</a:t>
            </a:r>
          </a:p>
        </p:txBody>
      </p:sp>
      <p:sp>
        <p:nvSpPr>
          <p:cNvPr id="418" name="Shape 418"/>
          <p:cNvSpPr/>
          <p:nvPr/>
        </p:nvSpPr>
        <p:spPr>
          <a:xfrm>
            <a:off x="2452160" y="4568765"/>
            <a:ext cx="81331" cy="77350"/>
          </a:xfrm>
          <a:custGeom>
            <a:avLst/>
            <a:gdLst/>
            <a:ahLst/>
            <a:cxnLst/>
            <a:rect l="0" t="0" r="r" b="b"/>
            <a:pathLst>
              <a:path w="81331" h="77350">
                <a:moveTo>
                  <a:pt x="50265" y="29545"/>
                </a:moveTo>
                <a:lnTo>
                  <a:pt x="81331" y="29545"/>
                </a:lnTo>
                <a:lnTo>
                  <a:pt x="56198" y="47805"/>
                </a:lnTo>
                <a:lnTo>
                  <a:pt x="65798" y="77350"/>
                </a:lnTo>
                <a:lnTo>
                  <a:pt x="40665" y="59090"/>
                </a:lnTo>
                <a:lnTo>
                  <a:pt x="15532" y="77350"/>
                </a:lnTo>
                <a:lnTo>
                  <a:pt x="25132" y="47805"/>
                </a:lnTo>
                <a:lnTo>
                  <a:pt x="0" y="29545"/>
                </a:lnTo>
                <a:lnTo>
                  <a:pt x="31065" y="29545"/>
                </a:lnTo>
                <a:lnTo>
                  <a:pt x="40665" y="0"/>
                </a:lnTo>
                <a:lnTo>
                  <a:pt x="50265" y="29545"/>
                </a:lnTo>
                <a:close/>
              </a:path>
            </a:pathLst>
          </a:custGeom>
          <a:solidFill>
            <a:srgbClr val="2E5FBF"/>
          </a:solidFill>
          <a:ln w="5031" cap="flat">
            <a:solidFill>
              <a:srgbClr val="FFFFFF"/>
            </a:solidFill>
            <a:round/>
          </a:ln>
        </p:spPr>
      </p:sp>
      <p:sp>
        <p:nvSpPr>
          <p:cNvPr id="419" name="Shape 419"/>
          <p:cNvSpPr/>
          <p:nvPr/>
        </p:nvSpPr>
        <p:spPr>
          <a:xfrm>
            <a:off x="3066414" y="3828644"/>
            <a:ext cx="926969" cy="1"/>
          </a:xfrm>
          <a:custGeom>
            <a:avLst/>
            <a:gdLst/>
            <a:ahLst/>
            <a:cxnLst/>
            <a:rect l="0" t="0" r="r" b="b"/>
            <a:pathLst>
              <a:path w="926969" h="1" fill="none">
                <a:moveTo>
                  <a:pt x="0" y="0"/>
                </a:moveTo>
                <a:lnTo>
                  <a:pt x="926969" y="0"/>
                </a:lnTo>
              </a:path>
            </a:pathLst>
          </a:custGeom>
          <a:noFill/>
          <a:ln w="13416" cap="rnd">
            <a:solidFill>
              <a:srgbClr val="1F2126"/>
            </a:solidFill>
            <a:round/>
          </a:ln>
        </p:spPr>
      </p:sp>
      <p:sp>
        <p:nvSpPr>
          <p:cNvPr id="420" name="Text 420"/>
          <p:cNvSpPr txBox="1"/>
          <p:nvPr/>
        </p:nvSpPr>
        <p:spPr>
          <a:xfrm>
            <a:off x="2741922" y="3785978"/>
            <a:ext cx="276191" cy="100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34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2 m</a:t>
            </a:r>
          </a:p>
        </p:txBody>
      </p:sp>
      <p:sp>
        <p:nvSpPr>
          <p:cNvPr id="421" name="Shape 421"/>
          <p:cNvSpPr/>
          <p:nvPr/>
        </p:nvSpPr>
        <p:spPr>
          <a:xfrm>
            <a:off x="1762818" y="4703094"/>
            <a:ext cx="795426" cy="2008178"/>
          </a:xfrm>
          <a:custGeom>
            <a:avLst/>
            <a:gdLst/>
            <a:ahLst/>
            <a:cxnLst/>
            <a:rect l="0" t="0" r="r" b="b"/>
            <a:pathLst>
              <a:path w="795426" h="2008178">
                <a:moveTo>
                  <a:pt x="664590" y="130815"/>
                </a:moveTo>
                <a:lnTo>
                  <a:pt x="795426" y="130815"/>
                </a:lnTo>
                <a:lnTo>
                  <a:pt x="795426" y="0"/>
                </a:lnTo>
                <a:lnTo>
                  <a:pt x="664590" y="0"/>
                </a:lnTo>
                <a:close/>
              </a:path>
            </a:pathLst>
          </a:custGeom>
          <a:solidFill>
            <a:srgbClr val="FFFFFF">
              <a:alpha val="64000"/>
            </a:srgbClr>
          </a:solidFill>
          <a:ln>
            <a:noFill/>
          </a:ln>
        </p:spPr>
      </p:sp>
      <p:sp>
        <p:nvSpPr>
          <p:cNvPr id="422" name="Text 422"/>
          <p:cNvSpPr txBox="1"/>
          <p:nvPr/>
        </p:nvSpPr>
        <p:spPr>
          <a:xfrm>
            <a:off x="2370565" y="4722280"/>
            <a:ext cx="244521" cy="1090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7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GT</a:t>
            </a:r>
          </a:p>
        </p:txBody>
      </p:sp>
      <p:sp>
        <p:nvSpPr>
          <p:cNvPr id="423" name="Text 423"/>
          <p:cNvSpPr txBox="1"/>
          <p:nvPr/>
        </p:nvSpPr>
        <p:spPr>
          <a:xfrm>
            <a:off x="1916442" y="3702860"/>
            <a:ext cx="970621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9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modern office</a:t>
            </a:r>
          </a:p>
        </p:txBody>
      </p:sp>
      <p:sp>
        <p:nvSpPr>
          <p:cNvPr id="424" name="Text 424"/>
          <p:cNvSpPr txBox="1"/>
          <p:nvPr/>
        </p:nvSpPr>
        <p:spPr>
          <a:xfrm>
            <a:off x="1916442" y="3844577"/>
            <a:ext cx="786634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0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start d = 0.96</a:t>
            </a:r>
          </a:p>
        </p:txBody>
      </p:sp>
      <p:sp>
        <p:nvSpPr>
          <p:cNvPr id="425" name="Shape 425"/>
          <p:cNvSpPr/>
          <p:nvPr/>
        </p:nvSpPr>
        <p:spPr>
          <a:xfrm>
            <a:off x="1761476" y="5510638"/>
            <a:ext cx="2165277" cy="1201976"/>
          </a:xfrm>
          <a:custGeom>
            <a:avLst/>
            <a:gdLst/>
            <a:ahLst/>
            <a:cxnLst/>
            <a:rect l="0" t="0" r="r" b="b"/>
            <a:pathLst>
              <a:path w="2165277" h="1201976">
                <a:moveTo>
                  <a:pt x="1778869" y="129138"/>
                </a:moveTo>
                <a:lnTo>
                  <a:pt x="2165277" y="129138"/>
                </a:lnTo>
                <a:lnTo>
                  <a:pt x="2165277" y="0"/>
                </a:lnTo>
                <a:lnTo>
                  <a:pt x="1778869" y="0"/>
                </a:lnTo>
                <a:close/>
              </a:path>
            </a:pathLst>
          </a:custGeom>
          <a:solidFill>
            <a:srgbClr val="F6F7F9">
              <a:alpha val="81000"/>
            </a:srgbClr>
          </a:solidFill>
          <a:ln>
            <a:noFill/>
          </a:ln>
        </p:spPr>
      </p:sp>
      <p:sp>
        <p:nvSpPr>
          <p:cNvPr id="426" name="Text 426"/>
          <p:cNvSpPr txBox="1"/>
          <p:nvPr/>
        </p:nvSpPr>
        <p:spPr>
          <a:xfrm>
            <a:off x="3550409" y="5530763"/>
            <a:ext cx="585921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0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← subject</a:t>
            </a:r>
          </a:p>
        </p:txBody>
      </p:sp>
      <p:sp>
        <p:nvSpPr>
          <p:cNvPr id="427" name="Shape 427"/>
          <p:cNvSpPr/>
          <p:nvPr/>
        </p:nvSpPr>
        <p:spPr>
          <a:xfrm>
            <a:off x="1763153" y="5954141"/>
            <a:ext cx="930515" cy="756795"/>
          </a:xfrm>
          <a:custGeom>
            <a:avLst/>
            <a:gdLst/>
            <a:ahLst/>
            <a:cxnLst/>
            <a:rect l="0" t="0" r="r" b="b"/>
            <a:pathLst>
              <a:path w="930515" h="756795">
                <a:moveTo>
                  <a:pt x="740917" y="125783"/>
                </a:moveTo>
                <a:lnTo>
                  <a:pt x="930515" y="125783"/>
                </a:lnTo>
                <a:lnTo>
                  <a:pt x="930515" y="0"/>
                </a:lnTo>
                <a:lnTo>
                  <a:pt x="740917" y="0"/>
                </a:lnTo>
                <a:close/>
              </a:path>
            </a:pathLst>
          </a:custGeom>
          <a:solidFill>
            <a:srgbClr val="F6F7F9">
              <a:alpha val="72250"/>
            </a:srgbClr>
          </a:solidFill>
          <a:ln>
            <a:noFill/>
          </a:ln>
        </p:spPr>
      </p:sp>
      <p:sp>
        <p:nvSpPr>
          <p:cNvPr id="428" name="Text 428"/>
          <p:cNvSpPr txBox="1"/>
          <p:nvPr/>
        </p:nvSpPr>
        <p:spPr>
          <a:xfrm>
            <a:off x="2436492" y="5972590"/>
            <a:ext cx="324756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60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start</a:t>
            </a:r>
          </a:p>
        </p:txBody>
      </p:sp>
      <p:sp>
        <p:nvSpPr>
          <p:cNvPr id="429" name="Shape 429"/>
          <p:cNvSpPr/>
          <p:nvPr/>
        </p:nvSpPr>
        <p:spPr>
          <a:xfrm>
            <a:off x="3581107" y="5773909"/>
            <a:ext cx="81331" cy="77350"/>
          </a:xfrm>
          <a:custGeom>
            <a:avLst/>
            <a:gdLst/>
            <a:ahLst/>
            <a:cxnLst/>
            <a:rect l="0" t="0" r="r" b="b"/>
            <a:pathLst>
              <a:path w="81331" h="77350">
                <a:moveTo>
                  <a:pt x="50265" y="29545"/>
                </a:moveTo>
                <a:lnTo>
                  <a:pt x="81331" y="29545"/>
                </a:lnTo>
                <a:lnTo>
                  <a:pt x="56198" y="47805"/>
                </a:lnTo>
                <a:lnTo>
                  <a:pt x="65798" y="77350"/>
                </a:lnTo>
                <a:lnTo>
                  <a:pt x="40665" y="59090"/>
                </a:lnTo>
                <a:lnTo>
                  <a:pt x="15532" y="77350"/>
                </a:lnTo>
                <a:lnTo>
                  <a:pt x="25132" y="47805"/>
                </a:lnTo>
                <a:lnTo>
                  <a:pt x="0" y="29545"/>
                </a:lnTo>
                <a:lnTo>
                  <a:pt x="31065" y="29545"/>
                </a:lnTo>
                <a:lnTo>
                  <a:pt x="40665" y="0"/>
                </a:lnTo>
                <a:lnTo>
                  <a:pt x="50265" y="29545"/>
                </a:lnTo>
                <a:close/>
              </a:path>
            </a:pathLst>
          </a:custGeom>
          <a:solidFill>
            <a:srgbClr val="2E5FBF"/>
          </a:solidFill>
          <a:ln w="5031" cap="flat">
            <a:solidFill>
              <a:srgbClr val="FFFFFF"/>
            </a:solidFill>
            <a:round/>
          </a:ln>
        </p:spPr>
      </p:sp>
      <p:sp>
        <p:nvSpPr>
          <p:cNvPr id="430" name="Shape 430"/>
          <p:cNvSpPr/>
          <p:nvPr/>
        </p:nvSpPr>
        <p:spPr>
          <a:xfrm>
            <a:off x="3530281" y="5253522"/>
            <a:ext cx="463102" cy="1"/>
          </a:xfrm>
          <a:custGeom>
            <a:avLst/>
            <a:gdLst/>
            <a:ahLst/>
            <a:cxnLst/>
            <a:rect l="0" t="0" r="r" b="b"/>
            <a:pathLst>
              <a:path w="463102" h="1" fill="none">
                <a:moveTo>
                  <a:pt x="0" y="0"/>
                </a:moveTo>
                <a:lnTo>
                  <a:pt x="463102" y="0"/>
                </a:lnTo>
              </a:path>
            </a:pathLst>
          </a:custGeom>
          <a:noFill/>
          <a:ln w="13416" cap="rnd">
            <a:solidFill>
              <a:srgbClr val="1F2126"/>
            </a:solidFill>
            <a:round/>
          </a:ln>
        </p:spPr>
      </p:sp>
      <p:sp>
        <p:nvSpPr>
          <p:cNvPr id="431" name="Text 431"/>
          <p:cNvSpPr txBox="1"/>
          <p:nvPr/>
        </p:nvSpPr>
        <p:spPr>
          <a:xfrm>
            <a:off x="3205789" y="5210857"/>
            <a:ext cx="276191" cy="100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634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2 m</a:t>
            </a:r>
          </a:p>
        </p:txBody>
      </p:sp>
      <p:sp>
        <p:nvSpPr>
          <p:cNvPr id="432" name="Shape 432"/>
          <p:cNvSpPr/>
          <p:nvPr/>
        </p:nvSpPr>
        <p:spPr>
          <a:xfrm>
            <a:off x="1762818" y="5908238"/>
            <a:ext cx="1924372" cy="803034"/>
          </a:xfrm>
          <a:custGeom>
            <a:avLst/>
            <a:gdLst/>
            <a:ahLst/>
            <a:cxnLst/>
            <a:rect l="0" t="0" r="r" b="b"/>
            <a:pathLst>
              <a:path w="1924372" h="803034">
                <a:moveTo>
                  <a:pt x="1793536" y="130815"/>
                </a:moveTo>
                <a:lnTo>
                  <a:pt x="1924372" y="130815"/>
                </a:lnTo>
                <a:lnTo>
                  <a:pt x="1924372" y="0"/>
                </a:lnTo>
                <a:lnTo>
                  <a:pt x="1793536" y="0"/>
                </a:lnTo>
                <a:close/>
              </a:path>
            </a:pathLst>
          </a:custGeom>
          <a:solidFill>
            <a:srgbClr val="FFFFFF">
              <a:alpha val="64000"/>
            </a:srgbClr>
          </a:solidFill>
          <a:ln>
            <a:noFill/>
          </a:ln>
        </p:spPr>
      </p:sp>
      <p:sp>
        <p:nvSpPr>
          <p:cNvPr id="433" name="Text 433"/>
          <p:cNvSpPr txBox="1"/>
          <p:nvPr/>
        </p:nvSpPr>
        <p:spPr>
          <a:xfrm>
            <a:off x="3499511" y="5927424"/>
            <a:ext cx="244521" cy="1090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687" b="1" dirty="0">
                <a:solidFill>
                  <a:srgbClr val="1C3D80"/>
                </a:solidFill>
                <a:latin typeface="Arial"/>
                <a:cs typeface="Arial"/>
                <a:sym typeface="Cambria Math"/>
              </a:rPr>
              <a:t>GT</a:t>
            </a:r>
          </a:p>
        </p:txBody>
      </p:sp>
      <p:sp>
        <p:nvSpPr>
          <p:cNvPr id="434" name="Text 434"/>
          <p:cNvSpPr txBox="1"/>
          <p:nvPr/>
        </p:nvSpPr>
        <p:spPr>
          <a:xfrm>
            <a:off x="1916442" y="5127739"/>
            <a:ext cx="1180928" cy="1257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792" b="1" dirty="0">
                <a:solidFill>
                  <a:srgbClr val="1F2126"/>
                </a:solidFill>
                <a:latin typeface="Arial"/>
                <a:cs typeface="Arial"/>
                <a:sym typeface="Cambria Math"/>
              </a:rPr>
              <a:t>mountain terrace</a:t>
            </a:r>
          </a:p>
        </p:txBody>
      </p:sp>
      <p:sp>
        <p:nvSpPr>
          <p:cNvPr id="435" name="Text 435"/>
          <p:cNvSpPr txBox="1"/>
          <p:nvPr/>
        </p:nvSpPr>
        <p:spPr>
          <a:xfrm>
            <a:off x="1916442" y="5269455"/>
            <a:ext cx="786634" cy="1048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660" dirty="0">
                <a:solidFill>
                  <a:srgbClr val="61656D"/>
                </a:solidFill>
                <a:latin typeface="Arial"/>
                <a:cs typeface="Arial"/>
                <a:sym typeface="Cambria Math"/>
              </a:rPr>
              <a:t>start d = 0.72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